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9"/>
  </p:normalViewPr>
  <p:slideViewPr>
    <p:cSldViewPr>
      <p:cViewPr>
        <p:scale>
          <a:sx n="79" d="100"/>
          <a:sy n="79" d="100"/>
        </p:scale>
        <p:origin x="2128" y="4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818505" y="422559"/>
            <a:ext cx="2514600" cy="364490"/>
          </a:xfrm>
          <a:custGeom>
            <a:avLst/>
            <a:gdLst/>
            <a:ahLst/>
            <a:cxnLst/>
            <a:rect l="l" t="t" r="r" b="b"/>
            <a:pathLst>
              <a:path w="2514600" h="364490">
                <a:moveTo>
                  <a:pt x="0" y="181506"/>
                </a:moveTo>
                <a:lnTo>
                  <a:pt x="4338" y="224835"/>
                </a:lnTo>
                <a:lnTo>
                  <a:pt x="41870" y="290414"/>
                </a:lnTo>
                <a:lnTo>
                  <a:pt x="72214" y="314603"/>
                </a:lnTo>
                <a:lnTo>
                  <a:pt x="126670" y="333195"/>
                </a:lnTo>
                <a:lnTo>
                  <a:pt x="191739" y="335020"/>
                </a:lnTo>
                <a:lnTo>
                  <a:pt x="191638" y="354172"/>
                </a:lnTo>
                <a:lnTo>
                  <a:pt x="325343" y="354502"/>
                </a:lnTo>
                <a:lnTo>
                  <a:pt x="325801" y="333928"/>
                </a:lnTo>
                <a:lnTo>
                  <a:pt x="469069" y="335020"/>
                </a:lnTo>
                <a:lnTo>
                  <a:pt x="469323" y="354527"/>
                </a:lnTo>
                <a:lnTo>
                  <a:pt x="595917" y="355175"/>
                </a:lnTo>
                <a:lnTo>
                  <a:pt x="596984" y="354476"/>
                </a:lnTo>
                <a:lnTo>
                  <a:pt x="597085" y="334614"/>
                </a:lnTo>
                <a:lnTo>
                  <a:pt x="703130" y="334804"/>
                </a:lnTo>
                <a:lnTo>
                  <a:pt x="749365" y="351619"/>
                </a:lnTo>
                <a:lnTo>
                  <a:pt x="799104" y="360471"/>
                </a:lnTo>
                <a:lnTo>
                  <a:pt x="806902" y="360509"/>
                </a:lnTo>
                <a:lnTo>
                  <a:pt x="814344" y="361258"/>
                </a:lnTo>
                <a:lnTo>
                  <a:pt x="821786" y="362363"/>
                </a:lnTo>
                <a:lnTo>
                  <a:pt x="859531" y="361639"/>
                </a:lnTo>
                <a:lnTo>
                  <a:pt x="896326" y="358085"/>
                </a:lnTo>
                <a:lnTo>
                  <a:pt x="931611" y="350999"/>
                </a:lnTo>
                <a:lnTo>
                  <a:pt x="964826" y="339681"/>
                </a:lnTo>
                <a:lnTo>
                  <a:pt x="967303" y="339694"/>
                </a:lnTo>
                <a:lnTo>
                  <a:pt x="968738" y="337928"/>
                </a:lnTo>
                <a:lnTo>
                  <a:pt x="970516" y="336874"/>
                </a:lnTo>
                <a:lnTo>
                  <a:pt x="971583" y="335820"/>
                </a:lnTo>
                <a:lnTo>
                  <a:pt x="974059" y="336188"/>
                </a:lnTo>
                <a:lnTo>
                  <a:pt x="974783" y="334410"/>
                </a:lnTo>
                <a:lnTo>
                  <a:pt x="1123018" y="334817"/>
                </a:lnTo>
                <a:lnTo>
                  <a:pt x="1162442" y="349293"/>
                </a:lnTo>
                <a:lnTo>
                  <a:pt x="1203752" y="357931"/>
                </a:lnTo>
                <a:lnTo>
                  <a:pt x="1257677" y="362990"/>
                </a:lnTo>
                <a:lnTo>
                  <a:pt x="1285660" y="364030"/>
                </a:lnTo>
                <a:lnTo>
                  <a:pt x="1314013" y="363811"/>
                </a:lnTo>
                <a:lnTo>
                  <a:pt x="1369020" y="357620"/>
                </a:lnTo>
                <a:lnTo>
                  <a:pt x="1419817" y="341294"/>
                </a:lnTo>
                <a:lnTo>
                  <a:pt x="1423728" y="338843"/>
                </a:lnTo>
                <a:lnTo>
                  <a:pt x="1428694" y="337446"/>
                </a:lnTo>
                <a:lnTo>
                  <a:pt x="1431551" y="334271"/>
                </a:lnTo>
                <a:lnTo>
                  <a:pt x="1536873" y="335160"/>
                </a:lnTo>
                <a:lnTo>
                  <a:pt x="1579087" y="335020"/>
                </a:lnTo>
                <a:lnTo>
                  <a:pt x="1626377" y="352997"/>
                </a:lnTo>
                <a:lnTo>
                  <a:pt x="1677182" y="361411"/>
                </a:lnTo>
                <a:lnTo>
                  <a:pt x="1720643" y="362154"/>
                </a:lnTo>
                <a:lnTo>
                  <a:pt x="1763194" y="358569"/>
                </a:lnTo>
                <a:lnTo>
                  <a:pt x="1803910" y="349788"/>
                </a:lnTo>
                <a:lnTo>
                  <a:pt x="1841863" y="334944"/>
                </a:lnTo>
                <a:lnTo>
                  <a:pt x="1928045" y="335388"/>
                </a:lnTo>
                <a:lnTo>
                  <a:pt x="1927944" y="354540"/>
                </a:lnTo>
                <a:lnTo>
                  <a:pt x="2060925" y="355213"/>
                </a:lnTo>
                <a:lnTo>
                  <a:pt x="2061637" y="354870"/>
                </a:lnTo>
                <a:lnTo>
                  <a:pt x="2061738" y="334652"/>
                </a:lnTo>
                <a:lnTo>
                  <a:pt x="2196853" y="335337"/>
                </a:lnTo>
                <a:lnTo>
                  <a:pt x="2196765" y="354489"/>
                </a:lnTo>
                <a:lnTo>
                  <a:pt x="2333290" y="354832"/>
                </a:lnTo>
                <a:lnTo>
                  <a:pt x="2333404" y="334271"/>
                </a:lnTo>
                <a:lnTo>
                  <a:pt x="2380216" y="334156"/>
                </a:lnTo>
                <a:lnTo>
                  <a:pt x="2419624" y="325139"/>
                </a:lnTo>
                <a:lnTo>
                  <a:pt x="2453680" y="306521"/>
                </a:lnTo>
                <a:lnTo>
                  <a:pt x="2482000" y="279130"/>
                </a:lnTo>
                <a:lnTo>
                  <a:pt x="2502509" y="245515"/>
                </a:lnTo>
                <a:lnTo>
                  <a:pt x="2513134" y="208223"/>
                </a:lnTo>
                <a:lnTo>
                  <a:pt x="2513490" y="206458"/>
                </a:lnTo>
                <a:lnTo>
                  <a:pt x="2511725" y="205378"/>
                </a:lnTo>
                <a:lnTo>
                  <a:pt x="2513503" y="204680"/>
                </a:lnTo>
                <a:lnTo>
                  <a:pt x="2514466" y="191005"/>
                </a:lnTo>
                <a:lnTo>
                  <a:pt x="2514133" y="176889"/>
                </a:lnTo>
                <a:lnTo>
                  <a:pt x="2512669" y="162835"/>
                </a:lnTo>
                <a:lnTo>
                  <a:pt x="2496450" y="114467"/>
                </a:lnTo>
                <a:lnTo>
                  <a:pt x="2473031" y="83233"/>
                </a:lnTo>
                <a:lnTo>
                  <a:pt x="2442730" y="58681"/>
                </a:lnTo>
                <a:lnTo>
                  <a:pt x="2390739" y="39580"/>
                </a:lnTo>
                <a:lnTo>
                  <a:pt x="2333493" y="37789"/>
                </a:lnTo>
                <a:lnTo>
                  <a:pt x="2333620" y="12262"/>
                </a:lnTo>
                <a:lnTo>
                  <a:pt x="2198162" y="11564"/>
                </a:lnTo>
                <a:lnTo>
                  <a:pt x="2197666" y="37802"/>
                </a:lnTo>
                <a:lnTo>
                  <a:pt x="2060430" y="37103"/>
                </a:lnTo>
                <a:lnTo>
                  <a:pt x="2060201" y="12630"/>
                </a:lnTo>
                <a:lnTo>
                  <a:pt x="1928629" y="11957"/>
                </a:lnTo>
                <a:lnTo>
                  <a:pt x="1928502" y="37853"/>
                </a:lnTo>
                <a:lnTo>
                  <a:pt x="1857217" y="37484"/>
                </a:lnTo>
                <a:lnTo>
                  <a:pt x="1813047" y="15582"/>
                </a:lnTo>
                <a:lnTo>
                  <a:pt x="1764838" y="4033"/>
                </a:lnTo>
                <a:lnTo>
                  <a:pt x="1711231" y="614"/>
                </a:lnTo>
                <a:lnTo>
                  <a:pt x="1692498" y="819"/>
                </a:lnTo>
                <a:lnTo>
                  <a:pt x="1657832" y="3770"/>
                </a:lnTo>
                <a:lnTo>
                  <a:pt x="1624007" y="10316"/>
                </a:lnTo>
                <a:lnTo>
                  <a:pt x="1591754" y="21258"/>
                </a:lnTo>
                <a:lnTo>
                  <a:pt x="1561803" y="37395"/>
                </a:lnTo>
                <a:lnTo>
                  <a:pt x="1418178" y="37370"/>
                </a:lnTo>
                <a:lnTo>
                  <a:pt x="1376033" y="17469"/>
                </a:lnTo>
                <a:lnTo>
                  <a:pt x="1330383" y="6065"/>
                </a:lnTo>
                <a:lnTo>
                  <a:pt x="1322157" y="5123"/>
                </a:lnTo>
                <a:lnTo>
                  <a:pt x="1314264" y="3855"/>
                </a:lnTo>
                <a:lnTo>
                  <a:pt x="1306366" y="2853"/>
                </a:lnTo>
                <a:lnTo>
                  <a:pt x="1298125" y="2712"/>
                </a:lnTo>
                <a:lnTo>
                  <a:pt x="1283663" y="1832"/>
                </a:lnTo>
                <a:lnTo>
                  <a:pt x="1240328" y="2064"/>
                </a:lnTo>
                <a:lnTo>
                  <a:pt x="1174492" y="12140"/>
                </a:lnTo>
                <a:lnTo>
                  <a:pt x="1114953" y="37942"/>
                </a:lnTo>
                <a:lnTo>
                  <a:pt x="1114598" y="38297"/>
                </a:lnTo>
                <a:lnTo>
                  <a:pt x="995091" y="38043"/>
                </a:lnTo>
                <a:lnTo>
                  <a:pt x="947377" y="14921"/>
                </a:lnTo>
                <a:lnTo>
                  <a:pt x="894557" y="3486"/>
                </a:lnTo>
                <a:lnTo>
                  <a:pt x="839051" y="0"/>
                </a:lnTo>
                <a:lnTo>
                  <a:pt x="784707" y="3366"/>
                </a:lnTo>
                <a:lnTo>
                  <a:pt x="733114" y="15124"/>
                </a:lnTo>
                <a:lnTo>
                  <a:pt x="685858" y="36811"/>
                </a:lnTo>
                <a:lnTo>
                  <a:pt x="637979" y="37281"/>
                </a:lnTo>
                <a:lnTo>
                  <a:pt x="598266" y="37078"/>
                </a:lnTo>
                <a:lnTo>
                  <a:pt x="598025" y="11894"/>
                </a:lnTo>
                <a:lnTo>
                  <a:pt x="470009" y="11246"/>
                </a:lnTo>
                <a:lnTo>
                  <a:pt x="469869" y="38196"/>
                </a:lnTo>
                <a:lnTo>
                  <a:pt x="324480" y="37091"/>
                </a:lnTo>
                <a:lnTo>
                  <a:pt x="324251" y="12275"/>
                </a:lnTo>
                <a:lnTo>
                  <a:pt x="192679" y="11957"/>
                </a:lnTo>
                <a:lnTo>
                  <a:pt x="192197" y="38196"/>
                </a:lnTo>
                <a:lnTo>
                  <a:pt x="174121" y="38339"/>
                </a:lnTo>
                <a:lnTo>
                  <a:pt x="155886" y="38051"/>
                </a:lnTo>
                <a:lnTo>
                  <a:pt x="137981" y="38365"/>
                </a:lnTo>
                <a:lnTo>
                  <a:pt x="84169" y="52151"/>
                </a:lnTo>
                <a:lnTo>
                  <a:pt x="51041" y="74445"/>
                </a:lnTo>
                <a:lnTo>
                  <a:pt x="24521" y="104353"/>
                </a:lnTo>
                <a:lnTo>
                  <a:pt x="7615" y="139034"/>
                </a:lnTo>
                <a:lnTo>
                  <a:pt x="2333" y="159548"/>
                </a:lnTo>
                <a:lnTo>
                  <a:pt x="0" y="181506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25828" y="439584"/>
            <a:ext cx="2111375" cy="329565"/>
          </a:xfrm>
          <a:custGeom>
            <a:avLst/>
            <a:gdLst/>
            <a:ahLst/>
            <a:cxnLst/>
            <a:rect l="l" t="t" r="r" b="b"/>
            <a:pathLst>
              <a:path w="2111375" h="329565">
                <a:moveTo>
                  <a:pt x="374319" y="10388"/>
                </a:moveTo>
                <a:lnTo>
                  <a:pt x="279285" y="9906"/>
                </a:lnTo>
                <a:lnTo>
                  <a:pt x="278257" y="138988"/>
                </a:lnTo>
                <a:lnTo>
                  <a:pt x="100241" y="137731"/>
                </a:lnTo>
                <a:lnTo>
                  <a:pt x="100888" y="10769"/>
                </a:lnTo>
                <a:lnTo>
                  <a:pt x="1587" y="10261"/>
                </a:lnTo>
                <a:lnTo>
                  <a:pt x="0" y="321271"/>
                </a:lnTo>
                <a:lnTo>
                  <a:pt x="101066" y="321779"/>
                </a:lnTo>
                <a:lnTo>
                  <a:pt x="102057" y="197307"/>
                </a:lnTo>
                <a:lnTo>
                  <a:pt x="278676" y="198221"/>
                </a:lnTo>
                <a:lnTo>
                  <a:pt x="278041" y="321271"/>
                </a:lnTo>
                <a:lnTo>
                  <a:pt x="372719" y="321754"/>
                </a:lnTo>
                <a:lnTo>
                  <a:pt x="374319" y="10388"/>
                </a:lnTo>
                <a:close/>
              </a:path>
              <a:path w="2111375" h="329565">
                <a:moveTo>
                  <a:pt x="840193" y="156895"/>
                </a:moveTo>
                <a:lnTo>
                  <a:pt x="833805" y="112115"/>
                </a:lnTo>
                <a:lnTo>
                  <a:pt x="799833" y="52717"/>
                </a:lnTo>
                <a:lnTo>
                  <a:pt x="762787" y="26301"/>
                </a:lnTo>
                <a:lnTo>
                  <a:pt x="719353" y="10096"/>
                </a:lnTo>
                <a:lnTo>
                  <a:pt x="673671" y="1993"/>
                </a:lnTo>
                <a:lnTo>
                  <a:pt x="630415" y="0"/>
                </a:lnTo>
                <a:lnTo>
                  <a:pt x="595845" y="1612"/>
                </a:lnTo>
                <a:lnTo>
                  <a:pt x="529996" y="14554"/>
                </a:lnTo>
                <a:lnTo>
                  <a:pt x="471195" y="46850"/>
                </a:lnTo>
                <a:lnTo>
                  <a:pt x="434047" y="102577"/>
                </a:lnTo>
                <a:lnTo>
                  <a:pt x="424878" y="179019"/>
                </a:lnTo>
                <a:lnTo>
                  <a:pt x="433260" y="220510"/>
                </a:lnTo>
                <a:lnTo>
                  <a:pt x="452170" y="257606"/>
                </a:lnTo>
                <a:lnTo>
                  <a:pt x="482485" y="288277"/>
                </a:lnTo>
                <a:lnTo>
                  <a:pt x="518160" y="308165"/>
                </a:lnTo>
                <a:lnTo>
                  <a:pt x="556653" y="320484"/>
                </a:lnTo>
                <a:lnTo>
                  <a:pt x="597636" y="326567"/>
                </a:lnTo>
                <a:lnTo>
                  <a:pt x="640803" y="327736"/>
                </a:lnTo>
                <a:lnTo>
                  <a:pt x="683920" y="324535"/>
                </a:lnTo>
                <a:lnTo>
                  <a:pt x="726160" y="315277"/>
                </a:lnTo>
                <a:lnTo>
                  <a:pt x="765187" y="298551"/>
                </a:lnTo>
                <a:lnTo>
                  <a:pt x="798664" y="272986"/>
                </a:lnTo>
                <a:lnTo>
                  <a:pt x="824255" y="237185"/>
                </a:lnTo>
                <a:lnTo>
                  <a:pt x="837577" y="195262"/>
                </a:lnTo>
                <a:lnTo>
                  <a:pt x="840193" y="156895"/>
                </a:lnTo>
                <a:close/>
              </a:path>
              <a:path w="2111375" h="329565">
                <a:moveTo>
                  <a:pt x="1261071" y="216560"/>
                </a:moveTo>
                <a:lnTo>
                  <a:pt x="1233131" y="170827"/>
                </a:lnTo>
                <a:lnTo>
                  <a:pt x="1180325" y="149809"/>
                </a:lnTo>
                <a:lnTo>
                  <a:pt x="1131951" y="140652"/>
                </a:lnTo>
                <a:lnTo>
                  <a:pt x="1078712" y="133248"/>
                </a:lnTo>
                <a:lnTo>
                  <a:pt x="1056068" y="129540"/>
                </a:lnTo>
                <a:lnTo>
                  <a:pt x="1012825" y="116497"/>
                </a:lnTo>
                <a:lnTo>
                  <a:pt x="996276" y="93687"/>
                </a:lnTo>
                <a:lnTo>
                  <a:pt x="996327" y="83794"/>
                </a:lnTo>
                <a:lnTo>
                  <a:pt x="1029068" y="49720"/>
                </a:lnTo>
                <a:lnTo>
                  <a:pt x="1054239" y="46418"/>
                </a:lnTo>
                <a:lnTo>
                  <a:pt x="1067092" y="46558"/>
                </a:lnTo>
                <a:lnTo>
                  <a:pt x="1085126" y="51536"/>
                </a:lnTo>
                <a:lnTo>
                  <a:pt x="1101674" y="60477"/>
                </a:lnTo>
                <a:lnTo>
                  <a:pt x="1116228" y="72745"/>
                </a:lnTo>
                <a:lnTo>
                  <a:pt x="1128229" y="87655"/>
                </a:lnTo>
                <a:lnTo>
                  <a:pt x="1246682" y="88265"/>
                </a:lnTo>
                <a:lnTo>
                  <a:pt x="1249172" y="87566"/>
                </a:lnTo>
                <a:lnTo>
                  <a:pt x="1248816" y="86144"/>
                </a:lnTo>
                <a:lnTo>
                  <a:pt x="1216863" y="47078"/>
                </a:lnTo>
                <a:lnTo>
                  <a:pt x="1175423" y="21628"/>
                </a:lnTo>
                <a:lnTo>
                  <a:pt x="1127887" y="7378"/>
                </a:lnTo>
                <a:lnTo>
                  <a:pt x="1077607" y="1930"/>
                </a:lnTo>
                <a:lnTo>
                  <a:pt x="1035723" y="2095"/>
                </a:lnTo>
                <a:lnTo>
                  <a:pt x="994410" y="6870"/>
                </a:lnTo>
                <a:lnTo>
                  <a:pt x="954938" y="17322"/>
                </a:lnTo>
                <a:lnTo>
                  <a:pt x="918565" y="34455"/>
                </a:lnTo>
                <a:lnTo>
                  <a:pt x="889012" y="65786"/>
                </a:lnTo>
                <a:lnTo>
                  <a:pt x="880567" y="114757"/>
                </a:lnTo>
                <a:lnTo>
                  <a:pt x="883018" y="120802"/>
                </a:lnTo>
                <a:lnTo>
                  <a:pt x="884047" y="127190"/>
                </a:lnTo>
                <a:lnTo>
                  <a:pt x="920051" y="167233"/>
                </a:lnTo>
                <a:lnTo>
                  <a:pt x="973480" y="182613"/>
                </a:lnTo>
                <a:lnTo>
                  <a:pt x="1076020" y="201396"/>
                </a:lnTo>
                <a:lnTo>
                  <a:pt x="1109891" y="207784"/>
                </a:lnTo>
                <a:lnTo>
                  <a:pt x="1149108" y="234937"/>
                </a:lnTo>
                <a:lnTo>
                  <a:pt x="1150937" y="244652"/>
                </a:lnTo>
                <a:lnTo>
                  <a:pt x="1150467" y="254546"/>
                </a:lnTo>
                <a:lnTo>
                  <a:pt x="1147419" y="263753"/>
                </a:lnTo>
                <a:lnTo>
                  <a:pt x="1141476" y="271424"/>
                </a:lnTo>
                <a:lnTo>
                  <a:pt x="1121359" y="283552"/>
                </a:lnTo>
                <a:lnTo>
                  <a:pt x="1098257" y="288366"/>
                </a:lnTo>
                <a:lnTo>
                  <a:pt x="1074318" y="286994"/>
                </a:lnTo>
                <a:lnTo>
                  <a:pt x="1037666" y="272529"/>
                </a:lnTo>
                <a:lnTo>
                  <a:pt x="1012596" y="231406"/>
                </a:lnTo>
                <a:lnTo>
                  <a:pt x="880681" y="230733"/>
                </a:lnTo>
                <a:lnTo>
                  <a:pt x="899350" y="283387"/>
                </a:lnTo>
                <a:lnTo>
                  <a:pt x="939292" y="308673"/>
                </a:lnTo>
                <a:lnTo>
                  <a:pt x="993686" y="322948"/>
                </a:lnTo>
                <a:lnTo>
                  <a:pt x="1028776" y="326529"/>
                </a:lnTo>
                <a:lnTo>
                  <a:pt x="1034440" y="328333"/>
                </a:lnTo>
                <a:lnTo>
                  <a:pt x="1113167" y="329438"/>
                </a:lnTo>
                <a:lnTo>
                  <a:pt x="1116368" y="328752"/>
                </a:lnTo>
                <a:lnTo>
                  <a:pt x="1136637" y="327215"/>
                </a:lnTo>
                <a:lnTo>
                  <a:pt x="1175753" y="319341"/>
                </a:lnTo>
                <a:lnTo>
                  <a:pt x="1217980" y="301586"/>
                </a:lnTo>
                <a:lnTo>
                  <a:pt x="1253426" y="261531"/>
                </a:lnTo>
                <a:lnTo>
                  <a:pt x="1260462" y="235864"/>
                </a:lnTo>
                <a:lnTo>
                  <a:pt x="1261071" y="216560"/>
                </a:lnTo>
                <a:close/>
              </a:path>
              <a:path w="2111375" h="329565">
                <a:moveTo>
                  <a:pt x="1695386" y="210070"/>
                </a:moveTo>
                <a:lnTo>
                  <a:pt x="1602816" y="210299"/>
                </a:lnTo>
                <a:lnTo>
                  <a:pt x="1597418" y="221615"/>
                </a:lnTo>
                <a:lnTo>
                  <a:pt x="1590827" y="232587"/>
                </a:lnTo>
                <a:lnTo>
                  <a:pt x="1552473" y="268503"/>
                </a:lnTo>
                <a:lnTo>
                  <a:pt x="1502498" y="281279"/>
                </a:lnTo>
                <a:lnTo>
                  <a:pt x="1476578" y="276682"/>
                </a:lnTo>
                <a:lnTo>
                  <a:pt x="1426451" y="240398"/>
                </a:lnTo>
                <a:lnTo>
                  <a:pt x="1402232" y="183743"/>
                </a:lnTo>
                <a:lnTo>
                  <a:pt x="1401381" y="166598"/>
                </a:lnTo>
                <a:lnTo>
                  <a:pt x="1402092" y="149529"/>
                </a:lnTo>
                <a:lnTo>
                  <a:pt x="1425067" y="90766"/>
                </a:lnTo>
                <a:lnTo>
                  <a:pt x="1475460" y="55130"/>
                </a:lnTo>
                <a:lnTo>
                  <a:pt x="1506118" y="50228"/>
                </a:lnTo>
                <a:lnTo>
                  <a:pt x="1535290" y="54317"/>
                </a:lnTo>
                <a:lnTo>
                  <a:pt x="1561655" y="67132"/>
                </a:lnTo>
                <a:lnTo>
                  <a:pt x="1583677" y="86779"/>
                </a:lnTo>
                <a:lnTo>
                  <a:pt x="1599780" y="111340"/>
                </a:lnTo>
                <a:lnTo>
                  <a:pt x="1686661" y="111785"/>
                </a:lnTo>
                <a:lnTo>
                  <a:pt x="1691982" y="111467"/>
                </a:lnTo>
                <a:lnTo>
                  <a:pt x="1689239" y="101968"/>
                </a:lnTo>
                <a:lnTo>
                  <a:pt x="1685734" y="92684"/>
                </a:lnTo>
                <a:lnTo>
                  <a:pt x="1648828" y="42570"/>
                </a:lnTo>
                <a:lnTo>
                  <a:pt x="1613750" y="20675"/>
                </a:lnTo>
                <a:lnTo>
                  <a:pt x="1573923" y="7620"/>
                </a:lnTo>
                <a:lnTo>
                  <a:pt x="1531899" y="1422"/>
                </a:lnTo>
                <a:lnTo>
                  <a:pt x="1504251" y="203"/>
                </a:lnTo>
                <a:lnTo>
                  <a:pt x="1451013" y="3911"/>
                </a:lnTo>
                <a:lnTo>
                  <a:pt x="1400289" y="16268"/>
                </a:lnTo>
                <a:lnTo>
                  <a:pt x="1355966" y="40754"/>
                </a:lnTo>
                <a:lnTo>
                  <a:pt x="1321904" y="80848"/>
                </a:lnTo>
                <a:lnTo>
                  <a:pt x="1303172" y="151599"/>
                </a:lnTo>
                <a:lnTo>
                  <a:pt x="1304671" y="189585"/>
                </a:lnTo>
                <a:lnTo>
                  <a:pt x="1327404" y="255333"/>
                </a:lnTo>
                <a:lnTo>
                  <a:pt x="1377886" y="301726"/>
                </a:lnTo>
                <a:lnTo>
                  <a:pt x="1408303" y="314642"/>
                </a:lnTo>
                <a:lnTo>
                  <a:pt x="1409357" y="315709"/>
                </a:lnTo>
                <a:lnTo>
                  <a:pt x="1409357" y="316064"/>
                </a:lnTo>
                <a:lnTo>
                  <a:pt x="1410779" y="315709"/>
                </a:lnTo>
                <a:lnTo>
                  <a:pt x="1426641" y="319824"/>
                </a:lnTo>
                <a:lnTo>
                  <a:pt x="1442872" y="323291"/>
                </a:lnTo>
                <a:lnTo>
                  <a:pt x="1459445" y="325894"/>
                </a:lnTo>
                <a:lnTo>
                  <a:pt x="1476324" y="327393"/>
                </a:lnTo>
                <a:lnTo>
                  <a:pt x="1515821" y="327799"/>
                </a:lnTo>
                <a:lnTo>
                  <a:pt x="1554530" y="324345"/>
                </a:lnTo>
                <a:lnTo>
                  <a:pt x="1626463" y="302628"/>
                </a:lnTo>
                <a:lnTo>
                  <a:pt x="1670570" y="265722"/>
                </a:lnTo>
                <a:lnTo>
                  <a:pt x="1694307" y="214325"/>
                </a:lnTo>
                <a:lnTo>
                  <a:pt x="1695018" y="212902"/>
                </a:lnTo>
                <a:lnTo>
                  <a:pt x="1695386" y="210070"/>
                </a:lnTo>
                <a:close/>
              </a:path>
              <a:path w="2111375" h="329565">
                <a:moveTo>
                  <a:pt x="2111324" y="11468"/>
                </a:moveTo>
                <a:lnTo>
                  <a:pt x="2009546" y="10947"/>
                </a:lnTo>
                <a:lnTo>
                  <a:pt x="2008530" y="139674"/>
                </a:lnTo>
                <a:lnTo>
                  <a:pt x="1836534" y="138798"/>
                </a:lnTo>
                <a:lnTo>
                  <a:pt x="1837194" y="10426"/>
                </a:lnTo>
                <a:lnTo>
                  <a:pt x="1737893" y="9918"/>
                </a:lnTo>
                <a:lnTo>
                  <a:pt x="1736305" y="321627"/>
                </a:lnTo>
                <a:lnTo>
                  <a:pt x="1838083" y="322148"/>
                </a:lnTo>
                <a:lnTo>
                  <a:pt x="1839074" y="197675"/>
                </a:lnTo>
                <a:lnTo>
                  <a:pt x="2008593" y="198907"/>
                </a:lnTo>
                <a:lnTo>
                  <a:pt x="2007958" y="321602"/>
                </a:lnTo>
                <a:lnTo>
                  <a:pt x="2109736" y="322122"/>
                </a:lnTo>
                <a:lnTo>
                  <a:pt x="2111324" y="11468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35341" y="475614"/>
            <a:ext cx="2480945" cy="266065"/>
          </a:xfrm>
          <a:custGeom>
            <a:avLst/>
            <a:gdLst/>
            <a:ahLst/>
            <a:cxnLst/>
            <a:rect l="l" t="t" r="r" b="b"/>
            <a:pathLst>
              <a:path w="2480945" h="266065">
                <a:moveTo>
                  <a:pt x="175272" y="1447"/>
                </a:moveTo>
                <a:lnTo>
                  <a:pt x="123494" y="1181"/>
                </a:lnTo>
                <a:lnTo>
                  <a:pt x="116395" y="2222"/>
                </a:lnTo>
                <a:lnTo>
                  <a:pt x="108585" y="4305"/>
                </a:lnTo>
                <a:lnTo>
                  <a:pt x="101142" y="5334"/>
                </a:lnTo>
                <a:lnTo>
                  <a:pt x="44589" y="35229"/>
                </a:lnTo>
                <a:lnTo>
                  <a:pt x="8153" y="87833"/>
                </a:lnTo>
                <a:lnTo>
                  <a:pt x="0" y="136791"/>
                </a:lnTo>
                <a:lnTo>
                  <a:pt x="2971" y="161975"/>
                </a:lnTo>
                <a:lnTo>
                  <a:pt x="29730" y="216877"/>
                </a:lnTo>
                <a:lnTo>
                  <a:pt x="91059" y="258356"/>
                </a:lnTo>
                <a:lnTo>
                  <a:pt x="128181" y="264350"/>
                </a:lnTo>
                <a:lnTo>
                  <a:pt x="128181" y="264706"/>
                </a:lnTo>
                <a:lnTo>
                  <a:pt x="174282" y="264947"/>
                </a:lnTo>
                <a:lnTo>
                  <a:pt x="174345" y="252882"/>
                </a:lnTo>
                <a:lnTo>
                  <a:pt x="134975" y="252679"/>
                </a:lnTo>
                <a:lnTo>
                  <a:pt x="106375" y="250405"/>
                </a:lnTo>
                <a:lnTo>
                  <a:pt x="57251" y="227647"/>
                </a:lnTo>
                <a:lnTo>
                  <a:pt x="25247" y="189064"/>
                </a:lnTo>
                <a:lnTo>
                  <a:pt x="12306" y="146634"/>
                </a:lnTo>
                <a:lnTo>
                  <a:pt x="12230" y="123317"/>
                </a:lnTo>
                <a:lnTo>
                  <a:pt x="19939" y="89776"/>
                </a:lnTo>
                <a:lnTo>
                  <a:pt x="62687" y="35318"/>
                </a:lnTo>
                <a:lnTo>
                  <a:pt x="112509" y="15455"/>
                </a:lnTo>
                <a:lnTo>
                  <a:pt x="133045" y="14274"/>
                </a:lnTo>
                <a:lnTo>
                  <a:pt x="154178" y="14554"/>
                </a:lnTo>
                <a:lnTo>
                  <a:pt x="175209" y="14566"/>
                </a:lnTo>
                <a:lnTo>
                  <a:pt x="175272" y="1447"/>
                </a:lnTo>
                <a:close/>
              </a:path>
              <a:path w="2480945" h="266065">
                <a:moveTo>
                  <a:pt x="452958" y="749"/>
                </a:moveTo>
                <a:lnTo>
                  <a:pt x="307568" y="0"/>
                </a:lnTo>
                <a:lnTo>
                  <a:pt x="307492" y="13830"/>
                </a:lnTo>
                <a:lnTo>
                  <a:pt x="452882" y="14566"/>
                </a:lnTo>
                <a:lnTo>
                  <a:pt x="452958" y="749"/>
                </a:lnTo>
                <a:close/>
              </a:path>
              <a:path w="2480945" h="266065">
                <a:moveTo>
                  <a:pt x="645172" y="1371"/>
                </a:moveTo>
                <a:lnTo>
                  <a:pt x="581698" y="698"/>
                </a:lnTo>
                <a:lnTo>
                  <a:pt x="581266" y="13462"/>
                </a:lnTo>
                <a:lnTo>
                  <a:pt x="634822" y="13373"/>
                </a:lnTo>
                <a:lnTo>
                  <a:pt x="645172" y="2438"/>
                </a:lnTo>
                <a:lnTo>
                  <a:pt x="645172" y="1371"/>
                </a:lnTo>
                <a:close/>
              </a:path>
              <a:path w="2480945" h="266065">
                <a:moveTo>
                  <a:pt x="1076756" y="1803"/>
                </a:moveTo>
                <a:lnTo>
                  <a:pt x="1006906" y="1092"/>
                </a:lnTo>
                <a:lnTo>
                  <a:pt x="1001585" y="1778"/>
                </a:lnTo>
                <a:lnTo>
                  <a:pt x="1005103" y="6045"/>
                </a:lnTo>
                <a:lnTo>
                  <a:pt x="1007211" y="9956"/>
                </a:lnTo>
                <a:lnTo>
                  <a:pt x="1011796" y="13525"/>
                </a:lnTo>
                <a:lnTo>
                  <a:pt x="1067828" y="13817"/>
                </a:lnTo>
                <a:lnTo>
                  <a:pt x="1070686" y="9931"/>
                </a:lnTo>
                <a:lnTo>
                  <a:pt x="1074966" y="6400"/>
                </a:lnTo>
                <a:lnTo>
                  <a:pt x="1076756" y="1803"/>
                </a:lnTo>
                <a:close/>
              </a:path>
              <a:path w="2480945" h="266065">
                <a:moveTo>
                  <a:pt x="1521117" y="1955"/>
                </a:moveTo>
                <a:lnTo>
                  <a:pt x="1429981" y="1130"/>
                </a:lnTo>
                <a:lnTo>
                  <a:pt x="1428559" y="1828"/>
                </a:lnTo>
                <a:lnTo>
                  <a:pt x="1426083" y="749"/>
                </a:lnTo>
                <a:lnTo>
                  <a:pt x="1425016" y="2171"/>
                </a:lnTo>
                <a:lnTo>
                  <a:pt x="1435239" y="12852"/>
                </a:lnTo>
                <a:lnTo>
                  <a:pt x="1511477" y="13957"/>
                </a:lnTo>
                <a:lnTo>
                  <a:pt x="1521117" y="3009"/>
                </a:lnTo>
                <a:lnTo>
                  <a:pt x="1521117" y="1955"/>
                </a:lnTo>
                <a:close/>
              </a:path>
              <a:path w="2480945" h="266065">
                <a:moveTo>
                  <a:pt x="1911578" y="1460"/>
                </a:moveTo>
                <a:lnTo>
                  <a:pt x="1868309" y="1244"/>
                </a:lnTo>
                <a:lnTo>
                  <a:pt x="1866188" y="1943"/>
                </a:lnTo>
                <a:lnTo>
                  <a:pt x="1861934" y="139"/>
                </a:lnTo>
                <a:lnTo>
                  <a:pt x="1861210" y="2984"/>
                </a:lnTo>
                <a:lnTo>
                  <a:pt x="1870735" y="13309"/>
                </a:lnTo>
                <a:lnTo>
                  <a:pt x="1911515" y="13868"/>
                </a:lnTo>
                <a:lnTo>
                  <a:pt x="1911578" y="1460"/>
                </a:lnTo>
                <a:close/>
              </a:path>
              <a:path w="2480945" h="266065">
                <a:moveTo>
                  <a:pt x="2181110" y="1066"/>
                </a:moveTo>
                <a:lnTo>
                  <a:pt x="2043861" y="368"/>
                </a:lnTo>
                <a:lnTo>
                  <a:pt x="2043798" y="13843"/>
                </a:lnTo>
                <a:lnTo>
                  <a:pt x="2181034" y="14541"/>
                </a:lnTo>
                <a:lnTo>
                  <a:pt x="2181110" y="1066"/>
                </a:lnTo>
                <a:close/>
              </a:path>
              <a:path w="2480945" h="266065">
                <a:moveTo>
                  <a:pt x="2480500" y="122821"/>
                </a:moveTo>
                <a:lnTo>
                  <a:pt x="2479471" y="116433"/>
                </a:lnTo>
                <a:lnTo>
                  <a:pt x="2479154" y="110045"/>
                </a:lnTo>
                <a:lnTo>
                  <a:pt x="2477414" y="104013"/>
                </a:lnTo>
                <a:lnTo>
                  <a:pt x="2443099" y="41770"/>
                </a:lnTo>
                <a:lnTo>
                  <a:pt x="2381808" y="5994"/>
                </a:lnTo>
                <a:lnTo>
                  <a:pt x="2317280" y="1409"/>
                </a:lnTo>
                <a:lnTo>
                  <a:pt x="2317216" y="14173"/>
                </a:lnTo>
                <a:lnTo>
                  <a:pt x="2339213" y="14262"/>
                </a:lnTo>
                <a:lnTo>
                  <a:pt x="2361044" y="14935"/>
                </a:lnTo>
                <a:lnTo>
                  <a:pt x="2400858" y="25234"/>
                </a:lnTo>
                <a:lnTo>
                  <a:pt x="2449487" y="67919"/>
                </a:lnTo>
                <a:lnTo>
                  <a:pt x="2468765" y="129857"/>
                </a:lnTo>
                <a:lnTo>
                  <a:pt x="2470518" y="135178"/>
                </a:lnTo>
                <a:lnTo>
                  <a:pt x="2467305" y="139065"/>
                </a:lnTo>
                <a:lnTo>
                  <a:pt x="2468334" y="144386"/>
                </a:lnTo>
                <a:lnTo>
                  <a:pt x="2460599" y="177126"/>
                </a:lnTo>
                <a:lnTo>
                  <a:pt x="2419019" y="231025"/>
                </a:lnTo>
                <a:lnTo>
                  <a:pt x="2372474" y="251244"/>
                </a:lnTo>
                <a:lnTo>
                  <a:pt x="2354427" y="252869"/>
                </a:lnTo>
                <a:lnTo>
                  <a:pt x="2317064" y="252844"/>
                </a:lnTo>
                <a:lnTo>
                  <a:pt x="2317000" y="265252"/>
                </a:lnTo>
                <a:lnTo>
                  <a:pt x="2360257" y="265125"/>
                </a:lnTo>
                <a:lnTo>
                  <a:pt x="2361323" y="264058"/>
                </a:lnTo>
                <a:lnTo>
                  <a:pt x="2364511" y="265493"/>
                </a:lnTo>
                <a:lnTo>
                  <a:pt x="2364879" y="264083"/>
                </a:lnTo>
                <a:lnTo>
                  <a:pt x="2377122" y="261874"/>
                </a:lnTo>
                <a:lnTo>
                  <a:pt x="2388882" y="258762"/>
                </a:lnTo>
                <a:lnTo>
                  <a:pt x="2442019" y="226364"/>
                </a:lnTo>
                <a:lnTo>
                  <a:pt x="2477579" y="161607"/>
                </a:lnTo>
                <a:lnTo>
                  <a:pt x="2480500" y="12282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551200" y="490116"/>
            <a:ext cx="214629" cy="227329"/>
          </a:xfrm>
          <a:custGeom>
            <a:avLst/>
            <a:gdLst/>
            <a:ahLst/>
            <a:cxnLst/>
            <a:rect l="l" t="t" r="r" b="b"/>
            <a:pathLst>
              <a:path w="214629" h="227329">
                <a:moveTo>
                  <a:pt x="0" y="118511"/>
                </a:moveTo>
                <a:lnTo>
                  <a:pt x="12712" y="168212"/>
                </a:lnTo>
                <a:lnTo>
                  <a:pt x="48548" y="208955"/>
                </a:lnTo>
                <a:lnTo>
                  <a:pt x="102127" y="227151"/>
                </a:lnTo>
                <a:lnTo>
                  <a:pt x="131307" y="224093"/>
                </a:lnTo>
                <a:lnTo>
                  <a:pt x="180387" y="196235"/>
                </a:lnTo>
                <a:lnTo>
                  <a:pt x="209361" y="147537"/>
                </a:lnTo>
                <a:lnTo>
                  <a:pt x="214141" y="105756"/>
                </a:lnTo>
                <a:lnTo>
                  <a:pt x="211131" y="84559"/>
                </a:lnTo>
                <a:lnTo>
                  <a:pt x="195484" y="48009"/>
                </a:lnTo>
                <a:lnTo>
                  <a:pt x="168147" y="18966"/>
                </a:lnTo>
                <a:lnTo>
                  <a:pt x="132508" y="2901"/>
                </a:lnTo>
                <a:lnTo>
                  <a:pt x="112636" y="0"/>
                </a:lnTo>
                <a:lnTo>
                  <a:pt x="92543" y="753"/>
                </a:lnTo>
                <a:lnTo>
                  <a:pt x="47580" y="18676"/>
                </a:lnTo>
                <a:lnTo>
                  <a:pt x="9960" y="63912"/>
                </a:lnTo>
                <a:lnTo>
                  <a:pt x="0" y="11851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856791" y="497966"/>
            <a:ext cx="2437765" cy="222250"/>
          </a:xfrm>
          <a:custGeom>
            <a:avLst/>
            <a:gdLst/>
            <a:ahLst/>
            <a:cxnLst/>
            <a:rect l="l" t="t" r="r" b="b"/>
            <a:pathLst>
              <a:path w="2437765" h="222250">
                <a:moveTo>
                  <a:pt x="153708" y="1092"/>
                </a:moveTo>
                <a:lnTo>
                  <a:pt x="109728" y="1092"/>
                </a:lnTo>
                <a:lnTo>
                  <a:pt x="88760" y="3009"/>
                </a:lnTo>
                <a:lnTo>
                  <a:pt x="43281" y="23482"/>
                </a:lnTo>
                <a:lnTo>
                  <a:pt x="6946" y="71234"/>
                </a:lnTo>
                <a:lnTo>
                  <a:pt x="0" y="99949"/>
                </a:lnTo>
                <a:lnTo>
                  <a:pt x="1524" y="132410"/>
                </a:lnTo>
                <a:lnTo>
                  <a:pt x="30975" y="187883"/>
                </a:lnTo>
                <a:lnTo>
                  <a:pt x="78346" y="216839"/>
                </a:lnTo>
                <a:lnTo>
                  <a:pt x="127444" y="221335"/>
                </a:lnTo>
                <a:lnTo>
                  <a:pt x="152946" y="221310"/>
                </a:lnTo>
                <a:lnTo>
                  <a:pt x="152996" y="210324"/>
                </a:lnTo>
                <a:lnTo>
                  <a:pt x="98031" y="209321"/>
                </a:lnTo>
                <a:lnTo>
                  <a:pt x="85813" y="207264"/>
                </a:lnTo>
                <a:lnTo>
                  <a:pt x="31927" y="173316"/>
                </a:lnTo>
                <a:lnTo>
                  <a:pt x="11239" y="122262"/>
                </a:lnTo>
                <a:lnTo>
                  <a:pt x="12090" y="92925"/>
                </a:lnTo>
                <a:lnTo>
                  <a:pt x="35610" y="44907"/>
                </a:lnTo>
                <a:lnTo>
                  <a:pt x="80581" y="15608"/>
                </a:lnTo>
                <a:lnTo>
                  <a:pt x="115938" y="11137"/>
                </a:lnTo>
                <a:lnTo>
                  <a:pt x="134912" y="11747"/>
                </a:lnTo>
                <a:lnTo>
                  <a:pt x="153657" y="11722"/>
                </a:lnTo>
                <a:lnTo>
                  <a:pt x="153708" y="1092"/>
                </a:lnTo>
                <a:close/>
              </a:path>
              <a:path w="2437765" h="222250">
                <a:moveTo>
                  <a:pt x="153962" y="20942"/>
                </a:moveTo>
                <a:lnTo>
                  <a:pt x="133997" y="20942"/>
                </a:lnTo>
                <a:lnTo>
                  <a:pt x="114020" y="20472"/>
                </a:lnTo>
                <a:lnTo>
                  <a:pt x="94754" y="21742"/>
                </a:lnTo>
                <a:lnTo>
                  <a:pt x="56832" y="38404"/>
                </a:lnTo>
                <a:lnTo>
                  <a:pt x="27406" y="74269"/>
                </a:lnTo>
                <a:lnTo>
                  <a:pt x="20510" y="123418"/>
                </a:lnTo>
                <a:lnTo>
                  <a:pt x="27724" y="148551"/>
                </a:lnTo>
                <a:lnTo>
                  <a:pt x="62318" y="187515"/>
                </a:lnTo>
                <a:lnTo>
                  <a:pt x="105257" y="200418"/>
                </a:lnTo>
                <a:lnTo>
                  <a:pt x="153047" y="201104"/>
                </a:lnTo>
                <a:lnTo>
                  <a:pt x="153085" y="191528"/>
                </a:lnTo>
                <a:lnTo>
                  <a:pt x="125069" y="191566"/>
                </a:lnTo>
                <a:lnTo>
                  <a:pt x="111099" y="191312"/>
                </a:lnTo>
                <a:lnTo>
                  <a:pt x="97066" y="190525"/>
                </a:lnTo>
                <a:lnTo>
                  <a:pt x="95656" y="189103"/>
                </a:lnTo>
                <a:lnTo>
                  <a:pt x="92811" y="190868"/>
                </a:lnTo>
                <a:lnTo>
                  <a:pt x="92113" y="188734"/>
                </a:lnTo>
                <a:lnTo>
                  <a:pt x="87490" y="189064"/>
                </a:lnTo>
                <a:lnTo>
                  <a:pt x="82892" y="186905"/>
                </a:lnTo>
                <a:lnTo>
                  <a:pt x="45224" y="159854"/>
                </a:lnTo>
                <a:lnTo>
                  <a:pt x="30035" y="121031"/>
                </a:lnTo>
                <a:lnTo>
                  <a:pt x="30734" y="95770"/>
                </a:lnTo>
                <a:lnTo>
                  <a:pt x="53365" y="53428"/>
                </a:lnTo>
                <a:lnTo>
                  <a:pt x="91808" y="32054"/>
                </a:lnTo>
                <a:lnTo>
                  <a:pt x="112204" y="30175"/>
                </a:lnTo>
                <a:lnTo>
                  <a:pt x="133299" y="30505"/>
                </a:lnTo>
                <a:lnTo>
                  <a:pt x="153911" y="30518"/>
                </a:lnTo>
                <a:lnTo>
                  <a:pt x="153962" y="20942"/>
                </a:lnTo>
                <a:close/>
              </a:path>
              <a:path w="2437765" h="222250">
                <a:moveTo>
                  <a:pt x="431228" y="39014"/>
                </a:moveTo>
                <a:lnTo>
                  <a:pt x="286448" y="39014"/>
                </a:lnTo>
                <a:lnTo>
                  <a:pt x="286448" y="46253"/>
                </a:lnTo>
                <a:lnTo>
                  <a:pt x="285178" y="46253"/>
                </a:lnTo>
                <a:lnTo>
                  <a:pt x="285178" y="47015"/>
                </a:lnTo>
                <a:lnTo>
                  <a:pt x="286448" y="47015"/>
                </a:lnTo>
                <a:lnTo>
                  <a:pt x="286448" y="51435"/>
                </a:lnTo>
                <a:lnTo>
                  <a:pt x="431228" y="51435"/>
                </a:lnTo>
                <a:lnTo>
                  <a:pt x="431228" y="39014"/>
                </a:lnTo>
                <a:close/>
              </a:path>
              <a:path w="2437765" h="222250">
                <a:moveTo>
                  <a:pt x="431292" y="20586"/>
                </a:moveTo>
                <a:lnTo>
                  <a:pt x="285889" y="19850"/>
                </a:lnTo>
                <a:lnTo>
                  <a:pt x="285851" y="29781"/>
                </a:lnTo>
                <a:lnTo>
                  <a:pt x="431241" y="30518"/>
                </a:lnTo>
                <a:lnTo>
                  <a:pt x="431292" y="20586"/>
                </a:lnTo>
                <a:close/>
              </a:path>
              <a:path w="2437765" h="222250">
                <a:moveTo>
                  <a:pt x="431393" y="1092"/>
                </a:moveTo>
                <a:lnTo>
                  <a:pt x="285991" y="342"/>
                </a:lnTo>
                <a:lnTo>
                  <a:pt x="285940" y="10985"/>
                </a:lnTo>
                <a:lnTo>
                  <a:pt x="431342" y="11722"/>
                </a:lnTo>
                <a:lnTo>
                  <a:pt x="431393" y="1092"/>
                </a:lnTo>
                <a:close/>
              </a:path>
              <a:path w="2437765" h="222250">
                <a:moveTo>
                  <a:pt x="585825" y="39471"/>
                </a:moveTo>
                <a:lnTo>
                  <a:pt x="559930" y="38976"/>
                </a:lnTo>
                <a:lnTo>
                  <a:pt x="559866" y="50685"/>
                </a:lnTo>
                <a:lnTo>
                  <a:pt x="580440" y="50787"/>
                </a:lnTo>
                <a:lnTo>
                  <a:pt x="582930" y="49733"/>
                </a:lnTo>
                <a:lnTo>
                  <a:pt x="585825" y="39471"/>
                </a:lnTo>
                <a:close/>
              </a:path>
              <a:path w="2437765" h="222250">
                <a:moveTo>
                  <a:pt x="593356" y="21412"/>
                </a:moveTo>
                <a:lnTo>
                  <a:pt x="593013" y="20358"/>
                </a:lnTo>
                <a:lnTo>
                  <a:pt x="560031" y="19824"/>
                </a:lnTo>
                <a:lnTo>
                  <a:pt x="559981" y="29400"/>
                </a:lnTo>
                <a:lnTo>
                  <a:pt x="588352" y="29552"/>
                </a:lnTo>
                <a:lnTo>
                  <a:pt x="592264" y="28511"/>
                </a:lnTo>
                <a:lnTo>
                  <a:pt x="591566" y="23888"/>
                </a:lnTo>
                <a:lnTo>
                  <a:pt x="593356" y="21412"/>
                </a:lnTo>
                <a:close/>
              </a:path>
              <a:path w="2437765" h="222250">
                <a:moveTo>
                  <a:pt x="605167" y="914"/>
                </a:moveTo>
                <a:lnTo>
                  <a:pt x="560133" y="330"/>
                </a:lnTo>
                <a:lnTo>
                  <a:pt x="560082" y="10604"/>
                </a:lnTo>
                <a:lnTo>
                  <a:pt x="598728" y="10807"/>
                </a:lnTo>
                <a:lnTo>
                  <a:pt x="601230" y="8343"/>
                </a:lnTo>
                <a:lnTo>
                  <a:pt x="603732" y="4457"/>
                </a:lnTo>
                <a:lnTo>
                  <a:pt x="605167" y="914"/>
                </a:lnTo>
                <a:close/>
              </a:path>
              <a:path w="2437765" h="222250">
                <a:moveTo>
                  <a:pt x="807974" y="9398"/>
                </a:moveTo>
                <a:lnTo>
                  <a:pt x="804418" y="9639"/>
                </a:lnTo>
                <a:lnTo>
                  <a:pt x="803008" y="9728"/>
                </a:lnTo>
                <a:lnTo>
                  <a:pt x="797699" y="8280"/>
                </a:lnTo>
                <a:lnTo>
                  <a:pt x="793432" y="10388"/>
                </a:lnTo>
                <a:lnTo>
                  <a:pt x="799109" y="10414"/>
                </a:lnTo>
                <a:lnTo>
                  <a:pt x="803008" y="10706"/>
                </a:lnTo>
                <a:lnTo>
                  <a:pt x="804418" y="10795"/>
                </a:lnTo>
                <a:lnTo>
                  <a:pt x="807974" y="10312"/>
                </a:lnTo>
                <a:lnTo>
                  <a:pt x="807974" y="9398"/>
                </a:lnTo>
                <a:close/>
              </a:path>
              <a:path w="2437765" h="222250">
                <a:moveTo>
                  <a:pt x="809383" y="10109"/>
                </a:moveTo>
                <a:lnTo>
                  <a:pt x="808685" y="10210"/>
                </a:lnTo>
                <a:lnTo>
                  <a:pt x="808685" y="10464"/>
                </a:lnTo>
                <a:lnTo>
                  <a:pt x="809383" y="10109"/>
                </a:lnTo>
                <a:close/>
              </a:path>
              <a:path w="2437765" h="222250">
                <a:moveTo>
                  <a:pt x="855395" y="28790"/>
                </a:moveTo>
                <a:lnTo>
                  <a:pt x="852576" y="25590"/>
                </a:lnTo>
                <a:lnTo>
                  <a:pt x="845146" y="21285"/>
                </a:lnTo>
                <a:lnTo>
                  <a:pt x="782739" y="20256"/>
                </a:lnTo>
                <a:lnTo>
                  <a:pt x="760755" y="20497"/>
                </a:lnTo>
                <a:lnTo>
                  <a:pt x="755777" y="21894"/>
                </a:lnTo>
                <a:lnTo>
                  <a:pt x="751509" y="25425"/>
                </a:lnTo>
                <a:lnTo>
                  <a:pt x="747585" y="29298"/>
                </a:lnTo>
                <a:lnTo>
                  <a:pt x="801306" y="29933"/>
                </a:lnTo>
                <a:lnTo>
                  <a:pt x="828268" y="29921"/>
                </a:lnTo>
                <a:lnTo>
                  <a:pt x="855040" y="29502"/>
                </a:lnTo>
                <a:lnTo>
                  <a:pt x="855395" y="28790"/>
                </a:lnTo>
                <a:close/>
              </a:path>
              <a:path w="2437765" h="222250">
                <a:moveTo>
                  <a:pt x="875144" y="51231"/>
                </a:moveTo>
                <a:lnTo>
                  <a:pt x="873747" y="46609"/>
                </a:lnTo>
                <a:lnTo>
                  <a:pt x="870216" y="43764"/>
                </a:lnTo>
                <a:lnTo>
                  <a:pt x="867397" y="39839"/>
                </a:lnTo>
                <a:lnTo>
                  <a:pt x="830516" y="39306"/>
                </a:lnTo>
                <a:lnTo>
                  <a:pt x="736892" y="39179"/>
                </a:lnTo>
                <a:lnTo>
                  <a:pt x="732624" y="42341"/>
                </a:lnTo>
                <a:lnTo>
                  <a:pt x="727964" y="51193"/>
                </a:lnTo>
                <a:lnTo>
                  <a:pt x="815555" y="51993"/>
                </a:lnTo>
                <a:lnTo>
                  <a:pt x="871943" y="51930"/>
                </a:lnTo>
                <a:lnTo>
                  <a:pt x="875144" y="51231"/>
                </a:lnTo>
                <a:close/>
              </a:path>
              <a:path w="2437765" h="222250">
                <a:moveTo>
                  <a:pt x="1032662" y="39268"/>
                </a:moveTo>
                <a:lnTo>
                  <a:pt x="1027696" y="39598"/>
                </a:lnTo>
                <a:lnTo>
                  <a:pt x="1021676" y="38506"/>
                </a:lnTo>
                <a:lnTo>
                  <a:pt x="1017409" y="40259"/>
                </a:lnTo>
                <a:lnTo>
                  <a:pt x="1019492" y="47713"/>
                </a:lnTo>
                <a:lnTo>
                  <a:pt x="1019822" y="53746"/>
                </a:lnTo>
                <a:lnTo>
                  <a:pt x="1028001" y="49885"/>
                </a:lnTo>
                <a:lnTo>
                  <a:pt x="1032598" y="50977"/>
                </a:lnTo>
                <a:lnTo>
                  <a:pt x="1032662" y="39268"/>
                </a:lnTo>
                <a:close/>
              </a:path>
              <a:path w="2437765" h="222250">
                <a:moveTo>
                  <a:pt x="1034491" y="28994"/>
                </a:moveTo>
                <a:lnTo>
                  <a:pt x="1032738" y="23660"/>
                </a:lnTo>
                <a:lnTo>
                  <a:pt x="1033818" y="21183"/>
                </a:lnTo>
                <a:lnTo>
                  <a:pt x="1026020" y="20447"/>
                </a:lnTo>
                <a:lnTo>
                  <a:pt x="1017511" y="20040"/>
                </a:lnTo>
                <a:lnTo>
                  <a:pt x="1010056" y="21069"/>
                </a:lnTo>
                <a:lnTo>
                  <a:pt x="1010754" y="23914"/>
                </a:lnTo>
                <a:lnTo>
                  <a:pt x="1011809" y="26746"/>
                </a:lnTo>
                <a:lnTo>
                  <a:pt x="1013206" y="29235"/>
                </a:lnTo>
                <a:lnTo>
                  <a:pt x="1030935" y="30035"/>
                </a:lnTo>
                <a:lnTo>
                  <a:pt x="1034491" y="28994"/>
                </a:lnTo>
                <a:close/>
              </a:path>
              <a:path w="2437765" h="222250">
                <a:moveTo>
                  <a:pt x="1040307" y="1003"/>
                </a:moveTo>
                <a:lnTo>
                  <a:pt x="1029474" y="1028"/>
                </a:lnTo>
                <a:lnTo>
                  <a:pt x="1018540" y="901"/>
                </a:lnTo>
                <a:lnTo>
                  <a:pt x="1007935" y="1054"/>
                </a:lnTo>
                <a:lnTo>
                  <a:pt x="998105" y="1854"/>
                </a:lnTo>
                <a:lnTo>
                  <a:pt x="1000213" y="4711"/>
                </a:lnTo>
                <a:lnTo>
                  <a:pt x="1001610" y="7899"/>
                </a:lnTo>
                <a:lnTo>
                  <a:pt x="1004087" y="10756"/>
                </a:lnTo>
                <a:lnTo>
                  <a:pt x="1037056" y="10566"/>
                </a:lnTo>
                <a:lnTo>
                  <a:pt x="1040282" y="4203"/>
                </a:lnTo>
                <a:lnTo>
                  <a:pt x="1040307" y="1003"/>
                </a:lnTo>
                <a:close/>
              </a:path>
              <a:path w="2437765" h="222250">
                <a:moveTo>
                  <a:pt x="1248079" y="10223"/>
                </a:moveTo>
                <a:lnTo>
                  <a:pt x="1241920" y="7429"/>
                </a:lnTo>
                <a:lnTo>
                  <a:pt x="1235189" y="5816"/>
                </a:lnTo>
                <a:lnTo>
                  <a:pt x="1227988" y="5143"/>
                </a:lnTo>
                <a:lnTo>
                  <a:pt x="1220431" y="5118"/>
                </a:lnTo>
                <a:lnTo>
                  <a:pt x="1212989" y="6502"/>
                </a:lnTo>
                <a:lnTo>
                  <a:pt x="1204468" y="6819"/>
                </a:lnTo>
                <a:lnTo>
                  <a:pt x="1198422" y="10325"/>
                </a:lnTo>
                <a:lnTo>
                  <a:pt x="1210614" y="10642"/>
                </a:lnTo>
                <a:lnTo>
                  <a:pt x="1223111" y="10820"/>
                </a:lnTo>
                <a:lnTo>
                  <a:pt x="1235671" y="10731"/>
                </a:lnTo>
                <a:lnTo>
                  <a:pt x="1248079" y="10223"/>
                </a:lnTo>
                <a:close/>
              </a:path>
              <a:path w="2437765" h="222250">
                <a:moveTo>
                  <a:pt x="1274229" y="28448"/>
                </a:moveTo>
                <a:lnTo>
                  <a:pt x="1271752" y="25946"/>
                </a:lnTo>
                <a:lnTo>
                  <a:pt x="1265047" y="20243"/>
                </a:lnTo>
                <a:lnTo>
                  <a:pt x="1244815" y="20408"/>
                </a:lnTo>
                <a:lnTo>
                  <a:pt x="1203845" y="20332"/>
                </a:lnTo>
                <a:lnTo>
                  <a:pt x="1183830" y="20891"/>
                </a:lnTo>
                <a:lnTo>
                  <a:pt x="1183462" y="23723"/>
                </a:lnTo>
                <a:lnTo>
                  <a:pt x="1180973" y="26555"/>
                </a:lnTo>
                <a:lnTo>
                  <a:pt x="1182725" y="29400"/>
                </a:lnTo>
                <a:lnTo>
                  <a:pt x="1205877" y="29705"/>
                </a:lnTo>
                <a:lnTo>
                  <a:pt x="1228382" y="29806"/>
                </a:lnTo>
                <a:lnTo>
                  <a:pt x="1250746" y="29654"/>
                </a:lnTo>
                <a:lnTo>
                  <a:pt x="1273517" y="29146"/>
                </a:lnTo>
                <a:lnTo>
                  <a:pt x="1274229" y="28448"/>
                </a:lnTo>
                <a:close/>
              </a:path>
              <a:path w="2437765" h="222250">
                <a:moveTo>
                  <a:pt x="1463878" y="43243"/>
                </a:moveTo>
                <a:lnTo>
                  <a:pt x="1463548" y="39700"/>
                </a:lnTo>
                <a:lnTo>
                  <a:pt x="1446174" y="39255"/>
                </a:lnTo>
                <a:lnTo>
                  <a:pt x="1442262" y="41008"/>
                </a:lnTo>
                <a:lnTo>
                  <a:pt x="1449324" y="45656"/>
                </a:lnTo>
                <a:lnTo>
                  <a:pt x="1444002" y="47053"/>
                </a:lnTo>
                <a:lnTo>
                  <a:pt x="1285494" y="45885"/>
                </a:lnTo>
                <a:lnTo>
                  <a:pt x="1282319" y="39484"/>
                </a:lnTo>
                <a:lnTo>
                  <a:pt x="1188694" y="39357"/>
                </a:lnTo>
                <a:lnTo>
                  <a:pt x="1459230" y="51384"/>
                </a:lnTo>
                <a:lnTo>
                  <a:pt x="1461008" y="50330"/>
                </a:lnTo>
                <a:lnTo>
                  <a:pt x="1462087" y="46786"/>
                </a:lnTo>
                <a:lnTo>
                  <a:pt x="1463878" y="43243"/>
                </a:lnTo>
                <a:close/>
              </a:path>
              <a:path w="2437765" h="222250">
                <a:moveTo>
                  <a:pt x="1471079" y="21297"/>
                </a:moveTo>
                <a:lnTo>
                  <a:pt x="1462087" y="20815"/>
                </a:lnTo>
                <a:lnTo>
                  <a:pt x="1452905" y="20586"/>
                </a:lnTo>
                <a:lnTo>
                  <a:pt x="1443850" y="20764"/>
                </a:lnTo>
                <a:lnTo>
                  <a:pt x="1435265" y="21463"/>
                </a:lnTo>
                <a:lnTo>
                  <a:pt x="1439481" y="29641"/>
                </a:lnTo>
                <a:lnTo>
                  <a:pt x="1446745" y="29933"/>
                </a:lnTo>
                <a:lnTo>
                  <a:pt x="1453794" y="30073"/>
                </a:lnTo>
                <a:lnTo>
                  <a:pt x="1460766" y="29959"/>
                </a:lnTo>
                <a:lnTo>
                  <a:pt x="1467853" y="29438"/>
                </a:lnTo>
                <a:lnTo>
                  <a:pt x="1471079" y="21297"/>
                </a:lnTo>
                <a:close/>
              </a:path>
              <a:path w="2437765" h="222250">
                <a:moveTo>
                  <a:pt x="1481823" y="1485"/>
                </a:moveTo>
                <a:lnTo>
                  <a:pt x="1452562" y="952"/>
                </a:lnTo>
                <a:lnTo>
                  <a:pt x="1437843" y="927"/>
                </a:lnTo>
                <a:lnTo>
                  <a:pt x="1423314" y="1193"/>
                </a:lnTo>
                <a:lnTo>
                  <a:pt x="1424355" y="4737"/>
                </a:lnTo>
                <a:lnTo>
                  <a:pt x="1426819" y="7594"/>
                </a:lnTo>
                <a:lnTo>
                  <a:pt x="1428940" y="10795"/>
                </a:lnTo>
                <a:lnTo>
                  <a:pt x="1476806" y="11036"/>
                </a:lnTo>
                <a:lnTo>
                  <a:pt x="1481455" y="5041"/>
                </a:lnTo>
                <a:lnTo>
                  <a:pt x="1481823" y="1485"/>
                </a:lnTo>
                <a:close/>
              </a:path>
              <a:path w="2437765" h="222250">
                <a:moveTo>
                  <a:pt x="1683562" y="10325"/>
                </a:moveTo>
                <a:lnTo>
                  <a:pt x="1682508" y="10312"/>
                </a:lnTo>
                <a:lnTo>
                  <a:pt x="1682153" y="9969"/>
                </a:lnTo>
                <a:lnTo>
                  <a:pt x="1677543" y="9588"/>
                </a:lnTo>
                <a:lnTo>
                  <a:pt x="1671167" y="8483"/>
                </a:lnTo>
                <a:lnTo>
                  <a:pt x="1666900" y="10591"/>
                </a:lnTo>
                <a:lnTo>
                  <a:pt x="1672221" y="10972"/>
                </a:lnTo>
                <a:lnTo>
                  <a:pt x="1678241" y="11366"/>
                </a:lnTo>
                <a:lnTo>
                  <a:pt x="1683562" y="10325"/>
                </a:lnTo>
                <a:close/>
              </a:path>
              <a:path w="2437765" h="222250">
                <a:moveTo>
                  <a:pt x="1727809" y="27216"/>
                </a:moveTo>
                <a:lnTo>
                  <a:pt x="1723567" y="26492"/>
                </a:lnTo>
                <a:lnTo>
                  <a:pt x="1722145" y="24358"/>
                </a:lnTo>
                <a:lnTo>
                  <a:pt x="1716493" y="20777"/>
                </a:lnTo>
                <a:lnTo>
                  <a:pt x="1696199" y="20586"/>
                </a:lnTo>
                <a:lnTo>
                  <a:pt x="1633867" y="20713"/>
                </a:lnTo>
                <a:lnTo>
                  <a:pt x="1629600" y="23164"/>
                </a:lnTo>
                <a:lnTo>
                  <a:pt x="1625333" y="25984"/>
                </a:lnTo>
                <a:lnTo>
                  <a:pt x="1621764" y="29514"/>
                </a:lnTo>
                <a:lnTo>
                  <a:pt x="1622120" y="29870"/>
                </a:lnTo>
                <a:lnTo>
                  <a:pt x="1727441" y="30416"/>
                </a:lnTo>
                <a:lnTo>
                  <a:pt x="1727809" y="27216"/>
                </a:lnTo>
                <a:close/>
              </a:path>
              <a:path w="2437765" h="222250">
                <a:moveTo>
                  <a:pt x="1747189" y="52146"/>
                </a:moveTo>
                <a:lnTo>
                  <a:pt x="1745792" y="47523"/>
                </a:lnTo>
                <a:lnTo>
                  <a:pt x="1738731" y="40043"/>
                </a:lnTo>
                <a:lnTo>
                  <a:pt x="1611439" y="39039"/>
                </a:lnTo>
                <a:lnTo>
                  <a:pt x="1611426" y="39751"/>
                </a:lnTo>
                <a:lnTo>
                  <a:pt x="1608226" y="42570"/>
                </a:lnTo>
                <a:lnTo>
                  <a:pt x="1605013" y="46812"/>
                </a:lnTo>
                <a:lnTo>
                  <a:pt x="1603565" y="51054"/>
                </a:lnTo>
                <a:lnTo>
                  <a:pt x="1747189" y="52146"/>
                </a:lnTo>
                <a:close/>
              </a:path>
              <a:path w="2437765" h="222250">
                <a:moveTo>
                  <a:pt x="1890014" y="736"/>
                </a:moveTo>
                <a:lnTo>
                  <a:pt x="1881771" y="1016"/>
                </a:lnTo>
                <a:lnTo>
                  <a:pt x="1873605" y="749"/>
                </a:lnTo>
                <a:lnTo>
                  <a:pt x="1865566" y="622"/>
                </a:lnTo>
                <a:lnTo>
                  <a:pt x="1857743" y="1282"/>
                </a:lnTo>
                <a:lnTo>
                  <a:pt x="1863013" y="10541"/>
                </a:lnTo>
                <a:lnTo>
                  <a:pt x="1889963" y="11023"/>
                </a:lnTo>
                <a:lnTo>
                  <a:pt x="1890014" y="736"/>
                </a:lnTo>
                <a:close/>
              </a:path>
              <a:path w="2437765" h="222250">
                <a:moveTo>
                  <a:pt x="1890166" y="39395"/>
                </a:moveTo>
                <a:lnTo>
                  <a:pt x="1885569" y="39370"/>
                </a:lnTo>
                <a:lnTo>
                  <a:pt x="1881314" y="39712"/>
                </a:lnTo>
                <a:lnTo>
                  <a:pt x="1877047" y="39687"/>
                </a:lnTo>
                <a:lnTo>
                  <a:pt x="1876679" y="42519"/>
                </a:lnTo>
                <a:lnTo>
                  <a:pt x="1878444" y="45364"/>
                </a:lnTo>
                <a:lnTo>
                  <a:pt x="1878418" y="48209"/>
                </a:lnTo>
                <a:lnTo>
                  <a:pt x="1879460" y="53530"/>
                </a:lnTo>
                <a:lnTo>
                  <a:pt x="1886216" y="50012"/>
                </a:lnTo>
                <a:lnTo>
                  <a:pt x="1890115" y="51104"/>
                </a:lnTo>
                <a:lnTo>
                  <a:pt x="1890166" y="39395"/>
                </a:lnTo>
                <a:close/>
              </a:path>
              <a:path w="2437765" h="222250">
                <a:moveTo>
                  <a:pt x="1890268" y="20612"/>
                </a:moveTo>
                <a:lnTo>
                  <a:pt x="1870405" y="20497"/>
                </a:lnTo>
                <a:lnTo>
                  <a:pt x="1868982" y="21551"/>
                </a:lnTo>
                <a:lnTo>
                  <a:pt x="1870036" y="24396"/>
                </a:lnTo>
                <a:lnTo>
                  <a:pt x="1870379" y="27597"/>
                </a:lnTo>
                <a:lnTo>
                  <a:pt x="1872843" y="29730"/>
                </a:lnTo>
                <a:lnTo>
                  <a:pt x="1890229" y="29819"/>
                </a:lnTo>
                <a:lnTo>
                  <a:pt x="1890268" y="20612"/>
                </a:lnTo>
                <a:close/>
              </a:path>
              <a:path w="2437765" h="222250">
                <a:moveTo>
                  <a:pt x="2158987" y="39712"/>
                </a:moveTo>
                <a:lnTo>
                  <a:pt x="2022094" y="39001"/>
                </a:lnTo>
                <a:lnTo>
                  <a:pt x="2022043" y="51066"/>
                </a:lnTo>
                <a:lnTo>
                  <a:pt x="2158923" y="51765"/>
                </a:lnTo>
                <a:lnTo>
                  <a:pt x="2158987" y="39712"/>
                </a:lnTo>
                <a:close/>
              </a:path>
              <a:path w="2437765" h="222250">
                <a:moveTo>
                  <a:pt x="2159089" y="20916"/>
                </a:moveTo>
                <a:lnTo>
                  <a:pt x="2022195" y="20218"/>
                </a:lnTo>
                <a:lnTo>
                  <a:pt x="2022144" y="29781"/>
                </a:lnTo>
                <a:lnTo>
                  <a:pt x="2159038" y="30492"/>
                </a:lnTo>
                <a:lnTo>
                  <a:pt x="2159089" y="20916"/>
                </a:lnTo>
                <a:close/>
              </a:path>
              <a:path w="2437765" h="222250">
                <a:moveTo>
                  <a:pt x="2159190" y="698"/>
                </a:moveTo>
                <a:lnTo>
                  <a:pt x="2022297" y="0"/>
                </a:lnTo>
                <a:lnTo>
                  <a:pt x="2022246" y="11353"/>
                </a:lnTo>
                <a:lnTo>
                  <a:pt x="2159127" y="12052"/>
                </a:lnTo>
                <a:lnTo>
                  <a:pt x="2159190" y="698"/>
                </a:lnTo>
                <a:close/>
              </a:path>
              <a:path w="2437765" h="222250">
                <a:moveTo>
                  <a:pt x="2399093" y="105130"/>
                </a:moveTo>
                <a:lnTo>
                  <a:pt x="2385580" y="69291"/>
                </a:lnTo>
                <a:lnTo>
                  <a:pt x="2355773" y="45326"/>
                </a:lnTo>
                <a:lnTo>
                  <a:pt x="2326856" y="39738"/>
                </a:lnTo>
                <a:lnTo>
                  <a:pt x="2311069" y="39966"/>
                </a:lnTo>
                <a:lnTo>
                  <a:pt x="2295525" y="39700"/>
                </a:lnTo>
                <a:lnTo>
                  <a:pt x="2295461" y="51396"/>
                </a:lnTo>
                <a:lnTo>
                  <a:pt x="2309736" y="51638"/>
                </a:lnTo>
                <a:lnTo>
                  <a:pt x="2324316" y="51282"/>
                </a:lnTo>
                <a:lnTo>
                  <a:pt x="2338286" y="52120"/>
                </a:lnTo>
                <a:lnTo>
                  <a:pt x="2373846" y="73748"/>
                </a:lnTo>
                <a:lnTo>
                  <a:pt x="2386546" y="116827"/>
                </a:lnTo>
                <a:lnTo>
                  <a:pt x="2382990" y="132930"/>
                </a:lnTo>
                <a:lnTo>
                  <a:pt x="2348192" y="166903"/>
                </a:lnTo>
                <a:lnTo>
                  <a:pt x="2313711" y="170726"/>
                </a:lnTo>
                <a:lnTo>
                  <a:pt x="2295563" y="170561"/>
                </a:lnTo>
                <a:lnTo>
                  <a:pt x="2295499" y="182257"/>
                </a:lnTo>
                <a:lnTo>
                  <a:pt x="2341842" y="180949"/>
                </a:lnTo>
                <a:lnTo>
                  <a:pt x="2383129" y="155816"/>
                </a:lnTo>
                <a:lnTo>
                  <a:pt x="2398191" y="123380"/>
                </a:lnTo>
                <a:lnTo>
                  <a:pt x="2399093" y="105130"/>
                </a:lnTo>
                <a:close/>
              </a:path>
              <a:path w="2437765" h="222250">
                <a:moveTo>
                  <a:pt x="2417559" y="101676"/>
                </a:moveTo>
                <a:lnTo>
                  <a:pt x="2398598" y="55168"/>
                </a:lnTo>
                <a:lnTo>
                  <a:pt x="2358009" y="25831"/>
                </a:lnTo>
                <a:lnTo>
                  <a:pt x="2327884" y="20802"/>
                </a:lnTo>
                <a:lnTo>
                  <a:pt x="2311743" y="20815"/>
                </a:lnTo>
                <a:lnTo>
                  <a:pt x="2295626" y="20548"/>
                </a:lnTo>
                <a:lnTo>
                  <a:pt x="2295575" y="30480"/>
                </a:lnTo>
                <a:lnTo>
                  <a:pt x="2320747" y="30518"/>
                </a:lnTo>
                <a:lnTo>
                  <a:pt x="2333066" y="30873"/>
                </a:lnTo>
                <a:lnTo>
                  <a:pt x="2382075" y="51219"/>
                </a:lnTo>
                <a:lnTo>
                  <a:pt x="2404859" y="86715"/>
                </a:lnTo>
                <a:lnTo>
                  <a:pt x="2408237" y="110578"/>
                </a:lnTo>
                <a:lnTo>
                  <a:pt x="2405011" y="134061"/>
                </a:lnTo>
                <a:lnTo>
                  <a:pt x="2379954" y="172758"/>
                </a:lnTo>
                <a:lnTo>
                  <a:pt x="2341118" y="190296"/>
                </a:lnTo>
                <a:lnTo>
                  <a:pt x="2318804" y="192201"/>
                </a:lnTo>
                <a:lnTo>
                  <a:pt x="2295448" y="191833"/>
                </a:lnTo>
                <a:lnTo>
                  <a:pt x="2295398" y="201409"/>
                </a:lnTo>
                <a:lnTo>
                  <a:pt x="2334145" y="200812"/>
                </a:lnTo>
                <a:lnTo>
                  <a:pt x="2391537" y="175107"/>
                </a:lnTo>
                <a:lnTo>
                  <a:pt x="2416314" y="128803"/>
                </a:lnTo>
                <a:lnTo>
                  <a:pt x="2417559" y="101676"/>
                </a:lnTo>
                <a:close/>
              </a:path>
              <a:path w="2437765" h="222250">
                <a:moveTo>
                  <a:pt x="2437371" y="126123"/>
                </a:moveTo>
                <a:lnTo>
                  <a:pt x="2428621" y="65341"/>
                </a:lnTo>
                <a:lnTo>
                  <a:pt x="2388743" y="19113"/>
                </a:lnTo>
                <a:lnTo>
                  <a:pt x="2346325" y="2603"/>
                </a:lnTo>
                <a:lnTo>
                  <a:pt x="2295715" y="1041"/>
                </a:lnTo>
                <a:lnTo>
                  <a:pt x="2295664" y="11684"/>
                </a:lnTo>
                <a:lnTo>
                  <a:pt x="2328646" y="11849"/>
                </a:lnTo>
                <a:lnTo>
                  <a:pt x="2350249" y="14046"/>
                </a:lnTo>
                <a:lnTo>
                  <a:pt x="2388082" y="31559"/>
                </a:lnTo>
                <a:lnTo>
                  <a:pt x="2414117" y="61239"/>
                </a:lnTo>
                <a:lnTo>
                  <a:pt x="2420874" y="77216"/>
                </a:lnTo>
                <a:lnTo>
                  <a:pt x="2422982" y="80073"/>
                </a:lnTo>
                <a:lnTo>
                  <a:pt x="2423680" y="83972"/>
                </a:lnTo>
                <a:lnTo>
                  <a:pt x="2424722" y="87884"/>
                </a:lnTo>
                <a:lnTo>
                  <a:pt x="2427059" y="118427"/>
                </a:lnTo>
                <a:lnTo>
                  <a:pt x="2405570" y="173012"/>
                </a:lnTo>
                <a:lnTo>
                  <a:pt x="2363508" y="204254"/>
                </a:lnTo>
                <a:lnTo>
                  <a:pt x="2319210" y="211035"/>
                </a:lnTo>
                <a:lnTo>
                  <a:pt x="2295360" y="210629"/>
                </a:lnTo>
                <a:lnTo>
                  <a:pt x="2295296" y="221983"/>
                </a:lnTo>
                <a:lnTo>
                  <a:pt x="2346680" y="219659"/>
                </a:lnTo>
                <a:lnTo>
                  <a:pt x="2388311" y="203657"/>
                </a:lnTo>
                <a:lnTo>
                  <a:pt x="2428887" y="155816"/>
                </a:lnTo>
                <a:lnTo>
                  <a:pt x="2437371" y="1261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95477" y="537095"/>
            <a:ext cx="114831" cy="14317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152405" y="558584"/>
            <a:ext cx="81980" cy="10053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8143189" y="557504"/>
            <a:ext cx="1872614" cy="15240"/>
          </a:xfrm>
          <a:custGeom>
            <a:avLst/>
            <a:gdLst/>
            <a:ahLst/>
            <a:cxnLst/>
            <a:rect l="l" t="t" r="r" b="b"/>
            <a:pathLst>
              <a:path w="1872615" h="15240">
                <a:moveTo>
                  <a:pt x="144691" y="1130"/>
                </a:moveTo>
                <a:lnTo>
                  <a:pt x="0" y="393"/>
                </a:lnTo>
                <a:lnTo>
                  <a:pt x="330" y="3937"/>
                </a:lnTo>
                <a:lnTo>
                  <a:pt x="144678" y="4673"/>
                </a:lnTo>
                <a:lnTo>
                  <a:pt x="144691" y="1130"/>
                </a:lnTo>
                <a:close/>
              </a:path>
              <a:path w="1872615" h="15240">
                <a:moveTo>
                  <a:pt x="293636" y="1892"/>
                </a:moveTo>
                <a:lnTo>
                  <a:pt x="292925" y="825"/>
                </a:lnTo>
                <a:lnTo>
                  <a:pt x="273431" y="723"/>
                </a:lnTo>
                <a:lnTo>
                  <a:pt x="273367" y="12420"/>
                </a:lnTo>
                <a:lnTo>
                  <a:pt x="279400" y="12458"/>
                </a:lnTo>
                <a:lnTo>
                  <a:pt x="286131" y="12839"/>
                </a:lnTo>
                <a:lnTo>
                  <a:pt x="291807" y="12166"/>
                </a:lnTo>
                <a:lnTo>
                  <a:pt x="293636" y="1892"/>
                </a:lnTo>
                <a:close/>
              </a:path>
              <a:path w="1872615" h="15240">
                <a:moveTo>
                  <a:pt x="598919" y="12319"/>
                </a:moveTo>
                <a:lnTo>
                  <a:pt x="598589" y="8420"/>
                </a:lnTo>
                <a:lnTo>
                  <a:pt x="596468" y="5562"/>
                </a:lnTo>
                <a:lnTo>
                  <a:pt x="594715" y="2006"/>
                </a:lnTo>
                <a:lnTo>
                  <a:pt x="436562" y="850"/>
                </a:lnTo>
                <a:lnTo>
                  <a:pt x="435127" y="1905"/>
                </a:lnTo>
                <a:lnTo>
                  <a:pt x="433692" y="5092"/>
                </a:lnTo>
                <a:lnTo>
                  <a:pt x="431203" y="8623"/>
                </a:lnTo>
                <a:lnTo>
                  <a:pt x="431888" y="12166"/>
                </a:lnTo>
                <a:lnTo>
                  <a:pt x="597496" y="13373"/>
                </a:lnTo>
                <a:lnTo>
                  <a:pt x="597154" y="12306"/>
                </a:lnTo>
                <a:lnTo>
                  <a:pt x="598208" y="12674"/>
                </a:lnTo>
                <a:lnTo>
                  <a:pt x="598919" y="12319"/>
                </a:lnTo>
                <a:close/>
              </a:path>
              <a:path w="1872615" h="15240">
                <a:moveTo>
                  <a:pt x="748957" y="9182"/>
                </a:moveTo>
                <a:lnTo>
                  <a:pt x="747903" y="6337"/>
                </a:lnTo>
                <a:lnTo>
                  <a:pt x="747560" y="3505"/>
                </a:lnTo>
                <a:lnTo>
                  <a:pt x="746506" y="1371"/>
                </a:lnTo>
                <a:lnTo>
                  <a:pt x="743318" y="990"/>
                </a:lnTo>
                <a:lnTo>
                  <a:pt x="740486" y="622"/>
                </a:lnTo>
                <a:lnTo>
                  <a:pt x="736930" y="1676"/>
                </a:lnTo>
                <a:lnTo>
                  <a:pt x="736892" y="9118"/>
                </a:lnTo>
                <a:lnTo>
                  <a:pt x="738657" y="12319"/>
                </a:lnTo>
                <a:lnTo>
                  <a:pt x="741845" y="13042"/>
                </a:lnTo>
                <a:lnTo>
                  <a:pt x="745744" y="13068"/>
                </a:lnTo>
                <a:lnTo>
                  <a:pt x="748931" y="12014"/>
                </a:lnTo>
                <a:lnTo>
                  <a:pt x="748957" y="9182"/>
                </a:lnTo>
                <a:close/>
              </a:path>
              <a:path w="1872615" h="15240">
                <a:moveTo>
                  <a:pt x="1172400" y="5664"/>
                </a:moveTo>
                <a:lnTo>
                  <a:pt x="1172070" y="1765"/>
                </a:lnTo>
                <a:lnTo>
                  <a:pt x="1056106" y="469"/>
                </a:lnTo>
                <a:lnTo>
                  <a:pt x="992987" y="1562"/>
                </a:lnTo>
                <a:lnTo>
                  <a:pt x="1009256" y="4305"/>
                </a:lnTo>
                <a:lnTo>
                  <a:pt x="1025042" y="6515"/>
                </a:lnTo>
                <a:lnTo>
                  <a:pt x="1040815" y="8991"/>
                </a:lnTo>
                <a:lnTo>
                  <a:pt x="1056398" y="12522"/>
                </a:lnTo>
                <a:lnTo>
                  <a:pt x="1169530" y="13462"/>
                </a:lnTo>
                <a:lnTo>
                  <a:pt x="1172400" y="5664"/>
                </a:lnTo>
                <a:close/>
              </a:path>
              <a:path w="1872615" h="15240">
                <a:moveTo>
                  <a:pt x="1604022" y="1143"/>
                </a:moveTo>
                <a:lnTo>
                  <a:pt x="1601190" y="1485"/>
                </a:lnTo>
                <a:lnTo>
                  <a:pt x="1598345" y="762"/>
                </a:lnTo>
                <a:lnTo>
                  <a:pt x="1595856" y="1803"/>
                </a:lnTo>
                <a:lnTo>
                  <a:pt x="1595843" y="5003"/>
                </a:lnTo>
                <a:lnTo>
                  <a:pt x="1597952" y="8204"/>
                </a:lnTo>
                <a:lnTo>
                  <a:pt x="1596872" y="11036"/>
                </a:lnTo>
                <a:lnTo>
                  <a:pt x="1470621" y="10388"/>
                </a:lnTo>
                <a:lnTo>
                  <a:pt x="1466075" y="1498"/>
                </a:lnTo>
                <a:lnTo>
                  <a:pt x="1312519" y="0"/>
                </a:lnTo>
                <a:lnTo>
                  <a:pt x="1309662" y="3187"/>
                </a:lnTo>
                <a:lnTo>
                  <a:pt x="1307515" y="8140"/>
                </a:lnTo>
                <a:lnTo>
                  <a:pt x="1306779" y="12738"/>
                </a:lnTo>
                <a:lnTo>
                  <a:pt x="1603946" y="14617"/>
                </a:lnTo>
                <a:lnTo>
                  <a:pt x="1604022" y="1143"/>
                </a:lnTo>
                <a:close/>
              </a:path>
              <a:path w="1872615" h="15240">
                <a:moveTo>
                  <a:pt x="1872475" y="1447"/>
                </a:moveTo>
                <a:lnTo>
                  <a:pt x="1735950" y="749"/>
                </a:lnTo>
                <a:lnTo>
                  <a:pt x="1735937" y="4292"/>
                </a:lnTo>
                <a:lnTo>
                  <a:pt x="1872462" y="4991"/>
                </a:lnTo>
                <a:lnTo>
                  <a:pt x="1872475" y="144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16785" y="557314"/>
            <a:ext cx="93409" cy="101703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937728" y="578383"/>
            <a:ext cx="2275840" cy="163830"/>
          </a:xfrm>
          <a:custGeom>
            <a:avLst/>
            <a:gdLst/>
            <a:ahLst/>
            <a:cxnLst/>
            <a:rect l="l" t="t" r="r" b="b"/>
            <a:pathLst>
              <a:path w="2275840" h="163829">
                <a:moveTo>
                  <a:pt x="72364" y="1168"/>
                </a:moveTo>
                <a:lnTo>
                  <a:pt x="24841" y="927"/>
                </a:lnTo>
                <a:lnTo>
                  <a:pt x="20942" y="1968"/>
                </a:lnTo>
                <a:lnTo>
                  <a:pt x="17373" y="4089"/>
                </a:lnTo>
                <a:lnTo>
                  <a:pt x="13830" y="5486"/>
                </a:lnTo>
                <a:lnTo>
                  <a:pt x="6997" y="11595"/>
                </a:lnTo>
                <a:lnTo>
                  <a:pt x="2273" y="19126"/>
                </a:lnTo>
                <a:lnTo>
                  <a:pt x="0" y="27800"/>
                </a:lnTo>
                <a:lnTo>
                  <a:pt x="546" y="37325"/>
                </a:lnTo>
                <a:lnTo>
                  <a:pt x="72072" y="59334"/>
                </a:lnTo>
                <a:lnTo>
                  <a:pt x="72136" y="45148"/>
                </a:lnTo>
                <a:lnTo>
                  <a:pt x="23202" y="44538"/>
                </a:lnTo>
                <a:lnTo>
                  <a:pt x="17538" y="42379"/>
                </a:lnTo>
                <a:lnTo>
                  <a:pt x="14376" y="36690"/>
                </a:lnTo>
                <a:lnTo>
                  <a:pt x="13690" y="31013"/>
                </a:lnTo>
                <a:lnTo>
                  <a:pt x="14071" y="25349"/>
                </a:lnTo>
                <a:lnTo>
                  <a:pt x="16598" y="18618"/>
                </a:lnTo>
                <a:lnTo>
                  <a:pt x="22631" y="16522"/>
                </a:lnTo>
                <a:lnTo>
                  <a:pt x="72288" y="16421"/>
                </a:lnTo>
                <a:lnTo>
                  <a:pt x="72364" y="1168"/>
                </a:lnTo>
                <a:close/>
              </a:path>
              <a:path w="2275840" h="163829">
                <a:moveTo>
                  <a:pt x="349389" y="129908"/>
                </a:moveTo>
                <a:lnTo>
                  <a:pt x="206819" y="129171"/>
                </a:lnTo>
                <a:lnTo>
                  <a:pt x="206768" y="140881"/>
                </a:lnTo>
                <a:lnTo>
                  <a:pt x="349326" y="141605"/>
                </a:lnTo>
                <a:lnTo>
                  <a:pt x="349389" y="129908"/>
                </a:lnTo>
                <a:close/>
              </a:path>
              <a:path w="2275840" h="163829">
                <a:moveTo>
                  <a:pt x="349478" y="111112"/>
                </a:moveTo>
                <a:lnTo>
                  <a:pt x="206921" y="110375"/>
                </a:lnTo>
                <a:lnTo>
                  <a:pt x="206870" y="120307"/>
                </a:lnTo>
                <a:lnTo>
                  <a:pt x="349427" y="121031"/>
                </a:lnTo>
                <a:lnTo>
                  <a:pt x="349478" y="111112"/>
                </a:lnTo>
                <a:close/>
              </a:path>
              <a:path w="2275840" h="163829">
                <a:moveTo>
                  <a:pt x="349592" y="89827"/>
                </a:moveTo>
                <a:lnTo>
                  <a:pt x="207035" y="89103"/>
                </a:lnTo>
                <a:lnTo>
                  <a:pt x="206971" y="101511"/>
                </a:lnTo>
                <a:lnTo>
                  <a:pt x="349529" y="102247"/>
                </a:lnTo>
                <a:lnTo>
                  <a:pt x="349592" y="89827"/>
                </a:lnTo>
                <a:close/>
              </a:path>
              <a:path w="2275840" h="163829">
                <a:moveTo>
                  <a:pt x="349643" y="149758"/>
                </a:moveTo>
                <a:lnTo>
                  <a:pt x="206717" y="149034"/>
                </a:lnTo>
                <a:lnTo>
                  <a:pt x="206654" y="162153"/>
                </a:lnTo>
                <a:lnTo>
                  <a:pt x="349567" y="162877"/>
                </a:lnTo>
                <a:lnTo>
                  <a:pt x="349643" y="149758"/>
                </a:lnTo>
                <a:close/>
              </a:path>
              <a:path w="2275840" h="163829">
                <a:moveTo>
                  <a:pt x="349669" y="75285"/>
                </a:moveTo>
                <a:lnTo>
                  <a:pt x="207098" y="74561"/>
                </a:lnTo>
                <a:lnTo>
                  <a:pt x="207073" y="80238"/>
                </a:lnTo>
                <a:lnTo>
                  <a:pt x="349643" y="80962"/>
                </a:lnTo>
                <a:lnTo>
                  <a:pt x="349669" y="75285"/>
                </a:lnTo>
                <a:close/>
              </a:path>
              <a:path w="2275840" h="163829">
                <a:moveTo>
                  <a:pt x="496011" y="27457"/>
                </a:moveTo>
                <a:lnTo>
                  <a:pt x="494626" y="23901"/>
                </a:lnTo>
                <a:lnTo>
                  <a:pt x="478663" y="23812"/>
                </a:lnTo>
                <a:lnTo>
                  <a:pt x="478599" y="36233"/>
                </a:lnTo>
                <a:lnTo>
                  <a:pt x="484276" y="35902"/>
                </a:lnTo>
                <a:lnTo>
                  <a:pt x="490296" y="36995"/>
                </a:lnTo>
                <a:lnTo>
                  <a:pt x="495261" y="35598"/>
                </a:lnTo>
                <a:lnTo>
                  <a:pt x="494931" y="31699"/>
                </a:lnTo>
                <a:lnTo>
                  <a:pt x="496011" y="27457"/>
                </a:lnTo>
                <a:close/>
              </a:path>
              <a:path w="2275840" h="163829">
                <a:moveTo>
                  <a:pt x="496150" y="2273"/>
                </a:moveTo>
                <a:lnTo>
                  <a:pt x="495084" y="1206"/>
                </a:lnTo>
                <a:lnTo>
                  <a:pt x="478777" y="1117"/>
                </a:lnTo>
                <a:lnTo>
                  <a:pt x="478764" y="5372"/>
                </a:lnTo>
                <a:lnTo>
                  <a:pt x="478015" y="10693"/>
                </a:lnTo>
                <a:lnTo>
                  <a:pt x="479069" y="14249"/>
                </a:lnTo>
                <a:lnTo>
                  <a:pt x="484733" y="14274"/>
                </a:lnTo>
                <a:lnTo>
                  <a:pt x="490410" y="15011"/>
                </a:lnTo>
                <a:lnTo>
                  <a:pt x="495020" y="13970"/>
                </a:lnTo>
                <a:lnTo>
                  <a:pt x="496150" y="2273"/>
                </a:lnTo>
                <a:close/>
              </a:path>
              <a:path w="2275840" h="163829">
                <a:moveTo>
                  <a:pt x="497281" y="58318"/>
                </a:moveTo>
                <a:lnTo>
                  <a:pt x="496608" y="51219"/>
                </a:lnTo>
                <a:lnTo>
                  <a:pt x="495554" y="49796"/>
                </a:lnTo>
                <a:lnTo>
                  <a:pt x="496989" y="47320"/>
                </a:lnTo>
                <a:lnTo>
                  <a:pt x="495211" y="45885"/>
                </a:lnTo>
                <a:lnTo>
                  <a:pt x="478548" y="45808"/>
                </a:lnTo>
                <a:lnTo>
                  <a:pt x="478485" y="58928"/>
                </a:lnTo>
                <a:lnTo>
                  <a:pt x="484873" y="58953"/>
                </a:lnTo>
                <a:lnTo>
                  <a:pt x="491248" y="59702"/>
                </a:lnTo>
                <a:lnTo>
                  <a:pt x="497281" y="58318"/>
                </a:lnTo>
                <a:close/>
              </a:path>
              <a:path w="2275840" h="163829">
                <a:moveTo>
                  <a:pt x="501789" y="79616"/>
                </a:moveTo>
                <a:lnTo>
                  <a:pt x="501446" y="75704"/>
                </a:lnTo>
                <a:lnTo>
                  <a:pt x="500405" y="72161"/>
                </a:lnTo>
                <a:lnTo>
                  <a:pt x="498995" y="68961"/>
                </a:lnTo>
                <a:lnTo>
                  <a:pt x="478434" y="68503"/>
                </a:lnTo>
                <a:lnTo>
                  <a:pt x="478370" y="80200"/>
                </a:lnTo>
                <a:lnTo>
                  <a:pt x="486892" y="79895"/>
                </a:lnTo>
                <a:lnTo>
                  <a:pt x="493979" y="80632"/>
                </a:lnTo>
                <a:lnTo>
                  <a:pt x="501789" y="79616"/>
                </a:lnTo>
                <a:close/>
              </a:path>
              <a:path w="2275840" h="163829">
                <a:moveTo>
                  <a:pt x="509485" y="100215"/>
                </a:moveTo>
                <a:lnTo>
                  <a:pt x="508431" y="96672"/>
                </a:lnTo>
                <a:lnTo>
                  <a:pt x="506679" y="93472"/>
                </a:lnTo>
                <a:lnTo>
                  <a:pt x="504926" y="89916"/>
                </a:lnTo>
                <a:lnTo>
                  <a:pt x="478320" y="89776"/>
                </a:lnTo>
                <a:lnTo>
                  <a:pt x="478269" y="101130"/>
                </a:lnTo>
                <a:lnTo>
                  <a:pt x="508406" y="101282"/>
                </a:lnTo>
                <a:lnTo>
                  <a:pt x="509485" y="100215"/>
                </a:lnTo>
                <a:close/>
              </a:path>
              <a:path w="2275840" h="163829">
                <a:moveTo>
                  <a:pt x="518960" y="119773"/>
                </a:moveTo>
                <a:lnTo>
                  <a:pt x="517550" y="116573"/>
                </a:lnTo>
                <a:lnTo>
                  <a:pt x="516509" y="112674"/>
                </a:lnTo>
                <a:lnTo>
                  <a:pt x="513321" y="110883"/>
                </a:lnTo>
                <a:lnTo>
                  <a:pt x="481050" y="111074"/>
                </a:lnTo>
                <a:lnTo>
                  <a:pt x="476440" y="111048"/>
                </a:lnTo>
                <a:lnTo>
                  <a:pt x="479247" y="117094"/>
                </a:lnTo>
                <a:lnTo>
                  <a:pt x="478523" y="120281"/>
                </a:lnTo>
                <a:lnTo>
                  <a:pt x="498602" y="120561"/>
                </a:lnTo>
                <a:lnTo>
                  <a:pt x="508990" y="120446"/>
                </a:lnTo>
                <a:lnTo>
                  <a:pt x="518960" y="119773"/>
                </a:lnTo>
                <a:close/>
              </a:path>
              <a:path w="2275840" h="163829">
                <a:moveTo>
                  <a:pt x="533742" y="140068"/>
                </a:moveTo>
                <a:lnTo>
                  <a:pt x="526694" y="130454"/>
                </a:lnTo>
                <a:lnTo>
                  <a:pt x="478472" y="129857"/>
                </a:lnTo>
                <a:lnTo>
                  <a:pt x="478421" y="140843"/>
                </a:lnTo>
                <a:lnTo>
                  <a:pt x="532320" y="140766"/>
                </a:lnTo>
                <a:lnTo>
                  <a:pt x="533742" y="140068"/>
                </a:lnTo>
                <a:close/>
              </a:path>
              <a:path w="2275840" h="163829">
                <a:moveTo>
                  <a:pt x="556336" y="161099"/>
                </a:moveTo>
                <a:lnTo>
                  <a:pt x="552805" y="157899"/>
                </a:lnTo>
                <a:lnTo>
                  <a:pt x="548563" y="155041"/>
                </a:lnTo>
                <a:lnTo>
                  <a:pt x="545033" y="150761"/>
                </a:lnTo>
                <a:lnTo>
                  <a:pt x="478370" y="150063"/>
                </a:lnTo>
                <a:lnTo>
                  <a:pt x="478345" y="153962"/>
                </a:lnTo>
                <a:lnTo>
                  <a:pt x="477621" y="158572"/>
                </a:lnTo>
                <a:lnTo>
                  <a:pt x="479018" y="161772"/>
                </a:lnTo>
                <a:lnTo>
                  <a:pt x="498208" y="162179"/>
                </a:lnTo>
                <a:lnTo>
                  <a:pt x="555269" y="162166"/>
                </a:lnTo>
                <a:lnTo>
                  <a:pt x="556336" y="161099"/>
                </a:lnTo>
                <a:close/>
              </a:path>
              <a:path w="2275840" h="163829">
                <a:moveTo>
                  <a:pt x="758380" y="111417"/>
                </a:moveTo>
                <a:lnTo>
                  <a:pt x="740283" y="110998"/>
                </a:lnTo>
                <a:lnTo>
                  <a:pt x="721093" y="110921"/>
                </a:lnTo>
                <a:lnTo>
                  <a:pt x="701573" y="111188"/>
                </a:lnTo>
                <a:lnTo>
                  <a:pt x="682485" y="111747"/>
                </a:lnTo>
                <a:lnTo>
                  <a:pt x="684606" y="113880"/>
                </a:lnTo>
                <a:lnTo>
                  <a:pt x="689559" y="115328"/>
                </a:lnTo>
                <a:lnTo>
                  <a:pt x="699820" y="119113"/>
                </a:lnTo>
                <a:lnTo>
                  <a:pt x="711149" y="120459"/>
                </a:lnTo>
                <a:lnTo>
                  <a:pt x="734923" y="120523"/>
                </a:lnTo>
                <a:lnTo>
                  <a:pt x="751611" y="116357"/>
                </a:lnTo>
                <a:lnTo>
                  <a:pt x="758380" y="111417"/>
                </a:lnTo>
                <a:close/>
              </a:path>
              <a:path w="2275840" h="163829">
                <a:moveTo>
                  <a:pt x="785787" y="90284"/>
                </a:moveTo>
                <a:lnTo>
                  <a:pt x="660260" y="89293"/>
                </a:lnTo>
                <a:lnTo>
                  <a:pt x="659180" y="90703"/>
                </a:lnTo>
                <a:lnTo>
                  <a:pt x="655650" y="88912"/>
                </a:lnTo>
                <a:lnTo>
                  <a:pt x="654926" y="90678"/>
                </a:lnTo>
                <a:lnTo>
                  <a:pt x="664451" y="100660"/>
                </a:lnTo>
                <a:lnTo>
                  <a:pt x="774026" y="101930"/>
                </a:lnTo>
                <a:lnTo>
                  <a:pt x="777595" y="98399"/>
                </a:lnTo>
                <a:lnTo>
                  <a:pt x="783628" y="95592"/>
                </a:lnTo>
                <a:lnTo>
                  <a:pt x="785787" y="90284"/>
                </a:lnTo>
                <a:close/>
              </a:path>
              <a:path w="2275840" h="163829">
                <a:moveTo>
                  <a:pt x="799376" y="69075"/>
                </a:moveTo>
                <a:lnTo>
                  <a:pt x="642277" y="67919"/>
                </a:lnTo>
                <a:lnTo>
                  <a:pt x="642277" y="68630"/>
                </a:lnTo>
                <a:lnTo>
                  <a:pt x="639432" y="69684"/>
                </a:lnTo>
                <a:lnTo>
                  <a:pt x="643318" y="72186"/>
                </a:lnTo>
                <a:lnTo>
                  <a:pt x="642239" y="74650"/>
                </a:lnTo>
                <a:lnTo>
                  <a:pt x="644017" y="75374"/>
                </a:lnTo>
                <a:lnTo>
                  <a:pt x="645058" y="78219"/>
                </a:lnTo>
                <a:lnTo>
                  <a:pt x="646823" y="79997"/>
                </a:lnTo>
                <a:lnTo>
                  <a:pt x="736549" y="80454"/>
                </a:lnTo>
                <a:lnTo>
                  <a:pt x="793292" y="80391"/>
                </a:lnTo>
                <a:lnTo>
                  <a:pt x="796137" y="77571"/>
                </a:lnTo>
                <a:lnTo>
                  <a:pt x="798652" y="72974"/>
                </a:lnTo>
                <a:lnTo>
                  <a:pt x="799376" y="69075"/>
                </a:lnTo>
                <a:close/>
              </a:path>
              <a:path w="2275840" h="163829">
                <a:moveTo>
                  <a:pt x="807656" y="46418"/>
                </a:moveTo>
                <a:lnTo>
                  <a:pt x="758367" y="45110"/>
                </a:lnTo>
                <a:lnTo>
                  <a:pt x="634949" y="44831"/>
                </a:lnTo>
                <a:lnTo>
                  <a:pt x="632815" y="46596"/>
                </a:lnTo>
                <a:lnTo>
                  <a:pt x="633857" y="50495"/>
                </a:lnTo>
                <a:lnTo>
                  <a:pt x="634187" y="54762"/>
                </a:lnTo>
                <a:lnTo>
                  <a:pt x="636295" y="58674"/>
                </a:lnTo>
                <a:lnTo>
                  <a:pt x="803325" y="59524"/>
                </a:lnTo>
                <a:lnTo>
                  <a:pt x="806183" y="56349"/>
                </a:lnTo>
                <a:lnTo>
                  <a:pt x="807275" y="51028"/>
                </a:lnTo>
                <a:lnTo>
                  <a:pt x="807656" y="46418"/>
                </a:lnTo>
                <a:close/>
              </a:path>
              <a:path w="2275840" h="163829">
                <a:moveTo>
                  <a:pt x="810031" y="24345"/>
                </a:moveTo>
                <a:lnTo>
                  <a:pt x="630961" y="24345"/>
                </a:lnTo>
                <a:lnTo>
                  <a:pt x="630961" y="26530"/>
                </a:lnTo>
                <a:lnTo>
                  <a:pt x="629691" y="26530"/>
                </a:lnTo>
                <a:lnTo>
                  <a:pt x="629691" y="33451"/>
                </a:lnTo>
                <a:lnTo>
                  <a:pt x="630961" y="33451"/>
                </a:lnTo>
                <a:lnTo>
                  <a:pt x="630961" y="36766"/>
                </a:lnTo>
                <a:lnTo>
                  <a:pt x="810031" y="36766"/>
                </a:lnTo>
                <a:lnTo>
                  <a:pt x="810031" y="24345"/>
                </a:lnTo>
                <a:close/>
              </a:path>
              <a:path w="2275840" h="163829">
                <a:moveTo>
                  <a:pt x="810666" y="10617"/>
                </a:moveTo>
                <a:lnTo>
                  <a:pt x="808558" y="6350"/>
                </a:lnTo>
                <a:lnTo>
                  <a:pt x="807529" y="1739"/>
                </a:lnTo>
                <a:lnTo>
                  <a:pt x="634111" y="139"/>
                </a:lnTo>
                <a:lnTo>
                  <a:pt x="633044" y="1905"/>
                </a:lnTo>
                <a:lnTo>
                  <a:pt x="630504" y="11112"/>
                </a:lnTo>
                <a:lnTo>
                  <a:pt x="631913" y="15024"/>
                </a:lnTo>
                <a:lnTo>
                  <a:pt x="809574" y="15938"/>
                </a:lnTo>
                <a:lnTo>
                  <a:pt x="810666" y="10617"/>
                </a:lnTo>
                <a:close/>
              </a:path>
              <a:path w="2275840" h="163829">
                <a:moveTo>
                  <a:pt x="951407" y="90068"/>
                </a:moveTo>
                <a:lnTo>
                  <a:pt x="946086" y="90398"/>
                </a:lnTo>
                <a:lnTo>
                  <a:pt x="940066" y="89293"/>
                </a:lnTo>
                <a:lnTo>
                  <a:pt x="935088" y="90690"/>
                </a:lnTo>
                <a:lnTo>
                  <a:pt x="930783" y="100952"/>
                </a:lnTo>
                <a:lnTo>
                  <a:pt x="936802" y="103111"/>
                </a:lnTo>
                <a:lnTo>
                  <a:pt x="944613" y="101739"/>
                </a:lnTo>
                <a:lnTo>
                  <a:pt x="951344" y="102120"/>
                </a:lnTo>
                <a:lnTo>
                  <a:pt x="951407" y="90068"/>
                </a:lnTo>
                <a:close/>
              </a:path>
              <a:path w="2275840" h="163829">
                <a:moveTo>
                  <a:pt x="954836" y="113499"/>
                </a:moveTo>
                <a:lnTo>
                  <a:pt x="952360" y="111709"/>
                </a:lnTo>
                <a:lnTo>
                  <a:pt x="927887" y="111226"/>
                </a:lnTo>
                <a:lnTo>
                  <a:pt x="923632" y="112268"/>
                </a:lnTo>
                <a:lnTo>
                  <a:pt x="922896" y="116878"/>
                </a:lnTo>
                <a:lnTo>
                  <a:pt x="921118" y="120408"/>
                </a:lnTo>
                <a:lnTo>
                  <a:pt x="953731" y="120929"/>
                </a:lnTo>
                <a:lnTo>
                  <a:pt x="954836" y="113499"/>
                </a:lnTo>
                <a:close/>
              </a:path>
              <a:path w="2275840" h="163829">
                <a:moveTo>
                  <a:pt x="962152" y="140487"/>
                </a:moveTo>
                <a:lnTo>
                  <a:pt x="961097" y="136931"/>
                </a:lnTo>
                <a:lnTo>
                  <a:pt x="958989" y="133731"/>
                </a:lnTo>
                <a:lnTo>
                  <a:pt x="957592" y="130530"/>
                </a:lnTo>
                <a:lnTo>
                  <a:pt x="914679" y="129959"/>
                </a:lnTo>
                <a:lnTo>
                  <a:pt x="911821" y="133134"/>
                </a:lnTo>
                <a:lnTo>
                  <a:pt x="908253" y="136664"/>
                </a:lnTo>
                <a:lnTo>
                  <a:pt x="906106" y="140550"/>
                </a:lnTo>
                <a:lnTo>
                  <a:pt x="957884" y="141173"/>
                </a:lnTo>
                <a:lnTo>
                  <a:pt x="962152" y="140487"/>
                </a:lnTo>
                <a:close/>
              </a:path>
              <a:path w="2275840" h="163829">
                <a:moveTo>
                  <a:pt x="963853" y="14236"/>
                </a:moveTo>
                <a:lnTo>
                  <a:pt x="962456" y="9982"/>
                </a:lnTo>
                <a:lnTo>
                  <a:pt x="959637" y="5702"/>
                </a:lnTo>
                <a:lnTo>
                  <a:pt x="957529" y="1447"/>
                </a:lnTo>
                <a:lnTo>
                  <a:pt x="953630" y="1778"/>
                </a:lnTo>
                <a:lnTo>
                  <a:pt x="949032" y="1041"/>
                </a:lnTo>
                <a:lnTo>
                  <a:pt x="945121" y="2082"/>
                </a:lnTo>
                <a:lnTo>
                  <a:pt x="945095" y="5981"/>
                </a:lnTo>
                <a:lnTo>
                  <a:pt x="944727" y="10591"/>
                </a:lnTo>
                <a:lnTo>
                  <a:pt x="946124" y="14147"/>
                </a:lnTo>
                <a:lnTo>
                  <a:pt x="958176" y="14922"/>
                </a:lnTo>
                <a:lnTo>
                  <a:pt x="963853" y="14236"/>
                </a:lnTo>
                <a:close/>
              </a:path>
              <a:path w="2275840" h="163829">
                <a:moveTo>
                  <a:pt x="978344" y="161493"/>
                </a:moveTo>
                <a:lnTo>
                  <a:pt x="969543" y="150799"/>
                </a:lnTo>
                <a:lnTo>
                  <a:pt x="896493" y="150075"/>
                </a:lnTo>
                <a:lnTo>
                  <a:pt x="892213" y="153593"/>
                </a:lnTo>
                <a:lnTo>
                  <a:pt x="887577" y="158191"/>
                </a:lnTo>
                <a:lnTo>
                  <a:pt x="883653" y="161709"/>
                </a:lnTo>
                <a:lnTo>
                  <a:pt x="966647" y="162496"/>
                </a:lnTo>
                <a:lnTo>
                  <a:pt x="970902" y="162864"/>
                </a:lnTo>
                <a:lnTo>
                  <a:pt x="974801" y="162534"/>
                </a:lnTo>
                <a:lnTo>
                  <a:pt x="978344" y="161493"/>
                </a:lnTo>
                <a:close/>
              </a:path>
              <a:path w="2275840" h="163829">
                <a:moveTo>
                  <a:pt x="985024" y="35623"/>
                </a:moveTo>
                <a:lnTo>
                  <a:pt x="980795" y="31343"/>
                </a:lnTo>
                <a:lnTo>
                  <a:pt x="976896" y="29552"/>
                </a:lnTo>
                <a:lnTo>
                  <a:pt x="972667" y="24574"/>
                </a:lnTo>
                <a:lnTo>
                  <a:pt x="966063" y="24142"/>
                </a:lnTo>
                <a:lnTo>
                  <a:pt x="959231" y="24015"/>
                </a:lnTo>
                <a:lnTo>
                  <a:pt x="952461" y="24218"/>
                </a:lnTo>
                <a:lnTo>
                  <a:pt x="946061" y="24790"/>
                </a:lnTo>
                <a:lnTo>
                  <a:pt x="945692" y="28689"/>
                </a:lnTo>
                <a:lnTo>
                  <a:pt x="945667" y="32588"/>
                </a:lnTo>
                <a:lnTo>
                  <a:pt x="946010" y="36842"/>
                </a:lnTo>
                <a:lnTo>
                  <a:pt x="955890" y="36931"/>
                </a:lnTo>
                <a:lnTo>
                  <a:pt x="966038" y="37172"/>
                </a:lnTo>
                <a:lnTo>
                  <a:pt x="975918" y="36957"/>
                </a:lnTo>
                <a:lnTo>
                  <a:pt x="985024" y="35623"/>
                </a:lnTo>
                <a:close/>
              </a:path>
              <a:path w="2275840" h="163829">
                <a:moveTo>
                  <a:pt x="1041996" y="58610"/>
                </a:moveTo>
                <a:lnTo>
                  <a:pt x="1024026" y="53340"/>
                </a:lnTo>
                <a:lnTo>
                  <a:pt x="1015212" y="50355"/>
                </a:lnTo>
                <a:lnTo>
                  <a:pt x="1006602" y="46723"/>
                </a:lnTo>
                <a:lnTo>
                  <a:pt x="944537" y="45707"/>
                </a:lnTo>
                <a:lnTo>
                  <a:pt x="944511" y="50317"/>
                </a:lnTo>
                <a:lnTo>
                  <a:pt x="942721" y="55270"/>
                </a:lnTo>
                <a:lnTo>
                  <a:pt x="944473" y="59182"/>
                </a:lnTo>
                <a:lnTo>
                  <a:pt x="993762" y="59309"/>
                </a:lnTo>
                <a:lnTo>
                  <a:pt x="1018082" y="59118"/>
                </a:lnTo>
                <a:lnTo>
                  <a:pt x="1041996" y="58610"/>
                </a:lnTo>
                <a:close/>
              </a:path>
              <a:path w="2275840" h="163829">
                <a:moveTo>
                  <a:pt x="1156436" y="79768"/>
                </a:moveTo>
                <a:lnTo>
                  <a:pt x="1145692" y="77597"/>
                </a:lnTo>
                <a:lnTo>
                  <a:pt x="1123797" y="73926"/>
                </a:lnTo>
                <a:lnTo>
                  <a:pt x="1112862" y="71742"/>
                </a:lnTo>
                <a:lnTo>
                  <a:pt x="1104709" y="70637"/>
                </a:lnTo>
                <a:lnTo>
                  <a:pt x="1097280" y="67767"/>
                </a:lnTo>
                <a:lnTo>
                  <a:pt x="1088402" y="68427"/>
                </a:lnTo>
                <a:lnTo>
                  <a:pt x="1088402" y="68783"/>
                </a:lnTo>
                <a:lnTo>
                  <a:pt x="942657" y="68389"/>
                </a:lnTo>
                <a:lnTo>
                  <a:pt x="939444" y="70853"/>
                </a:lnTo>
                <a:lnTo>
                  <a:pt x="939774" y="75463"/>
                </a:lnTo>
                <a:lnTo>
                  <a:pt x="939050" y="79362"/>
                </a:lnTo>
                <a:lnTo>
                  <a:pt x="939749" y="80429"/>
                </a:lnTo>
                <a:lnTo>
                  <a:pt x="951103" y="80492"/>
                </a:lnTo>
                <a:lnTo>
                  <a:pt x="951128" y="75171"/>
                </a:lnTo>
                <a:lnTo>
                  <a:pt x="1097597" y="75920"/>
                </a:lnTo>
                <a:lnTo>
                  <a:pt x="1098308" y="74866"/>
                </a:lnTo>
                <a:lnTo>
                  <a:pt x="1116736" y="75311"/>
                </a:lnTo>
                <a:lnTo>
                  <a:pt x="1118133" y="79921"/>
                </a:lnTo>
                <a:lnTo>
                  <a:pt x="1127404" y="80327"/>
                </a:lnTo>
                <a:lnTo>
                  <a:pt x="1137285" y="80378"/>
                </a:lnTo>
                <a:lnTo>
                  <a:pt x="1156436" y="79768"/>
                </a:lnTo>
                <a:close/>
              </a:path>
              <a:path w="2275840" h="163829">
                <a:moveTo>
                  <a:pt x="1190942" y="130657"/>
                </a:moveTo>
                <a:lnTo>
                  <a:pt x="1183843" y="130263"/>
                </a:lnTo>
                <a:lnTo>
                  <a:pt x="1174978" y="129870"/>
                </a:lnTo>
                <a:lnTo>
                  <a:pt x="1168234" y="130543"/>
                </a:lnTo>
                <a:lnTo>
                  <a:pt x="1174254" y="132702"/>
                </a:lnTo>
                <a:lnTo>
                  <a:pt x="1182065" y="131673"/>
                </a:lnTo>
                <a:lnTo>
                  <a:pt x="1188440" y="131711"/>
                </a:lnTo>
                <a:lnTo>
                  <a:pt x="1190942" y="130657"/>
                </a:lnTo>
                <a:close/>
              </a:path>
              <a:path w="2275840" h="163829">
                <a:moveTo>
                  <a:pt x="1219809" y="101015"/>
                </a:moveTo>
                <a:lnTo>
                  <a:pt x="1218425" y="95681"/>
                </a:lnTo>
                <a:lnTo>
                  <a:pt x="1208519" y="91020"/>
                </a:lnTo>
                <a:lnTo>
                  <a:pt x="1156741" y="89700"/>
                </a:lnTo>
                <a:lnTo>
                  <a:pt x="1147267" y="89928"/>
                </a:lnTo>
                <a:lnTo>
                  <a:pt x="1128217" y="89966"/>
                </a:lnTo>
                <a:lnTo>
                  <a:pt x="1119149" y="90576"/>
                </a:lnTo>
                <a:lnTo>
                  <a:pt x="1119479" y="94475"/>
                </a:lnTo>
                <a:lnTo>
                  <a:pt x="1120533" y="98018"/>
                </a:lnTo>
                <a:lnTo>
                  <a:pt x="1122286" y="101231"/>
                </a:lnTo>
                <a:lnTo>
                  <a:pt x="1171308" y="101663"/>
                </a:lnTo>
                <a:lnTo>
                  <a:pt x="1195590" y="101511"/>
                </a:lnTo>
                <a:lnTo>
                  <a:pt x="1219809" y="101015"/>
                </a:lnTo>
                <a:close/>
              </a:path>
              <a:path w="2275840" h="163829">
                <a:moveTo>
                  <a:pt x="1221867" y="115214"/>
                </a:moveTo>
                <a:lnTo>
                  <a:pt x="1220825" y="111302"/>
                </a:lnTo>
                <a:lnTo>
                  <a:pt x="1134999" y="110515"/>
                </a:lnTo>
                <a:lnTo>
                  <a:pt x="1133221" y="111925"/>
                </a:lnTo>
                <a:lnTo>
                  <a:pt x="1131811" y="110845"/>
                </a:lnTo>
                <a:lnTo>
                  <a:pt x="1129322" y="111899"/>
                </a:lnTo>
                <a:lnTo>
                  <a:pt x="1130376" y="115455"/>
                </a:lnTo>
                <a:lnTo>
                  <a:pt x="1134618" y="116535"/>
                </a:lnTo>
                <a:lnTo>
                  <a:pt x="1136738" y="119735"/>
                </a:lnTo>
                <a:lnTo>
                  <a:pt x="1215110" y="120853"/>
                </a:lnTo>
                <a:lnTo>
                  <a:pt x="1217942" y="119087"/>
                </a:lnTo>
                <a:lnTo>
                  <a:pt x="1221867" y="115214"/>
                </a:lnTo>
                <a:close/>
              </a:path>
              <a:path w="2275840" h="163829">
                <a:moveTo>
                  <a:pt x="1374470" y="24142"/>
                </a:moveTo>
                <a:lnTo>
                  <a:pt x="1350708" y="24015"/>
                </a:lnTo>
                <a:lnTo>
                  <a:pt x="1347876" y="25069"/>
                </a:lnTo>
                <a:lnTo>
                  <a:pt x="1344688" y="23634"/>
                </a:lnTo>
                <a:lnTo>
                  <a:pt x="1341843" y="25031"/>
                </a:lnTo>
                <a:lnTo>
                  <a:pt x="1346085" y="27901"/>
                </a:lnTo>
                <a:lnTo>
                  <a:pt x="1348181" y="33223"/>
                </a:lnTo>
                <a:lnTo>
                  <a:pt x="1352423" y="36080"/>
                </a:lnTo>
                <a:lnTo>
                  <a:pt x="1374406" y="36550"/>
                </a:lnTo>
                <a:lnTo>
                  <a:pt x="1374470" y="24142"/>
                </a:lnTo>
                <a:close/>
              </a:path>
              <a:path w="2275840" h="163829">
                <a:moveTo>
                  <a:pt x="1374584" y="1803"/>
                </a:moveTo>
                <a:lnTo>
                  <a:pt x="1355623" y="1473"/>
                </a:lnTo>
                <a:lnTo>
                  <a:pt x="1337259" y="1308"/>
                </a:lnTo>
                <a:lnTo>
                  <a:pt x="1319022" y="1473"/>
                </a:lnTo>
                <a:lnTo>
                  <a:pt x="1300467" y="2133"/>
                </a:lnTo>
                <a:lnTo>
                  <a:pt x="1306830" y="4940"/>
                </a:lnTo>
                <a:lnTo>
                  <a:pt x="1325587" y="13957"/>
                </a:lnTo>
                <a:lnTo>
                  <a:pt x="1374521" y="14922"/>
                </a:lnTo>
                <a:lnTo>
                  <a:pt x="1374559" y="5702"/>
                </a:lnTo>
                <a:lnTo>
                  <a:pt x="1374584" y="1803"/>
                </a:lnTo>
                <a:close/>
              </a:path>
              <a:path w="2275840" h="163829">
                <a:moveTo>
                  <a:pt x="1376451" y="54292"/>
                </a:moveTo>
                <a:lnTo>
                  <a:pt x="1374343" y="50736"/>
                </a:lnTo>
                <a:lnTo>
                  <a:pt x="1374355" y="46482"/>
                </a:lnTo>
                <a:lnTo>
                  <a:pt x="1369745" y="46101"/>
                </a:lnTo>
                <a:lnTo>
                  <a:pt x="1364081" y="46075"/>
                </a:lnTo>
                <a:lnTo>
                  <a:pt x="1359458" y="46405"/>
                </a:lnTo>
                <a:lnTo>
                  <a:pt x="1360500" y="50673"/>
                </a:lnTo>
                <a:lnTo>
                  <a:pt x="1362252" y="54927"/>
                </a:lnTo>
                <a:lnTo>
                  <a:pt x="1364361" y="58839"/>
                </a:lnTo>
                <a:lnTo>
                  <a:pt x="1368259" y="59220"/>
                </a:lnTo>
                <a:lnTo>
                  <a:pt x="1372514" y="59588"/>
                </a:lnTo>
                <a:lnTo>
                  <a:pt x="1375714" y="58547"/>
                </a:lnTo>
                <a:lnTo>
                  <a:pt x="1376451" y="54292"/>
                </a:lnTo>
                <a:close/>
              </a:path>
              <a:path w="2275840" h="163829">
                <a:moveTo>
                  <a:pt x="1380223" y="80200"/>
                </a:moveTo>
                <a:lnTo>
                  <a:pt x="1378483" y="71678"/>
                </a:lnTo>
                <a:lnTo>
                  <a:pt x="1377086" y="67068"/>
                </a:lnTo>
                <a:lnTo>
                  <a:pt x="1370698" y="69519"/>
                </a:lnTo>
                <a:lnTo>
                  <a:pt x="1366799" y="68783"/>
                </a:lnTo>
                <a:lnTo>
                  <a:pt x="1365008" y="72682"/>
                </a:lnTo>
                <a:lnTo>
                  <a:pt x="1368183" y="75882"/>
                </a:lnTo>
                <a:lnTo>
                  <a:pt x="1367091" y="80492"/>
                </a:lnTo>
                <a:lnTo>
                  <a:pt x="1380223" y="80200"/>
                </a:lnTo>
                <a:close/>
              </a:path>
              <a:path w="2275840" h="163829">
                <a:moveTo>
                  <a:pt x="1387195" y="100799"/>
                </a:moveTo>
                <a:lnTo>
                  <a:pt x="1385100" y="94767"/>
                </a:lnTo>
                <a:lnTo>
                  <a:pt x="1383360" y="90500"/>
                </a:lnTo>
                <a:lnTo>
                  <a:pt x="1378750" y="89776"/>
                </a:lnTo>
                <a:lnTo>
                  <a:pt x="1372006" y="89738"/>
                </a:lnTo>
                <a:lnTo>
                  <a:pt x="1367040" y="90424"/>
                </a:lnTo>
                <a:lnTo>
                  <a:pt x="1367370" y="94322"/>
                </a:lnTo>
                <a:lnTo>
                  <a:pt x="1365224" y="97853"/>
                </a:lnTo>
                <a:lnTo>
                  <a:pt x="1366621" y="101765"/>
                </a:lnTo>
                <a:lnTo>
                  <a:pt x="1385785" y="101866"/>
                </a:lnTo>
                <a:lnTo>
                  <a:pt x="1387195" y="100799"/>
                </a:lnTo>
                <a:close/>
              </a:path>
              <a:path w="2275840" h="163829">
                <a:moveTo>
                  <a:pt x="1396682" y="120002"/>
                </a:moveTo>
                <a:lnTo>
                  <a:pt x="1395272" y="117157"/>
                </a:lnTo>
                <a:lnTo>
                  <a:pt x="1393875" y="113957"/>
                </a:lnTo>
                <a:lnTo>
                  <a:pt x="1391754" y="111467"/>
                </a:lnTo>
                <a:lnTo>
                  <a:pt x="1377657" y="111226"/>
                </a:lnTo>
                <a:lnTo>
                  <a:pt x="1370698" y="111366"/>
                </a:lnTo>
                <a:lnTo>
                  <a:pt x="1364094" y="112039"/>
                </a:lnTo>
                <a:lnTo>
                  <a:pt x="1363726" y="114871"/>
                </a:lnTo>
                <a:lnTo>
                  <a:pt x="1361224" y="117348"/>
                </a:lnTo>
                <a:lnTo>
                  <a:pt x="1362278" y="120535"/>
                </a:lnTo>
                <a:lnTo>
                  <a:pt x="1370736" y="120827"/>
                </a:lnTo>
                <a:lnTo>
                  <a:pt x="1379474" y="120942"/>
                </a:lnTo>
                <a:lnTo>
                  <a:pt x="1388211" y="120726"/>
                </a:lnTo>
                <a:lnTo>
                  <a:pt x="1396682" y="120002"/>
                </a:lnTo>
                <a:close/>
              </a:path>
              <a:path w="2275840" h="163829">
                <a:moveTo>
                  <a:pt x="1411122" y="140296"/>
                </a:moveTo>
                <a:lnTo>
                  <a:pt x="1403718" y="130683"/>
                </a:lnTo>
                <a:lnTo>
                  <a:pt x="1358328" y="130098"/>
                </a:lnTo>
                <a:lnTo>
                  <a:pt x="1355826" y="133273"/>
                </a:lnTo>
                <a:lnTo>
                  <a:pt x="1354035" y="137160"/>
                </a:lnTo>
                <a:lnTo>
                  <a:pt x="1352600" y="140703"/>
                </a:lnTo>
                <a:lnTo>
                  <a:pt x="1366901" y="141185"/>
                </a:lnTo>
                <a:lnTo>
                  <a:pt x="1381493" y="141389"/>
                </a:lnTo>
                <a:lnTo>
                  <a:pt x="1396072" y="141338"/>
                </a:lnTo>
                <a:lnTo>
                  <a:pt x="1410398" y="140995"/>
                </a:lnTo>
                <a:lnTo>
                  <a:pt x="1411122" y="140296"/>
                </a:lnTo>
                <a:close/>
              </a:path>
              <a:path w="2275840" h="163829">
                <a:moveTo>
                  <a:pt x="1432280" y="161683"/>
                </a:moveTo>
                <a:lnTo>
                  <a:pt x="1429118" y="157403"/>
                </a:lnTo>
                <a:lnTo>
                  <a:pt x="1424508" y="155613"/>
                </a:lnTo>
                <a:lnTo>
                  <a:pt x="1420990" y="150977"/>
                </a:lnTo>
                <a:lnTo>
                  <a:pt x="1346161" y="150241"/>
                </a:lnTo>
                <a:lnTo>
                  <a:pt x="1342605" y="153060"/>
                </a:lnTo>
                <a:lnTo>
                  <a:pt x="1339392" y="158013"/>
                </a:lnTo>
                <a:lnTo>
                  <a:pt x="1336179" y="161899"/>
                </a:lnTo>
                <a:lnTo>
                  <a:pt x="1337602" y="162255"/>
                </a:lnTo>
                <a:lnTo>
                  <a:pt x="1429448" y="162369"/>
                </a:lnTo>
                <a:lnTo>
                  <a:pt x="1432280" y="161683"/>
                </a:lnTo>
                <a:close/>
              </a:path>
              <a:path w="2275840" h="163829">
                <a:moveTo>
                  <a:pt x="1634680" y="112001"/>
                </a:moveTo>
                <a:lnTo>
                  <a:pt x="1634324" y="111645"/>
                </a:lnTo>
                <a:lnTo>
                  <a:pt x="1593278" y="110998"/>
                </a:lnTo>
                <a:lnTo>
                  <a:pt x="1572780" y="111137"/>
                </a:lnTo>
                <a:lnTo>
                  <a:pt x="1552752" y="111937"/>
                </a:lnTo>
                <a:lnTo>
                  <a:pt x="1556994" y="116217"/>
                </a:lnTo>
                <a:lnTo>
                  <a:pt x="1563014" y="118021"/>
                </a:lnTo>
                <a:lnTo>
                  <a:pt x="1568678" y="120535"/>
                </a:lnTo>
                <a:lnTo>
                  <a:pt x="1616900" y="120777"/>
                </a:lnTo>
                <a:lnTo>
                  <a:pt x="1623301" y="119392"/>
                </a:lnTo>
                <a:lnTo>
                  <a:pt x="1629346" y="115874"/>
                </a:lnTo>
                <a:lnTo>
                  <a:pt x="1634680" y="112001"/>
                </a:lnTo>
                <a:close/>
              </a:path>
              <a:path w="2275840" h="163829">
                <a:moveTo>
                  <a:pt x="1658556" y="90843"/>
                </a:moveTo>
                <a:lnTo>
                  <a:pt x="1658200" y="90487"/>
                </a:lnTo>
                <a:lnTo>
                  <a:pt x="1532661" y="89496"/>
                </a:lnTo>
                <a:lnTo>
                  <a:pt x="1531950" y="90551"/>
                </a:lnTo>
                <a:lnTo>
                  <a:pt x="1530527" y="90195"/>
                </a:lnTo>
                <a:lnTo>
                  <a:pt x="1529461" y="90538"/>
                </a:lnTo>
                <a:lnTo>
                  <a:pt x="1531569" y="95516"/>
                </a:lnTo>
                <a:lnTo>
                  <a:pt x="1535099" y="97663"/>
                </a:lnTo>
                <a:lnTo>
                  <a:pt x="1538630" y="101587"/>
                </a:lnTo>
                <a:lnTo>
                  <a:pt x="1648206" y="102133"/>
                </a:lnTo>
                <a:lnTo>
                  <a:pt x="1652130" y="99326"/>
                </a:lnTo>
                <a:lnTo>
                  <a:pt x="1655343" y="94729"/>
                </a:lnTo>
                <a:lnTo>
                  <a:pt x="1658556" y="90843"/>
                </a:lnTo>
                <a:close/>
              </a:path>
              <a:path w="2275840" h="163829">
                <a:moveTo>
                  <a:pt x="1671408" y="73177"/>
                </a:moveTo>
                <a:lnTo>
                  <a:pt x="1671078" y="68922"/>
                </a:lnTo>
                <a:lnTo>
                  <a:pt x="1516456" y="68135"/>
                </a:lnTo>
                <a:lnTo>
                  <a:pt x="1513967" y="70243"/>
                </a:lnTo>
                <a:lnTo>
                  <a:pt x="1518208" y="72047"/>
                </a:lnTo>
                <a:lnTo>
                  <a:pt x="1517129" y="74866"/>
                </a:lnTo>
                <a:lnTo>
                  <a:pt x="1519250" y="75590"/>
                </a:lnTo>
                <a:lnTo>
                  <a:pt x="1520304" y="78435"/>
                </a:lnTo>
                <a:lnTo>
                  <a:pt x="1521714" y="80213"/>
                </a:lnTo>
                <a:lnTo>
                  <a:pt x="1665693" y="80949"/>
                </a:lnTo>
                <a:lnTo>
                  <a:pt x="1667840" y="77419"/>
                </a:lnTo>
                <a:lnTo>
                  <a:pt x="1671408" y="73177"/>
                </a:lnTo>
                <a:close/>
              </a:path>
              <a:path w="2275840" h="163829">
                <a:moveTo>
                  <a:pt x="1808607" y="150482"/>
                </a:moveTo>
                <a:lnTo>
                  <a:pt x="1762150" y="150241"/>
                </a:lnTo>
                <a:lnTo>
                  <a:pt x="1758238" y="154127"/>
                </a:lnTo>
                <a:lnTo>
                  <a:pt x="1752892" y="157645"/>
                </a:lnTo>
                <a:lnTo>
                  <a:pt x="1749679" y="162242"/>
                </a:lnTo>
                <a:lnTo>
                  <a:pt x="1808556" y="162534"/>
                </a:lnTo>
                <a:lnTo>
                  <a:pt x="1808607" y="150482"/>
                </a:lnTo>
                <a:close/>
              </a:path>
              <a:path w="2275840" h="163829">
                <a:moveTo>
                  <a:pt x="1808670" y="68922"/>
                </a:moveTo>
                <a:lnTo>
                  <a:pt x="1801939" y="68884"/>
                </a:lnTo>
                <a:lnTo>
                  <a:pt x="1800504" y="71361"/>
                </a:lnTo>
                <a:lnTo>
                  <a:pt x="1801190" y="74904"/>
                </a:lnTo>
                <a:lnTo>
                  <a:pt x="1799767" y="77381"/>
                </a:lnTo>
                <a:lnTo>
                  <a:pt x="1798675" y="83058"/>
                </a:lnTo>
                <a:lnTo>
                  <a:pt x="1805787" y="79540"/>
                </a:lnTo>
                <a:lnTo>
                  <a:pt x="1808607" y="80619"/>
                </a:lnTo>
                <a:lnTo>
                  <a:pt x="1808670" y="68922"/>
                </a:lnTo>
                <a:close/>
              </a:path>
              <a:path w="2275840" h="163829">
                <a:moveTo>
                  <a:pt x="1808708" y="130263"/>
                </a:moveTo>
                <a:lnTo>
                  <a:pt x="1779282" y="130124"/>
                </a:lnTo>
                <a:lnTo>
                  <a:pt x="1778215" y="130822"/>
                </a:lnTo>
                <a:lnTo>
                  <a:pt x="1775714" y="133997"/>
                </a:lnTo>
                <a:lnTo>
                  <a:pt x="1772500" y="137528"/>
                </a:lnTo>
                <a:lnTo>
                  <a:pt x="1771065" y="140716"/>
                </a:lnTo>
                <a:lnTo>
                  <a:pt x="1780425" y="141122"/>
                </a:lnTo>
                <a:lnTo>
                  <a:pt x="1789861" y="141262"/>
                </a:lnTo>
                <a:lnTo>
                  <a:pt x="1808657" y="141262"/>
                </a:lnTo>
                <a:lnTo>
                  <a:pt x="1808708" y="130263"/>
                </a:lnTo>
                <a:close/>
              </a:path>
              <a:path w="2275840" h="163829">
                <a:moveTo>
                  <a:pt x="1808810" y="111467"/>
                </a:moveTo>
                <a:lnTo>
                  <a:pt x="1790369" y="111379"/>
                </a:lnTo>
                <a:lnTo>
                  <a:pt x="1787169" y="113499"/>
                </a:lnTo>
                <a:lnTo>
                  <a:pt x="1785010" y="120573"/>
                </a:lnTo>
                <a:lnTo>
                  <a:pt x="1808759" y="121043"/>
                </a:lnTo>
                <a:lnTo>
                  <a:pt x="1808810" y="111467"/>
                </a:lnTo>
                <a:close/>
              </a:path>
              <a:path w="2275840" h="163829">
                <a:moveTo>
                  <a:pt x="1808924" y="90195"/>
                </a:moveTo>
                <a:lnTo>
                  <a:pt x="1794027" y="90119"/>
                </a:lnTo>
                <a:lnTo>
                  <a:pt x="1795767" y="97574"/>
                </a:lnTo>
                <a:lnTo>
                  <a:pt x="1793608" y="101460"/>
                </a:lnTo>
                <a:lnTo>
                  <a:pt x="1798218" y="102196"/>
                </a:lnTo>
                <a:lnTo>
                  <a:pt x="1803895" y="101523"/>
                </a:lnTo>
                <a:lnTo>
                  <a:pt x="1808861" y="101892"/>
                </a:lnTo>
                <a:lnTo>
                  <a:pt x="1808924" y="90195"/>
                </a:lnTo>
                <a:close/>
              </a:path>
              <a:path w="2275840" h="163829">
                <a:moveTo>
                  <a:pt x="1809013" y="1536"/>
                </a:moveTo>
                <a:lnTo>
                  <a:pt x="1509001" y="0"/>
                </a:lnTo>
                <a:lnTo>
                  <a:pt x="1508277" y="4254"/>
                </a:lnTo>
                <a:lnTo>
                  <a:pt x="1506842" y="5308"/>
                </a:lnTo>
                <a:lnTo>
                  <a:pt x="1506804" y="14884"/>
                </a:lnTo>
                <a:lnTo>
                  <a:pt x="1808937" y="16433"/>
                </a:lnTo>
                <a:lnTo>
                  <a:pt x="1809013" y="1536"/>
                </a:lnTo>
                <a:close/>
              </a:path>
              <a:path w="2275840" h="163829">
                <a:moveTo>
                  <a:pt x="1809127" y="50126"/>
                </a:moveTo>
                <a:lnTo>
                  <a:pt x="1808073" y="46570"/>
                </a:lnTo>
                <a:lnTo>
                  <a:pt x="1509483" y="44691"/>
                </a:lnTo>
                <a:lnTo>
                  <a:pt x="1508404" y="47879"/>
                </a:lnTo>
                <a:lnTo>
                  <a:pt x="1511541" y="58889"/>
                </a:lnTo>
                <a:lnTo>
                  <a:pt x="1675371" y="60439"/>
                </a:lnTo>
                <a:lnTo>
                  <a:pt x="1675384" y="59372"/>
                </a:lnTo>
                <a:lnTo>
                  <a:pt x="1677517" y="58674"/>
                </a:lnTo>
                <a:lnTo>
                  <a:pt x="1677530" y="55829"/>
                </a:lnTo>
                <a:lnTo>
                  <a:pt x="1678597" y="54419"/>
                </a:lnTo>
                <a:lnTo>
                  <a:pt x="1802003" y="54698"/>
                </a:lnTo>
                <a:lnTo>
                  <a:pt x="1803069" y="55765"/>
                </a:lnTo>
                <a:lnTo>
                  <a:pt x="1802345" y="57886"/>
                </a:lnTo>
                <a:lnTo>
                  <a:pt x="1803400" y="59309"/>
                </a:lnTo>
                <a:lnTo>
                  <a:pt x="1805178" y="58966"/>
                </a:lnTo>
                <a:lnTo>
                  <a:pt x="1807298" y="59690"/>
                </a:lnTo>
                <a:lnTo>
                  <a:pt x="1808365" y="58635"/>
                </a:lnTo>
                <a:lnTo>
                  <a:pt x="1809127" y="50126"/>
                </a:lnTo>
                <a:close/>
              </a:path>
              <a:path w="2275840" h="163829">
                <a:moveTo>
                  <a:pt x="1809521" y="24295"/>
                </a:moveTo>
                <a:lnTo>
                  <a:pt x="1693951" y="24295"/>
                </a:lnTo>
                <a:lnTo>
                  <a:pt x="1693951" y="23876"/>
                </a:lnTo>
                <a:lnTo>
                  <a:pt x="1505991" y="23876"/>
                </a:lnTo>
                <a:lnTo>
                  <a:pt x="1505991" y="37350"/>
                </a:lnTo>
                <a:lnTo>
                  <a:pt x="1693951" y="37350"/>
                </a:lnTo>
                <a:lnTo>
                  <a:pt x="1693951" y="38125"/>
                </a:lnTo>
                <a:lnTo>
                  <a:pt x="1809521" y="38125"/>
                </a:lnTo>
                <a:lnTo>
                  <a:pt x="1809521" y="24295"/>
                </a:lnTo>
                <a:close/>
              </a:path>
              <a:path w="2275840" h="163829">
                <a:moveTo>
                  <a:pt x="2077072" y="150787"/>
                </a:moveTo>
                <a:lnTo>
                  <a:pt x="1943379" y="150114"/>
                </a:lnTo>
                <a:lnTo>
                  <a:pt x="1942960" y="162521"/>
                </a:lnTo>
                <a:lnTo>
                  <a:pt x="2077008" y="163207"/>
                </a:lnTo>
                <a:lnTo>
                  <a:pt x="2077072" y="150787"/>
                </a:lnTo>
                <a:close/>
              </a:path>
              <a:path w="2275840" h="163829">
                <a:moveTo>
                  <a:pt x="2077173" y="130225"/>
                </a:moveTo>
                <a:lnTo>
                  <a:pt x="1943125" y="129540"/>
                </a:lnTo>
                <a:lnTo>
                  <a:pt x="1943061" y="141236"/>
                </a:lnTo>
                <a:lnTo>
                  <a:pt x="2077123" y="141922"/>
                </a:lnTo>
                <a:lnTo>
                  <a:pt x="2077173" y="130225"/>
                </a:lnTo>
                <a:close/>
              </a:path>
              <a:path w="2275840" h="163829">
                <a:moveTo>
                  <a:pt x="2077275" y="111429"/>
                </a:moveTo>
                <a:lnTo>
                  <a:pt x="1943227" y="110744"/>
                </a:lnTo>
                <a:lnTo>
                  <a:pt x="1943176" y="120675"/>
                </a:lnTo>
                <a:lnTo>
                  <a:pt x="2077224" y="121361"/>
                </a:lnTo>
                <a:lnTo>
                  <a:pt x="2077275" y="111429"/>
                </a:lnTo>
                <a:close/>
              </a:path>
              <a:path w="2275840" h="163829">
                <a:moveTo>
                  <a:pt x="2077389" y="90144"/>
                </a:moveTo>
                <a:lnTo>
                  <a:pt x="1943328" y="89458"/>
                </a:lnTo>
                <a:lnTo>
                  <a:pt x="1943265" y="101879"/>
                </a:lnTo>
                <a:lnTo>
                  <a:pt x="2077326" y="102209"/>
                </a:lnTo>
                <a:lnTo>
                  <a:pt x="2077389" y="90144"/>
                </a:lnTo>
                <a:close/>
              </a:path>
              <a:path w="2275840" h="163829">
                <a:moveTo>
                  <a:pt x="2077453" y="75615"/>
                </a:moveTo>
                <a:lnTo>
                  <a:pt x="1943404" y="74930"/>
                </a:lnTo>
                <a:lnTo>
                  <a:pt x="1943379" y="80238"/>
                </a:lnTo>
                <a:lnTo>
                  <a:pt x="2077427" y="80937"/>
                </a:lnTo>
                <a:lnTo>
                  <a:pt x="2077453" y="75615"/>
                </a:lnTo>
                <a:close/>
              </a:path>
              <a:path w="2275840" h="163829">
                <a:moveTo>
                  <a:pt x="2275573" y="30035"/>
                </a:moveTo>
                <a:lnTo>
                  <a:pt x="2274405" y="21882"/>
                </a:lnTo>
                <a:lnTo>
                  <a:pt x="2271052" y="14541"/>
                </a:lnTo>
                <a:lnTo>
                  <a:pt x="2260244" y="4610"/>
                </a:lnTo>
                <a:lnTo>
                  <a:pt x="2245969" y="1651"/>
                </a:lnTo>
                <a:lnTo>
                  <a:pt x="2230158" y="1866"/>
                </a:lnTo>
                <a:lnTo>
                  <a:pt x="2214727" y="1485"/>
                </a:lnTo>
                <a:lnTo>
                  <a:pt x="2214651" y="15671"/>
                </a:lnTo>
                <a:lnTo>
                  <a:pt x="2231669" y="15760"/>
                </a:lnTo>
                <a:lnTo>
                  <a:pt x="2238819" y="15976"/>
                </a:lnTo>
                <a:lnTo>
                  <a:pt x="2262111" y="27965"/>
                </a:lnTo>
                <a:lnTo>
                  <a:pt x="2261349" y="38608"/>
                </a:lnTo>
                <a:lnTo>
                  <a:pt x="2256713" y="43192"/>
                </a:lnTo>
                <a:lnTo>
                  <a:pt x="2251379" y="44932"/>
                </a:lnTo>
                <a:lnTo>
                  <a:pt x="2214499" y="45453"/>
                </a:lnTo>
                <a:lnTo>
                  <a:pt x="2214422" y="59639"/>
                </a:lnTo>
                <a:lnTo>
                  <a:pt x="2246299" y="59626"/>
                </a:lnTo>
                <a:lnTo>
                  <a:pt x="2260676" y="56197"/>
                </a:lnTo>
                <a:lnTo>
                  <a:pt x="2271598" y="45745"/>
                </a:lnTo>
                <a:lnTo>
                  <a:pt x="2274608" y="38252"/>
                </a:lnTo>
                <a:lnTo>
                  <a:pt x="2275573" y="30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0" y="296722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10693400" y="50800"/>
                </a:moveTo>
                <a:lnTo>
                  <a:pt x="10693400" y="0"/>
                </a:lnTo>
                <a:lnTo>
                  <a:pt x="0" y="0"/>
                </a:lnTo>
                <a:lnTo>
                  <a:pt x="0" y="50800"/>
                </a:lnTo>
                <a:lnTo>
                  <a:pt x="10693400" y="5080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0" y="7208723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10693400" y="50799"/>
                </a:moveTo>
                <a:lnTo>
                  <a:pt x="10693400" y="0"/>
                </a:lnTo>
                <a:lnTo>
                  <a:pt x="0" y="0"/>
                </a:lnTo>
                <a:lnTo>
                  <a:pt x="0" y="50800"/>
                </a:lnTo>
                <a:lnTo>
                  <a:pt x="10693400" y="50799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12" y="332231"/>
            <a:ext cx="3445012" cy="1343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7294" y="7295629"/>
            <a:ext cx="519430" cy="113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231F20"/>
                </a:solidFill>
                <a:latin typeface="Gill Sans MT"/>
                <a:cs typeface="Gill Sans MT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.png"/><Relationship Id="rId18" Type="http://schemas.openxmlformats.org/officeDocument/2006/relationships/image" Target="../media/image22.png"/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12" Type="http://schemas.openxmlformats.org/officeDocument/2006/relationships/image" Target="../media/image1.png"/><Relationship Id="rId17" Type="http://schemas.openxmlformats.org/officeDocument/2006/relationships/image" Target="../media/image21.png"/><Relationship Id="rId2" Type="http://schemas.openxmlformats.org/officeDocument/2006/relationships/image" Target="../media/image9.png"/><Relationship Id="rId16" Type="http://schemas.openxmlformats.org/officeDocument/2006/relationships/image" Target="../media/image20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19.png"/><Relationship Id="rId10" Type="http://schemas.openxmlformats.org/officeDocument/2006/relationships/image" Target="../media/image17.png"/><Relationship Id="rId19" Type="http://schemas.openxmlformats.org/officeDocument/2006/relationships/image" Target="../media/image23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19905" y="422051"/>
            <a:ext cx="2514600" cy="364490"/>
            <a:chOff x="7819905" y="422051"/>
            <a:chExt cx="2514600" cy="364490"/>
          </a:xfrm>
        </p:grpSpPr>
        <p:sp>
          <p:nvSpPr>
            <p:cNvPr id="3" name="object 3"/>
            <p:cNvSpPr/>
            <p:nvPr/>
          </p:nvSpPr>
          <p:spPr>
            <a:xfrm>
              <a:off x="7819905" y="422051"/>
              <a:ext cx="2514600" cy="364490"/>
            </a:xfrm>
            <a:custGeom>
              <a:avLst/>
              <a:gdLst/>
              <a:ahLst/>
              <a:cxnLst/>
              <a:rect l="l" t="t" r="r" b="b"/>
              <a:pathLst>
                <a:path w="2514600" h="364490">
                  <a:moveTo>
                    <a:pt x="2514470" y="191005"/>
                  </a:moveTo>
                  <a:lnTo>
                    <a:pt x="2510235" y="149333"/>
                  </a:lnTo>
                  <a:lnTo>
                    <a:pt x="2473032" y="83227"/>
                  </a:lnTo>
                  <a:lnTo>
                    <a:pt x="2442732" y="58675"/>
                  </a:lnTo>
                  <a:lnTo>
                    <a:pt x="2390738" y="39580"/>
                  </a:lnTo>
                  <a:lnTo>
                    <a:pt x="2333490" y="37789"/>
                  </a:lnTo>
                  <a:lnTo>
                    <a:pt x="2333629" y="12249"/>
                  </a:lnTo>
                  <a:lnTo>
                    <a:pt x="2198158" y="11564"/>
                  </a:lnTo>
                  <a:lnTo>
                    <a:pt x="2197663" y="37802"/>
                  </a:lnTo>
                  <a:lnTo>
                    <a:pt x="2060427" y="37103"/>
                  </a:lnTo>
                  <a:lnTo>
                    <a:pt x="2060198" y="12630"/>
                  </a:lnTo>
                  <a:lnTo>
                    <a:pt x="1928626" y="11957"/>
                  </a:lnTo>
                  <a:lnTo>
                    <a:pt x="1928499" y="37840"/>
                  </a:lnTo>
                  <a:lnTo>
                    <a:pt x="1857214" y="37484"/>
                  </a:lnTo>
                  <a:lnTo>
                    <a:pt x="1813048" y="15582"/>
                  </a:lnTo>
                  <a:lnTo>
                    <a:pt x="1764834" y="4033"/>
                  </a:lnTo>
                  <a:lnTo>
                    <a:pt x="1711233" y="609"/>
                  </a:lnTo>
                  <a:lnTo>
                    <a:pt x="1692495" y="819"/>
                  </a:lnTo>
                  <a:lnTo>
                    <a:pt x="1657831" y="3768"/>
                  </a:lnTo>
                  <a:lnTo>
                    <a:pt x="1624010" y="10311"/>
                  </a:lnTo>
                  <a:lnTo>
                    <a:pt x="1591761" y="21252"/>
                  </a:lnTo>
                  <a:lnTo>
                    <a:pt x="1561812" y="37395"/>
                  </a:lnTo>
                  <a:lnTo>
                    <a:pt x="1418175" y="37370"/>
                  </a:lnTo>
                  <a:lnTo>
                    <a:pt x="1376037" y="17469"/>
                  </a:lnTo>
                  <a:lnTo>
                    <a:pt x="1330393" y="6065"/>
                  </a:lnTo>
                  <a:lnTo>
                    <a:pt x="1322159" y="5121"/>
                  </a:lnTo>
                  <a:lnTo>
                    <a:pt x="1314264" y="3850"/>
                  </a:lnTo>
                  <a:lnTo>
                    <a:pt x="1306368" y="2848"/>
                  </a:lnTo>
                  <a:lnTo>
                    <a:pt x="1298135" y="2712"/>
                  </a:lnTo>
                  <a:lnTo>
                    <a:pt x="1283671" y="1830"/>
                  </a:lnTo>
                  <a:lnTo>
                    <a:pt x="1240337" y="2051"/>
                  </a:lnTo>
                  <a:lnTo>
                    <a:pt x="1174497" y="12138"/>
                  </a:lnTo>
                  <a:lnTo>
                    <a:pt x="1114963" y="37942"/>
                  </a:lnTo>
                  <a:lnTo>
                    <a:pt x="1114607" y="38297"/>
                  </a:lnTo>
                  <a:lnTo>
                    <a:pt x="995087" y="38043"/>
                  </a:lnTo>
                  <a:lnTo>
                    <a:pt x="947378" y="14921"/>
                  </a:lnTo>
                  <a:lnTo>
                    <a:pt x="894554" y="3486"/>
                  </a:lnTo>
                  <a:lnTo>
                    <a:pt x="839047" y="0"/>
                  </a:lnTo>
                  <a:lnTo>
                    <a:pt x="784704" y="3366"/>
                  </a:lnTo>
                  <a:lnTo>
                    <a:pt x="733111" y="15124"/>
                  </a:lnTo>
                  <a:lnTo>
                    <a:pt x="685855" y="36811"/>
                  </a:lnTo>
                  <a:lnTo>
                    <a:pt x="637976" y="37281"/>
                  </a:lnTo>
                  <a:lnTo>
                    <a:pt x="598263" y="37078"/>
                  </a:lnTo>
                  <a:lnTo>
                    <a:pt x="598035" y="11894"/>
                  </a:lnTo>
                  <a:lnTo>
                    <a:pt x="470019" y="11233"/>
                  </a:lnTo>
                  <a:lnTo>
                    <a:pt x="469879" y="38196"/>
                  </a:lnTo>
                  <a:lnTo>
                    <a:pt x="324477" y="37091"/>
                  </a:lnTo>
                  <a:lnTo>
                    <a:pt x="324248" y="12262"/>
                  </a:lnTo>
                  <a:lnTo>
                    <a:pt x="192676" y="11945"/>
                  </a:lnTo>
                  <a:lnTo>
                    <a:pt x="192193" y="38196"/>
                  </a:lnTo>
                  <a:lnTo>
                    <a:pt x="174124" y="38339"/>
                  </a:lnTo>
                  <a:lnTo>
                    <a:pt x="155889" y="38049"/>
                  </a:lnTo>
                  <a:lnTo>
                    <a:pt x="137985" y="38360"/>
                  </a:lnTo>
                  <a:lnTo>
                    <a:pt x="84171" y="52146"/>
                  </a:lnTo>
                  <a:lnTo>
                    <a:pt x="51041" y="74443"/>
                  </a:lnTo>
                  <a:lnTo>
                    <a:pt x="24523" y="104353"/>
                  </a:lnTo>
                  <a:lnTo>
                    <a:pt x="7624" y="139034"/>
                  </a:lnTo>
                  <a:lnTo>
                    <a:pt x="0" y="181501"/>
                  </a:lnTo>
                  <a:lnTo>
                    <a:pt x="657" y="203676"/>
                  </a:lnTo>
                  <a:lnTo>
                    <a:pt x="18342" y="259542"/>
                  </a:lnTo>
                  <a:lnTo>
                    <a:pt x="41868" y="290410"/>
                  </a:lnTo>
                  <a:lnTo>
                    <a:pt x="72212" y="314598"/>
                  </a:lnTo>
                  <a:lnTo>
                    <a:pt x="126667" y="333189"/>
                  </a:lnTo>
                  <a:lnTo>
                    <a:pt x="191736" y="335020"/>
                  </a:lnTo>
                  <a:lnTo>
                    <a:pt x="191647" y="354172"/>
                  </a:lnTo>
                  <a:lnTo>
                    <a:pt x="325340" y="354502"/>
                  </a:lnTo>
                  <a:lnTo>
                    <a:pt x="325797" y="333928"/>
                  </a:lnTo>
                  <a:lnTo>
                    <a:pt x="469066" y="335020"/>
                  </a:lnTo>
                  <a:lnTo>
                    <a:pt x="469320" y="354527"/>
                  </a:lnTo>
                  <a:lnTo>
                    <a:pt x="595926" y="355175"/>
                  </a:lnTo>
                  <a:lnTo>
                    <a:pt x="596993" y="354464"/>
                  </a:lnTo>
                  <a:lnTo>
                    <a:pt x="597095" y="334614"/>
                  </a:lnTo>
                  <a:lnTo>
                    <a:pt x="703127" y="334791"/>
                  </a:lnTo>
                  <a:lnTo>
                    <a:pt x="749366" y="351608"/>
                  </a:lnTo>
                  <a:lnTo>
                    <a:pt x="799101" y="360471"/>
                  </a:lnTo>
                  <a:lnTo>
                    <a:pt x="806911" y="360509"/>
                  </a:lnTo>
                  <a:lnTo>
                    <a:pt x="814354" y="361258"/>
                  </a:lnTo>
                  <a:lnTo>
                    <a:pt x="821796" y="362350"/>
                  </a:lnTo>
                  <a:lnTo>
                    <a:pt x="859540" y="361634"/>
                  </a:lnTo>
                  <a:lnTo>
                    <a:pt x="896334" y="358083"/>
                  </a:lnTo>
                  <a:lnTo>
                    <a:pt x="931615" y="350999"/>
                  </a:lnTo>
                  <a:lnTo>
                    <a:pt x="964823" y="339681"/>
                  </a:lnTo>
                  <a:lnTo>
                    <a:pt x="967312" y="339694"/>
                  </a:lnTo>
                  <a:lnTo>
                    <a:pt x="968735" y="337928"/>
                  </a:lnTo>
                  <a:lnTo>
                    <a:pt x="970513" y="336874"/>
                  </a:lnTo>
                  <a:lnTo>
                    <a:pt x="971580" y="335820"/>
                  </a:lnTo>
                  <a:lnTo>
                    <a:pt x="974069" y="336176"/>
                  </a:lnTo>
                  <a:lnTo>
                    <a:pt x="974780" y="334410"/>
                  </a:lnTo>
                  <a:lnTo>
                    <a:pt x="1123014" y="334817"/>
                  </a:lnTo>
                  <a:lnTo>
                    <a:pt x="1162440" y="349293"/>
                  </a:lnTo>
                  <a:lnTo>
                    <a:pt x="1203761" y="357931"/>
                  </a:lnTo>
                  <a:lnTo>
                    <a:pt x="1257687" y="362990"/>
                  </a:lnTo>
                  <a:lnTo>
                    <a:pt x="1285670" y="364030"/>
                  </a:lnTo>
                  <a:lnTo>
                    <a:pt x="1314022" y="363811"/>
                  </a:lnTo>
                  <a:lnTo>
                    <a:pt x="1369018" y="357615"/>
                  </a:lnTo>
                  <a:lnTo>
                    <a:pt x="1419813" y="341294"/>
                  </a:lnTo>
                  <a:lnTo>
                    <a:pt x="1423725" y="338830"/>
                  </a:lnTo>
                  <a:lnTo>
                    <a:pt x="1428703" y="337446"/>
                  </a:lnTo>
                  <a:lnTo>
                    <a:pt x="1431561" y="334258"/>
                  </a:lnTo>
                  <a:lnTo>
                    <a:pt x="1536882" y="335160"/>
                  </a:lnTo>
                  <a:lnTo>
                    <a:pt x="1579084" y="335020"/>
                  </a:lnTo>
                  <a:lnTo>
                    <a:pt x="1626379" y="352992"/>
                  </a:lnTo>
                  <a:lnTo>
                    <a:pt x="1677179" y="361411"/>
                  </a:lnTo>
                  <a:lnTo>
                    <a:pt x="1720640" y="362154"/>
                  </a:lnTo>
                  <a:lnTo>
                    <a:pt x="1763193" y="358569"/>
                  </a:lnTo>
                  <a:lnTo>
                    <a:pt x="1803913" y="349788"/>
                  </a:lnTo>
                  <a:lnTo>
                    <a:pt x="1841873" y="334944"/>
                  </a:lnTo>
                  <a:lnTo>
                    <a:pt x="1928042" y="335388"/>
                  </a:lnTo>
                  <a:lnTo>
                    <a:pt x="1927940" y="354527"/>
                  </a:lnTo>
                  <a:lnTo>
                    <a:pt x="2060935" y="355213"/>
                  </a:lnTo>
                  <a:lnTo>
                    <a:pt x="2061646" y="354857"/>
                  </a:lnTo>
                  <a:lnTo>
                    <a:pt x="2061748" y="334652"/>
                  </a:lnTo>
                  <a:lnTo>
                    <a:pt x="2196863" y="335337"/>
                  </a:lnTo>
                  <a:lnTo>
                    <a:pt x="2196761" y="354489"/>
                  </a:lnTo>
                  <a:lnTo>
                    <a:pt x="2333286" y="354832"/>
                  </a:lnTo>
                  <a:lnTo>
                    <a:pt x="2333401" y="334258"/>
                  </a:lnTo>
                  <a:lnTo>
                    <a:pt x="2380213" y="334144"/>
                  </a:lnTo>
                  <a:lnTo>
                    <a:pt x="2419621" y="325127"/>
                  </a:lnTo>
                  <a:lnTo>
                    <a:pt x="2453684" y="306514"/>
                  </a:lnTo>
                  <a:lnTo>
                    <a:pt x="2482007" y="279124"/>
                  </a:lnTo>
                  <a:lnTo>
                    <a:pt x="2502513" y="245510"/>
                  </a:lnTo>
                  <a:lnTo>
                    <a:pt x="2513499" y="206458"/>
                  </a:lnTo>
                  <a:lnTo>
                    <a:pt x="2511734" y="205378"/>
                  </a:lnTo>
                  <a:lnTo>
                    <a:pt x="2513512" y="204680"/>
                  </a:lnTo>
                  <a:lnTo>
                    <a:pt x="2514470" y="1910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7238" y="439076"/>
              <a:ext cx="2111375" cy="329565"/>
            </a:xfrm>
            <a:custGeom>
              <a:avLst/>
              <a:gdLst/>
              <a:ahLst/>
              <a:cxnLst/>
              <a:rect l="l" t="t" r="r" b="b"/>
              <a:pathLst>
                <a:path w="2111375" h="329565">
                  <a:moveTo>
                    <a:pt x="374307" y="10388"/>
                  </a:moveTo>
                  <a:lnTo>
                    <a:pt x="279273" y="9906"/>
                  </a:lnTo>
                  <a:lnTo>
                    <a:pt x="278257" y="138988"/>
                  </a:lnTo>
                  <a:lnTo>
                    <a:pt x="100228" y="137718"/>
                  </a:lnTo>
                  <a:lnTo>
                    <a:pt x="100876" y="10769"/>
                  </a:lnTo>
                  <a:lnTo>
                    <a:pt x="1587" y="10261"/>
                  </a:lnTo>
                  <a:lnTo>
                    <a:pt x="0" y="321271"/>
                  </a:lnTo>
                  <a:lnTo>
                    <a:pt x="101066" y="321779"/>
                  </a:lnTo>
                  <a:lnTo>
                    <a:pt x="102057" y="197307"/>
                  </a:lnTo>
                  <a:lnTo>
                    <a:pt x="278663" y="198208"/>
                  </a:lnTo>
                  <a:lnTo>
                    <a:pt x="278028" y="321271"/>
                  </a:lnTo>
                  <a:lnTo>
                    <a:pt x="372719" y="321754"/>
                  </a:lnTo>
                  <a:lnTo>
                    <a:pt x="374307" y="10388"/>
                  </a:lnTo>
                  <a:close/>
                </a:path>
                <a:path w="2111375" h="329565">
                  <a:moveTo>
                    <a:pt x="840181" y="156883"/>
                  </a:moveTo>
                  <a:lnTo>
                    <a:pt x="833793" y="112115"/>
                  </a:lnTo>
                  <a:lnTo>
                    <a:pt x="799820" y="52705"/>
                  </a:lnTo>
                  <a:lnTo>
                    <a:pt x="762774" y="26301"/>
                  </a:lnTo>
                  <a:lnTo>
                    <a:pt x="719353" y="10096"/>
                  </a:lnTo>
                  <a:lnTo>
                    <a:pt x="673671" y="1993"/>
                  </a:lnTo>
                  <a:lnTo>
                    <a:pt x="630415" y="0"/>
                  </a:lnTo>
                  <a:lnTo>
                    <a:pt x="595845" y="1612"/>
                  </a:lnTo>
                  <a:lnTo>
                    <a:pt x="529983" y="14554"/>
                  </a:lnTo>
                  <a:lnTo>
                    <a:pt x="471195" y="46850"/>
                  </a:lnTo>
                  <a:lnTo>
                    <a:pt x="434035" y="102565"/>
                  </a:lnTo>
                  <a:lnTo>
                    <a:pt x="424878" y="179006"/>
                  </a:lnTo>
                  <a:lnTo>
                    <a:pt x="433247" y="220510"/>
                  </a:lnTo>
                  <a:lnTo>
                    <a:pt x="452158" y="257606"/>
                  </a:lnTo>
                  <a:lnTo>
                    <a:pt x="482473" y="288264"/>
                  </a:lnTo>
                  <a:lnTo>
                    <a:pt x="518147" y="308165"/>
                  </a:lnTo>
                  <a:lnTo>
                    <a:pt x="556641" y="320484"/>
                  </a:lnTo>
                  <a:lnTo>
                    <a:pt x="597623" y="326567"/>
                  </a:lnTo>
                  <a:lnTo>
                    <a:pt x="640791" y="327736"/>
                  </a:lnTo>
                  <a:lnTo>
                    <a:pt x="683907" y="324535"/>
                  </a:lnTo>
                  <a:lnTo>
                    <a:pt x="726147" y="315277"/>
                  </a:lnTo>
                  <a:lnTo>
                    <a:pt x="765175" y="298551"/>
                  </a:lnTo>
                  <a:lnTo>
                    <a:pt x="798652" y="272986"/>
                  </a:lnTo>
                  <a:lnTo>
                    <a:pt x="824242" y="237172"/>
                  </a:lnTo>
                  <a:lnTo>
                    <a:pt x="837577" y="195262"/>
                  </a:lnTo>
                  <a:lnTo>
                    <a:pt x="840181" y="156883"/>
                  </a:lnTo>
                  <a:close/>
                </a:path>
                <a:path w="2111375" h="329565">
                  <a:moveTo>
                    <a:pt x="1261059" y="216560"/>
                  </a:moveTo>
                  <a:lnTo>
                    <a:pt x="1233131" y="170815"/>
                  </a:lnTo>
                  <a:lnTo>
                    <a:pt x="1180312" y="149809"/>
                  </a:lnTo>
                  <a:lnTo>
                    <a:pt x="1131938" y="140652"/>
                  </a:lnTo>
                  <a:lnTo>
                    <a:pt x="1078712" y="133248"/>
                  </a:lnTo>
                  <a:lnTo>
                    <a:pt x="1056055" y="129540"/>
                  </a:lnTo>
                  <a:lnTo>
                    <a:pt x="1012825" y="116497"/>
                  </a:lnTo>
                  <a:lnTo>
                    <a:pt x="996276" y="93687"/>
                  </a:lnTo>
                  <a:lnTo>
                    <a:pt x="996327" y="83794"/>
                  </a:lnTo>
                  <a:lnTo>
                    <a:pt x="1029068" y="49707"/>
                  </a:lnTo>
                  <a:lnTo>
                    <a:pt x="1054239" y="46418"/>
                  </a:lnTo>
                  <a:lnTo>
                    <a:pt x="1067092" y="46558"/>
                  </a:lnTo>
                  <a:lnTo>
                    <a:pt x="1085126" y="51536"/>
                  </a:lnTo>
                  <a:lnTo>
                    <a:pt x="1101674" y="60477"/>
                  </a:lnTo>
                  <a:lnTo>
                    <a:pt x="1116228" y="72745"/>
                  </a:lnTo>
                  <a:lnTo>
                    <a:pt x="1128229" y="87655"/>
                  </a:lnTo>
                  <a:lnTo>
                    <a:pt x="1246670" y="88265"/>
                  </a:lnTo>
                  <a:lnTo>
                    <a:pt x="1249159" y="87566"/>
                  </a:lnTo>
                  <a:lnTo>
                    <a:pt x="1248803" y="86144"/>
                  </a:lnTo>
                  <a:lnTo>
                    <a:pt x="1216850" y="47078"/>
                  </a:lnTo>
                  <a:lnTo>
                    <a:pt x="1175410" y="21628"/>
                  </a:lnTo>
                  <a:lnTo>
                    <a:pt x="1127874" y="7378"/>
                  </a:lnTo>
                  <a:lnTo>
                    <a:pt x="1077595" y="1930"/>
                  </a:lnTo>
                  <a:lnTo>
                    <a:pt x="1035710" y="2095"/>
                  </a:lnTo>
                  <a:lnTo>
                    <a:pt x="994410" y="6870"/>
                  </a:lnTo>
                  <a:lnTo>
                    <a:pt x="954938" y="17322"/>
                  </a:lnTo>
                  <a:lnTo>
                    <a:pt x="918552" y="34455"/>
                  </a:lnTo>
                  <a:lnTo>
                    <a:pt x="888987" y="65786"/>
                  </a:lnTo>
                  <a:lnTo>
                    <a:pt x="880554" y="114757"/>
                  </a:lnTo>
                  <a:lnTo>
                    <a:pt x="883005" y="120802"/>
                  </a:lnTo>
                  <a:lnTo>
                    <a:pt x="884034" y="127190"/>
                  </a:lnTo>
                  <a:lnTo>
                    <a:pt x="920038" y="167233"/>
                  </a:lnTo>
                  <a:lnTo>
                    <a:pt x="973480" y="182613"/>
                  </a:lnTo>
                  <a:lnTo>
                    <a:pt x="1076007" y="201396"/>
                  </a:lnTo>
                  <a:lnTo>
                    <a:pt x="1109878" y="207784"/>
                  </a:lnTo>
                  <a:lnTo>
                    <a:pt x="1149108" y="234937"/>
                  </a:lnTo>
                  <a:lnTo>
                    <a:pt x="1150924" y="244652"/>
                  </a:lnTo>
                  <a:lnTo>
                    <a:pt x="1150467" y="254546"/>
                  </a:lnTo>
                  <a:lnTo>
                    <a:pt x="1147406" y="263753"/>
                  </a:lnTo>
                  <a:lnTo>
                    <a:pt x="1141476" y="271424"/>
                  </a:lnTo>
                  <a:lnTo>
                    <a:pt x="1121346" y="283552"/>
                  </a:lnTo>
                  <a:lnTo>
                    <a:pt x="1098245" y="288366"/>
                  </a:lnTo>
                  <a:lnTo>
                    <a:pt x="1074305" y="286994"/>
                  </a:lnTo>
                  <a:lnTo>
                    <a:pt x="1037653" y="272529"/>
                  </a:lnTo>
                  <a:lnTo>
                    <a:pt x="1012583" y="231406"/>
                  </a:lnTo>
                  <a:lnTo>
                    <a:pt x="880668" y="230720"/>
                  </a:lnTo>
                  <a:lnTo>
                    <a:pt x="899337" y="283387"/>
                  </a:lnTo>
                  <a:lnTo>
                    <a:pt x="939279" y="308673"/>
                  </a:lnTo>
                  <a:lnTo>
                    <a:pt x="993686" y="322948"/>
                  </a:lnTo>
                  <a:lnTo>
                    <a:pt x="1028776" y="326529"/>
                  </a:lnTo>
                  <a:lnTo>
                    <a:pt x="1034440" y="328333"/>
                  </a:lnTo>
                  <a:lnTo>
                    <a:pt x="1113155" y="329438"/>
                  </a:lnTo>
                  <a:lnTo>
                    <a:pt x="1116355" y="328752"/>
                  </a:lnTo>
                  <a:lnTo>
                    <a:pt x="1136624" y="327215"/>
                  </a:lnTo>
                  <a:lnTo>
                    <a:pt x="1175740" y="319328"/>
                  </a:lnTo>
                  <a:lnTo>
                    <a:pt x="1217980" y="301574"/>
                  </a:lnTo>
                  <a:lnTo>
                    <a:pt x="1253413" y="261531"/>
                  </a:lnTo>
                  <a:lnTo>
                    <a:pt x="1260462" y="235864"/>
                  </a:lnTo>
                  <a:lnTo>
                    <a:pt x="1261059" y="216560"/>
                  </a:lnTo>
                  <a:close/>
                </a:path>
                <a:path w="2111375" h="329565">
                  <a:moveTo>
                    <a:pt x="1695373" y="210070"/>
                  </a:moveTo>
                  <a:lnTo>
                    <a:pt x="1602816" y="210299"/>
                  </a:lnTo>
                  <a:lnTo>
                    <a:pt x="1597406" y="221615"/>
                  </a:lnTo>
                  <a:lnTo>
                    <a:pt x="1590814" y="232587"/>
                  </a:lnTo>
                  <a:lnTo>
                    <a:pt x="1552460" y="268503"/>
                  </a:lnTo>
                  <a:lnTo>
                    <a:pt x="1502498" y="281279"/>
                  </a:lnTo>
                  <a:lnTo>
                    <a:pt x="1476578" y="276682"/>
                  </a:lnTo>
                  <a:lnTo>
                    <a:pt x="1426438" y="240398"/>
                  </a:lnTo>
                  <a:lnTo>
                    <a:pt x="1402219" y="183743"/>
                  </a:lnTo>
                  <a:lnTo>
                    <a:pt x="1401368" y="166598"/>
                  </a:lnTo>
                  <a:lnTo>
                    <a:pt x="1402080" y="149529"/>
                  </a:lnTo>
                  <a:lnTo>
                    <a:pt x="1425054" y="90754"/>
                  </a:lnTo>
                  <a:lnTo>
                    <a:pt x="1475447" y="55118"/>
                  </a:lnTo>
                  <a:lnTo>
                    <a:pt x="1506105" y="50215"/>
                  </a:lnTo>
                  <a:lnTo>
                    <a:pt x="1535277" y="54317"/>
                  </a:lnTo>
                  <a:lnTo>
                    <a:pt x="1561642" y="67132"/>
                  </a:lnTo>
                  <a:lnTo>
                    <a:pt x="1583664" y="86779"/>
                  </a:lnTo>
                  <a:lnTo>
                    <a:pt x="1599768" y="111340"/>
                  </a:lnTo>
                  <a:lnTo>
                    <a:pt x="1686661" y="111785"/>
                  </a:lnTo>
                  <a:lnTo>
                    <a:pt x="1691982" y="111455"/>
                  </a:lnTo>
                  <a:lnTo>
                    <a:pt x="1689239" y="101955"/>
                  </a:lnTo>
                  <a:lnTo>
                    <a:pt x="1685734" y="92684"/>
                  </a:lnTo>
                  <a:lnTo>
                    <a:pt x="1648815" y="42557"/>
                  </a:lnTo>
                  <a:lnTo>
                    <a:pt x="1613750" y="20675"/>
                  </a:lnTo>
                  <a:lnTo>
                    <a:pt x="1573911" y="7607"/>
                  </a:lnTo>
                  <a:lnTo>
                    <a:pt x="1531886" y="1409"/>
                  </a:lnTo>
                  <a:lnTo>
                    <a:pt x="1504238" y="203"/>
                  </a:lnTo>
                  <a:lnTo>
                    <a:pt x="1451000" y="3911"/>
                  </a:lnTo>
                  <a:lnTo>
                    <a:pt x="1400289" y="16256"/>
                  </a:lnTo>
                  <a:lnTo>
                    <a:pt x="1355953" y="40741"/>
                  </a:lnTo>
                  <a:lnTo>
                    <a:pt x="1321892" y="80835"/>
                  </a:lnTo>
                  <a:lnTo>
                    <a:pt x="1303172" y="151599"/>
                  </a:lnTo>
                  <a:lnTo>
                    <a:pt x="1304671" y="189585"/>
                  </a:lnTo>
                  <a:lnTo>
                    <a:pt x="1327404" y="255333"/>
                  </a:lnTo>
                  <a:lnTo>
                    <a:pt x="1377873" y="301713"/>
                  </a:lnTo>
                  <a:lnTo>
                    <a:pt x="1408290" y="314629"/>
                  </a:lnTo>
                  <a:lnTo>
                    <a:pt x="1409357" y="315709"/>
                  </a:lnTo>
                  <a:lnTo>
                    <a:pt x="1409357" y="316052"/>
                  </a:lnTo>
                  <a:lnTo>
                    <a:pt x="1410766" y="315709"/>
                  </a:lnTo>
                  <a:lnTo>
                    <a:pt x="1426629" y="319811"/>
                  </a:lnTo>
                  <a:lnTo>
                    <a:pt x="1442872" y="323278"/>
                  </a:lnTo>
                  <a:lnTo>
                    <a:pt x="1459445" y="325882"/>
                  </a:lnTo>
                  <a:lnTo>
                    <a:pt x="1476324" y="327393"/>
                  </a:lnTo>
                  <a:lnTo>
                    <a:pt x="1515808" y="327799"/>
                  </a:lnTo>
                  <a:lnTo>
                    <a:pt x="1554530" y="324345"/>
                  </a:lnTo>
                  <a:lnTo>
                    <a:pt x="1626463" y="302628"/>
                  </a:lnTo>
                  <a:lnTo>
                    <a:pt x="1670570" y="265709"/>
                  </a:lnTo>
                  <a:lnTo>
                    <a:pt x="1694294" y="214312"/>
                  </a:lnTo>
                  <a:lnTo>
                    <a:pt x="1695005" y="212902"/>
                  </a:lnTo>
                  <a:lnTo>
                    <a:pt x="1695373" y="210070"/>
                  </a:lnTo>
                  <a:close/>
                </a:path>
                <a:path w="2111375" h="329565">
                  <a:moveTo>
                    <a:pt x="2111311" y="11468"/>
                  </a:moveTo>
                  <a:lnTo>
                    <a:pt x="2009533" y="10947"/>
                  </a:lnTo>
                  <a:lnTo>
                    <a:pt x="2008530" y="139674"/>
                  </a:lnTo>
                  <a:lnTo>
                    <a:pt x="1836534" y="138798"/>
                  </a:lnTo>
                  <a:lnTo>
                    <a:pt x="1837182" y="10426"/>
                  </a:lnTo>
                  <a:lnTo>
                    <a:pt x="1737893" y="9918"/>
                  </a:lnTo>
                  <a:lnTo>
                    <a:pt x="1736293" y="321627"/>
                  </a:lnTo>
                  <a:lnTo>
                    <a:pt x="1838071" y="322148"/>
                  </a:lnTo>
                  <a:lnTo>
                    <a:pt x="1839061" y="197675"/>
                  </a:lnTo>
                  <a:lnTo>
                    <a:pt x="2008581" y="198894"/>
                  </a:lnTo>
                  <a:lnTo>
                    <a:pt x="2007946" y="321602"/>
                  </a:lnTo>
                  <a:lnTo>
                    <a:pt x="2109724" y="322122"/>
                  </a:lnTo>
                  <a:lnTo>
                    <a:pt x="2111311" y="11468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36750" y="475106"/>
              <a:ext cx="2480945" cy="266065"/>
            </a:xfrm>
            <a:custGeom>
              <a:avLst/>
              <a:gdLst/>
              <a:ahLst/>
              <a:cxnLst/>
              <a:rect l="l" t="t" r="r" b="b"/>
              <a:pathLst>
                <a:path w="2480945" h="266065">
                  <a:moveTo>
                    <a:pt x="175272" y="1447"/>
                  </a:moveTo>
                  <a:lnTo>
                    <a:pt x="123494" y="1181"/>
                  </a:lnTo>
                  <a:lnTo>
                    <a:pt x="116395" y="2209"/>
                  </a:lnTo>
                  <a:lnTo>
                    <a:pt x="108585" y="4305"/>
                  </a:lnTo>
                  <a:lnTo>
                    <a:pt x="101130" y="5321"/>
                  </a:lnTo>
                  <a:lnTo>
                    <a:pt x="44577" y="35229"/>
                  </a:lnTo>
                  <a:lnTo>
                    <a:pt x="8140" y="87833"/>
                  </a:lnTo>
                  <a:lnTo>
                    <a:pt x="0" y="136779"/>
                  </a:lnTo>
                  <a:lnTo>
                    <a:pt x="2971" y="161975"/>
                  </a:lnTo>
                  <a:lnTo>
                    <a:pt x="29718" y="216865"/>
                  </a:lnTo>
                  <a:lnTo>
                    <a:pt x="91046" y="258343"/>
                  </a:lnTo>
                  <a:lnTo>
                    <a:pt x="128181" y="264350"/>
                  </a:lnTo>
                  <a:lnTo>
                    <a:pt x="128168" y="264706"/>
                  </a:lnTo>
                  <a:lnTo>
                    <a:pt x="174269" y="264934"/>
                  </a:lnTo>
                  <a:lnTo>
                    <a:pt x="174332" y="252882"/>
                  </a:lnTo>
                  <a:lnTo>
                    <a:pt x="134975" y="252679"/>
                  </a:lnTo>
                  <a:lnTo>
                    <a:pt x="106375" y="250405"/>
                  </a:lnTo>
                  <a:lnTo>
                    <a:pt x="57251" y="227647"/>
                  </a:lnTo>
                  <a:lnTo>
                    <a:pt x="25247" y="189064"/>
                  </a:lnTo>
                  <a:lnTo>
                    <a:pt x="12293" y="146634"/>
                  </a:lnTo>
                  <a:lnTo>
                    <a:pt x="12217" y="123317"/>
                  </a:lnTo>
                  <a:lnTo>
                    <a:pt x="19926" y="89776"/>
                  </a:lnTo>
                  <a:lnTo>
                    <a:pt x="62687" y="35318"/>
                  </a:lnTo>
                  <a:lnTo>
                    <a:pt x="112509" y="15455"/>
                  </a:lnTo>
                  <a:lnTo>
                    <a:pt x="133045" y="14274"/>
                  </a:lnTo>
                  <a:lnTo>
                    <a:pt x="154165" y="14554"/>
                  </a:lnTo>
                  <a:lnTo>
                    <a:pt x="175196" y="14566"/>
                  </a:lnTo>
                  <a:lnTo>
                    <a:pt x="175272" y="1447"/>
                  </a:lnTo>
                  <a:close/>
                </a:path>
                <a:path w="2480945" h="266065">
                  <a:moveTo>
                    <a:pt x="452945" y="736"/>
                  </a:moveTo>
                  <a:lnTo>
                    <a:pt x="307555" y="0"/>
                  </a:lnTo>
                  <a:lnTo>
                    <a:pt x="307479" y="13830"/>
                  </a:lnTo>
                  <a:lnTo>
                    <a:pt x="452882" y="14566"/>
                  </a:lnTo>
                  <a:lnTo>
                    <a:pt x="452945" y="736"/>
                  </a:lnTo>
                  <a:close/>
                </a:path>
                <a:path w="2480945" h="266065">
                  <a:moveTo>
                    <a:pt x="645160" y="1371"/>
                  </a:moveTo>
                  <a:lnTo>
                    <a:pt x="581685" y="685"/>
                  </a:lnTo>
                  <a:lnTo>
                    <a:pt x="581266" y="13449"/>
                  </a:lnTo>
                  <a:lnTo>
                    <a:pt x="634809" y="13373"/>
                  </a:lnTo>
                  <a:lnTo>
                    <a:pt x="645160" y="2438"/>
                  </a:lnTo>
                  <a:lnTo>
                    <a:pt x="645160" y="1371"/>
                  </a:lnTo>
                  <a:close/>
                </a:path>
                <a:path w="2480945" h="266065">
                  <a:moveTo>
                    <a:pt x="1076756" y="1803"/>
                  </a:moveTo>
                  <a:lnTo>
                    <a:pt x="1006894" y="1092"/>
                  </a:lnTo>
                  <a:lnTo>
                    <a:pt x="1001572" y="1778"/>
                  </a:lnTo>
                  <a:lnTo>
                    <a:pt x="1005090" y="6045"/>
                  </a:lnTo>
                  <a:lnTo>
                    <a:pt x="1007198" y="9956"/>
                  </a:lnTo>
                  <a:lnTo>
                    <a:pt x="1011796" y="13525"/>
                  </a:lnTo>
                  <a:lnTo>
                    <a:pt x="1067828" y="13817"/>
                  </a:lnTo>
                  <a:lnTo>
                    <a:pt x="1070686" y="9931"/>
                  </a:lnTo>
                  <a:lnTo>
                    <a:pt x="1074953" y="6400"/>
                  </a:lnTo>
                  <a:lnTo>
                    <a:pt x="1076756" y="1803"/>
                  </a:lnTo>
                  <a:close/>
                </a:path>
                <a:path w="2480945" h="266065">
                  <a:moveTo>
                    <a:pt x="1521117" y="1943"/>
                  </a:moveTo>
                  <a:lnTo>
                    <a:pt x="1429969" y="1130"/>
                  </a:lnTo>
                  <a:lnTo>
                    <a:pt x="1428559" y="1828"/>
                  </a:lnTo>
                  <a:lnTo>
                    <a:pt x="1426070" y="749"/>
                  </a:lnTo>
                  <a:lnTo>
                    <a:pt x="1425003" y="2159"/>
                  </a:lnTo>
                  <a:lnTo>
                    <a:pt x="1435239" y="12852"/>
                  </a:lnTo>
                  <a:lnTo>
                    <a:pt x="1511477" y="13957"/>
                  </a:lnTo>
                  <a:lnTo>
                    <a:pt x="1521104" y="3009"/>
                  </a:lnTo>
                  <a:lnTo>
                    <a:pt x="1521117" y="1943"/>
                  </a:lnTo>
                  <a:close/>
                </a:path>
                <a:path w="2480945" h="266065">
                  <a:moveTo>
                    <a:pt x="1911565" y="1460"/>
                  </a:moveTo>
                  <a:lnTo>
                    <a:pt x="1868297" y="1231"/>
                  </a:lnTo>
                  <a:lnTo>
                    <a:pt x="1866176" y="1943"/>
                  </a:lnTo>
                  <a:lnTo>
                    <a:pt x="1861921" y="139"/>
                  </a:lnTo>
                  <a:lnTo>
                    <a:pt x="1861197" y="2971"/>
                  </a:lnTo>
                  <a:lnTo>
                    <a:pt x="1870722" y="13309"/>
                  </a:lnTo>
                  <a:lnTo>
                    <a:pt x="1911502" y="13868"/>
                  </a:lnTo>
                  <a:lnTo>
                    <a:pt x="1911565" y="1460"/>
                  </a:lnTo>
                  <a:close/>
                </a:path>
                <a:path w="2480945" h="266065">
                  <a:moveTo>
                    <a:pt x="2181098" y="1066"/>
                  </a:moveTo>
                  <a:lnTo>
                    <a:pt x="2043849" y="368"/>
                  </a:lnTo>
                  <a:lnTo>
                    <a:pt x="2043785" y="13843"/>
                  </a:lnTo>
                  <a:lnTo>
                    <a:pt x="2181021" y="14541"/>
                  </a:lnTo>
                  <a:lnTo>
                    <a:pt x="2181098" y="1066"/>
                  </a:lnTo>
                  <a:close/>
                </a:path>
                <a:path w="2480945" h="266065">
                  <a:moveTo>
                    <a:pt x="2480500" y="122821"/>
                  </a:moveTo>
                  <a:lnTo>
                    <a:pt x="2479459" y="116420"/>
                  </a:lnTo>
                  <a:lnTo>
                    <a:pt x="2479141" y="110045"/>
                  </a:lnTo>
                  <a:lnTo>
                    <a:pt x="2477401" y="104000"/>
                  </a:lnTo>
                  <a:lnTo>
                    <a:pt x="2443086" y="41770"/>
                  </a:lnTo>
                  <a:lnTo>
                    <a:pt x="2381796" y="5994"/>
                  </a:lnTo>
                  <a:lnTo>
                    <a:pt x="2317280" y="1409"/>
                  </a:lnTo>
                  <a:lnTo>
                    <a:pt x="2317204" y="14173"/>
                  </a:lnTo>
                  <a:lnTo>
                    <a:pt x="2339200" y="14262"/>
                  </a:lnTo>
                  <a:lnTo>
                    <a:pt x="2361044" y="14935"/>
                  </a:lnTo>
                  <a:lnTo>
                    <a:pt x="2400846" y="25234"/>
                  </a:lnTo>
                  <a:lnTo>
                    <a:pt x="2449474" y="67906"/>
                  </a:lnTo>
                  <a:lnTo>
                    <a:pt x="2468753" y="129844"/>
                  </a:lnTo>
                  <a:lnTo>
                    <a:pt x="2470505" y="135178"/>
                  </a:lnTo>
                  <a:lnTo>
                    <a:pt x="2467292" y="139065"/>
                  </a:lnTo>
                  <a:lnTo>
                    <a:pt x="2468321" y="144386"/>
                  </a:lnTo>
                  <a:lnTo>
                    <a:pt x="2460587" y="177126"/>
                  </a:lnTo>
                  <a:lnTo>
                    <a:pt x="2419007" y="231013"/>
                  </a:lnTo>
                  <a:lnTo>
                    <a:pt x="2372461" y="251231"/>
                  </a:lnTo>
                  <a:lnTo>
                    <a:pt x="2354415" y="252857"/>
                  </a:lnTo>
                  <a:lnTo>
                    <a:pt x="2317051" y="252844"/>
                  </a:lnTo>
                  <a:lnTo>
                    <a:pt x="2316988" y="265252"/>
                  </a:lnTo>
                  <a:lnTo>
                    <a:pt x="2360257" y="265125"/>
                  </a:lnTo>
                  <a:lnTo>
                    <a:pt x="2361323" y="264058"/>
                  </a:lnTo>
                  <a:lnTo>
                    <a:pt x="2364511" y="265493"/>
                  </a:lnTo>
                  <a:lnTo>
                    <a:pt x="2364867" y="264083"/>
                  </a:lnTo>
                  <a:lnTo>
                    <a:pt x="2377109" y="261874"/>
                  </a:lnTo>
                  <a:lnTo>
                    <a:pt x="2388870" y="258749"/>
                  </a:lnTo>
                  <a:lnTo>
                    <a:pt x="2442006" y="226352"/>
                  </a:lnTo>
                  <a:lnTo>
                    <a:pt x="2477566" y="161594"/>
                  </a:lnTo>
                  <a:lnTo>
                    <a:pt x="2480500" y="1228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552596" y="489604"/>
              <a:ext cx="214629" cy="227329"/>
            </a:xfrm>
            <a:custGeom>
              <a:avLst/>
              <a:gdLst/>
              <a:ahLst/>
              <a:cxnLst/>
              <a:rect l="l" t="t" r="r" b="b"/>
              <a:pathLst>
                <a:path w="214629" h="227329">
                  <a:moveTo>
                    <a:pt x="214147" y="105752"/>
                  </a:moveTo>
                  <a:lnTo>
                    <a:pt x="204827" y="65233"/>
                  </a:lnTo>
                  <a:lnTo>
                    <a:pt x="183089" y="32232"/>
                  </a:lnTo>
                  <a:lnTo>
                    <a:pt x="151207" y="9290"/>
                  </a:lnTo>
                  <a:lnTo>
                    <a:pt x="112639" y="0"/>
                  </a:lnTo>
                  <a:lnTo>
                    <a:pt x="92548" y="756"/>
                  </a:lnTo>
                  <a:lnTo>
                    <a:pt x="47591" y="18681"/>
                  </a:lnTo>
                  <a:lnTo>
                    <a:pt x="9962" y="63917"/>
                  </a:lnTo>
                  <a:lnTo>
                    <a:pt x="0" y="118510"/>
                  </a:lnTo>
                  <a:lnTo>
                    <a:pt x="3692" y="144313"/>
                  </a:lnTo>
                  <a:lnTo>
                    <a:pt x="26862" y="189515"/>
                  </a:lnTo>
                  <a:lnTo>
                    <a:pt x="74088" y="221808"/>
                  </a:lnTo>
                  <a:lnTo>
                    <a:pt x="102127" y="227156"/>
                  </a:lnTo>
                  <a:lnTo>
                    <a:pt x="131307" y="224097"/>
                  </a:lnTo>
                  <a:lnTo>
                    <a:pt x="180387" y="196238"/>
                  </a:lnTo>
                  <a:lnTo>
                    <a:pt x="209361" y="147529"/>
                  </a:lnTo>
                  <a:lnTo>
                    <a:pt x="214147" y="1057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58201" y="497458"/>
              <a:ext cx="2437765" cy="222250"/>
            </a:xfrm>
            <a:custGeom>
              <a:avLst/>
              <a:gdLst/>
              <a:ahLst/>
              <a:cxnLst/>
              <a:rect l="l" t="t" r="r" b="b"/>
              <a:pathLst>
                <a:path w="2437765" h="222250">
                  <a:moveTo>
                    <a:pt x="153708" y="1079"/>
                  </a:moveTo>
                  <a:lnTo>
                    <a:pt x="109728" y="1079"/>
                  </a:lnTo>
                  <a:lnTo>
                    <a:pt x="88760" y="3009"/>
                  </a:lnTo>
                  <a:lnTo>
                    <a:pt x="43268" y="23482"/>
                  </a:lnTo>
                  <a:lnTo>
                    <a:pt x="6946" y="71234"/>
                  </a:lnTo>
                  <a:lnTo>
                    <a:pt x="0" y="99949"/>
                  </a:lnTo>
                  <a:lnTo>
                    <a:pt x="1524" y="132410"/>
                  </a:lnTo>
                  <a:lnTo>
                    <a:pt x="30962" y="187883"/>
                  </a:lnTo>
                  <a:lnTo>
                    <a:pt x="78346" y="216839"/>
                  </a:lnTo>
                  <a:lnTo>
                    <a:pt x="127431" y="221322"/>
                  </a:lnTo>
                  <a:lnTo>
                    <a:pt x="152933" y="221310"/>
                  </a:lnTo>
                  <a:lnTo>
                    <a:pt x="152984" y="210312"/>
                  </a:lnTo>
                  <a:lnTo>
                    <a:pt x="98031" y="209321"/>
                  </a:lnTo>
                  <a:lnTo>
                    <a:pt x="85813" y="207264"/>
                  </a:lnTo>
                  <a:lnTo>
                    <a:pt x="31915" y="173316"/>
                  </a:lnTo>
                  <a:lnTo>
                    <a:pt x="11239" y="122262"/>
                  </a:lnTo>
                  <a:lnTo>
                    <a:pt x="12090" y="92925"/>
                  </a:lnTo>
                  <a:lnTo>
                    <a:pt x="35598" y="44907"/>
                  </a:lnTo>
                  <a:lnTo>
                    <a:pt x="80568" y="15608"/>
                  </a:lnTo>
                  <a:lnTo>
                    <a:pt x="115925" y="11137"/>
                  </a:lnTo>
                  <a:lnTo>
                    <a:pt x="134899" y="11747"/>
                  </a:lnTo>
                  <a:lnTo>
                    <a:pt x="153644" y="11722"/>
                  </a:lnTo>
                  <a:lnTo>
                    <a:pt x="153708" y="1079"/>
                  </a:lnTo>
                  <a:close/>
                </a:path>
                <a:path w="2437765" h="222250">
                  <a:moveTo>
                    <a:pt x="153962" y="20942"/>
                  </a:moveTo>
                  <a:lnTo>
                    <a:pt x="133997" y="20942"/>
                  </a:lnTo>
                  <a:lnTo>
                    <a:pt x="114020" y="20472"/>
                  </a:lnTo>
                  <a:lnTo>
                    <a:pt x="94754" y="21742"/>
                  </a:lnTo>
                  <a:lnTo>
                    <a:pt x="56832" y="38404"/>
                  </a:lnTo>
                  <a:lnTo>
                    <a:pt x="27406" y="74269"/>
                  </a:lnTo>
                  <a:lnTo>
                    <a:pt x="20497" y="123418"/>
                  </a:lnTo>
                  <a:lnTo>
                    <a:pt x="27711" y="148551"/>
                  </a:lnTo>
                  <a:lnTo>
                    <a:pt x="62318" y="187515"/>
                  </a:lnTo>
                  <a:lnTo>
                    <a:pt x="105244" y="200418"/>
                  </a:lnTo>
                  <a:lnTo>
                    <a:pt x="153035" y="201091"/>
                  </a:lnTo>
                  <a:lnTo>
                    <a:pt x="153085" y="191516"/>
                  </a:lnTo>
                  <a:lnTo>
                    <a:pt x="125069" y="191554"/>
                  </a:lnTo>
                  <a:lnTo>
                    <a:pt x="111086" y="191312"/>
                  </a:lnTo>
                  <a:lnTo>
                    <a:pt x="97053" y="190525"/>
                  </a:lnTo>
                  <a:lnTo>
                    <a:pt x="95643" y="189103"/>
                  </a:lnTo>
                  <a:lnTo>
                    <a:pt x="92798" y="190855"/>
                  </a:lnTo>
                  <a:lnTo>
                    <a:pt x="92100" y="188722"/>
                  </a:lnTo>
                  <a:lnTo>
                    <a:pt x="87490" y="189052"/>
                  </a:lnTo>
                  <a:lnTo>
                    <a:pt x="82892" y="186905"/>
                  </a:lnTo>
                  <a:lnTo>
                    <a:pt x="45212" y="159854"/>
                  </a:lnTo>
                  <a:lnTo>
                    <a:pt x="30035" y="121031"/>
                  </a:lnTo>
                  <a:lnTo>
                    <a:pt x="30734" y="95758"/>
                  </a:lnTo>
                  <a:lnTo>
                    <a:pt x="53365" y="53428"/>
                  </a:lnTo>
                  <a:lnTo>
                    <a:pt x="91808" y="32054"/>
                  </a:lnTo>
                  <a:lnTo>
                    <a:pt x="112191" y="30175"/>
                  </a:lnTo>
                  <a:lnTo>
                    <a:pt x="133299" y="30505"/>
                  </a:lnTo>
                  <a:lnTo>
                    <a:pt x="153911" y="30518"/>
                  </a:lnTo>
                  <a:lnTo>
                    <a:pt x="153962" y="20942"/>
                  </a:lnTo>
                  <a:close/>
                </a:path>
                <a:path w="2437765" h="222250">
                  <a:moveTo>
                    <a:pt x="431190" y="39382"/>
                  </a:moveTo>
                  <a:lnTo>
                    <a:pt x="286499" y="38646"/>
                  </a:lnTo>
                  <a:lnTo>
                    <a:pt x="285750" y="46799"/>
                  </a:lnTo>
                  <a:lnTo>
                    <a:pt x="286791" y="51054"/>
                  </a:lnTo>
                  <a:lnTo>
                    <a:pt x="431126" y="51803"/>
                  </a:lnTo>
                  <a:lnTo>
                    <a:pt x="431190" y="39382"/>
                  </a:lnTo>
                  <a:close/>
                </a:path>
                <a:path w="2437765" h="222250">
                  <a:moveTo>
                    <a:pt x="431292" y="20586"/>
                  </a:moveTo>
                  <a:lnTo>
                    <a:pt x="285889" y="19850"/>
                  </a:lnTo>
                  <a:lnTo>
                    <a:pt x="285838" y="29781"/>
                  </a:lnTo>
                  <a:lnTo>
                    <a:pt x="431241" y="30518"/>
                  </a:lnTo>
                  <a:lnTo>
                    <a:pt x="431292" y="20586"/>
                  </a:lnTo>
                  <a:close/>
                </a:path>
                <a:path w="2437765" h="222250">
                  <a:moveTo>
                    <a:pt x="431380" y="1079"/>
                  </a:moveTo>
                  <a:lnTo>
                    <a:pt x="285991" y="342"/>
                  </a:lnTo>
                  <a:lnTo>
                    <a:pt x="285927" y="10985"/>
                  </a:lnTo>
                  <a:lnTo>
                    <a:pt x="431330" y="11722"/>
                  </a:lnTo>
                  <a:lnTo>
                    <a:pt x="431380" y="1079"/>
                  </a:lnTo>
                  <a:close/>
                </a:path>
                <a:path w="2437765" h="222250">
                  <a:moveTo>
                    <a:pt x="585812" y="39471"/>
                  </a:moveTo>
                  <a:lnTo>
                    <a:pt x="559930" y="38976"/>
                  </a:lnTo>
                  <a:lnTo>
                    <a:pt x="559866" y="50685"/>
                  </a:lnTo>
                  <a:lnTo>
                    <a:pt x="580428" y="50787"/>
                  </a:lnTo>
                  <a:lnTo>
                    <a:pt x="582917" y="49733"/>
                  </a:lnTo>
                  <a:lnTo>
                    <a:pt x="585812" y="39471"/>
                  </a:lnTo>
                  <a:close/>
                </a:path>
                <a:path w="2437765" h="222250">
                  <a:moveTo>
                    <a:pt x="593356" y="21412"/>
                  </a:moveTo>
                  <a:lnTo>
                    <a:pt x="593001" y="20358"/>
                  </a:lnTo>
                  <a:lnTo>
                    <a:pt x="560019" y="19824"/>
                  </a:lnTo>
                  <a:lnTo>
                    <a:pt x="559968" y="29400"/>
                  </a:lnTo>
                  <a:lnTo>
                    <a:pt x="588340" y="29552"/>
                  </a:lnTo>
                  <a:lnTo>
                    <a:pt x="592251" y="28498"/>
                  </a:lnTo>
                  <a:lnTo>
                    <a:pt x="591566" y="23888"/>
                  </a:lnTo>
                  <a:lnTo>
                    <a:pt x="593356" y="21412"/>
                  </a:lnTo>
                  <a:close/>
                </a:path>
                <a:path w="2437765" h="222250">
                  <a:moveTo>
                    <a:pt x="605155" y="914"/>
                  </a:moveTo>
                  <a:lnTo>
                    <a:pt x="560120" y="330"/>
                  </a:lnTo>
                  <a:lnTo>
                    <a:pt x="560070" y="10604"/>
                  </a:lnTo>
                  <a:lnTo>
                    <a:pt x="598728" y="10807"/>
                  </a:lnTo>
                  <a:lnTo>
                    <a:pt x="601218" y="8331"/>
                  </a:lnTo>
                  <a:lnTo>
                    <a:pt x="603719" y="4445"/>
                  </a:lnTo>
                  <a:lnTo>
                    <a:pt x="605155" y="914"/>
                  </a:lnTo>
                  <a:close/>
                </a:path>
                <a:path w="2437765" h="222250">
                  <a:moveTo>
                    <a:pt x="807974" y="9398"/>
                  </a:moveTo>
                  <a:lnTo>
                    <a:pt x="804418" y="9639"/>
                  </a:lnTo>
                  <a:lnTo>
                    <a:pt x="802995" y="9728"/>
                  </a:lnTo>
                  <a:lnTo>
                    <a:pt x="797687" y="8280"/>
                  </a:lnTo>
                  <a:lnTo>
                    <a:pt x="793419" y="10388"/>
                  </a:lnTo>
                  <a:lnTo>
                    <a:pt x="799096" y="10414"/>
                  </a:lnTo>
                  <a:lnTo>
                    <a:pt x="802995" y="10693"/>
                  </a:lnTo>
                  <a:lnTo>
                    <a:pt x="804418" y="10795"/>
                  </a:lnTo>
                  <a:lnTo>
                    <a:pt x="807974" y="10312"/>
                  </a:lnTo>
                  <a:lnTo>
                    <a:pt x="807974" y="9398"/>
                  </a:lnTo>
                  <a:close/>
                </a:path>
                <a:path w="2437765" h="222250">
                  <a:moveTo>
                    <a:pt x="809383" y="10109"/>
                  </a:moveTo>
                  <a:lnTo>
                    <a:pt x="808583" y="10223"/>
                  </a:lnTo>
                  <a:lnTo>
                    <a:pt x="808583" y="10515"/>
                  </a:lnTo>
                  <a:lnTo>
                    <a:pt x="809383" y="10109"/>
                  </a:lnTo>
                  <a:close/>
                </a:path>
                <a:path w="2437765" h="222250">
                  <a:moveTo>
                    <a:pt x="855383" y="28790"/>
                  </a:moveTo>
                  <a:lnTo>
                    <a:pt x="852563" y="25577"/>
                  </a:lnTo>
                  <a:lnTo>
                    <a:pt x="845146" y="21285"/>
                  </a:lnTo>
                  <a:lnTo>
                    <a:pt x="782726" y="20256"/>
                  </a:lnTo>
                  <a:lnTo>
                    <a:pt x="760742" y="20497"/>
                  </a:lnTo>
                  <a:lnTo>
                    <a:pt x="755777" y="21894"/>
                  </a:lnTo>
                  <a:lnTo>
                    <a:pt x="751497" y="25412"/>
                  </a:lnTo>
                  <a:lnTo>
                    <a:pt x="747572" y="29298"/>
                  </a:lnTo>
                  <a:lnTo>
                    <a:pt x="801293" y="29933"/>
                  </a:lnTo>
                  <a:lnTo>
                    <a:pt x="828255" y="29921"/>
                  </a:lnTo>
                  <a:lnTo>
                    <a:pt x="855027" y="29489"/>
                  </a:lnTo>
                  <a:lnTo>
                    <a:pt x="855383" y="28790"/>
                  </a:lnTo>
                  <a:close/>
                </a:path>
                <a:path w="2437765" h="222250">
                  <a:moveTo>
                    <a:pt x="875131" y="51231"/>
                  </a:moveTo>
                  <a:lnTo>
                    <a:pt x="873734" y="46609"/>
                  </a:lnTo>
                  <a:lnTo>
                    <a:pt x="870204" y="43751"/>
                  </a:lnTo>
                  <a:lnTo>
                    <a:pt x="867384" y="39839"/>
                  </a:lnTo>
                  <a:lnTo>
                    <a:pt x="830503" y="39293"/>
                  </a:lnTo>
                  <a:lnTo>
                    <a:pt x="736892" y="39179"/>
                  </a:lnTo>
                  <a:lnTo>
                    <a:pt x="732612" y="42341"/>
                  </a:lnTo>
                  <a:lnTo>
                    <a:pt x="727964" y="51193"/>
                  </a:lnTo>
                  <a:lnTo>
                    <a:pt x="815555" y="51993"/>
                  </a:lnTo>
                  <a:lnTo>
                    <a:pt x="871943" y="51917"/>
                  </a:lnTo>
                  <a:lnTo>
                    <a:pt x="875131" y="51231"/>
                  </a:lnTo>
                  <a:close/>
                </a:path>
                <a:path w="2437765" h="222250">
                  <a:moveTo>
                    <a:pt x="1032649" y="39268"/>
                  </a:moveTo>
                  <a:lnTo>
                    <a:pt x="1027684" y="39598"/>
                  </a:lnTo>
                  <a:lnTo>
                    <a:pt x="1021664" y="38506"/>
                  </a:lnTo>
                  <a:lnTo>
                    <a:pt x="1017397" y="40259"/>
                  </a:lnTo>
                  <a:lnTo>
                    <a:pt x="1019492" y="47713"/>
                  </a:lnTo>
                  <a:lnTo>
                    <a:pt x="1019810" y="53746"/>
                  </a:lnTo>
                  <a:lnTo>
                    <a:pt x="1027988" y="49885"/>
                  </a:lnTo>
                  <a:lnTo>
                    <a:pt x="1032598" y="50965"/>
                  </a:lnTo>
                  <a:lnTo>
                    <a:pt x="1032649" y="39268"/>
                  </a:lnTo>
                  <a:close/>
                </a:path>
                <a:path w="2437765" h="222250">
                  <a:moveTo>
                    <a:pt x="1034478" y="28994"/>
                  </a:moveTo>
                  <a:lnTo>
                    <a:pt x="1032738" y="23660"/>
                  </a:lnTo>
                  <a:lnTo>
                    <a:pt x="1033805" y="21183"/>
                  </a:lnTo>
                  <a:lnTo>
                    <a:pt x="1026007" y="20434"/>
                  </a:lnTo>
                  <a:lnTo>
                    <a:pt x="1017511" y="20040"/>
                  </a:lnTo>
                  <a:lnTo>
                    <a:pt x="1010043" y="21069"/>
                  </a:lnTo>
                  <a:lnTo>
                    <a:pt x="1010742" y="23901"/>
                  </a:lnTo>
                  <a:lnTo>
                    <a:pt x="1011796" y="26746"/>
                  </a:lnTo>
                  <a:lnTo>
                    <a:pt x="1013206" y="29235"/>
                  </a:lnTo>
                  <a:lnTo>
                    <a:pt x="1030935" y="30035"/>
                  </a:lnTo>
                  <a:lnTo>
                    <a:pt x="1034478" y="28994"/>
                  </a:lnTo>
                  <a:close/>
                </a:path>
                <a:path w="2437765" h="222250">
                  <a:moveTo>
                    <a:pt x="1040295" y="1003"/>
                  </a:moveTo>
                  <a:lnTo>
                    <a:pt x="1029462" y="1016"/>
                  </a:lnTo>
                  <a:lnTo>
                    <a:pt x="1018527" y="901"/>
                  </a:lnTo>
                  <a:lnTo>
                    <a:pt x="1007922" y="1041"/>
                  </a:lnTo>
                  <a:lnTo>
                    <a:pt x="998093" y="1854"/>
                  </a:lnTo>
                  <a:lnTo>
                    <a:pt x="1000201" y="4699"/>
                  </a:lnTo>
                  <a:lnTo>
                    <a:pt x="1001610" y="7899"/>
                  </a:lnTo>
                  <a:lnTo>
                    <a:pt x="1004074" y="10756"/>
                  </a:lnTo>
                  <a:lnTo>
                    <a:pt x="1037056" y="10566"/>
                  </a:lnTo>
                  <a:lnTo>
                    <a:pt x="1040282" y="4191"/>
                  </a:lnTo>
                  <a:lnTo>
                    <a:pt x="1040295" y="1003"/>
                  </a:lnTo>
                  <a:close/>
                </a:path>
                <a:path w="2437765" h="222250">
                  <a:moveTo>
                    <a:pt x="1248067" y="10223"/>
                  </a:moveTo>
                  <a:lnTo>
                    <a:pt x="1241907" y="7429"/>
                  </a:lnTo>
                  <a:lnTo>
                    <a:pt x="1235189" y="5816"/>
                  </a:lnTo>
                  <a:lnTo>
                    <a:pt x="1227988" y="5143"/>
                  </a:lnTo>
                  <a:lnTo>
                    <a:pt x="1220431" y="5118"/>
                  </a:lnTo>
                  <a:lnTo>
                    <a:pt x="1212977" y="6502"/>
                  </a:lnTo>
                  <a:lnTo>
                    <a:pt x="1204468" y="6807"/>
                  </a:lnTo>
                  <a:lnTo>
                    <a:pt x="1198422" y="10325"/>
                  </a:lnTo>
                  <a:lnTo>
                    <a:pt x="1210602" y="10629"/>
                  </a:lnTo>
                  <a:lnTo>
                    <a:pt x="1223098" y="10807"/>
                  </a:lnTo>
                  <a:lnTo>
                    <a:pt x="1235659" y="10718"/>
                  </a:lnTo>
                  <a:lnTo>
                    <a:pt x="1248067" y="10223"/>
                  </a:lnTo>
                  <a:close/>
                </a:path>
                <a:path w="2437765" h="222250">
                  <a:moveTo>
                    <a:pt x="1274216" y="28448"/>
                  </a:moveTo>
                  <a:lnTo>
                    <a:pt x="1271752" y="25946"/>
                  </a:lnTo>
                  <a:lnTo>
                    <a:pt x="1265034" y="20243"/>
                  </a:lnTo>
                  <a:lnTo>
                    <a:pt x="1244815" y="20408"/>
                  </a:lnTo>
                  <a:lnTo>
                    <a:pt x="1203833" y="20332"/>
                  </a:lnTo>
                  <a:lnTo>
                    <a:pt x="1183817" y="20891"/>
                  </a:lnTo>
                  <a:lnTo>
                    <a:pt x="1183449" y="23723"/>
                  </a:lnTo>
                  <a:lnTo>
                    <a:pt x="1180960" y="26555"/>
                  </a:lnTo>
                  <a:lnTo>
                    <a:pt x="1182712" y="29400"/>
                  </a:lnTo>
                  <a:lnTo>
                    <a:pt x="1205865" y="29705"/>
                  </a:lnTo>
                  <a:lnTo>
                    <a:pt x="1228369" y="29806"/>
                  </a:lnTo>
                  <a:lnTo>
                    <a:pt x="1250734" y="29654"/>
                  </a:lnTo>
                  <a:lnTo>
                    <a:pt x="1273505" y="29146"/>
                  </a:lnTo>
                  <a:lnTo>
                    <a:pt x="1274216" y="28448"/>
                  </a:lnTo>
                  <a:close/>
                </a:path>
                <a:path w="2437765" h="222250">
                  <a:moveTo>
                    <a:pt x="1463878" y="43243"/>
                  </a:moveTo>
                  <a:lnTo>
                    <a:pt x="1463535" y="39700"/>
                  </a:lnTo>
                  <a:lnTo>
                    <a:pt x="1446161" y="39255"/>
                  </a:lnTo>
                  <a:lnTo>
                    <a:pt x="1442250" y="41008"/>
                  </a:lnTo>
                  <a:lnTo>
                    <a:pt x="1449324" y="45656"/>
                  </a:lnTo>
                  <a:lnTo>
                    <a:pt x="1443990" y="47040"/>
                  </a:lnTo>
                  <a:lnTo>
                    <a:pt x="1285481" y="45885"/>
                  </a:lnTo>
                  <a:lnTo>
                    <a:pt x="1282319" y="39484"/>
                  </a:lnTo>
                  <a:lnTo>
                    <a:pt x="1188694" y="39357"/>
                  </a:lnTo>
                  <a:lnTo>
                    <a:pt x="1459217" y="51384"/>
                  </a:lnTo>
                  <a:lnTo>
                    <a:pt x="1460995" y="50317"/>
                  </a:lnTo>
                  <a:lnTo>
                    <a:pt x="1462074" y="46786"/>
                  </a:lnTo>
                  <a:lnTo>
                    <a:pt x="1463878" y="43243"/>
                  </a:lnTo>
                  <a:close/>
                </a:path>
                <a:path w="2437765" h="222250">
                  <a:moveTo>
                    <a:pt x="1471079" y="21297"/>
                  </a:moveTo>
                  <a:lnTo>
                    <a:pt x="1462087" y="20815"/>
                  </a:lnTo>
                  <a:lnTo>
                    <a:pt x="1452905" y="20586"/>
                  </a:lnTo>
                  <a:lnTo>
                    <a:pt x="1443850" y="20764"/>
                  </a:lnTo>
                  <a:lnTo>
                    <a:pt x="1435252" y="21463"/>
                  </a:lnTo>
                  <a:lnTo>
                    <a:pt x="1439468" y="29641"/>
                  </a:lnTo>
                  <a:lnTo>
                    <a:pt x="1446733" y="29933"/>
                  </a:lnTo>
                  <a:lnTo>
                    <a:pt x="1453781" y="30073"/>
                  </a:lnTo>
                  <a:lnTo>
                    <a:pt x="1460754" y="29959"/>
                  </a:lnTo>
                  <a:lnTo>
                    <a:pt x="1467840" y="29438"/>
                  </a:lnTo>
                  <a:lnTo>
                    <a:pt x="1471079" y="21297"/>
                  </a:lnTo>
                  <a:close/>
                </a:path>
                <a:path w="2437765" h="222250">
                  <a:moveTo>
                    <a:pt x="1481823" y="1485"/>
                  </a:moveTo>
                  <a:lnTo>
                    <a:pt x="1452562" y="952"/>
                  </a:lnTo>
                  <a:lnTo>
                    <a:pt x="1437830" y="927"/>
                  </a:lnTo>
                  <a:lnTo>
                    <a:pt x="1423301" y="1193"/>
                  </a:lnTo>
                  <a:lnTo>
                    <a:pt x="1424355" y="4737"/>
                  </a:lnTo>
                  <a:lnTo>
                    <a:pt x="1426819" y="7594"/>
                  </a:lnTo>
                  <a:lnTo>
                    <a:pt x="1428927" y="10795"/>
                  </a:lnTo>
                  <a:lnTo>
                    <a:pt x="1476806" y="11036"/>
                  </a:lnTo>
                  <a:lnTo>
                    <a:pt x="1481442" y="5029"/>
                  </a:lnTo>
                  <a:lnTo>
                    <a:pt x="1481823" y="1485"/>
                  </a:lnTo>
                  <a:close/>
                </a:path>
                <a:path w="2437765" h="222250">
                  <a:moveTo>
                    <a:pt x="1683562" y="10325"/>
                  </a:moveTo>
                  <a:lnTo>
                    <a:pt x="1682496" y="10312"/>
                  </a:lnTo>
                  <a:lnTo>
                    <a:pt x="1682140" y="9956"/>
                  </a:lnTo>
                  <a:lnTo>
                    <a:pt x="1677530" y="9588"/>
                  </a:lnTo>
                  <a:lnTo>
                    <a:pt x="1671154" y="8483"/>
                  </a:lnTo>
                  <a:lnTo>
                    <a:pt x="1666887" y="10591"/>
                  </a:lnTo>
                  <a:lnTo>
                    <a:pt x="1672209" y="10972"/>
                  </a:lnTo>
                  <a:lnTo>
                    <a:pt x="1678241" y="11353"/>
                  </a:lnTo>
                  <a:lnTo>
                    <a:pt x="1683562" y="10325"/>
                  </a:lnTo>
                  <a:close/>
                </a:path>
                <a:path w="2437765" h="222250">
                  <a:moveTo>
                    <a:pt x="1727809" y="27216"/>
                  </a:moveTo>
                  <a:lnTo>
                    <a:pt x="1723555" y="26492"/>
                  </a:lnTo>
                  <a:lnTo>
                    <a:pt x="1722145" y="24345"/>
                  </a:lnTo>
                  <a:lnTo>
                    <a:pt x="1716493" y="20777"/>
                  </a:lnTo>
                  <a:lnTo>
                    <a:pt x="1696199" y="20586"/>
                  </a:lnTo>
                  <a:lnTo>
                    <a:pt x="1633855" y="20713"/>
                  </a:lnTo>
                  <a:lnTo>
                    <a:pt x="1629587" y="23164"/>
                  </a:lnTo>
                  <a:lnTo>
                    <a:pt x="1625320" y="25984"/>
                  </a:lnTo>
                  <a:lnTo>
                    <a:pt x="1621751" y="29514"/>
                  </a:lnTo>
                  <a:lnTo>
                    <a:pt x="1622107" y="29870"/>
                  </a:lnTo>
                  <a:lnTo>
                    <a:pt x="1727428" y="30403"/>
                  </a:lnTo>
                  <a:lnTo>
                    <a:pt x="1727809" y="27216"/>
                  </a:lnTo>
                  <a:close/>
                </a:path>
                <a:path w="2437765" h="222250">
                  <a:moveTo>
                    <a:pt x="1747177" y="52146"/>
                  </a:moveTo>
                  <a:lnTo>
                    <a:pt x="1745780" y="47523"/>
                  </a:lnTo>
                  <a:lnTo>
                    <a:pt x="1742262" y="43599"/>
                  </a:lnTo>
                  <a:lnTo>
                    <a:pt x="1738731" y="40043"/>
                  </a:lnTo>
                  <a:lnTo>
                    <a:pt x="1611426" y="39039"/>
                  </a:lnTo>
                  <a:lnTo>
                    <a:pt x="1611414" y="39738"/>
                  </a:lnTo>
                  <a:lnTo>
                    <a:pt x="1608213" y="42557"/>
                  </a:lnTo>
                  <a:lnTo>
                    <a:pt x="1605000" y="46799"/>
                  </a:lnTo>
                  <a:lnTo>
                    <a:pt x="1603565" y="51054"/>
                  </a:lnTo>
                  <a:lnTo>
                    <a:pt x="1747177" y="52146"/>
                  </a:lnTo>
                  <a:close/>
                </a:path>
                <a:path w="2437765" h="222250">
                  <a:moveTo>
                    <a:pt x="1890014" y="736"/>
                  </a:moveTo>
                  <a:lnTo>
                    <a:pt x="1881771" y="1016"/>
                  </a:lnTo>
                  <a:lnTo>
                    <a:pt x="1873605" y="749"/>
                  </a:lnTo>
                  <a:lnTo>
                    <a:pt x="1865566" y="622"/>
                  </a:lnTo>
                  <a:lnTo>
                    <a:pt x="1857730" y="1282"/>
                  </a:lnTo>
                  <a:lnTo>
                    <a:pt x="1863001" y="10528"/>
                  </a:lnTo>
                  <a:lnTo>
                    <a:pt x="1889950" y="11023"/>
                  </a:lnTo>
                  <a:lnTo>
                    <a:pt x="1890014" y="736"/>
                  </a:lnTo>
                  <a:close/>
                </a:path>
                <a:path w="2437765" h="222250">
                  <a:moveTo>
                    <a:pt x="1890166" y="39395"/>
                  </a:moveTo>
                  <a:lnTo>
                    <a:pt x="1885556" y="39370"/>
                  </a:lnTo>
                  <a:lnTo>
                    <a:pt x="1881301" y="39700"/>
                  </a:lnTo>
                  <a:lnTo>
                    <a:pt x="1877047" y="39687"/>
                  </a:lnTo>
                  <a:lnTo>
                    <a:pt x="1876679" y="42519"/>
                  </a:lnTo>
                  <a:lnTo>
                    <a:pt x="1878431" y="45364"/>
                  </a:lnTo>
                  <a:lnTo>
                    <a:pt x="1878418" y="48196"/>
                  </a:lnTo>
                  <a:lnTo>
                    <a:pt x="1879447" y="53530"/>
                  </a:lnTo>
                  <a:lnTo>
                    <a:pt x="1886204" y="50012"/>
                  </a:lnTo>
                  <a:lnTo>
                    <a:pt x="1890102" y="51092"/>
                  </a:lnTo>
                  <a:lnTo>
                    <a:pt x="1890166" y="39395"/>
                  </a:lnTo>
                  <a:close/>
                </a:path>
                <a:path w="2437765" h="222250">
                  <a:moveTo>
                    <a:pt x="1890268" y="20599"/>
                  </a:moveTo>
                  <a:lnTo>
                    <a:pt x="1870405" y="20497"/>
                  </a:lnTo>
                  <a:lnTo>
                    <a:pt x="1868982" y="21551"/>
                  </a:lnTo>
                  <a:lnTo>
                    <a:pt x="1870024" y="24396"/>
                  </a:lnTo>
                  <a:lnTo>
                    <a:pt x="1870367" y="27584"/>
                  </a:lnTo>
                  <a:lnTo>
                    <a:pt x="1872843" y="29730"/>
                  </a:lnTo>
                  <a:lnTo>
                    <a:pt x="1890217" y="29819"/>
                  </a:lnTo>
                  <a:lnTo>
                    <a:pt x="1890268" y="20599"/>
                  </a:lnTo>
                  <a:close/>
                </a:path>
                <a:path w="2437765" h="222250">
                  <a:moveTo>
                    <a:pt x="2158974" y="39700"/>
                  </a:moveTo>
                  <a:lnTo>
                    <a:pt x="2022094" y="39001"/>
                  </a:lnTo>
                  <a:lnTo>
                    <a:pt x="2022030" y="51066"/>
                  </a:lnTo>
                  <a:lnTo>
                    <a:pt x="2158923" y="51765"/>
                  </a:lnTo>
                  <a:lnTo>
                    <a:pt x="2158974" y="39700"/>
                  </a:lnTo>
                  <a:close/>
                </a:path>
                <a:path w="2437765" h="222250">
                  <a:moveTo>
                    <a:pt x="2159076" y="20904"/>
                  </a:moveTo>
                  <a:lnTo>
                    <a:pt x="2022182" y="20218"/>
                  </a:lnTo>
                  <a:lnTo>
                    <a:pt x="2022144" y="29781"/>
                  </a:lnTo>
                  <a:lnTo>
                    <a:pt x="2159025" y="30480"/>
                  </a:lnTo>
                  <a:lnTo>
                    <a:pt x="2159076" y="20904"/>
                  </a:lnTo>
                  <a:close/>
                </a:path>
                <a:path w="2437765" h="222250">
                  <a:moveTo>
                    <a:pt x="2159177" y="698"/>
                  </a:moveTo>
                  <a:lnTo>
                    <a:pt x="2022297" y="0"/>
                  </a:lnTo>
                  <a:lnTo>
                    <a:pt x="2022233" y="11341"/>
                  </a:lnTo>
                  <a:lnTo>
                    <a:pt x="2159127" y="12039"/>
                  </a:lnTo>
                  <a:lnTo>
                    <a:pt x="2159177" y="698"/>
                  </a:lnTo>
                  <a:close/>
                </a:path>
                <a:path w="2437765" h="222250">
                  <a:moveTo>
                    <a:pt x="2399080" y="105117"/>
                  </a:moveTo>
                  <a:lnTo>
                    <a:pt x="2385568" y="69278"/>
                  </a:lnTo>
                  <a:lnTo>
                    <a:pt x="2355773" y="45326"/>
                  </a:lnTo>
                  <a:lnTo>
                    <a:pt x="2326843" y="39725"/>
                  </a:lnTo>
                  <a:lnTo>
                    <a:pt x="2311057" y="39966"/>
                  </a:lnTo>
                  <a:lnTo>
                    <a:pt x="2295512" y="39700"/>
                  </a:lnTo>
                  <a:lnTo>
                    <a:pt x="2295448" y="51396"/>
                  </a:lnTo>
                  <a:lnTo>
                    <a:pt x="2309723" y="51638"/>
                  </a:lnTo>
                  <a:lnTo>
                    <a:pt x="2324303" y="51282"/>
                  </a:lnTo>
                  <a:lnTo>
                    <a:pt x="2338286" y="52120"/>
                  </a:lnTo>
                  <a:lnTo>
                    <a:pt x="2373846" y="73748"/>
                  </a:lnTo>
                  <a:lnTo>
                    <a:pt x="2386546" y="116827"/>
                  </a:lnTo>
                  <a:lnTo>
                    <a:pt x="2382977" y="132930"/>
                  </a:lnTo>
                  <a:lnTo>
                    <a:pt x="2348179" y="166890"/>
                  </a:lnTo>
                  <a:lnTo>
                    <a:pt x="2313698" y="170713"/>
                  </a:lnTo>
                  <a:lnTo>
                    <a:pt x="2295550" y="170561"/>
                  </a:lnTo>
                  <a:lnTo>
                    <a:pt x="2295499" y="182257"/>
                  </a:lnTo>
                  <a:lnTo>
                    <a:pt x="2341829" y="180949"/>
                  </a:lnTo>
                  <a:lnTo>
                    <a:pt x="2383117" y="155816"/>
                  </a:lnTo>
                  <a:lnTo>
                    <a:pt x="2398179" y="123380"/>
                  </a:lnTo>
                  <a:lnTo>
                    <a:pt x="2399080" y="105117"/>
                  </a:lnTo>
                  <a:close/>
                </a:path>
                <a:path w="2437765" h="222250">
                  <a:moveTo>
                    <a:pt x="2417546" y="101676"/>
                  </a:moveTo>
                  <a:lnTo>
                    <a:pt x="2398585" y="55168"/>
                  </a:lnTo>
                  <a:lnTo>
                    <a:pt x="2357996" y="25831"/>
                  </a:lnTo>
                  <a:lnTo>
                    <a:pt x="2327872" y="20802"/>
                  </a:lnTo>
                  <a:lnTo>
                    <a:pt x="2311743" y="20815"/>
                  </a:lnTo>
                  <a:lnTo>
                    <a:pt x="2295614" y="20548"/>
                  </a:lnTo>
                  <a:lnTo>
                    <a:pt x="2295563" y="30480"/>
                  </a:lnTo>
                  <a:lnTo>
                    <a:pt x="2320734" y="30518"/>
                  </a:lnTo>
                  <a:lnTo>
                    <a:pt x="2333053" y="30873"/>
                  </a:lnTo>
                  <a:lnTo>
                    <a:pt x="2382062" y="51219"/>
                  </a:lnTo>
                  <a:lnTo>
                    <a:pt x="2404859" y="86715"/>
                  </a:lnTo>
                  <a:lnTo>
                    <a:pt x="2408237" y="110578"/>
                  </a:lnTo>
                  <a:lnTo>
                    <a:pt x="2405011" y="134061"/>
                  </a:lnTo>
                  <a:lnTo>
                    <a:pt x="2379942" y="172758"/>
                  </a:lnTo>
                  <a:lnTo>
                    <a:pt x="2341105" y="190296"/>
                  </a:lnTo>
                  <a:lnTo>
                    <a:pt x="2318804" y="192201"/>
                  </a:lnTo>
                  <a:lnTo>
                    <a:pt x="2295448" y="191833"/>
                  </a:lnTo>
                  <a:lnTo>
                    <a:pt x="2295398" y="201409"/>
                  </a:lnTo>
                  <a:lnTo>
                    <a:pt x="2334133" y="200812"/>
                  </a:lnTo>
                  <a:lnTo>
                    <a:pt x="2391524" y="175107"/>
                  </a:lnTo>
                  <a:lnTo>
                    <a:pt x="2416302" y="128803"/>
                  </a:lnTo>
                  <a:lnTo>
                    <a:pt x="2417546" y="101676"/>
                  </a:lnTo>
                  <a:close/>
                </a:path>
                <a:path w="2437765" h="222250">
                  <a:moveTo>
                    <a:pt x="2437371" y="126111"/>
                  </a:moveTo>
                  <a:lnTo>
                    <a:pt x="2428621" y="65341"/>
                  </a:lnTo>
                  <a:lnTo>
                    <a:pt x="2388743" y="19113"/>
                  </a:lnTo>
                  <a:lnTo>
                    <a:pt x="2346312" y="2603"/>
                  </a:lnTo>
                  <a:lnTo>
                    <a:pt x="2295715" y="1041"/>
                  </a:lnTo>
                  <a:lnTo>
                    <a:pt x="2295652" y="11684"/>
                  </a:lnTo>
                  <a:lnTo>
                    <a:pt x="2328634" y="11849"/>
                  </a:lnTo>
                  <a:lnTo>
                    <a:pt x="2350236" y="14046"/>
                  </a:lnTo>
                  <a:lnTo>
                    <a:pt x="2388082" y="31559"/>
                  </a:lnTo>
                  <a:lnTo>
                    <a:pt x="2414117" y="61226"/>
                  </a:lnTo>
                  <a:lnTo>
                    <a:pt x="2420861" y="77216"/>
                  </a:lnTo>
                  <a:lnTo>
                    <a:pt x="2422982" y="80060"/>
                  </a:lnTo>
                  <a:lnTo>
                    <a:pt x="2423668" y="83972"/>
                  </a:lnTo>
                  <a:lnTo>
                    <a:pt x="2424709" y="87871"/>
                  </a:lnTo>
                  <a:lnTo>
                    <a:pt x="2427046" y="118427"/>
                  </a:lnTo>
                  <a:lnTo>
                    <a:pt x="2405570" y="173012"/>
                  </a:lnTo>
                  <a:lnTo>
                    <a:pt x="2363495" y="204254"/>
                  </a:lnTo>
                  <a:lnTo>
                    <a:pt x="2319197" y="211035"/>
                  </a:lnTo>
                  <a:lnTo>
                    <a:pt x="2295347" y="210629"/>
                  </a:lnTo>
                  <a:lnTo>
                    <a:pt x="2295296" y="221970"/>
                  </a:lnTo>
                  <a:lnTo>
                    <a:pt x="2346668" y="219659"/>
                  </a:lnTo>
                  <a:lnTo>
                    <a:pt x="2388298" y="203657"/>
                  </a:lnTo>
                  <a:lnTo>
                    <a:pt x="2428887" y="155816"/>
                  </a:lnTo>
                  <a:lnTo>
                    <a:pt x="2437371" y="1261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96874" y="536575"/>
              <a:ext cx="114831" cy="1431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53802" y="558076"/>
              <a:ext cx="81980" cy="10053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144598" y="556996"/>
              <a:ext cx="1872614" cy="15240"/>
            </a:xfrm>
            <a:custGeom>
              <a:avLst/>
              <a:gdLst/>
              <a:ahLst/>
              <a:cxnLst/>
              <a:rect l="l" t="t" r="r" b="b"/>
              <a:pathLst>
                <a:path w="1872615" h="15240">
                  <a:moveTo>
                    <a:pt x="144678" y="1130"/>
                  </a:moveTo>
                  <a:lnTo>
                    <a:pt x="0" y="381"/>
                  </a:lnTo>
                  <a:lnTo>
                    <a:pt x="330" y="3937"/>
                  </a:lnTo>
                  <a:lnTo>
                    <a:pt x="144665" y="4673"/>
                  </a:lnTo>
                  <a:lnTo>
                    <a:pt x="144678" y="1130"/>
                  </a:lnTo>
                  <a:close/>
                </a:path>
                <a:path w="1872615" h="15240">
                  <a:moveTo>
                    <a:pt x="293624" y="1892"/>
                  </a:moveTo>
                  <a:lnTo>
                    <a:pt x="292925" y="812"/>
                  </a:lnTo>
                  <a:lnTo>
                    <a:pt x="273418" y="723"/>
                  </a:lnTo>
                  <a:lnTo>
                    <a:pt x="273354" y="12420"/>
                  </a:lnTo>
                  <a:lnTo>
                    <a:pt x="279387" y="12458"/>
                  </a:lnTo>
                  <a:lnTo>
                    <a:pt x="286118" y="12839"/>
                  </a:lnTo>
                  <a:lnTo>
                    <a:pt x="291795" y="12166"/>
                  </a:lnTo>
                  <a:lnTo>
                    <a:pt x="293624" y="1892"/>
                  </a:lnTo>
                  <a:close/>
                </a:path>
                <a:path w="1872615" h="15240">
                  <a:moveTo>
                    <a:pt x="598919" y="12306"/>
                  </a:moveTo>
                  <a:lnTo>
                    <a:pt x="598576" y="8407"/>
                  </a:lnTo>
                  <a:lnTo>
                    <a:pt x="596468" y="5562"/>
                  </a:lnTo>
                  <a:lnTo>
                    <a:pt x="594715" y="2006"/>
                  </a:lnTo>
                  <a:lnTo>
                    <a:pt x="436549" y="838"/>
                  </a:lnTo>
                  <a:lnTo>
                    <a:pt x="435127" y="1905"/>
                  </a:lnTo>
                  <a:lnTo>
                    <a:pt x="433692" y="5080"/>
                  </a:lnTo>
                  <a:lnTo>
                    <a:pt x="431190" y="8623"/>
                  </a:lnTo>
                  <a:lnTo>
                    <a:pt x="431876" y="12166"/>
                  </a:lnTo>
                  <a:lnTo>
                    <a:pt x="597496" y="13373"/>
                  </a:lnTo>
                  <a:lnTo>
                    <a:pt x="597141" y="12306"/>
                  </a:lnTo>
                  <a:lnTo>
                    <a:pt x="598208" y="12661"/>
                  </a:lnTo>
                  <a:lnTo>
                    <a:pt x="598919" y="12306"/>
                  </a:lnTo>
                  <a:close/>
                </a:path>
                <a:path w="1872615" h="15240">
                  <a:moveTo>
                    <a:pt x="748944" y="9182"/>
                  </a:moveTo>
                  <a:lnTo>
                    <a:pt x="747890" y="6337"/>
                  </a:lnTo>
                  <a:lnTo>
                    <a:pt x="747560" y="3492"/>
                  </a:lnTo>
                  <a:lnTo>
                    <a:pt x="746506" y="1358"/>
                  </a:lnTo>
                  <a:lnTo>
                    <a:pt x="743305" y="990"/>
                  </a:lnTo>
                  <a:lnTo>
                    <a:pt x="740473" y="622"/>
                  </a:lnTo>
                  <a:lnTo>
                    <a:pt x="736930" y="1663"/>
                  </a:lnTo>
                  <a:lnTo>
                    <a:pt x="736892" y="9118"/>
                  </a:lnTo>
                  <a:lnTo>
                    <a:pt x="738644" y="12319"/>
                  </a:lnTo>
                  <a:lnTo>
                    <a:pt x="741832" y="13042"/>
                  </a:lnTo>
                  <a:lnTo>
                    <a:pt x="745731" y="13068"/>
                  </a:lnTo>
                  <a:lnTo>
                    <a:pt x="748931" y="12014"/>
                  </a:lnTo>
                  <a:lnTo>
                    <a:pt x="748944" y="9182"/>
                  </a:lnTo>
                  <a:close/>
                </a:path>
                <a:path w="1872615" h="15240">
                  <a:moveTo>
                    <a:pt x="1172400" y="5664"/>
                  </a:moveTo>
                  <a:lnTo>
                    <a:pt x="1172057" y="1765"/>
                  </a:lnTo>
                  <a:lnTo>
                    <a:pt x="1056106" y="469"/>
                  </a:lnTo>
                  <a:lnTo>
                    <a:pt x="992974" y="1562"/>
                  </a:lnTo>
                  <a:lnTo>
                    <a:pt x="1009256" y="4305"/>
                  </a:lnTo>
                  <a:lnTo>
                    <a:pt x="1025042" y="6515"/>
                  </a:lnTo>
                  <a:lnTo>
                    <a:pt x="1040815" y="8991"/>
                  </a:lnTo>
                  <a:lnTo>
                    <a:pt x="1056398" y="12522"/>
                  </a:lnTo>
                  <a:lnTo>
                    <a:pt x="1169517" y="13462"/>
                  </a:lnTo>
                  <a:lnTo>
                    <a:pt x="1172400" y="5664"/>
                  </a:lnTo>
                  <a:close/>
                </a:path>
                <a:path w="1872615" h="15240">
                  <a:moveTo>
                    <a:pt x="1604010" y="1143"/>
                  </a:moveTo>
                  <a:lnTo>
                    <a:pt x="1601177" y="1473"/>
                  </a:lnTo>
                  <a:lnTo>
                    <a:pt x="1598345" y="749"/>
                  </a:lnTo>
                  <a:lnTo>
                    <a:pt x="1595856" y="1803"/>
                  </a:lnTo>
                  <a:lnTo>
                    <a:pt x="1595843" y="4991"/>
                  </a:lnTo>
                  <a:lnTo>
                    <a:pt x="1597952" y="8204"/>
                  </a:lnTo>
                  <a:lnTo>
                    <a:pt x="1596872" y="11036"/>
                  </a:lnTo>
                  <a:lnTo>
                    <a:pt x="1470621" y="10388"/>
                  </a:lnTo>
                  <a:lnTo>
                    <a:pt x="1466062" y="1498"/>
                  </a:lnTo>
                  <a:lnTo>
                    <a:pt x="1312506" y="0"/>
                  </a:lnTo>
                  <a:lnTo>
                    <a:pt x="1309662" y="3175"/>
                  </a:lnTo>
                  <a:lnTo>
                    <a:pt x="1307503" y="8128"/>
                  </a:lnTo>
                  <a:lnTo>
                    <a:pt x="1306766" y="12738"/>
                  </a:lnTo>
                  <a:lnTo>
                    <a:pt x="1603946" y="14617"/>
                  </a:lnTo>
                  <a:lnTo>
                    <a:pt x="1604010" y="1143"/>
                  </a:lnTo>
                  <a:close/>
                </a:path>
                <a:path w="1872615" h="15240">
                  <a:moveTo>
                    <a:pt x="1872475" y="1447"/>
                  </a:moveTo>
                  <a:lnTo>
                    <a:pt x="1735937" y="749"/>
                  </a:lnTo>
                  <a:lnTo>
                    <a:pt x="1735924" y="4292"/>
                  </a:lnTo>
                  <a:lnTo>
                    <a:pt x="1872449" y="4991"/>
                  </a:lnTo>
                  <a:lnTo>
                    <a:pt x="1872475" y="1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18181" y="556806"/>
              <a:ext cx="93422" cy="10169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939125" y="577875"/>
              <a:ext cx="2275840" cy="163195"/>
            </a:xfrm>
            <a:custGeom>
              <a:avLst/>
              <a:gdLst/>
              <a:ahLst/>
              <a:cxnLst/>
              <a:rect l="l" t="t" r="r" b="b"/>
              <a:pathLst>
                <a:path w="2275840" h="163195">
                  <a:moveTo>
                    <a:pt x="72364" y="1168"/>
                  </a:moveTo>
                  <a:lnTo>
                    <a:pt x="24853" y="927"/>
                  </a:lnTo>
                  <a:lnTo>
                    <a:pt x="20942" y="1968"/>
                  </a:lnTo>
                  <a:lnTo>
                    <a:pt x="17386" y="4076"/>
                  </a:lnTo>
                  <a:lnTo>
                    <a:pt x="13830" y="5473"/>
                  </a:lnTo>
                  <a:lnTo>
                    <a:pt x="6997" y="11582"/>
                  </a:lnTo>
                  <a:lnTo>
                    <a:pt x="2273" y="19126"/>
                  </a:lnTo>
                  <a:lnTo>
                    <a:pt x="0" y="27800"/>
                  </a:lnTo>
                  <a:lnTo>
                    <a:pt x="546" y="37325"/>
                  </a:lnTo>
                  <a:lnTo>
                    <a:pt x="72072" y="59321"/>
                  </a:lnTo>
                  <a:lnTo>
                    <a:pt x="72148" y="45135"/>
                  </a:lnTo>
                  <a:lnTo>
                    <a:pt x="23202" y="44538"/>
                  </a:lnTo>
                  <a:lnTo>
                    <a:pt x="17538" y="42379"/>
                  </a:lnTo>
                  <a:lnTo>
                    <a:pt x="14376" y="36690"/>
                  </a:lnTo>
                  <a:lnTo>
                    <a:pt x="13703" y="31013"/>
                  </a:lnTo>
                  <a:lnTo>
                    <a:pt x="14084" y="25336"/>
                  </a:lnTo>
                  <a:lnTo>
                    <a:pt x="16598" y="18618"/>
                  </a:lnTo>
                  <a:lnTo>
                    <a:pt x="22644" y="16522"/>
                  </a:lnTo>
                  <a:lnTo>
                    <a:pt x="72288" y="16421"/>
                  </a:lnTo>
                  <a:lnTo>
                    <a:pt x="72364" y="1168"/>
                  </a:lnTo>
                  <a:close/>
                </a:path>
                <a:path w="2275840" h="163195">
                  <a:moveTo>
                    <a:pt x="349389" y="129895"/>
                  </a:moveTo>
                  <a:lnTo>
                    <a:pt x="206832" y="129171"/>
                  </a:lnTo>
                  <a:lnTo>
                    <a:pt x="206768" y="140868"/>
                  </a:lnTo>
                  <a:lnTo>
                    <a:pt x="349326" y="141605"/>
                  </a:lnTo>
                  <a:lnTo>
                    <a:pt x="349389" y="129895"/>
                  </a:lnTo>
                  <a:close/>
                </a:path>
                <a:path w="2275840" h="163195">
                  <a:moveTo>
                    <a:pt x="349491" y="111099"/>
                  </a:moveTo>
                  <a:lnTo>
                    <a:pt x="206921" y="110375"/>
                  </a:lnTo>
                  <a:lnTo>
                    <a:pt x="206870" y="120307"/>
                  </a:lnTo>
                  <a:lnTo>
                    <a:pt x="349440" y="121031"/>
                  </a:lnTo>
                  <a:lnTo>
                    <a:pt x="349491" y="111099"/>
                  </a:lnTo>
                  <a:close/>
                </a:path>
                <a:path w="2275840" h="163195">
                  <a:moveTo>
                    <a:pt x="349592" y="89827"/>
                  </a:moveTo>
                  <a:lnTo>
                    <a:pt x="207035" y="89103"/>
                  </a:lnTo>
                  <a:lnTo>
                    <a:pt x="206971" y="101511"/>
                  </a:lnTo>
                  <a:lnTo>
                    <a:pt x="349529" y="102235"/>
                  </a:lnTo>
                  <a:lnTo>
                    <a:pt x="349592" y="89827"/>
                  </a:lnTo>
                  <a:close/>
                </a:path>
                <a:path w="2275840" h="163195">
                  <a:moveTo>
                    <a:pt x="349643" y="149758"/>
                  </a:moveTo>
                  <a:lnTo>
                    <a:pt x="206730" y="149034"/>
                  </a:lnTo>
                  <a:lnTo>
                    <a:pt x="206667" y="162153"/>
                  </a:lnTo>
                  <a:lnTo>
                    <a:pt x="349580" y="162877"/>
                  </a:lnTo>
                  <a:lnTo>
                    <a:pt x="349643" y="149758"/>
                  </a:lnTo>
                  <a:close/>
                </a:path>
                <a:path w="2275840" h="163195">
                  <a:moveTo>
                    <a:pt x="349669" y="75285"/>
                  </a:moveTo>
                  <a:lnTo>
                    <a:pt x="207111" y="74561"/>
                  </a:lnTo>
                  <a:lnTo>
                    <a:pt x="207086" y="80238"/>
                  </a:lnTo>
                  <a:lnTo>
                    <a:pt x="349643" y="80962"/>
                  </a:lnTo>
                  <a:lnTo>
                    <a:pt x="349669" y="75285"/>
                  </a:lnTo>
                  <a:close/>
                </a:path>
                <a:path w="2275840" h="163195">
                  <a:moveTo>
                    <a:pt x="496023" y="27444"/>
                  </a:moveTo>
                  <a:lnTo>
                    <a:pt x="494626" y="23901"/>
                  </a:lnTo>
                  <a:lnTo>
                    <a:pt x="478663" y="23812"/>
                  </a:lnTo>
                  <a:lnTo>
                    <a:pt x="478599" y="36220"/>
                  </a:lnTo>
                  <a:lnTo>
                    <a:pt x="484276" y="35902"/>
                  </a:lnTo>
                  <a:lnTo>
                    <a:pt x="490296" y="36995"/>
                  </a:lnTo>
                  <a:lnTo>
                    <a:pt x="495274" y="35598"/>
                  </a:lnTo>
                  <a:lnTo>
                    <a:pt x="494944" y="31699"/>
                  </a:lnTo>
                  <a:lnTo>
                    <a:pt x="496023" y="27444"/>
                  </a:lnTo>
                  <a:close/>
                </a:path>
                <a:path w="2275840" h="163195">
                  <a:moveTo>
                    <a:pt x="496150" y="2273"/>
                  </a:moveTo>
                  <a:lnTo>
                    <a:pt x="495096" y="1206"/>
                  </a:lnTo>
                  <a:lnTo>
                    <a:pt x="478777" y="1117"/>
                  </a:lnTo>
                  <a:lnTo>
                    <a:pt x="478764" y="5372"/>
                  </a:lnTo>
                  <a:lnTo>
                    <a:pt x="478028" y="10693"/>
                  </a:lnTo>
                  <a:lnTo>
                    <a:pt x="479069" y="14236"/>
                  </a:lnTo>
                  <a:lnTo>
                    <a:pt x="484746" y="14274"/>
                  </a:lnTo>
                  <a:lnTo>
                    <a:pt x="490410" y="15011"/>
                  </a:lnTo>
                  <a:lnTo>
                    <a:pt x="495033" y="13970"/>
                  </a:lnTo>
                  <a:lnTo>
                    <a:pt x="496150" y="2273"/>
                  </a:lnTo>
                  <a:close/>
                </a:path>
                <a:path w="2275840" h="163195">
                  <a:moveTo>
                    <a:pt x="497281" y="58305"/>
                  </a:moveTo>
                  <a:lnTo>
                    <a:pt x="496608" y="51219"/>
                  </a:lnTo>
                  <a:lnTo>
                    <a:pt x="495554" y="49784"/>
                  </a:lnTo>
                  <a:lnTo>
                    <a:pt x="496989" y="47307"/>
                  </a:lnTo>
                  <a:lnTo>
                    <a:pt x="495223" y="45885"/>
                  </a:lnTo>
                  <a:lnTo>
                    <a:pt x="478548" y="45796"/>
                  </a:lnTo>
                  <a:lnTo>
                    <a:pt x="478485" y="58928"/>
                  </a:lnTo>
                  <a:lnTo>
                    <a:pt x="484873" y="58953"/>
                  </a:lnTo>
                  <a:lnTo>
                    <a:pt x="491248" y="59702"/>
                  </a:lnTo>
                  <a:lnTo>
                    <a:pt x="497281" y="58305"/>
                  </a:lnTo>
                  <a:close/>
                </a:path>
                <a:path w="2275840" h="163195">
                  <a:moveTo>
                    <a:pt x="501789" y="79616"/>
                  </a:moveTo>
                  <a:lnTo>
                    <a:pt x="501446" y="75704"/>
                  </a:lnTo>
                  <a:lnTo>
                    <a:pt x="500405" y="72161"/>
                  </a:lnTo>
                  <a:lnTo>
                    <a:pt x="499008" y="68961"/>
                  </a:lnTo>
                  <a:lnTo>
                    <a:pt x="478434" y="68503"/>
                  </a:lnTo>
                  <a:lnTo>
                    <a:pt x="478383" y="80200"/>
                  </a:lnTo>
                  <a:lnTo>
                    <a:pt x="486892" y="79883"/>
                  </a:lnTo>
                  <a:lnTo>
                    <a:pt x="493979" y="80632"/>
                  </a:lnTo>
                  <a:lnTo>
                    <a:pt x="501789" y="79616"/>
                  </a:lnTo>
                  <a:close/>
                </a:path>
                <a:path w="2275840" h="163195">
                  <a:moveTo>
                    <a:pt x="509485" y="100215"/>
                  </a:moveTo>
                  <a:lnTo>
                    <a:pt x="508431" y="96672"/>
                  </a:lnTo>
                  <a:lnTo>
                    <a:pt x="506679" y="93472"/>
                  </a:lnTo>
                  <a:lnTo>
                    <a:pt x="504926" y="89916"/>
                  </a:lnTo>
                  <a:lnTo>
                    <a:pt x="478332" y="89776"/>
                  </a:lnTo>
                  <a:lnTo>
                    <a:pt x="478269" y="101117"/>
                  </a:lnTo>
                  <a:lnTo>
                    <a:pt x="508419" y="101282"/>
                  </a:lnTo>
                  <a:lnTo>
                    <a:pt x="509485" y="100215"/>
                  </a:lnTo>
                  <a:close/>
                </a:path>
                <a:path w="2275840" h="163195">
                  <a:moveTo>
                    <a:pt x="518960" y="119773"/>
                  </a:moveTo>
                  <a:lnTo>
                    <a:pt x="517563" y="116573"/>
                  </a:lnTo>
                  <a:lnTo>
                    <a:pt x="516509" y="112661"/>
                  </a:lnTo>
                  <a:lnTo>
                    <a:pt x="513334" y="110883"/>
                  </a:lnTo>
                  <a:lnTo>
                    <a:pt x="476453" y="111048"/>
                  </a:lnTo>
                  <a:lnTo>
                    <a:pt x="479259" y="117081"/>
                  </a:lnTo>
                  <a:lnTo>
                    <a:pt x="478523" y="120269"/>
                  </a:lnTo>
                  <a:lnTo>
                    <a:pt x="498602" y="120561"/>
                  </a:lnTo>
                  <a:lnTo>
                    <a:pt x="508990" y="120434"/>
                  </a:lnTo>
                  <a:lnTo>
                    <a:pt x="518960" y="119773"/>
                  </a:lnTo>
                  <a:close/>
                </a:path>
                <a:path w="2275840" h="163195">
                  <a:moveTo>
                    <a:pt x="533755" y="140055"/>
                  </a:moveTo>
                  <a:lnTo>
                    <a:pt x="526707" y="130454"/>
                  </a:lnTo>
                  <a:lnTo>
                    <a:pt x="478485" y="129844"/>
                  </a:lnTo>
                  <a:lnTo>
                    <a:pt x="478421" y="140843"/>
                  </a:lnTo>
                  <a:lnTo>
                    <a:pt x="532333" y="140766"/>
                  </a:lnTo>
                  <a:lnTo>
                    <a:pt x="533755" y="140055"/>
                  </a:lnTo>
                  <a:close/>
                </a:path>
                <a:path w="2275840" h="163195">
                  <a:moveTo>
                    <a:pt x="556336" y="161099"/>
                  </a:moveTo>
                  <a:lnTo>
                    <a:pt x="552805" y="157886"/>
                  </a:lnTo>
                  <a:lnTo>
                    <a:pt x="548563" y="155028"/>
                  </a:lnTo>
                  <a:lnTo>
                    <a:pt x="545045" y="150761"/>
                  </a:lnTo>
                  <a:lnTo>
                    <a:pt x="478370" y="150063"/>
                  </a:lnTo>
                  <a:lnTo>
                    <a:pt x="478358" y="153962"/>
                  </a:lnTo>
                  <a:lnTo>
                    <a:pt x="477621" y="158572"/>
                  </a:lnTo>
                  <a:lnTo>
                    <a:pt x="479031" y="161772"/>
                  </a:lnTo>
                  <a:lnTo>
                    <a:pt x="498221" y="162179"/>
                  </a:lnTo>
                  <a:lnTo>
                    <a:pt x="555269" y="162153"/>
                  </a:lnTo>
                  <a:lnTo>
                    <a:pt x="556336" y="161099"/>
                  </a:lnTo>
                  <a:close/>
                </a:path>
                <a:path w="2275840" h="163195">
                  <a:moveTo>
                    <a:pt x="758380" y="111417"/>
                  </a:moveTo>
                  <a:lnTo>
                    <a:pt x="740283" y="110998"/>
                  </a:lnTo>
                  <a:lnTo>
                    <a:pt x="721093" y="110921"/>
                  </a:lnTo>
                  <a:lnTo>
                    <a:pt x="701573" y="111188"/>
                  </a:lnTo>
                  <a:lnTo>
                    <a:pt x="682485" y="111747"/>
                  </a:lnTo>
                  <a:lnTo>
                    <a:pt x="684606" y="113880"/>
                  </a:lnTo>
                  <a:lnTo>
                    <a:pt x="689559" y="115328"/>
                  </a:lnTo>
                  <a:lnTo>
                    <a:pt x="699820" y="119100"/>
                  </a:lnTo>
                  <a:lnTo>
                    <a:pt x="711161" y="120446"/>
                  </a:lnTo>
                  <a:lnTo>
                    <a:pt x="734923" y="120523"/>
                  </a:lnTo>
                  <a:lnTo>
                    <a:pt x="751624" y="116357"/>
                  </a:lnTo>
                  <a:lnTo>
                    <a:pt x="758380" y="111417"/>
                  </a:lnTo>
                  <a:close/>
                </a:path>
                <a:path w="2275840" h="163195">
                  <a:moveTo>
                    <a:pt x="785799" y="90284"/>
                  </a:moveTo>
                  <a:lnTo>
                    <a:pt x="660260" y="89281"/>
                  </a:lnTo>
                  <a:lnTo>
                    <a:pt x="659193" y="90703"/>
                  </a:lnTo>
                  <a:lnTo>
                    <a:pt x="655650" y="88912"/>
                  </a:lnTo>
                  <a:lnTo>
                    <a:pt x="654939" y="90678"/>
                  </a:lnTo>
                  <a:lnTo>
                    <a:pt x="664464" y="100660"/>
                  </a:lnTo>
                  <a:lnTo>
                    <a:pt x="774039" y="101930"/>
                  </a:lnTo>
                  <a:lnTo>
                    <a:pt x="777595" y="98399"/>
                  </a:lnTo>
                  <a:lnTo>
                    <a:pt x="783640" y="95592"/>
                  </a:lnTo>
                  <a:lnTo>
                    <a:pt x="785799" y="90284"/>
                  </a:lnTo>
                  <a:close/>
                </a:path>
                <a:path w="2275840" h="163195">
                  <a:moveTo>
                    <a:pt x="799376" y="69075"/>
                  </a:moveTo>
                  <a:lnTo>
                    <a:pt x="642277" y="67919"/>
                  </a:lnTo>
                  <a:lnTo>
                    <a:pt x="642277" y="68630"/>
                  </a:lnTo>
                  <a:lnTo>
                    <a:pt x="639432" y="69672"/>
                  </a:lnTo>
                  <a:lnTo>
                    <a:pt x="643331" y="72174"/>
                  </a:lnTo>
                  <a:lnTo>
                    <a:pt x="642251" y="74650"/>
                  </a:lnTo>
                  <a:lnTo>
                    <a:pt x="644017" y="75374"/>
                  </a:lnTo>
                  <a:lnTo>
                    <a:pt x="645071" y="78219"/>
                  </a:lnTo>
                  <a:lnTo>
                    <a:pt x="646836" y="79997"/>
                  </a:lnTo>
                  <a:lnTo>
                    <a:pt x="736549" y="80454"/>
                  </a:lnTo>
                  <a:lnTo>
                    <a:pt x="793292" y="80391"/>
                  </a:lnTo>
                  <a:lnTo>
                    <a:pt x="796150" y="77571"/>
                  </a:lnTo>
                  <a:lnTo>
                    <a:pt x="798652" y="72974"/>
                  </a:lnTo>
                  <a:lnTo>
                    <a:pt x="799376" y="69075"/>
                  </a:lnTo>
                  <a:close/>
                </a:path>
                <a:path w="2275840" h="163195">
                  <a:moveTo>
                    <a:pt x="807656" y="46418"/>
                  </a:moveTo>
                  <a:lnTo>
                    <a:pt x="758367" y="45097"/>
                  </a:lnTo>
                  <a:lnTo>
                    <a:pt x="634961" y="44831"/>
                  </a:lnTo>
                  <a:lnTo>
                    <a:pt x="632815" y="46596"/>
                  </a:lnTo>
                  <a:lnTo>
                    <a:pt x="633857" y="50495"/>
                  </a:lnTo>
                  <a:lnTo>
                    <a:pt x="634199" y="54749"/>
                  </a:lnTo>
                  <a:lnTo>
                    <a:pt x="636308" y="58661"/>
                  </a:lnTo>
                  <a:lnTo>
                    <a:pt x="803325" y="59524"/>
                  </a:lnTo>
                  <a:lnTo>
                    <a:pt x="806183" y="56337"/>
                  </a:lnTo>
                  <a:lnTo>
                    <a:pt x="807275" y="51028"/>
                  </a:lnTo>
                  <a:lnTo>
                    <a:pt x="807656" y="46418"/>
                  </a:lnTo>
                  <a:close/>
                </a:path>
                <a:path w="2275840" h="163195">
                  <a:moveTo>
                    <a:pt x="810577" y="28702"/>
                  </a:moveTo>
                  <a:lnTo>
                    <a:pt x="809536" y="25146"/>
                  </a:lnTo>
                  <a:lnTo>
                    <a:pt x="631164" y="23533"/>
                  </a:lnTo>
                  <a:lnTo>
                    <a:pt x="630085" y="27419"/>
                  </a:lnTo>
                  <a:lnTo>
                    <a:pt x="630059" y="32385"/>
                  </a:lnTo>
                  <a:lnTo>
                    <a:pt x="631101" y="36296"/>
                  </a:lnTo>
                  <a:lnTo>
                    <a:pt x="809472" y="37211"/>
                  </a:lnTo>
                  <a:lnTo>
                    <a:pt x="810552" y="33667"/>
                  </a:lnTo>
                  <a:lnTo>
                    <a:pt x="810577" y="28702"/>
                  </a:lnTo>
                  <a:close/>
                </a:path>
                <a:path w="2275840" h="163195">
                  <a:moveTo>
                    <a:pt x="810679" y="10617"/>
                  </a:moveTo>
                  <a:lnTo>
                    <a:pt x="808570" y="6350"/>
                  </a:lnTo>
                  <a:lnTo>
                    <a:pt x="807529" y="1739"/>
                  </a:lnTo>
                  <a:lnTo>
                    <a:pt x="634123" y="139"/>
                  </a:lnTo>
                  <a:lnTo>
                    <a:pt x="633044" y="1905"/>
                  </a:lnTo>
                  <a:lnTo>
                    <a:pt x="630516" y="11112"/>
                  </a:lnTo>
                  <a:lnTo>
                    <a:pt x="631913" y="15024"/>
                  </a:lnTo>
                  <a:lnTo>
                    <a:pt x="809586" y="15925"/>
                  </a:lnTo>
                  <a:lnTo>
                    <a:pt x="810679" y="10617"/>
                  </a:lnTo>
                  <a:close/>
                </a:path>
                <a:path w="2275840" h="163195">
                  <a:moveTo>
                    <a:pt x="951407" y="90068"/>
                  </a:moveTo>
                  <a:lnTo>
                    <a:pt x="946099" y="90398"/>
                  </a:lnTo>
                  <a:lnTo>
                    <a:pt x="940066" y="89293"/>
                  </a:lnTo>
                  <a:lnTo>
                    <a:pt x="935101" y="90690"/>
                  </a:lnTo>
                  <a:lnTo>
                    <a:pt x="930783" y="100952"/>
                  </a:lnTo>
                  <a:lnTo>
                    <a:pt x="936802" y="103111"/>
                  </a:lnTo>
                  <a:lnTo>
                    <a:pt x="944613" y="101739"/>
                  </a:lnTo>
                  <a:lnTo>
                    <a:pt x="951357" y="102120"/>
                  </a:lnTo>
                  <a:lnTo>
                    <a:pt x="951407" y="90068"/>
                  </a:lnTo>
                  <a:close/>
                </a:path>
                <a:path w="2275840" h="163195">
                  <a:moveTo>
                    <a:pt x="954836" y="113487"/>
                  </a:moveTo>
                  <a:lnTo>
                    <a:pt x="952360" y="111709"/>
                  </a:lnTo>
                  <a:lnTo>
                    <a:pt x="927900" y="111226"/>
                  </a:lnTo>
                  <a:lnTo>
                    <a:pt x="923645" y="112268"/>
                  </a:lnTo>
                  <a:lnTo>
                    <a:pt x="922909" y="116865"/>
                  </a:lnTo>
                  <a:lnTo>
                    <a:pt x="921118" y="120408"/>
                  </a:lnTo>
                  <a:lnTo>
                    <a:pt x="953744" y="120929"/>
                  </a:lnTo>
                  <a:lnTo>
                    <a:pt x="954836" y="113487"/>
                  </a:lnTo>
                  <a:close/>
                </a:path>
                <a:path w="2275840" h="163195">
                  <a:moveTo>
                    <a:pt x="962152" y="140474"/>
                  </a:moveTo>
                  <a:lnTo>
                    <a:pt x="961110" y="136931"/>
                  </a:lnTo>
                  <a:lnTo>
                    <a:pt x="958989" y="133718"/>
                  </a:lnTo>
                  <a:lnTo>
                    <a:pt x="957592" y="130530"/>
                  </a:lnTo>
                  <a:lnTo>
                    <a:pt x="914679" y="129946"/>
                  </a:lnTo>
                  <a:lnTo>
                    <a:pt x="911834" y="133134"/>
                  </a:lnTo>
                  <a:lnTo>
                    <a:pt x="908265" y="136652"/>
                  </a:lnTo>
                  <a:lnTo>
                    <a:pt x="906119" y="140550"/>
                  </a:lnTo>
                  <a:lnTo>
                    <a:pt x="957897" y="141160"/>
                  </a:lnTo>
                  <a:lnTo>
                    <a:pt x="962152" y="140474"/>
                  </a:lnTo>
                  <a:close/>
                </a:path>
                <a:path w="2275840" h="163195">
                  <a:moveTo>
                    <a:pt x="963853" y="14236"/>
                  </a:moveTo>
                  <a:lnTo>
                    <a:pt x="962456" y="9969"/>
                  </a:lnTo>
                  <a:lnTo>
                    <a:pt x="959650" y="5702"/>
                  </a:lnTo>
                  <a:lnTo>
                    <a:pt x="957541" y="1435"/>
                  </a:lnTo>
                  <a:lnTo>
                    <a:pt x="953643" y="1778"/>
                  </a:lnTo>
                  <a:lnTo>
                    <a:pt x="949032" y="1041"/>
                  </a:lnTo>
                  <a:lnTo>
                    <a:pt x="945121" y="2082"/>
                  </a:lnTo>
                  <a:lnTo>
                    <a:pt x="945108" y="5981"/>
                  </a:lnTo>
                  <a:lnTo>
                    <a:pt x="944727" y="10591"/>
                  </a:lnTo>
                  <a:lnTo>
                    <a:pt x="946124" y="14147"/>
                  </a:lnTo>
                  <a:lnTo>
                    <a:pt x="958176" y="14922"/>
                  </a:lnTo>
                  <a:lnTo>
                    <a:pt x="963853" y="14236"/>
                  </a:lnTo>
                  <a:close/>
                </a:path>
                <a:path w="2275840" h="163195">
                  <a:moveTo>
                    <a:pt x="978357" y="161480"/>
                  </a:moveTo>
                  <a:lnTo>
                    <a:pt x="969543" y="150799"/>
                  </a:lnTo>
                  <a:lnTo>
                    <a:pt x="896493" y="150075"/>
                  </a:lnTo>
                  <a:lnTo>
                    <a:pt x="892225" y="153593"/>
                  </a:lnTo>
                  <a:lnTo>
                    <a:pt x="887590" y="158178"/>
                  </a:lnTo>
                  <a:lnTo>
                    <a:pt x="883666" y="161709"/>
                  </a:lnTo>
                  <a:lnTo>
                    <a:pt x="966647" y="162483"/>
                  </a:lnTo>
                  <a:lnTo>
                    <a:pt x="970902" y="162864"/>
                  </a:lnTo>
                  <a:lnTo>
                    <a:pt x="974801" y="162534"/>
                  </a:lnTo>
                  <a:lnTo>
                    <a:pt x="978357" y="161480"/>
                  </a:lnTo>
                  <a:close/>
                </a:path>
                <a:path w="2275840" h="163195">
                  <a:moveTo>
                    <a:pt x="985024" y="35623"/>
                  </a:moveTo>
                  <a:lnTo>
                    <a:pt x="980795" y="31343"/>
                  </a:lnTo>
                  <a:lnTo>
                    <a:pt x="976896" y="29552"/>
                  </a:lnTo>
                  <a:lnTo>
                    <a:pt x="972667" y="24561"/>
                  </a:lnTo>
                  <a:lnTo>
                    <a:pt x="966063" y="24142"/>
                  </a:lnTo>
                  <a:lnTo>
                    <a:pt x="959243" y="24015"/>
                  </a:lnTo>
                  <a:lnTo>
                    <a:pt x="952474" y="24218"/>
                  </a:lnTo>
                  <a:lnTo>
                    <a:pt x="946073" y="24790"/>
                  </a:lnTo>
                  <a:lnTo>
                    <a:pt x="945692" y="28689"/>
                  </a:lnTo>
                  <a:lnTo>
                    <a:pt x="945680" y="32588"/>
                  </a:lnTo>
                  <a:lnTo>
                    <a:pt x="946010" y="36842"/>
                  </a:lnTo>
                  <a:lnTo>
                    <a:pt x="955890" y="36931"/>
                  </a:lnTo>
                  <a:lnTo>
                    <a:pt x="966050" y="37172"/>
                  </a:lnTo>
                  <a:lnTo>
                    <a:pt x="975931" y="36957"/>
                  </a:lnTo>
                  <a:lnTo>
                    <a:pt x="985024" y="35623"/>
                  </a:lnTo>
                  <a:close/>
                </a:path>
                <a:path w="2275840" h="163195">
                  <a:moveTo>
                    <a:pt x="1042009" y="58610"/>
                  </a:moveTo>
                  <a:lnTo>
                    <a:pt x="1024039" y="53340"/>
                  </a:lnTo>
                  <a:lnTo>
                    <a:pt x="1015212" y="50355"/>
                  </a:lnTo>
                  <a:lnTo>
                    <a:pt x="1006602" y="46723"/>
                  </a:lnTo>
                  <a:lnTo>
                    <a:pt x="944549" y="45707"/>
                  </a:lnTo>
                  <a:lnTo>
                    <a:pt x="944524" y="50317"/>
                  </a:lnTo>
                  <a:lnTo>
                    <a:pt x="942721" y="55270"/>
                  </a:lnTo>
                  <a:lnTo>
                    <a:pt x="944473" y="59182"/>
                  </a:lnTo>
                  <a:lnTo>
                    <a:pt x="993762" y="59296"/>
                  </a:lnTo>
                  <a:lnTo>
                    <a:pt x="1018082" y="59105"/>
                  </a:lnTo>
                  <a:lnTo>
                    <a:pt x="1042009" y="58610"/>
                  </a:lnTo>
                  <a:close/>
                </a:path>
                <a:path w="2275840" h="163195">
                  <a:moveTo>
                    <a:pt x="1156449" y="79768"/>
                  </a:moveTo>
                  <a:lnTo>
                    <a:pt x="1145692" y="77597"/>
                  </a:lnTo>
                  <a:lnTo>
                    <a:pt x="1123797" y="73926"/>
                  </a:lnTo>
                  <a:lnTo>
                    <a:pt x="1112862" y="71742"/>
                  </a:lnTo>
                  <a:lnTo>
                    <a:pt x="1104722" y="70637"/>
                  </a:lnTo>
                  <a:lnTo>
                    <a:pt x="1097280" y="67754"/>
                  </a:lnTo>
                  <a:lnTo>
                    <a:pt x="1088415" y="68427"/>
                  </a:lnTo>
                  <a:lnTo>
                    <a:pt x="1088415" y="68783"/>
                  </a:lnTo>
                  <a:lnTo>
                    <a:pt x="942657" y="68389"/>
                  </a:lnTo>
                  <a:lnTo>
                    <a:pt x="939457" y="70853"/>
                  </a:lnTo>
                  <a:lnTo>
                    <a:pt x="939787" y="75463"/>
                  </a:lnTo>
                  <a:lnTo>
                    <a:pt x="939050" y="79362"/>
                  </a:lnTo>
                  <a:lnTo>
                    <a:pt x="939761" y="80429"/>
                  </a:lnTo>
                  <a:lnTo>
                    <a:pt x="951103" y="80492"/>
                  </a:lnTo>
                  <a:lnTo>
                    <a:pt x="951141" y="75171"/>
                  </a:lnTo>
                  <a:lnTo>
                    <a:pt x="1097597" y="75920"/>
                  </a:lnTo>
                  <a:lnTo>
                    <a:pt x="1098308" y="74853"/>
                  </a:lnTo>
                  <a:lnTo>
                    <a:pt x="1116749" y="75311"/>
                  </a:lnTo>
                  <a:lnTo>
                    <a:pt x="1118146" y="79921"/>
                  </a:lnTo>
                  <a:lnTo>
                    <a:pt x="1127417" y="80327"/>
                  </a:lnTo>
                  <a:lnTo>
                    <a:pt x="1137285" y="80378"/>
                  </a:lnTo>
                  <a:lnTo>
                    <a:pt x="1156449" y="79768"/>
                  </a:lnTo>
                  <a:close/>
                </a:path>
                <a:path w="2275840" h="163195">
                  <a:moveTo>
                    <a:pt x="1190942" y="130657"/>
                  </a:moveTo>
                  <a:lnTo>
                    <a:pt x="1183855" y="130263"/>
                  </a:lnTo>
                  <a:lnTo>
                    <a:pt x="1174991" y="129857"/>
                  </a:lnTo>
                  <a:lnTo>
                    <a:pt x="1168247" y="130543"/>
                  </a:lnTo>
                  <a:lnTo>
                    <a:pt x="1174267" y="132702"/>
                  </a:lnTo>
                  <a:lnTo>
                    <a:pt x="1182065" y="131673"/>
                  </a:lnTo>
                  <a:lnTo>
                    <a:pt x="1188453" y="131699"/>
                  </a:lnTo>
                  <a:lnTo>
                    <a:pt x="1190942" y="130657"/>
                  </a:lnTo>
                  <a:close/>
                </a:path>
                <a:path w="2275840" h="163195">
                  <a:moveTo>
                    <a:pt x="1219822" y="101015"/>
                  </a:moveTo>
                  <a:lnTo>
                    <a:pt x="1218425" y="95681"/>
                  </a:lnTo>
                  <a:lnTo>
                    <a:pt x="1208519" y="91020"/>
                  </a:lnTo>
                  <a:lnTo>
                    <a:pt x="1156754" y="89700"/>
                  </a:lnTo>
                  <a:lnTo>
                    <a:pt x="1147279" y="89928"/>
                  </a:lnTo>
                  <a:lnTo>
                    <a:pt x="1128217" y="89954"/>
                  </a:lnTo>
                  <a:lnTo>
                    <a:pt x="1119149" y="90563"/>
                  </a:lnTo>
                  <a:lnTo>
                    <a:pt x="1119492" y="94475"/>
                  </a:lnTo>
                  <a:lnTo>
                    <a:pt x="1120533" y="98018"/>
                  </a:lnTo>
                  <a:lnTo>
                    <a:pt x="1122286" y="101219"/>
                  </a:lnTo>
                  <a:lnTo>
                    <a:pt x="1146898" y="101549"/>
                  </a:lnTo>
                  <a:lnTo>
                    <a:pt x="1171308" y="101663"/>
                  </a:lnTo>
                  <a:lnTo>
                    <a:pt x="1195590" y="101511"/>
                  </a:lnTo>
                  <a:lnTo>
                    <a:pt x="1219822" y="101015"/>
                  </a:lnTo>
                  <a:close/>
                </a:path>
                <a:path w="2275840" h="163195">
                  <a:moveTo>
                    <a:pt x="1221879" y="115214"/>
                  </a:moveTo>
                  <a:lnTo>
                    <a:pt x="1220825" y="111302"/>
                  </a:lnTo>
                  <a:lnTo>
                    <a:pt x="1135011" y="110502"/>
                  </a:lnTo>
                  <a:lnTo>
                    <a:pt x="1133233" y="111912"/>
                  </a:lnTo>
                  <a:lnTo>
                    <a:pt x="1131824" y="110845"/>
                  </a:lnTo>
                  <a:lnTo>
                    <a:pt x="1129334" y="111899"/>
                  </a:lnTo>
                  <a:lnTo>
                    <a:pt x="1130376" y="115443"/>
                  </a:lnTo>
                  <a:lnTo>
                    <a:pt x="1134618" y="116535"/>
                  </a:lnTo>
                  <a:lnTo>
                    <a:pt x="1136738" y="119735"/>
                  </a:lnTo>
                  <a:lnTo>
                    <a:pt x="1215110" y="120853"/>
                  </a:lnTo>
                  <a:lnTo>
                    <a:pt x="1217955" y="119087"/>
                  </a:lnTo>
                  <a:lnTo>
                    <a:pt x="1221879" y="115214"/>
                  </a:lnTo>
                  <a:close/>
                </a:path>
                <a:path w="2275840" h="163195">
                  <a:moveTo>
                    <a:pt x="1374470" y="24142"/>
                  </a:moveTo>
                  <a:lnTo>
                    <a:pt x="1350721" y="24015"/>
                  </a:lnTo>
                  <a:lnTo>
                    <a:pt x="1347876" y="25069"/>
                  </a:lnTo>
                  <a:lnTo>
                    <a:pt x="1344688" y="23634"/>
                  </a:lnTo>
                  <a:lnTo>
                    <a:pt x="1341843" y="25031"/>
                  </a:lnTo>
                  <a:lnTo>
                    <a:pt x="1346085" y="27889"/>
                  </a:lnTo>
                  <a:lnTo>
                    <a:pt x="1348193" y="33223"/>
                  </a:lnTo>
                  <a:lnTo>
                    <a:pt x="1352435" y="36080"/>
                  </a:lnTo>
                  <a:lnTo>
                    <a:pt x="1374419" y="36550"/>
                  </a:lnTo>
                  <a:lnTo>
                    <a:pt x="1374470" y="24142"/>
                  </a:lnTo>
                  <a:close/>
                </a:path>
                <a:path w="2275840" h="163195">
                  <a:moveTo>
                    <a:pt x="1374597" y="1790"/>
                  </a:moveTo>
                  <a:lnTo>
                    <a:pt x="1355623" y="1460"/>
                  </a:lnTo>
                  <a:lnTo>
                    <a:pt x="1337259" y="1295"/>
                  </a:lnTo>
                  <a:lnTo>
                    <a:pt x="1319034" y="1460"/>
                  </a:lnTo>
                  <a:lnTo>
                    <a:pt x="1300467" y="2120"/>
                  </a:lnTo>
                  <a:lnTo>
                    <a:pt x="1306830" y="4940"/>
                  </a:lnTo>
                  <a:lnTo>
                    <a:pt x="1325587" y="13957"/>
                  </a:lnTo>
                  <a:lnTo>
                    <a:pt x="1374521" y="14922"/>
                  </a:lnTo>
                  <a:lnTo>
                    <a:pt x="1374571" y="5702"/>
                  </a:lnTo>
                  <a:lnTo>
                    <a:pt x="1374597" y="1790"/>
                  </a:lnTo>
                  <a:close/>
                </a:path>
                <a:path w="2275840" h="163195">
                  <a:moveTo>
                    <a:pt x="1376451" y="54292"/>
                  </a:moveTo>
                  <a:lnTo>
                    <a:pt x="1374343" y="50736"/>
                  </a:lnTo>
                  <a:lnTo>
                    <a:pt x="1374368" y="46482"/>
                  </a:lnTo>
                  <a:lnTo>
                    <a:pt x="1369758" y="46101"/>
                  </a:lnTo>
                  <a:lnTo>
                    <a:pt x="1364081" y="46075"/>
                  </a:lnTo>
                  <a:lnTo>
                    <a:pt x="1359471" y="46405"/>
                  </a:lnTo>
                  <a:lnTo>
                    <a:pt x="1360512" y="50660"/>
                  </a:lnTo>
                  <a:lnTo>
                    <a:pt x="1362265" y="54927"/>
                  </a:lnTo>
                  <a:lnTo>
                    <a:pt x="1364373" y="58839"/>
                  </a:lnTo>
                  <a:lnTo>
                    <a:pt x="1368272" y="59220"/>
                  </a:lnTo>
                  <a:lnTo>
                    <a:pt x="1372527" y="59588"/>
                  </a:lnTo>
                  <a:lnTo>
                    <a:pt x="1375714" y="58547"/>
                  </a:lnTo>
                  <a:lnTo>
                    <a:pt x="1376451" y="54292"/>
                  </a:lnTo>
                  <a:close/>
                </a:path>
                <a:path w="2275840" h="163195">
                  <a:moveTo>
                    <a:pt x="1380223" y="80200"/>
                  </a:moveTo>
                  <a:lnTo>
                    <a:pt x="1378496" y="71678"/>
                  </a:lnTo>
                  <a:lnTo>
                    <a:pt x="1377099" y="67068"/>
                  </a:lnTo>
                  <a:lnTo>
                    <a:pt x="1370698" y="69507"/>
                  </a:lnTo>
                  <a:lnTo>
                    <a:pt x="1366799" y="68783"/>
                  </a:lnTo>
                  <a:lnTo>
                    <a:pt x="1365008" y="72669"/>
                  </a:lnTo>
                  <a:lnTo>
                    <a:pt x="1368183" y="75882"/>
                  </a:lnTo>
                  <a:lnTo>
                    <a:pt x="1367091" y="80492"/>
                  </a:lnTo>
                  <a:lnTo>
                    <a:pt x="1380223" y="80200"/>
                  </a:lnTo>
                  <a:close/>
                </a:path>
                <a:path w="2275840" h="163195">
                  <a:moveTo>
                    <a:pt x="1387208" y="100799"/>
                  </a:moveTo>
                  <a:lnTo>
                    <a:pt x="1385112" y="94767"/>
                  </a:lnTo>
                  <a:lnTo>
                    <a:pt x="1383360" y="90500"/>
                  </a:lnTo>
                  <a:lnTo>
                    <a:pt x="1378750" y="89763"/>
                  </a:lnTo>
                  <a:lnTo>
                    <a:pt x="1372019" y="89738"/>
                  </a:lnTo>
                  <a:lnTo>
                    <a:pt x="1367040" y="90411"/>
                  </a:lnTo>
                  <a:lnTo>
                    <a:pt x="1367383" y="94322"/>
                  </a:lnTo>
                  <a:lnTo>
                    <a:pt x="1365237" y="97853"/>
                  </a:lnTo>
                  <a:lnTo>
                    <a:pt x="1366634" y="101765"/>
                  </a:lnTo>
                  <a:lnTo>
                    <a:pt x="1385785" y="101866"/>
                  </a:lnTo>
                  <a:lnTo>
                    <a:pt x="1387208" y="100799"/>
                  </a:lnTo>
                  <a:close/>
                </a:path>
                <a:path w="2275840" h="163195">
                  <a:moveTo>
                    <a:pt x="1396682" y="120002"/>
                  </a:moveTo>
                  <a:lnTo>
                    <a:pt x="1395285" y="117157"/>
                  </a:lnTo>
                  <a:lnTo>
                    <a:pt x="1393875" y="113957"/>
                  </a:lnTo>
                  <a:lnTo>
                    <a:pt x="1391767" y="111467"/>
                  </a:lnTo>
                  <a:lnTo>
                    <a:pt x="1377657" y="111226"/>
                  </a:lnTo>
                  <a:lnTo>
                    <a:pt x="1370711" y="111366"/>
                  </a:lnTo>
                  <a:lnTo>
                    <a:pt x="1364094" y="112039"/>
                  </a:lnTo>
                  <a:lnTo>
                    <a:pt x="1363726" y="114871"/>
                  </a:lnTo>
                  <a:lnTo>
                    <a:pt x="1361236" y="117335"/>
                  </a:lnTo>
                  <a:lnTo>
                    <a:pt x="1362278" y="120535"/>
                  </a:lnTo>
                  <a:lnTo>
                    <a:pt x="1370736" y="120815"/>
                  </a:lnTo>
                  <a:lnTo>
                    <a:pt x="1379474" y="120942"/>
                  </a:lnTo>
                  <a:lnTo>
                    <a:pt x="1388211" y="120726"/>
                  </a:lnTo>
                  <a:lnTo>
                    <a:pt x="1396682" y="120002"/>
                  </a:lnTo>
                  <a:close/>
                </a:path>
                <a:path w="2275840" h="163195">
                  <a:moveTo>
                    <a:pt x="1411122" y="140296"/>
                  </a:moveTo>
                  <a:lnTo>
                    <a:pt x="1403718" y="130683"/>
                  </a:lnTo>
                  <a:lnTo>
                    <a:pt x="1358328" y="130086"/>
                  </a:lnTo>
                  <a:lnTo>
                    <a:pt x="1355826" y="133273"/>
                  </a:lnTo>
                  <a:lnTo>
                    <a:pt x="1354035" y="137160"/>
                  </a:lnTo>
                  <a:lnTo>
                    <a:pt x="1352600" y="140703"/>
                  </a:lnTo>
                  <a:lnTo>
                    <a:pt x="1366913" y="141173"/>
                  </a:lnTo>
                  <a:lnTo>
                    <a:pt x="1381493" y="141389"/>
                  </a:lnTo>
                  <a:lnTo>
                    <a:pt x="1396085" y="141325"/>
                  </a:lnTo>
                  <a:lnTo>
                    <a:pt x="1410411" y="140995"/>
                  </a:lnTo>
                  <a:lnTo>
                    <a:pt x="1411122" y="140296"/>
                  </a:lnTo>
                  <a:close/>
                </a:path>
                <a:path w="2275840" h="163195">
                  <a:moveTo>
                    <a:pt x="1432293" y="161683"/>
                  </a:moveTo>
                  <a:lnTo>
                    <a:pt x="1429118" y="157403"/>
                  </a:lnTo>
                  <a:lnTo>
                    <a:pt x="1424520" y="155613"/>
                  </a:lnTo>
                  <a:lnTo>
                    <a:pt x="1420990" y="150977"/>
                  </a:lnTo>
                  <a:lnTo>
                    <a:pt x="1346174" y="150241"/>
                  </a:lnTo>
                  <a:lnTo>
                    <a:pt x="1342605" y="153060"/>
                  </a:lnTo>
                  <a:lnTo>
                    <a:pt x="1339392" y="158013"/>
                  </a:lnTo>
                  <a:lnTo>
                    <a:pt x="1336179" y="161899"/>
                  </a:lnTo>
                  <a:lnTo>
                    <a:pt x="1337602" y="162255"/>
                  </a:lnTo>
                  <a:lnTo>
                    <a:pt x="1429448" y="162369"/>
                  </a:lnTo>
                  <a:lnTo>
                    <a:pt x="1432293" y="161683"/>
                  </a:lnTo>
                  <a:close/>
                </a:path>
                <a:path w="2275840" h="163195">
                  <a:moveTo>
                    <a:pt x="1634693" y="112001"/>
                  </a:moveTo>
                  <a:lnTo>
                    <a:pt x="1634337" y="111645"/>
                  </a:lnTo>
                  <a:lnTo>
                    <a:pt x="1593278" y="110998"/>
                  </a:lnTo>
                  <a:lnTo>
                    <a:pt x="1572793" y="111137"/>
                  </a:lnTo>
                  <a:lnTo>
                    <a:pt x="1552765" y="111937"/>
                  </a:lnTo>
                  <a:lnTo>
                    <a:pt x="1556994" y="116217"/>
                  </a:lnTo>
                  <a:lnTo>
                    <a:pt x="1563014" y="118021"/>
                  </a:lnTo>
                  <a:lnTo>
                    <a:pt x="1568678" y="120523"/>
                  </a:lnTo>
                  <a:lnTo>
                    <a:pt x="1616913" y="120777"/>
                  </a:lnTo>
                  <a:lnTo>
                    <a:pt x="1623301" y="119392"/>
                  </a:lnTo>
                  <a:lnTo>
                    <a:pt x="1629346" y="115874"/>
                  </a:lnTo>
                  <a:lnTo>
                    <a:pt x="1634693" y="112001"/>
                  </a:lnTo>
                  <a:close/>
                </a:path>
                <a:path w="2275840" h="163195">
                  <a:moveTo>
                    <a:pt x="1658556" y="90843"/>
                  </a:moveTo>
                  <a:lnTo>
                    <a:pt x="1658200" y="90487"/>
                  </a:lnTo>
                  <a:lnTo>
                    <a:pt x="1532661" y="89484"/>
                  </a:lnTo>
                  <a:lnTo>
                    <a:pt x="1531950" y="90551"/>
                  </a:lnTo>
                  <a:lnTo>
                    <a:pt x="1530540" y="90195"/>
                  </a:lnTo>
                  <a:lnTo>
                    <a:pt x="1529473" y="90538"/>
                  </a:lnTo>
                  <a:lnTo>
                    <a:pt x="1531569" y="95516"/>
                  </a:lnTo>
                  <a:lnTo>
                    <a:pt x="1535112" y="97663"/>
                  </a:lnTo>
                  <a:lnTo>
                    <a:pt x="1538630" y="101574"/>
                  </a:lnTo>
                  <a:lnTo>
                    <a:pt x="1648218" y="102133"/>
                  </a:lnTo>
                  <a:lnTo>
                    <a:pt x="1652130" y="99326"/>
                  </a:lnTo>
                  <a:lnTo>
                    <a:pt x="1655343" y="94729"/>
                  </a:lnTo>
                  <a:lnTo>
                    <a:pt x="1658556" y="90843"/>
                  </a:lnTo>
                  <a:close/>
                </a:path>
                <a:path w="2275840" h="163195">
                  <a:moveTo>
                    <a:pt x="1671408" y="73177"/>
                  </a:moveTo>
                  <a:lnTo>
                    <a:pt x="1671078" y="68922"/>
                  </a:lnTo>
                  <a:lnTo>
                    <a:pt x="1516456" y="68135"/>
                  </a:lnTo>
                  <a:lnTo>
                    <a:pt x="1513967" y="70243"/>
                  </a:lnTo>
                  <a:lnTo>
                    <a:pt x="1518221" y="72034"/>
                  </a:lnTo>
                  <a:lnTo>
                    <a:pt x="1517142" y="74866"/>
                  </a:lnTo>
                  <a:lnTo>
                    <a:pt x="1519262" y="75590"/>
                  </a:lnTo>
                  <a:lnTo>
                    <a:pt x="1520317" y="78435"/>
                  </a:lnTo>
                  <a:lnTo>
                    <a:pt x="1521726" y="80213"/>
                  </a:lnTo>
                  <a:lnTo>
                    <a:pt x="1665693" y="80949"/>
                  </a:lnTo>
                  <a:lnTo>
                    <a:pt x="1667840" y="77419"/>
                  </a:lnTo>
                  <a:lnTo>
                    <a:pt x="1671408" y="73177"/>
                  </a:lnTo>
                  <a:close/>
                </a:path>
                <a:path w="2275840" h="163195">
                  <a:moveTo>
                    <a:pt x="1808619" y="150482"/>
                  </a:moveTo>
                  <a:lnTo>
                    <a:pt x="1762163" y="150241"/>
                  </a:lnTo>
                  <a:lnTo>
                    <a:pt x="1758238" y="154127"/>
                  </a:lnTo>
                  <a:lnTo>
                    <a:pt x="1752904" y="157645"/>
                  </a:lnTo>
                  <a:lnTo>
                    <a:pt x="1749691" y="162229"/>
                  </a:lnTo>
                  <a:lnTo>
                    <a:pt x="1808556" y="162534"/>
                  </a:lnTo>
                  <a:lnTo>
                    <a:pt x="1808619" y="150482"/>
                  </a:lnTo>
                  <a:close/>
                </a:path>
                <a:path w="2275840" h="163195">
                  <a:moveTo>
                    <a:pt x="1808683" y="68910"/>
                  </a:moveTo>
                  <a:lnTo>
                    <a:pt x="1801939" y="68884"/>
                  </a:lnTo>
                  <a:lnTo>
                    <a:pt x="1800504" y="71348"/>
                  </a:lnTo>
                  <a:lnTo>
                    <a:pt x="1801202" y="74904"/>
                  </a:lnTo>
                  <a:lnTo>
                    <a:pt x="1799767" y="77381"/>
                  </a:lnTo>
                  <a:lnTo>
                    <a:pt x="1798675" y="83045"/>
                  </a:lnTo>
                  <a:lnTo>
                    <a:pt x="1805787" y="79540"/>
                  </a:lnTo>
                  <a:lnTo>
                    <a:pt x="1808619" y="80619"/>
                  </a:lnTo>
                  <a:lnTo>
                    <a:pt x="1808683" y="68910"/>
                  </a:lnTo>
                  <a:close/>
                </a:path>
                <a:path w="2275840" h="163195">
                  <a:moveTo>
                    <a:pt x="1808721" y="130263"/>
                  </a:moveTo>
                  <a:lnTo>
                    <a:pt x="1779282" y="130111"/>
                  </a:lnTo>
                  <a:lnTo>
                    <a:pt x="1778215" y="130822"/>
                  </a:lnTo>
                  <a:lnTo>
                    <a:pt x="1775726" y="133997"/>
                  </a:lnTo>
                  <a:lnTo>
                    <a:pt x="1772513" y="137528"/>
                  </a:lnTo>
                  <a:lnTo>
                    <a:pt x="1771078" y="140716"/>
                  </a:lnTo>
                  <a:lnTo>
                    <a:pt x="1780438" y="141122"/>
                  </a:lnTo>
                  <a:lnTo>
                    <a:pt x="1789861" y="141262"/>
                  </a:lnTo>
                  <a:lnTo>
                    <a:pt x="1808657" y="141262"/>
                  </a:lnTo>
                  <a:lnTo>
                    <a:pt x="1808721" y="130263"/>
                  </a:lnTo>
                  <a:close/>
                </a:path>
                <a:path w="2275840" h="163195">
                  <a:moveTo>
                    <a:pt x="1808810" y="111467"/>
                  </a:moveTo>
                  <a:lnTo>
                    <a:pt x="1790382" y="111379"/>
                  </a:lnTo>
                  <a:lnTo>
                    <a:pt x="1787169" y="113487"/>
                  </a:lnTo>
                  <a:lnTo>
                    <a:pt x="1785010" y="120573"/>
                  </a:lnTo>
                  <a:lnTo>
                    <a:pt x="1808772" y="121043"/>
                  </a:lnTo>
                  <a:lnTo>
                    <a:pt x="1808810" y="111467"/>
                  </a:lnTo>
                  <a:close/>
                </a:path>
                <a:path w="2275840" h="163195">
                  <a:moveTo>
                    <a:pt x="1808924" y="90195"/>
                  </a:moveTo>
                  <a:lnTo>
                    <a:pt x="1794027" y="90119"/>
                  </a:lnTo>
                  <a:lnTo>
                    <a:pt x="1795767" y="97574"/>
                  </a:lnTo>
                  <a:lnTo>
                    <a:pt x="1793621" y="101460"/>
                  </a:lnTo>
                  <a:lnTo>
                    <a:pt x="1798231" y="102196"/>
                  </a:lnTo>
                  <a:lnTo>
                    <a:pt x="1803908" y="101511"/>
                  </a:lnTo>
                  <a:lnTo>
                    <a:pt x="1808861" y="101892"/>
                  </a:lnTo>
                  <a:lnTo>
                    <a:pt x="1808924" y="90195"/>
                  </a:lnTo>
                  <a:close/>
                </a:path>
                <a:path w="2275840" h="163195">
                  <a:moveTo>
                    <a:pt x="1809026" y="1536"/>
                  </a:moveTo>
                  <a:lnTo>
                    <a:pt x="1509014" y="0"/>
                  </a:lnTo>
                  <a:lnTo>
                    <a:pt x="1508277" y="4254"/>
                  </a:lnTo>
                  <a:lnTo>
                    <a:pt x="1506855" y="5308"/>
                  </a:lnTo>
                  <a:lnTo>
                    <a:pt x="1506804" y="14884"/>
                  </a:lnTo>
                  <a:lnTo>
                    <a:pt x="1808949" y="16433"/>
                  </a:lnTo>
                  <a:lnTo>
                    <a:pt x="1809026" y="1536"/>
                  </a:lnTo>
                  <a:close/>
                </a:path>
                <a:path w="2275840" h="163195">
                  <a:moveTo>
                    <a:pt x="1809127" y="50126"/>
                  </a:moveTo>
                  <a:lnTo>
                    <a:pt x="1808086" y="46570"/>
                  </a:lnTo>
                  <a:lnTo>
                    <a:pt x="1509496" y="44691"/>
                  </a:lnTo>
                  <a:lnTo>
                    <a:pt x="1508404" y="47879"/>
                  </a:lnTo>
                  <a:lnTo>
                    <a:pt x="1511541" y="58889"/>
                  </a:lnTo>
                  <a:lnTo>
                    <a:pt x="1675384" y="60426"/>
                  </a:lnTo>
                  <a:lnTo>
                    <a:pt x="1675384" y="59359"/>
                  </a:lnTo>
                  <a:lnTo>
                    <a:pt x="1677517" y="58674"/>
                  </a:lnTo>
                  <a:lnTo>
                    <a:pt x="1677530" y="55829"/>
                  </a:lnTo>
                  <a:lnTo>
                    <a:pt x="1678597" y="54419"/>
                  </a:lnTo>
                  <a:lnTo>
                    <a:pt x="1802015" y="54698"/>
                  </a:lnTo>
                  <a:lnTo>
                    <a:pt x="1803069" y="55765"/>
                  </a:lnTo>
                  <a:lnTo>
                    <a:pt x="1802345" y="57886"/>
                  </a:lnTo>
                  <a:lnTo>
                    <a:pt x="1803412" y="59309"/>
                  </a:lnTo>
                  <a:lnTo>
                    <a:pt x="1805178" y="58966"/>
                  </a:lnTo>
                  <a:lnTo>
                    <a:pt x="1807311" y="59690"/>
                  </a:lnTo>
                  <a:lnTo>
                    <a:pt x="1808378" y="58623"/>
                  </a:lnTo>
                  <a:lnTo>
                    <a:pt x="1809127" y="50126"/>
                  </a:lnTo>
                  <a:close/>
                </a:path>
                <a:path w="2275840" h="163195">
                  <a:moveTo>
                    <a:pt x="1809394" y="24307"/>
                  </a:moveTo>
                  <a:lnTo>
                    <a:pt x="1693824" y="24307"/>
                  </a:lnTo>
                  <a:lnTo>
                    <a:pt x="1693824" y="23876"/>
                  </a:lnTo>
                  <a:lnTo>
                    <a:pt x="1505864" y="23876"/>
                  </a:lnTo>
                  <a:lnTo>
                    <a:pt x="1505864" y="37350"/>
                  </a:lnTo>
                  <a:lnTo>
                    <a:pt x="1693824" y="37350"/>
                  </a:lnTo>
                  <a:lnTo>
                    <a:pt x="1693824" y="38125"/>
                  </a:lnTo>
                  <a:lnTo>
                    <a:pt x="1809394" y="38125"/>
                  </a:lnTo>
                  <a:lnTo>
                    <a:pt x="1809394" y="24307"/>
                  </a:lnTo>
                  <a:close/>
                </a:path>
                <a:path w="2275840" h="163195">
                  <a:moveTo>
                    <a:pt x="2077072" y="150787"/>
                  </a:moveTo>
                  <a:lnTo>
                    <a:pt x="1943379" y="150101"/>
                  </a:lnTo>
                  <a:lnTo>
                    <a:pt x="1942960" y="162509"/>
                  </a:lnTo>
                  <a:lnTo>
                    <a:pt x="2077008" y="163195"/>
                  </a:lnTo>
                  <a:lnTo>
                    <a:pt x="2077072" y="150787"/>
                  </a:lnTo>
                  <a:close/>
                </a:path>
                <a:path w="2275840" h="163195">
                  <a:moveTo>
                    <a:pt x="2077186" y="130213"/>
                  </a:moveTo>
                  <a:lnTo>
                    <a:pt x="1943138" y="129540"/>
                  </a:lnTo>
                  <a:lnTo>
                    <a:pt x="1943074" y="141236"/>
                  </a:lnTo>
                  <a:lnTo>
                    <a:pt x="2077123" y="141922"/>
                  </a:lnTo>
                  <a:lnTo>
                    <a:pt x="2077186" y="130213"/>
                  </a:lnTo>
                  <a:close/>
                </a:path>
                <a:path w="2275840" h="163195">
                  <a:moveTo>
                    <a:pt x="2077275" y="111429"/>
                  </a:moveTo>
                  <a:lnTo>
                    <a:pt x="1943227" y="110744"/>
                  </a:lnTo>
                  <a:lnTo>
                    <a:pt x="1943176" y="120662"/>
                  </a:lnTo>
                  <a:lnTo>
                    <a:pt x="2077224" y="121348"/>
                  </a:lnTo>
                  <a:lnTo>
                    <a:pt x="2077275" y="111429"/>
                  </a:lnTo>
                  <a:close/>
                </a:path>
                <a:path w="2275840" h="163195">
                  <a:moveTo>
                    <a:pt x="2077389" y="90144"/>
                  </a:moveTo>
                  <a:lnTo>
                    <a:pt x="1943341" y="89458"/>
                  </a:lnTo>
                  <a:lnTo>
                    <a:pt x="1943277" y="101879"/>
                  </a:lnTo>
                  <a:lnTo>
                    <a:pt x="2077326" y="102209"/>
                  </a:lnTo>
                  <a:lnTo>
                    <a:pt x="2077389" y="90144"/>
                  </a:lnTo>
                  <a:close/>
                </a:path>
                <a:path w="2275840" h="163195">
                  <a:moveTo>
                    <a:pt x="2077466" y="75603"/>
                  </a:moveTo>
                  <a:lnTo>
                    <a:pt x="1943417" y="74917"/>
                  </a:lnTo>
                  <a:lnTo>
                    <a:pt x="1943379" y="80238"/>
                  </a:lnTo>
                  <a:lnTo>
                    <a:pt x="2077427" y="80924"/>
                  </a:lnTo>
                  <a:lnTo>
                    <a:pt x="2077466" y="75603"/>
                  </a:lnTo>
                  <a:close/>
                </a:path>
                <a:path w="2275840" h="163195">
                  <a:moveTo>
                    <a:pt x="2275573" y="30035"/>
                  </a:moveTo>
                  <a:lnTo>
                    <a:pt x="2274405" y="21882"/>
                  </a:lnTo>
                  <a:lnTo>
                    <a:pt x="2271052" y="14541"/>
                  </a:lnTo>
                  <a:lnTo>
                    <a:pt x="2260244" y="4610"/>
                  </a:lnTo>
                  <a:lnTo>
                    <a:pt x="2245969" y="1651"/>
                  </a:lnTo>
                  <a:lnTo>
                    <a:pt x="2230158" y="1866"/>
                  </a:lnTo>
                  <a:lnTo>
                    <a:pt x="2214727" y="1485"/>
                  </a:lnTo>
                  <a:lnTo>
                    <a:pt x="2214651" y="15659"/>
                  </a:lnTo>
                  <a:lnTo>
                    <a:pt x="2231682" y="15748"/>
                  </a:lnTo>
                  <a:lnTo>
                    <a:pt x="2238819" y="15976"/>
                  </a:lnTo>
                  <a:lnTo>
                    <a:pt x="2262111" y="27965"/>
                  </a:lnTo>
                  <a:lnTo>
                    <a:pt x="2261349" y="38595"/>
                  </a:lnTo>
                  <a:lnTo>
                    <a:pt x="2256713" y="43192"/>
                  </a:lnTo>
                  <a:lnTo>
                    <a:pt x="2251392" y="44932"/>
                  </a:lnTo>
                  <a:lnTo>
                    <a:pt x="2214499" y="45453"/>
                  </a:lnTo>
                  <a:lnTo>
                    <a:pt x="2214435" y="59639"/>
                  </a:lnTo>
                  <a:lnTo>
                    <a:pt x="2246299" y="59626"/>
                  </a:lnTo>
                  <a:lnTo>
                    <a:pt x="2260676" y="56197"/>
                  </a:lnTo>
                  <a:lnTo>
                    <a:pt x="2271598" y="45745"/>
                  </a:lnTo>
                  <a:lnTo>
                    <a:pt x="2274608" y="38252"/>
                  </a:lnTo>
                  <a:lnTo>
                    <a:pt x="2275573" y="300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296202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799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7208215"/>
            <a:ext cx="10693400" cy="50800"/>
          </a:xfrm>
          <a:custGeom>
            <a:avLst/>
            <a:gdLst/>
            <a:ahLst/>
            <a:cxnLst/>
            <a:rect l="l" t="t" r="r" b="b"/>
            <a:pathLst>
              <a:path w="10693400" h="50800">
                <a:moveTo>
                  <a:pt x="0" y="0"/>
                </a:moveTo>
                <a:lnTo>
                  <a:pt x="0" y="50800"/>
                </a:lnTo>
                <a:lnTo>
                  <a:pt x="10693400" y="50800"/>
                </a:lnTo>
                <a:lnTo>
                  <a:pt x="10693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582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48206" y="7286129"/>
            <a:ext cx="51943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Gill Sans MT"/>
                <a:cs typeface="Gill Sans MT"/>
              </a:rPr>
              <a:t>©1999</a:t>
            </a:r>
            <a:r>
              <a:rPr sz="600" spc="80" dirty="0">
                <a:latin typeface="Gill Sans MT"/>
                <a:cs typeface="Gill Sans MT"/>
              </a:rPr>
              <a:t> </a:t>
            </a:r>
            <a:r>
              <a:rPr sz="600" spc="-10" dirty="0"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0833" y="2040597"/>
            <a:ext cx="8963139" cy="340704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2038905" y="5529579"/>
            <a:ext cx="686180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430" dirty="0">
                <a:latin typeface="Gill Sans MT"/>
                <a:cs typeface="Gill Sans MT"/>
              </a:rPr>
              <a:t>HOSCH</a:t>
            </a:r>
            <a:r>
              <a:rPr sz="4800" b="1" spc="-140" dirty="0">
                <a:latin typeface="Gill Sans MT"/>
                <a:cs typeface="Gill Sans MT"/>
              </a:rPr>
              <a:t> </a:t>
            </a:r>
            <a:r>
              <a:rPr sz="4800" b="1" dirty="0">
                <a:latin typeface="Gill Sans MT"/>
                <a:cs typeface="Gill Sans MT"/>
              </a:rPr>
              <a:t>Scraper</a:t>
            </a:r>
            <a:r>
              <a:rPr sz="4800" b="1" spc="-265" dirty="0">
                <a:latin typeface="Gill Sans MT"/>
                <a:cs typeface="Gill Sans MT"/>
              </a:rPr>
              <a:t> </a:t>
            </a:r>
            <a:r>
              <a:rPr sz="4800" b="1" spc="-100" dirty="0">
                <a:latin typeface="Gill Sans MT"/>
                <a:cs typeface="Gill Sans MT"/>
              </a:rPr>
              <a:t>Type</a:t>
            </a:r>
            <a:r>
              <a:rPr sz="4800" b="1" spc="-200" dirty="0">
                <a:latin typeface="Gill Sans MT"/>
                <a:cs typeface="Gill Sans MT"/>
              </a:rPr>
              <a:t> </a:t>
            </a:r>
            <a:r>
              <a:rPr sz="4800" b="1" spc="-1065" dirty="0">
                <a:latin typeface="Gill Sans MT"/>
                <a:cs typeface="Gill Sans MT"/>
              </a:rPr>
              <a:t>CT</a:t>
            </a:r>
            <a:endParaRPr sz="4800">
              <a:latin typeface="Gill Sans MT"/>
              <a:cs typeface="Gill Sans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650" rIns="0" bIns="0" rtlCol="0">
            <a:spAutoFit/>
          </a:bodyPr>
          <a:lstStyle/>
          <a:p>
            <a:pPr marL="13970" marR="5080">
              <a:lnSpc>
                <a:spcPct val="100699"/>
              </a:lnSpc>
              <a:spcBef>
                <a:spcPts val="80"/>
              </a:spcBef>
            </a:pPr>
            <a:r>
              <a:rPr spc="-220" dirty="0">
                <a:solidFill>
                  <a:srgbClr val="000000"/>
                </a:solidFill>
              </a:rPr>
              <a:t>HOSCH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Scraper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Type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spc="-555" dirty="0">
                <a:solidFill>
                  <a:srgbClr val="000000"/>
                </a:solidFill>
              </a:rPr>
              <a:t>CT</a:t>
            </a:r>
            <a:r>
              <a:rPr spc="-10" dirty="0">
                <a:solidFill>
                  <a:srgbClr val="000000"/>
                </a:solidFill>
              </a:rPr>
              <a:t> Title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830119" y="7288720"/>
            <a:ext cx="151638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Gill Sans MT"/>
                <a:cs typeface="Gill Sans MT"/>
              </a:rPr>
              <a:t>Basic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20" dirty="0">
                <a:latin typeface="Gill Sans MT"/>
                <a:cs typeface="Gill Sans MT"/>
              </a:rPr>
              <a:t>Technical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Training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0360T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0" dirty="0">
                <a:latin typeface="Gill Sans MT"/>
                <a:cs typeface="Gill Sans MT"/>
              </a:rPr>
              <a:t> </a:t>
            </a:r>
            <a:r>
              <a:rPr sz="600" dirty="0">
                <a:latin typeface="Gill Sans MT"/>
                <a:cs typeface="Gill Sans MT"/>
              </a:rPr>
              <a:t>19991029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spc="-100" dirty="0">
                <a:latin typeface="Gill Sans MT"/>
                <a:cs typeface="Gill Sans MT"/>
              </a:rPr>
              <a:t>-</a:t>
            </a:r>
            <a:r>
              <a:rPr sz="600" spc="25" dirty="0">
                <a:latin typeface="Gill Sans MT"/>
                <a:cs typeface="Gill Sans MT"/>
              </a:rPr>
              <a:t> </a:t>
            </a:r>
            <a:r>
              <a:rPr sz="600" spc="-25" dirty="0"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E59E523-E7CC-F8E4-CAE9-D55E11F89C81}"/>
              </a:ext>
            </a:extLst>
          </p:cNvPr>
          <p:cNvGrpSpPr/>
          <p:nvPr/>
        </p:nvGrpSpPr>
        <p:grpSpPr>
          <a:xfrm>
            <a:off x="7734934" y="349250"/>
            <a:ext cx="2717166" cy="954405"/>
            <a:chOff x="7734934" y="309245"/>
            <a:chExt cx="2717166" cy="95440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67E17F6-AD9A-87EE-7AA9-DAB320EEE11F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Picture 21" descr="A close-up of a logo&#10;&#10;AI-generated content may be incorrect.">
              <a:extLst>
                <a:ext uri="{FF2B5EF4-FFF2-40B4-BE49-F238E27FC236}">
                  <a16:creationId xmlns:a16="http://schemas.microsoft.com/office/drawing/2014/main" id="{F2A37F19-C4D9-0F9E-420D-939545497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30160" y="459651"/>
            <a:ext cx="9049385" cy="4763135"/>
            <a:chOff x="830160" y="459651"/>
            <a:chExt cx="9049385" cy="47631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0160" y="459651"/>
              <a:ext cx="8149247" cy="260104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0263" y="459651"/>
              <a:ext cx="908685" cy="47625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0160" y="3051556"/>
              <a:ext cx="8149247" cy="217063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58330" y="4798250"/>
            <a:ext cx="2886075" cy="2052320"/>
            <a:chOff x="358330" y="4798250"/>
            <a:chExt cx="2886075" cy="2052320"/>
          </a:xfrm>
        </p:grpSpPr>
        <p:sp>
          <p:nvSpPr>
            <p:cNvPr id="7" name="object 7"/>
            <p:cNvSpPr/>
            <p:nvPr/>
          </p:nvSpPr>
          <p:spPr>
            <a:xfrm>
              <a:off x="358330" y="6424333"/>
              <a:ext cx="2886075" cy="426084"/>
            </a:xfrm>
            <a:custGeom>
              <a:avLst/>
              <a:gdLst/>
              <a:ahLst/>
              <a:cxnLst/>
              <a:rect l="l" t="t" r="r" b="b"/>
              <a:pathLst>
                <a:path w="2886075" h="426084">
                  <a:moveTo>
                    <a:pt x="0" y="0"/>
                  </a:moveTo>
                  <a:lnTo>
                    <a:pt x="0" y="297586"/>
                  </a:lnTo>
                  <a:lnTo>
                    <a:pt x="10088" y="347539"/>
                  </a:lnTo>
                  <a:lnTo>
                    <a:pt x="37590" y="388340"/>
                  </a:lnTo>
                  <a:lnTo>
                    <a:pt x="78358" y="415854"/>
                  </a:lnTo>
                  <a:lnTo>
                    <a:pt x="128244" y="425945"/>
                  </a:lnTo>
                  <a:lnTo>
                    <a:pt x="2757373" y="425945"/>
                  </a:lnTo>
                  <a:lnTo>
                    <a:pt x="2807308" y="415854"/>
                  </a:lnTo>
                  <a:lnTo>
                    <a:pt x="2848070" y="388340"/>
                  </a:lnTo>
                  <a:lnTo>
                    <a:pt x="2875545" y="347539"/>
                  </a:lnTo>
                  <a:lnTo>
                    <a:pt x="2885617" y="297586"/>
                  </a:lnTo>
                  <a:lnTo>
                    <a:pt x="28856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7DB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8330" y="4798250"/>
              <a:ext cx="2885617" cy="1667022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7264895" y="4591545"/>
            <a:ext cx="3206750" cy="2430145"/>
            <a:chOff x="7264895" y="4591545"/>
            <a:chExt cx="3206750" cy="2430145"/>
          </a:xfrm>
        </p:grpSpPr>
        <p:sp>
          <p:nvSpPr>
            <p:cNvPr id="10" name="object 10"/>
            <p:cNvSpPr/>
            <p:nvPr/>
          </p:nvSpPr>
          <p:spPr>
            <a:xfrm>
              <a:off x="7956600" y="4933302"/>
              <a:ext cx="1513840" cy="1914525"/>
            </a:xfrm>
            <a:custGeom>
              <a:avLst/>
              <a:gdLst/>
              <a:ahLst/>
              <a:cxnLst/>
              <a:rect l="l" t="t" r="r" b="b"/>
              <a:pathLst>
                <a:path w="1513840" h="1914525">
                  <a:moveTo>
                    <a:pt x="0" y="1912353"/>
                  </a:moveTo>
                  <a:lnTo>
                    <a:pt x="1513674" y="1914486"/>
                  </a:lnTo>
                  <a:lnTo>
                    <a:pt x="1508645" y="0"/>
                  </a:lnTo>
                  <a:lnTo>
                    <a:pt x="1507401" y="62712"/>
                  </a:lnTo>
                  <a:lnTo>
                    <a:pt x="1498295" y="157365"/>
                  </a:lnTo>
                  <a:lnTo>
                    <a:pt x="1478889" y="248577"/>
                  </a:lnTo>
                  <a:lnTo>
                    <a:pt x="1450378" y="339813"/>
                  </a:lnTo>
                  <a:lnTo>
                    <a:pt x="1412747" y="427621"/>
                  </a:lnTo>
                  <a:lnTo>
                    <a:pt x="1368272" y="509727"/>
                  </a:lnTo>
                  <a:lnTo>
                    <a:pt x="1315821" y="588416"/>
                  </a:lnTo>
                  <a:lnTo>
                    <a:pt x="1254239" y="661390"/>
                  </a:lnTo>
                  <a:lnTo>
                    <a:pt x="1188097" y="729818"/>
                  </a:lnTo>
                  <a:lnTo>
                    <a:pt x="1112862" y="789114"/>
                  </a:lnTo>
                  <a:lnTo>
                    <a:pt x="1035303" y="840435"/>
                  </a:lnTo>
                  <a:lnTo>
                    <a:pt x="949769" y="886040"/>
                  </a:lnTo>
                  <a:lnTo>
                    <a:pt x="863104" y="923670"/>
                  </a:lnTo>
                  <a:lnTo>
                    <a:pt x="770737" y="951039"/>
                  </a:lnTo>
                  <a:lnTo>
                    <a:pt x="678370" y="968146"/>
                  </a:lnTo>
                  <a:lnTo>
                    <a:pt x="583717" y="977264"/>
                  </a:lnTo>
                  <a:lnTo>
                    <a:pt x="490207" y="979551"/>
                  </a:lnTo>
                  <a:lnTo>
                    <a:pt x="395566" y="970432"/>
                  </a:lnTo>
                  <a:lnTo>
                    <a:pt x="317753" y="952144"/>
                  </a:lnTo>
                  <a:lnTo>
                    <a:pt x="0" y="1912353"/>
                  </a:lnTo>
                  <a:close/>
                </a:path>
              </a:pathLst>
            </a:custGeom>
            <a:solidFill>
              <a:srgbClr val="FED1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55586" y="4710925"/>
              <a:ext cx="2110740" cy="1202055"/>
            </a:xfrm>
            <a:custGeom>
              <a:avLst/>
              <a:gdLst/>
              <a:ahLst/>
              <a:cxnLst/>
              <a:rect l="l" t="t" r="r" b="b"/>
              <a:pathLst>
                <a:path w="2110740" h="1202054">
                  <a:moveTo>
                    <a:pt x="0" y="923382"/>
                  </a:moveTo>
                  <a:lnTo>
                    <a:pt x="2647" y="933239"/>
                  </a:lnTo>
                  <a:lnTo>
                    <a:pt x="10591" y="948309"/>
                  </a:lnTo>
                  <a:lnTo>
                    <a:pt x="130949" y="948397"/>
                  </a:lnTo>
                  <a:lnTo>
                    <a:pt x="203568" y="954024"/>
                  </a:lnTo>
                  <a:lnTo>
                    <a:pt x="273494" y="972261"/>
                  </a:lnTo>
                  <a:lnTo>
                    <a:pt x="811847" y="1150620"/>
                  </a:lnTo>
                  <a:lnTo>
                    <a:pt x="904214" y="1173416"/>
                  </a:lnTo>
                  <a:lnTo>
                    <a:pt x="996581" y="1192809"/>
                  </a:lnTo>
                  <a:lnTo>
                    <a:pt x="1091222" y="1201928"/>
                  </a:lnTo>
                  <a:lnTo>
                    <a:pt x="1184732" y="1199642"/>
                  </a:lnTo>
                  <a:lnTo>
                    <a:pt x="1279385" y="1190523"/>
                  </a:lnTo>
                  <a:lnTo>
                    <a:pt x="1371752" y="1173416"/>
                  </a:lnTo>
                  <a:lnTo>
                    <a:pt x="1464119" y="1146048"/>
                  </a:lnTo>
                  <a:lnTo>
                    <a:pt x="1550784" y="1108417"/>
                  </a:lnTo>
                  <a:lnTo>
                    <a:pt x="1636318" y="1062812"/>
                  </a:lnTo>
                  <a:lnTo>
                    <a:pt x="1713877" y="1011491"/>
                  </a:lnTo>
                  <a:lnTo>
                    <a:pt x="1789112" y="952195"/>
                  </a:lnTo>
                  <a:lnTo>
                    <a:pt x="1855254" y="883767"/>
                  </a:lnTo>
                  <a:lnTo>
                    <a:pt x="1916836" y="810793"/>
                  </a:lnTo>
                  <a:lnTo>
                    <a:pt x="1969287" y="732104"/>
                  </a:lnTo>
                  <a:lnTo>
                    <a:pt x="2013762" y="649998"/>
                  </a:lnTo>
                  <a:lnTo>
                    <a:pt x="2051392" y="562190"/>
                  </a:lnTo>
                  <a:lnTo>
                    <a:pt x="2079904" y="470954"/>
                  </a:lnTo>
                  <a:lnTo>
                    <a:pt x="2099310" y="379742"/>
                  </a:lnTo>
                  <a:lnTo>
                    <a:pt x="2108415" y="285089"/>
                  </a:lnTo>
                  <a:lnTo>
                    <a:pt x="2110701" y="190449"/>
                  </a:lnTo>
                  <a:lnTo>
                    <a:pt x="2101583" y="95796"/>
                  </a:lnTo>
                  <a:lnTo>
                    <a:pt x="2086749" y="1143"/>
                  </a:lnTo>
                  <a:lnTo>
                    <a:pt x="2020608" y="334"/>
                  </a:lnTo>
                  <a:lnTo>
                    <a:pt x="2020608" y="254304"/>
                  </a:lnTo>
                  <a:lnTo>
                    <a:pt x="2013762" y="339826"/>
                  </a:lnTo>
                  <a:lnTo>
                    <a:pt x="2000084" y="424192"/>
                  </a:lnTo>
                  <a:lnTo>
                    <a:pt x="1977275" y="505180"/>
                  </a:lnTo>
                  <a:lnTo>
                    <a:pt x="1946490" y="582726"/>
                  </a:lnTo>
                  <a:lnTo>
                    <a:pt x="1908860" y="660247"/>
                  </a:lnTo>
                  <a:lnTo>
                    <a:pt x="1862099" y="730973"/>
                  </a:lnTo>
                  <a:lnTo>
                    <a:pt x="1809661" y="800519"/>
                  </a:lnTo>
                  <a:lnTo>
                    <a:pt x="1752625" y="863244"/>
                  </a:lnTo>
                  <a:lnTo>
                    <a:pt x="1686483" y="917981"/>
                  </a:lnTo>
                  <a:lnTo>
                    <a:pt x="1618081" y="970445"/>
                  </a:lnTo>
                  <a:lnTo>
                    <a:pt x="1542796" y="1012634"/>
                  </a:lnTo>
                  <a:lnTo>
                    <a:pt x="1467548" y="1047978"/>
                  </a:lnTo>
                  <a:lnTo>
                    <a:pt x="1384287" y="1076490"/>
                  </a:lnTo>
                  <a:lnTo>
                    <a:pt x="1304467" y="1097013"/>
                  </a:lnTo>
                  <a:lnTo>
                    <a:pt x="1216660" y="1109560"/>
                  </a:lnTo>
                  <a:lnTo>
                    <a:pt x="1132281" y="1114120"/>
                  </a:lnTo>
                  <a:lnTo>
                    <a:pt x="1131138" y="1114120"/>
                  </a:lnTo>
                  <a:lnTo>
                    <a:pt x="1049032" y="1109560"/>
                  </a:lnTo>
                  <a:lnTo>
                    <a:pt x="961224" y="1097013"/>
                  </a:lnTo>
                  <a:lnTo>
                    <a:pt x="881405" y="1076490"/>
                  </a:lnTo>
                  <a:lnTo>
                    <a:pt x="841489" y="1065085"/>
                  </a:lnTo>
                  <a:lnTo>
                    <a:pt x="303149" y="889012"/>
                  </a:lnTo>
                  <a:lnTo>
                    <a:pt x="303149" y="888375"/>
                  </a:lnTo>
                  <a:lnTo>
                    <a:pt x="248412" y="873036"/>
                  </a:lnTo>
                  <a:lnTo>
                    <a:pt x="186829" y="863930"/>
                  </a:lnTo>
                  <a:lnTo>
                    <a:pt x="130949" y="858227"/>
                  </a:lnTo>
                  <a:lnTo>
                    <a:pt x="16549" y="858227"/>
                  </a:lnTo>
                  <a:lnTo>
                    <a:pt x="16549" y="886265"/>
                  </a:lnTo>
                  <a:lnTo>
                    <a:pt x="10591" y="901903"/>
                  </a:lnTo>
                  <a:lnTo>
                    <a:pt x="2647" y="914386"/>
                  </a:lnTo>
                  <a:lnTo>
                    <a:pt x="0" y="923382"/>
                  </a:lnTo>
                  <a:close/>
                </a:path>
                <a:path w="2110740" h="1202054">
                  <a:moveTo>
                    <a:pt x="1993239" y="0"/>
                  </a:moveTo>
                  <a:lnTo>
                    <a:pt x="2011489" y="84391"/>
                  </a:lnTo>
                  <a:lnTo>
                    <a:pt x="2020608" y="167640"/>
                  </a:lnTo>
                  <a:lnTo>
                    <a:pt x="2020608" y="334"/>
                  </a:lnTo>
                  <a:lnTo>
                    <a:pt x="2000084" y="83"/>
                  </a:lnTo>
                  <a:lnTo>
                    <a:pt x="1993239" y="0"/>
                  </a:lnTo>
                  <a:close/>
                </a:path>
                <a:path w="2110740" h="1202054">
                  <a:moveTo>
                    <a:pt x="303149" y="888375"/>
                  </a:moveTo>
                  <a:lnTo>
                    <a:pt x="303149" y="889012"/>
                  </a:lnTo>
                  <a:lnTo>
                    <a:pt x="305422" y="889012"/>
                  </a:lnTo>
                  <a:lnTo>
                    <a:pt x="303149" y="888375"/>
                  </a:lnTo>
                  <a:close/>
                </a:path>
                <a:path w="2110740" h="1202054">
                  <a:moveTo>
                    <a:pt x="10591" y="858227"/>
                  </a:moveTo>
                  <a:lnTo>
                    <a:pt x="12577" y="862114"/>
                  </a:lnTo>
                  <a:lnTo>
                    <a:pt x="15887" y="872231"/>
                  </a:lnTo>
                  <a:lnTo>
                    <a:pt x="16549" y="886265"/>
                  </a:lnTo>
                  <a:lnTo>
                    <a:pt x="16549" y="858227"/>
                  </a:lnTo>
                  <a:lnTo>
                    <a:pt x="10591" y="858227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99349" y="4710925"/>
              <a:ext cx="1777364" cy="1111250"/>
            </a:xfrm>
            <a:custGeom>
              <a:avLst/>
              <a:gdLst/>
              <a:ahLst/>
              <a:cxnLst/>
              <a:rect l="l" t="t" r="r" b="b"/>
              <a:pathLst>
                <a:path w="1777365" h="1111250">
                  <a:moveTo>
                    <a:pt x="0" y="222377"/>
                  </a:moveTo>
                  <a:lnTo>
                    <a:pt x="1314" y="271126"/>
                  </a:lnTo>
                  <a:lnTo>
                    <a:pt x="5213" y="319188"/>
                  </a:lnTo>
                  <a:lnTo>
                    <a:pt x="11629" y="366496"/>
                  </a:lnTo>
                  <a:lnTo>
                    <a:pt x="20493" y="412981"/>
                  </a:lnTo>
                  <a:lnTo>
                    <a:pt x="31739" y="458575"/>
                  </a:lnTo>
                  <a:lnTo>
                    <a:pt x="45298" y="503212"/>
                  </a:lnTo>
                  <a:lnTo>
                    <a:pt x="61102" y="546823"/>
                  </a:lnTo>
                  <a:lnTo>
                    <a:pt x="79084" y="589340"/>
                  </a:lnTo>
                  <a:lnTo>
                    <a:pt x="99176" y="630696"/>
                  </a:lnTo>
                  <a:lnTo>
                    <a:pt x="121311" y="670823"/>
                  </a:lnTo>
                  <a:lnTo>
                    <a:pt x="145420" y="709653"/>
                  </a:lnTo>
                  <a:lnTo>
                    <a:pt x="171435" y="747118"/>
                  </a:lnTo>
                  <a:lnTo>
                    <a:pt x="199290" y="783151"/>
                  </a:lnTo>
                  <a:lnTo>
                    <a:pt x="228916" y="817684"/>
                  </a:lnTo>
                  <a:lnTo>
                    <a:pt x="260245" y="850649"/>
                  </a:lnTo>
                  <a:lnTo>
                    <a:pt x="293210" y="881978"/>
                  </a:lnTo>
                  <a:lnTo>
                    <a:pt x="327742" y="911604"/>
                  </a:lnTo>
                  <a:lnTo>
                    <a:pt x="363775" y="939458"/>
                  </a:lnTo>
                  <a:lnTo>
                    <a:pt x="401241" y="965474"/>
                  </a:lnTo>
                  <a:lnTo>
                    <a:pt x="440070" y="989583"/>
                  </a:lnTo>
                  <a:lnTo>
                    <a:pt x="480197" y="1011717"/>
                  </a:lnTo>
                  <a:lnTo>
                    <a:pt x="521553" y="1031809"/>
                  </a:lnTo>
                  <a:lnTo>
                    <a:pt x="564070" y="1049791"/>
                  </a:lnTo>
                  <a:lnTo>
                    <a:pt x="607681" y="1065596"/>
                  </a:lnTo>
                  <a:lnTo>
                    <a:pt x="652318" y="1079154"/>
                  </a:lnTo>
                  <a:lnTo>
                    <a:pt x="697913" y="1090400"/>
                  </a:lnTo>
                  <a:lnTo>
                    <a:pt x="744398" y="1099264"/>
                  </a:lnTo>
                  <a:lnTo>
                    <a:pt x="791705" y="1105680"/>
                  </a:lnTo>
                  <a:lnTo>
                    <a:pt x="839768" y="1109579"/>
                  </a:lnTo>
                  <a:lnTo>
                    <a:pt x="888517" y="1110894"/>
                  </a:lnTo>
                  <a:lnTo>
                    <a:pt x="937266" y="1109579"/>
                  </a:lnTo>
                  <a:lnTo>
                    <a:pt x="985329" y="1105680"/>
                  </a:lnTo>
                  <a:lnTo>
                    <a:pt x="1032636" y="1099264"/>
                  </a:lnTo>
                  <a:lnTo>
                    <a:pt x="1079122" y="1090400"/>
                  </a:lnTo>
                  <a:lnTo>
                    <a:pt x="1124717" y="1079154"/>
                  </a:lnTo>
                  <a:lnTo>
                    <a:pt x="1169354" y="1065596"/>
                  </a:lnTo>
                  <a:lnTo>
                    <a:pt x="1212965" y="1049791"/>
                  </a:lnTo>
                  <a:lnTo>
                    <a:pt x="1255483" y="1031809"/>
                  </a:lnTo>
                  <a:lnTo>
                    <a:pt x="1296839" y="1011717"/>
                  </a:lnTo>
                  <a:lnTo>
                    <a:pt x="1336967" y="989583"/>
                  </a:lnTo>
                  <a:lnTo>
                    <a:pt x="1375797" y="965474"/>
                  </a:lnTo>
                  <a:lnTo>
                    <a:pt x="1413263" y="939458"/>
                  </a:lnTo>
                  <a:lnTo>
                    <a:pt x="1449297" y="911604"/>
                  </a:lnTo>
                  <a:lnTo>
                    <a:pt x="1483830" y="881978"/>
                  </a:lnTo>
                  <a:lnTo>
                    <a:pt x="1516795" y="850649"/>
                  </a:lnTo>
                  <a:lnTo>
                    <a:pt x="1548125" y="817684"/>
                  </a:lnTo>
                  <a:lnTo>
                    <a:pt x="1577752" y="783151"/>
                  </a:lnTo>
                  <a:lnTo>
                    <a:pt x="1605607" y="747118"/>
                  </a:lnTo>
                  <a:lnTo>
                    <a:pt x="1631623" y="709653"/>
                  </a:lnTo>
                  <a:lnTo>
                    <a:pt x="1655732" y="670823"/>
                  </a:lnTo>
                  <a:lnTo>
                    <a:pt x="1677867" y="630696"/>
                  </a:lnTo>
                  <a:lnTo>
                    <a:pt x="1697960" y="589340"/>
                  </a:lnTo>
                  <a:lnTo>
                    <a:pt x="1715943" y="546823"/>
                  </a:lnTo>
                  <a:lnTo>
                    <a:pt x="1731747" y="503212"/>
                  </a:lnTo>
                  <a:lnTo>
                    <a:pt x="1745307" y="458575"/>
                  </a:lnTo>
                  <a:lnTo>
                    <a:pt x="1756552" y="412981"/>
                  </a:lnTo>
                  <a:lnTo>
                    <a:pt x="1765417" y="366496"/>
                  </a:lnTo>
                  <a:lnTo>
                    <a:pt x="1771833" y="319188"/>
                  </a:lnTo>
                  <a:lnTo>
                    <a:pt x="1775732" y="271126"/>
                  </a:lnTo>
                  <a:lnTo>
                    <a:pt x="1777047" y="222377"/>
                  </a:lnTo>
                  <a:lnTo>
                    <a:pt x="1775537" y="164208"/>
                  </a:lnTo>
                  <a:lnTo>
                    <a:pt x="1770724" y="108831"/>
                  </a:lnTo>
                  <a:lnTo>
                    <a:pt x="1762179" y="54632"/>
                  </a:lnTo>
                  <a:lnTo>
                    <a:pt x="1749475" y="0"/>
                  </a:lnTo>
                  <a:lnTo>
                    <a:pt x="20493" y="38941"/>
                  </a:lnTo>
                  <a:lnTo>
                    <a:pt x="18935" y="38976"/>
                  </a:lnTo>
                  <a:lnTo>
                    <a:pt x="10742" y="83757"/>
                  </a:lnTo>
                  <a:lnTo>
                    <a:pt x="4814" y="129290"/>
                  </a:lnTo>
                  <a:lnTo>
                    <a:pt x="1314" y="174221"/>
                  </a:lnTo>
                  <a:lnTo>
                    <a:pt x="1314" y="171620"/>
                  </a:lnTo>
                  <a:lnTo>
                    <a:pt x="0" y="222377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99349" y="4710925"/>
              <a:ext cx="1777364" cy="1111250"/>
            </a:xfrm>
            <a:custGeom>
              <a:avLst/>
              <a:gdLst/>
              <a:ahLst/>
              <a:cxnLst/>
              <a:rect l="l" t="t" r="r" b="b"/>
              <a:pathLst>
                <a:path w="1777365" h="1111250">
                  <a:moveTo>
                    <a:pt x="1749475" y="0"/>
                  </a:moveTo>
                  <a:lnTo>
                    <a:pt x="1762179" y="54632"/>
                  </a:lnTo>
                  <a:lnTo>
                    <a:pt x="1770724" y="108831"/>
                  </a:lnTo>
                  <a:lnTo>
                    <a:pt x="1775537" y="164208"/>
                  </a:lnTo>
                  <a:lnTo>
                    <a:pt x="1777047" y="222377"/>
                  </a:lnTo>
                  <a:lnTo>
                    <a:pt x="1775732" y="271126"/>
                  </a:lnTo>
                  <a:lnTo>
                    <a:pt x="1771833" y="319188"/>
                  </a:lnTo>
                  <a:lnTo>
                    <a:pt x="1765417" y="366496"/>
                  </a:lnTo>
                  <a:lnTo>
                    <a:pt x="1756552" y="412981"/>
                  </a:lnTo>
                  <a:lnTo>
                    <a:pt x="1745307" y="458575"/>
                  </a:lnTo>
                  <a:lnTo>
                    <a:pt x="1731747" y="503212"/>
                  </a:lnTo>
                  <a:lnTo>
                    <a:pt x="1715943" y="546823"/>
                  </a:lnTo>
                  <a:lnTo>
                    <a:pt x="1697960" y="589340"/>
                  </a:lnTo>
                  <a:lnTo>
                    <a:pt x="1677867" y="630696"/>
                  </a:lnTo>
                  <a:lnTo>
                    <a:pt x="1655732" y="670823"/>
                  </a:lnTo>
                  <a:lnTo>
                    <a:pt x="1631623" y="709653"/>
                  </a:lnTo>
                  <a:lnTo>
                    <a:pt x="1605607" y="747118"/>
                  </a:lnTo>
                  <a:lnTo>
                    <a:pt x="1577752" y="783151"/>
                  </a:lnTo>
                  <a:lnTo>
                    <a:pt x="1548125" y="817684"/>
                  </a:lnTo>
                  <a:lnTo>
                    <a:pt x="1516795" y="850649"/>
                  </a:lnTo>
                  <a:lnTo>
                    <a:pt x="1483830" y="881978"/>
                  </a:lnTo>
                  <a:lnTo>
                    <a:pt x="1449297" y="911604"/>
                  </a:lnTo>
                  <a:lnTo>
                    <a:pt x="1413263" y="939458"/>
                  </a:lnTo>
                  <a:lnTo>
                    <a:pt x="1375797" y="965474"/>
                  </a:lnTo>
                  <a:lnTo>
                    <a:pt x="1336967" y="989583"/>
                  </a:lnTo>
                  <a:lnTo>
                    <a:pt x="1296839" y="1011717"/>
                  </a:lnTo>
                  <a:lnTo>
                    <a:pt x="1255483" y="1031809"/>
                  </a:lnTo>
                  <a:lnTo>
                    <a:pt x="1212965" y="1049791"/>
                  </a:lnTo>
                  <a:lnTo>
                    <a:pt x="1169354" y="1065596"/>
                  </a:lnTo>
                  <a:lnTo>
                    <a:pt x="1124717" y="1079154"/>
                  </a:lnTo>
                  <a:lnTo>
                    <a:pt x="1079122" y="1090400"/>
                  </a:lnTo>
                  <a:lnTo>
                    <a:pt x="1032636" y="1099264"/>
                  </a:lnTo>
                  <a:lnTo>
                    <a:pt x="985329" y="1105680"/>
                  </a:lnTo>
                  <a:lnTo>
                    <a:pt x="937266" y="1109579"/>
                  </a:lnTo>
                  <a:lnTo>
                    <a:pt x="888517" y="1110894"/>
                  </a:lnTo>
                  <a:lnTo>
                    <a:pt x="839768" y="1109579"/>
                  </a:lnTo>
                  <a:lnTo>
                    <a:pt x="791705" y="1105680"/>
                  </a:lnTo>
                  <a:lnTo>
                    <a:pt x="744398" y="1099264"/>
                  </a:lnTo>
                  <a:lnTo>
                    <a:pt x="697913" y="1090400"/>
                  </a:lnTo>
                  <a:lnTo>
                    <a:pt x="652318" y="1079154"/>
                  </a:lnTo>
                  <a:lnTo>
                    <a:pt x="607681" y="1065596"/>
                  </a:lnTo>
                  <a:lnTo>
                    <a:pt x="564070" y="1049791"/>
                  </a:lnTo>
                  <a:lnTo>
                    <a:pt x="521553" y="1031809"/>
                  </a:lnTo>
                  <a:lnTo>
                    <a:pt x="480197" y="1011717"/>
                  </a:lnTo>
                  <a:lnTo>
                    <a:pt x="440070" y="989583"/>
                  </a:lnTo>
                  <a:lnTo>
                    <a:pt x="401241" y="965474"/>
                  </a:lnTo>
                  <a:lnTo>
                    <a:pt x="363775" y="939458"/>
                  </a:lnTo>
                  <a:lnTo>
                    <a:pt x="327742" y="911604"/>
                  </a:lnTo>
                  <a:lnTo>
                    <a:pt x="293210" y="881978"/>
                  </a:lnTo>
                  <a:lnTo>
                    <a:pt x="260245" y="850649"/>
                  </a:lnTo>
                  <a:lnTo>
                    <a:pt x="228916" y="817684"/>
                  </a:lnTo>
                  <a:lnTo>
                    <a:pt x="199290" y="783151"/>
                  </a:lnTo>
                  <a:lnTo>
                    <a:pt x="171435" y="747118"/>
                  </a:lnTo>
                  <a:lnTo>
                    <a:pt x="145420" y="709653"/>
                  </a:lnTo>
                  <a:lnTo>
                    <a:pt x="121311" y="670823"/>
                  </a:lnTo>
                  <a:lnTo>
                    <a:pt x="99176" y="630696"/>
                  </a:lnTo>
                  <a:lnTo>
                    <a:pt x="79084" y="589340"/>
                  </a:lnTo>
                  <a:lnTo>
                    <a:pt x="61102" y="546823"/>
                  </a:lnTo>
                  <a:lnTo>
                    <a:pt x="45298" y="503212"/>
                  </a:lnTo>
                  <a:lnTo>
                    <a:pt x="31739" y="458575"/>
                  </a:lnTo>
                  <a:lnTo>
                    <a:pt x="20493" y="412981"/>
                  </a:lnTo>
                  <a:lnTo>
                    <a:pt x="11629" y="366496"/>
                  </a:lnTo>
                  <a:lnTo>
                    <a:pt x="5213" y="319188"/>
                  </a:lnTo>
                  <a:lnTo>
                    <a:pt x="1314" y="271126"/>
                  </a:lnTo>
                  <a:lnTo>
                    <a:pt x="0" y="222377"/>
                  </a:lnTo>
                  <a:lnTo>
                    <a:pt x="1213" y="175516"/>
                  </a:lnTo>
                  <a:lnTo>
                    <a:pt x="4814" y="129290"/>
                  </a:lnTo>
                  <a:lnTo>
                    <a:pt x="10742" y="83757"/>
                  </a:lnTo>
                  <a:lnTo>
                    <a:pt x="18935" y="38976"/>
                  </a:lnTo>
                </a:path>
              </a:pathLst>
            </a:custGeom>
            <a:ln w="452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48105" y="4710404"/>
              <a:ext cx="1679575" cy="1062990"/>
            </a:xfrm>
            <a:custGeom>
              <a:avLst/>
              <a:gdLst/>
              <a:ahLst/>
              <a:cxnLst/>
              <a:rect l="l" t="t" r="r" b="b"/>
              <a:pathLst>
                <a:path w="1679575" h="1062989">
                  <a:moveTo>
                    <a:pt x="0" y="222897"/>
                  </a:moveTo>
                  <a:lnTo>
                    <a:pt x="1329" y="270543"/>
                  </a:lnTo>
                  <a:lnTo>
                    <a:pt x="5269" y="317491"/>
                  </a:lnTo>
                  <a:lnTo>
                    <a:pt x="11750" y="363672"/>
                  </a:lnTo>
                  <a:lnTo>
                    <a:pt x="20700" y="409013"/>
                  </a:lnTo>
                  <a:lnTo>
                    <a:pt x="32048" y="453445"/>
                  </a:lnTo>
                  <a:lnTo>
                    <a:pt x="45724" y="496895"/>
                  </a:lnTo>
                  <a:lnTo>
                    <a:pt x="61657" y="539295"/>
                  </a:lnTo>
                  <a:lnTo>
                    <a:pt x="79776" y="580572"/>
                  </a:lnTo>
                  <a:lnTo>
                    <a:pt x="100009" y="620655"/>
                  </a:lnTo>
                  <a:lnTo>
                    <a:pt x="122287" y="659474"/>
                  </a:lnTo>
                  <a:lnTo>
                    <a:pt x="146538" y="696958"/>
                  </a:lnTo>
                  <a:lnTo>
                    <a:pt x="172691" y="733036"/>
                  </a:lnTo>
                  <a:lnTo>
                    <a:pt x="200675" y="767637"/>
                  </a:lnTo>
                  <a:lnTo>
                    <a:pt x="230420" y="800690"/>
                  </a:lnTo>
                  <a:lnTo>
                    <a:pt x="261854" y="832125"/>
                  </a:lnTo>
                  <a:lnTo>
                    <a:pt x="294907" y="861870"/>
                  </a:lnTo>
                  <a:lnTo>
                    <a:pt x="329508" y="889854"/>
                  </a:lnTo>
                  <a:lnTo>
                    <a:pt x="365586" y="916007"/>
                  </a:lnTo>
                  <a:lnTo>
                    <a:pt x="403070" y="940258"/>
                  </a:lnTo>
                  <a:lnTo>
                    <a:pt x="441890" y="962535"/>
                  </a:lnTo>
                  <a:lnTo>
                    <a:pt x="481973" y="982769"/>
                  </a:lnTo>
                  <a:lnTo>
                    <a:pt x="523250" y="1000887"/>
                  </a:lnTo>
                  <a:lnTo>
                    <a:pt x="565649" y="1016820"/>
                  </a:lnTo>
                  <a:lnTo>
                    <a:pt x="609100" y="1030496"/>
                  </a:lnTo>
                  <a:lnTo>
                    <a:pt x="653532" y="1041845"/>
                  </a:lnTo>
                  <a:lnTo>
                    <a:pt x="698873" y="1050795"/>
                  </a:lnTo>
                  <a:lnTo>
                    <a:pt x="745053" y="1057275"/>
                  </a:lnTo>
                  <a:lnTo>
                    <a:pt x="792002" y="1061216"/>
                  </a:lnTo>
                  <a:lnTo>
                    <a:pt x="839647" y="1062545"/>
                  </a:lnTo>
                  <a:lnTo>
                    <a:pt x="887293" y="1061216"/>
                  </a:lnTo>
                  <a:lnTo>
                    <a:pt x="934241" y="1057275"/>
                  </a:lnTo>
                  <a:lnTo>
                    <a:pt x="980422" y="1050795"/>
                  </a:lnTo>
                  <a:lnTo>
                    <a:pt x="1025763" y="1041845"/>
                  </a:lnTo>
                  <a:lnTo>
                    <a:pt x="1070195" y="1030496"/>
                  </a:lnTo>
                  <a:lnTo>
                    <a:pt x="1113646" y="1016820"/>
                  </a:lnTo>
                  <a:lnTo>
                    <a:pt x="1156045" y="1000887"/>
                  </a:lnTo>
                  <a:lnTo>
                    <a:pt x="1197322" y="982769"/>
                  </a:lnTo>
                  <a:lnTo>
                    <a:pt x="1237405" y="962535"/>
                  </a:lnTo>
                  <a:lnTo>
                    <a:pt x="1276224" y="940258"/>
                  </a:lnTo>
                  <a:lnTo>
                    <a:pt x="1313708" y="916007"/>
                  </a:lnTo>
                  <a:lnTo>
                    <a:pt x="1349786" y="889854"/>
                  </a:lnTo>
                  <a:lnTo>
                    <a:pt x="1384387" y="861870"/>
                  </a:lnTo>
                  <a:lnTo>
                    <a:pt x="1417440" y="832125"/>
                  </a:lnTo>
                  <a:lnTo>
                    <a:pt x="1448875" y="800690"/>
                  </a:lnTo>
                  <a:lnTo>
                    <a:pt x="1478620" y="767637"/>
                  </a:lnTo>
                  <a:lnTo>
                    <a:pt x="1506604" y="733036"/>
                  </a:lnTo>
                  <a:lnTo>
                    <a:pt x="1532757" y="696958"/>
                  </a:lnTo>
                  <a:lnTo>
                    <a:pt x="1557008" y="659474"/>
                  </a:lnTo>
                  <a:lnTo>
                    <a:pt x="1579285" y="620655"/>
                  </a:lnTo>
                  <a:lnTo>
                    <a:pt x="1599519" y="580572"/>
                  </a:lnTo>
                  <a:lnTo>
                    <a:pt x="1617638" y="539295"/>
                  </a:lnTo>
                  <a:lnTo>
                    <a:pt x="1633570" y="496895"/>
                  </a:lnTo>
                  <a:lnTo>
                    <a:pt x="1647246" y="453445"/>
                  </a:lnTo>
                  <a:lnTo>
                    <a:pt x="1658595" y="409013"/>
                  </a:lnTo>
                  <a:lnTo>
                    <a:pt x="1667545" y="363672"/>
                  </a:lnTo>
                  <a:lnTo>
                    <a:pt x="1674026" y="317491"/>
                  </a:lnTo>
                  <a:lnTo>
                    <a:pt x="1677975" y="270431"/>
                  </a:lnTo>
                  <a:lnTo>
                    <a:pt x="1679295" y="222897"/>
                  </a:lnTo>
                  <a:lnTo>
                    <a:pt x="1677975" y="163586"/>
                  </a:lnTo>
                  <a:lnTo>
                    <a:pt x="1673375" y="108691"/>
                  </a:lnTo>
                  <a:lnTo>
                    <a:pt x="1664534" y="55174"/>
                  </a:lnTo>
                  <a:lnTo>
                    <a:pt x="1650491" y="0"/>
                  </a:lnTo>
                  <a:lnTo>
                    <a:pt x="21145" y="37096"/>
                  </a:lnTo>
                  <a:lnTo>
                    <a:pt x="11197" y="83515"/>
                  </a:lnTo>
                  <a:lnTo>
                    <a:pt x="4667" y="128177"/>
                  </a:lnTo>
                  <a:lnTo>
                    <a:pt x="1089" y="173749"/>
                  </a:lnTo>
                  <a:lnTo>
                    <a:pt x="0" y="222897"/>
                  </a:lnTo>
                  <a:close/>
                </a:path>
              </a:pathLst>
            </a:custGeom>
            <a:solidFill>
              <a:srgbClr val="C7C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648105" y="4710404"/>
              <a:ext cx="1679575" cy="1062990"/>
            </a:xfrm>
            <a:custGeom>
              <a:avLst/>
              <a:gdLst/>
              <a:ahLst/>
              <a:cxnLst/>
              <a:rect l="l" t="t" r="r" b="b"/>
              <a:pathLst>
                <a:path w="1679575" h="1062989">
                  <a:moveTo>
                    <a:pt x="1650491" y="0"/>
                  </a:moveTo>
                  <a:lnTo>
                    <a:pt x="1664534" y="55174"/>
                  </a:lnTo>
                  <a:lnTo>
                    <a:pt x="1673375" y="108691"/>
                  </a:lnTo>
                  <a:lnTo>
                    <a:pt x="1677975" y="163586"/>
                  </a:lnTo>
                  <a:lnTo>
                    <a:pt x="1679295" y="222897"/>
                  </a:lnTo>
                  <a:lnTo>
                    <a:pt x="1677966" y="270543"/>
                  </a:lnTo>
                  <a:lnTo>
                    <a:pt x="1674026" y="317491"/>
                  </a:lnTo>
                  <a:lnTo>
                    <a:pt x="1667545" y="363672"/>
                  </a:lnTo>
                  <a:lnTo>
                    <a:pt x="1658595" y="409013"/>
                  </a:lnTo>
                  <a:lnTo>
                    <a:pt x="1647246" y="453445"/>
                  </a:lnTo>
                  <a:lnTo>
                    <a:pt x="1633570" y="496895"/>
                  </a:lnTo>
                  <a:lnTo>
                    <a:pt x="1617638" y="539295"/>
                  </a:lnTo>
                  <a:lnTo>
                    <a:pt x="1599519" y="580572"/>
                  </a:lnTo>
                  <a:lnTo>
                    <a:pt x="1579285" y="620655"/>
                  </a:lnTo>
                  <a:lnTo>
                    <a:pt x="1557008" y="659474"/>
                  </a:lnTo>
                  <a:lnTo>
                    <a:pt x="1532757" y="696958"/>
                  </a:lnTo>
                  <a:lnTo>
                    <a:pt x="1506604" y="733036"/>
                  </a:lnTo>
                  <a:lnTo>
                    <a:pt x="1478620" y="767637"/>
                  </a:lnTo>
                  <a:lnTo>
                    <a:pt x="1448875" y="800690"/>
                  </a:lnTo>
                  <a:lnTo>
                    <a:pt x="1417440" y="832125"/>
                  </a:lnTo>
                  <a:lnTo>
                    <a:pt x="1384387" y="861870"/>
                  </a:lnTo>
                  <a:lnTo>
                    <a:pt x="1349786" y="889854"/>
                  </a:lnTo>
                  <a:lnTo>
                    <a:pt x="1313708" y="916007"/>
                  </a:lnTo>
                  <a:lnTo>
                    <a:pt x="1276224" y="940258"/>
                  </a:lnTo>
                  <a:lnTo>
                    <a:pt x="1237405" y="962535"/>
                  </a:lnTo>
                  <a:lnTo>
                    <a:pt x="1197322" y="982769"/>
                  </a:lnTo>
                  <a:lnTo>
                    <a:pt x="1156045" y="1000887"/>
                  </a:lnTo>
                  <a:lnTo>
                    <a:pt x="1113646" y="1016820"/>
                  </a:lnTo>
                  <a:lnTo>
                    <a:pt x="1070195" y="1030496"/>
                  </a:lnTo>
                  <a:lnTo>
                    <a:pt x="1025763" y="1041845"/>
                  </a:lnTo>
                  <a:lnTo>
                    <a:pt x="980422" y="1050795"/>
                  </a:lnTo>
                  <a:lnTo>
                    <a:pt x="934241" y="1057275"/>
                  </a:lnTo>
                  <a:lnTo>
                    <a:pt x="887293" y="1061216"/>
                  </a:lnTo>
                  <a:lnTo>
                    <a:pt x="839647" y="1062545"/>
                  </a:lnTo>
                  <a:lnTo>
                    <a:pt x="792002" y="1061216"/>
                  </a:lnTo>
                  <a:lnTo>
                    <a:pt x="745053" y="1057275"/>
                  </a:lnTo>
                  <a:lnTo>
                    <a:pt x="698873" y="1050795"/>
                  </a:lnTo>
                  <a:lnTo>
                    <a:pt x="653532" y="1041845"/>
                  </a:lnTo>
                  <a:lnTo>
                    <a:pt x="609100" y="1030496"/>
                  </a:lnTo>
                  <a:lnTo>
                    <a:pt x="565649" y="1016820"/>
                  </a:lnTo>
                  <a:lnTo>
                    <a:pt x="523250" y="1000887"/>
                  </a:lnTo>
                  <a:lnTo>
                    <a:pt x="481973" y="982769"/>
                  </a:lnTo>
                  <a:lnTo>
                    <a:pt x="441890" y="962535"/>
                  </a:lnTo>
                  <a:lnTo>
                    <a:pt x="403070" y="940258"/>
                  </a:lnTo>
                  <a:lnTo>
                    <a:pt x="365586" y="916007"/>
                  </a:lnTo>
                  <a:lnTo>
                    <a:pt x="329508" y="889854"/>
                  </a:lnTo>
                  <a:lnTo>
                    <a:pt x="294907" y="861870"/>
                  </a:lnTo>
                  <a:lnTo>
                    <a:pt x="261854" y="832125"/>
                  </a:lnTo>
                  <a:lnTo>
                    <a:pt x="230420" y="800690"/>
                  </a:lnTo>
                  <a:lnTo>
                    <a:pt x="200675" y="767637"/>
                  </a:lnTo>
                  <a:lnTo>
                    <a:pt x="172691" y="733036"/>
                  </a:lnTo>
                  <a:lnTo>
                    <a:pt x="146538" y="696958"/>
                  </a:lnTo>
                  <a:lnTo>
                    <a:pt x="122287" y="659474"/>
                  </a:lnTo>
                  <a:lnTo>
                    <a:pt x="100009" y="620655"/>
                  </a:lnTo>
                  <a:lnTo>
                    <a:pt x="79776" y="580572"/>
                  </a:lnTo>
                  <a:lnTo>
                    <a:pt x="61657" y="539295"/>
                  </a:lnTo>
                  <a:lnTo>
                    <a:pt x="45724" y="496895"/>
                  </a:lnTo>
                  <a:lnTo>
                    <a:pt x="32048" y="453445"/>
                  </a:lnTo>
                  <a:lnTo>
                    <a:pt x="20700" y="409013"/>
                  </a:lnTo>
                  <a:lnTo>
                    <a:pt x="11750" y="363672"/>
                  </a:lnTo>
                  <a:lnTo>
                    <a:pt x="5269" y="317491"/>
                  </a:lnTo>
                  <a:lnTo>
                    <a:pt x="1329" y="270543"/>
                  </a:lnTo>
                  <a:lnTo>
                    <a:pt x="0" y="222897"/>
                  </a:lnTo>
                  <a:lnTo>
                    <a:pt x="1089" y="173749"/>
                  </a:lnTo>
                  <a:lnTo>
                    <a:pt x="4667" y="128177"/>
                  </a:lnTo>
                  <a:lnTo>
                    <a:pt x="11197" y="83515"/>
                  </a:lnTo>
                  <a:lnTo>
                    <a:pt x="21145" y="37096"/>
                  </a:lnTo>
                </a:path>
              </a:pathLst>
            </a:custGeom>
            <a:ln w="452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61503" y="4696282"/>
              <a:ext cx="1945005" cy="1207135"/>
            </a:xfrm>
            <a:custGeom>
              <a:avLst/>
              <a:gdLst/>
              <a:ahLst/>
              <a:cxnLst/>
              <a:rect l="l" t="t" r="r" b="b"/>
              <a:pathLst>
                <a:path w="1945004" h="1207135">
                  <a:moveTo>
                    <a:pt x="1944865" y="237020"/>
                  </a:moveTo>
                  <a:lnTo>
                    <a:pt x="0" y="237020"/>
                  </a:lnTo>
                </a:path>
                <a:path w="1945004" h="1207135">
                  <a:moveTo>
                    <a:pt x="926376" y="0"/>
                  </a:moveTo>
                  <a:lnTo>
                    <a:pt x="926363" y="1206588"/>
                  </a:lnTo>
                </a:path>
              </a:pathLst>
            </a:custGeom>
            <a:ln w="3390">
              <a:solidFill>
                <a:srgbClr val="EF4123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43196" y="5436978"/>
              <a:ext cx="196303" cy="11073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292568" y="5662510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0" y="222135"/>
                  </a:moveTo>
                  <a:lnTo>
                    <a:pt x="4513" y="266903"/>
                  </a:lnTo>
                  <a:lnTo>
                    <a:pt x="17456" y="308600"/>
                  </a:lnTo>
                  <a:lnTo>
                    <a:pt x="37937" y="346333"/>
                  </a:lnTo>
                  <a:lnTo>
                    <a:pt x="65062" y="379209"/>
                  </a:lnTo>
                  <a:lnTo>
                    <a:pt x="97937" y="406334"/>
                  </a:lnTo>
                  <a:lnTo>
                    <a:pt x="135670" y="426814"/>
                  </a:lnTo>
                  <a:lnTo>
                    <a:pt x="177367" y="439758"/>
                  </a:lnTo>
                  <a:lnTo>
                    <a:pt x="222135" y="444271"/>
                  </a:lnTo>
                  <a:lnTo>
                    <a:pt x="266899" y="439758"/>
                  </a:lnTo>
                  <a:lnTo>
                    <a:pt x="308593" y="426814"/>
                  </a:lnTo>
                  <a:lnTo>
                    <a:pt x="346324" y="406334"/>
                  </a:lnTo>
                  <a:lnTo>
                    <a:pt x="379198" y="379209"/>
                  </a:lnTo>
                  <a:lnTo>
                    <a:pt x="406322" y="346333"/>
                  </a:lnTo>
                  <a:lnTo>
                    <a:pt x="426802" y="308600"/>
                  </a:lnTo>
                  <a:lnTo>
                    <a:pt x="439745" y="266903"/>
                  </a:lnTo>
                  <a:lnTo>
                    <a:pt x="444258" y="222135"/>
                  </a:lnTo>
                  <a:lnTo>
                    <a:pt x="439745" y="177367"/>
                  </a:lnTo>
                  <a:lnTo>
                    <a:pt x="426802" y="135670"/>
                  </a:lnTo>
                  <a:lnTo>
                    <a:pt x="406322" y="97937"/>
                  </a:lnTo>
                  <a:lnTo>
                    <a:pt x="379198" y="65062"/>
                  </a:lnTo>
                  <a:lnTo>
                    <a:pt x="346324" y="37937"/>
                  </a:lnTo>
                  <a:lnTo>
                    <a:pt x="308593" y="17456"/>
                  </a:lnTo>
                  <a:lnTo>
                    <a:pt x="266899" y="4513"/>
                  </a:lnTo>
                  <a:lnTo>
                    <a:pt x="222135" y="0"/>
                  </a:lnTo>
                  <a:lnTo>
                    <a:pt x="177367" y="4513"/>
                  </a:lnTo>
                  <a:lnTo>
                    <a:pt x="135670" y="17456"/>
                  </a:lnTo>
                  <a:lnTo>
                    <a:pt x="97937" y="37937"/>
                  </a:lnTo>
                  <a:lnTo>
                    <a:pt x="65062" y="65062"/>
                  </a:lnTo>
                  <a:lnTo>
                    <a:pt x="37937" y="97937"/>
                  </a:lnTo>
                  <a:lnTo>
                    <a:pt x="17456" y="135670"/>
                  </a:lnTo>
                  <a:lnTo>
                    <a:pt x="4513" y="177367"/>
                  </a:lnTo>
                  <a:lnTo>
                    <a:pt x="0" y="222135"/>
                  </a:lnTo>
                  <a:close/>
                </a:path>
              </a:pathLst>
            </a:custGeom>
            <a:solidFill>
              <a:srgbClr val="008B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92568" y="5662510"/>
              <a:ext cx="444500" cy="444500"/>
            </a:xfrm>
            <a:custGeom>
              <a:avLst/>
              <a:gdLst/>
              <a:ahLst/>
              <a:cxnLst/>
              <a:rect l="l" t="t" r="r" b="b"/>
              <a:pathLst>
                <a:path w="444500" h="444500">
                  <a:moveTo>
                    <a:pt x="222135" y="444271"/>
                  </a:moveTo>
                  <a:lnTo>
                    <a:pt x="177367" y="439758"/>
                  </a:lnTo>
                  <a:lnTo>
                    <a:pt x="135670" y="426814"/>
                  </a:lnTo>
                  <a:lnTo>
                    <a:pt x="97937" y="406334"/>
                  </a:lnTo>
                  <a:lnTo>
                    <a:pt x="65062" y="379209"/>
                  </a:lnTo>
                  <a:lnTo>
                    <a:pt x="37937" y="346333"/>
                  </a:lnTo>
                  <a:lnTo>
                    <a:pt x="17456" y="308600"/>
                  </a:lnTo>
                  <a:lnTo>
                    <a:pt x="4513" y="266903"/>
                  </a:lnTo>
                  <a:lnTo>
                    <a:pt x="0" y="222135"/>
                  </a:lnTo>
                  <a:lnTo>
                    <a:pt x="4513" y="177367"/>
                  </a:lnTo>
                  <a:lnTo>
                    <a:pt x="17456" y="135670"/>
                  </a:lnTo>
                  <a:lnTo>
                    <a:pt x="37937" y="97937"/>
                  </a:lnTo>
                  <a:lnTo>
                    <a:pt x="65062" y="65062"/>
                  </a:lnTo>
                  <a:lnTo>
                    <a:pt x="97937" y="37937"/>
                  </a:lnTo>
                  <a:lnTo>
                    <a:pt x="135670" y="17456"/>
                  </a:lnTo>
                  <a:lnTo>
                    <a:pt x="177367" y="4513"/>
                  </a:lnTo>
                  <a:lnTo>
                    <a:pt x="222135" y="0"/>
                  </a:lnTo>
                  <a:lnTo>
                    <a:pt x="266899" y="4513"/>
                  </a:lnTo>
                  <a:lnTo>
                    <a:pt x="308593" y="17456"/>
                  </a:lnTo>
                  <a:lnTo>
                    <a:pt x="346324" y="37937"/>
                  </a:lnTo>
                  <a:lnTo>
                    <a:pt x="379198" y="65062"/>
                  </a:lnTo>
                  <a:lnTo>
                    <a:pt x="406322" y="97937"/>
                  </a:lnTo>
                  <a:lnTo>
                    <a:pt x="426802" y="135670"/>
                  </a:lnTo>
                  <a:lnTo>
                    <a:pt x="439745" y="177367"/>
                  </a:lnTo>
                  <a:lnTo>
                    <a:pt x="444258" y="222135"/>
                  </a:lnTo>
                  <a:lnTo>
                    <a:pt x="439745" y="266903"/>
                  </a:lnTo>
                  <a:lnTo>
                    <a:pt x="426802" y="308600"/>
                  </a:lnTo>
                  <a:lnTo>
                    <a:pt x="406322" y="346333"/>
                  </a:lnTo>
                  <a:lnTo>
                    <a:pt x="379198" y="379209"/>
                  </a:lnTo>
                  <a:lnTo>
                    <a:pt x="346324" y="406334"/>
                  </a:lnTo>
                  <a:lnTo>
                    <a:pt x="308593" y="426814"/>
                  </a:lnTo>
                  <a:lnTo>
                    <a:pt x="266899" y="439758"/>
                  </a:lnTo>
                  <a:lnTo>
                    <a:pt x="222135" y="444271"/>
                  </a:lnTo>
                  <a:close/>
                </a:path>
              </a:pathLst>
            </a:custGeom>
            <a:ln w="452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14780" y="5684735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199910"/>
                  </a:moveTo>
                  <a:lnTo>
                    <a:pt x="5280" y="245746"/>
                  </a:lnTo>
                  <a:lnTo>
                    <a:pt x="20320" y="287823"/>
                  </a:lnTo>
                  <a:lnTo>
                    <a:pt x="43921" y="324941"/>
                  </a:lnTo>
                  <a:lnTo>
                    <a:pt x="74881" y="355901"/>
                  </a:lnTo>
                  <a:lnTo>
                    <a:pt x="112002" y="379501"/>
                  </a:lnTo>
                  <a:lnTo>
                    <a:pt x="154083" y="394541"/>
                  </a:lnTo>
                  <a:lnTo>
                    <a:pt x="199923" y="399821"/>
                  </a:lnTo>
                  <a:lnTo>
                    <a:pt x="245759" y="394541"/>
                  </a:lnTo>
                  <a:lnTo>
                    <a:pt x="287836" y="379501"/>
                  </a:lnTo>
                  <a:lnTo>
                    <a:pt x="324954" y="355901"/>
                  </a:lnTo>
                  <a:lnTo>
                    <a:pt x="355913" y="324941"/>
                  </a:lnTo>
                  <a:lnTo>
                    <a:pt x="379513" y="287823"/>
                  </a:lnTo>
                  <a:lnTo>
                    <a:pt x="394553" y="245746"/>
                  </a:lnTo>
                  <a:lnTo>
                    <a:pt x="399834" y="199910"/>
                  </a:lnTo>
                  <a:lnTo>
                    <a:pt x="394553" y="154075"/>
                  </a:lnTo>
                  <a:lnTo>
                    <a:pt x="379513" y="111997"/>
                  </a:lnTo>
                  <a:lnTo>
                    <a:pt x="355913" y="74879"/>
                  </a:lnTo>
                  <a:lnTo>
                    <a:pt x="324954" y="43920"/>
                  </a:lnTo>
                  <a:lnTo>
                    <a:pt x="287836" y="20320"/>
                  </a:lnTo>
                  <a:lnTo>
                    <a:pt x="245759" y="5280"/>
                  </a:lnTo>
                  <a:lnTo>
                    <a:pt x="199923" y="0"/>
                  </a:lnTo>
                  <a:lnTo>
                    <a:pt x="154083" y="5280"/>
                  </a:lnTo>
                  <a:lnTo>
                    <a:pt x="112002" y="20320"/>
                  </a:lnTo>
                  <a:lnTo>
                    <a:pt x="74881" y="43920"/>
                  </a:lnTo>
                  <a:lnTo>
                    <a:pt x="43921" y="74879"/>
                  </a:lnTo>
                  <a:lnTo>
                    <a:pt x="20320" y="111997"/>
                  </a:lnTo>
                  <a:lnTo>
                    <a:pt x="5280" y="154075"/>
                  </a:lnTo>
                  <a:lnTo>
                    <a:pt x="0" y="199910"/>
                  </a:lnTo>
                  <a:close/>
                </a:path>
              </a:pathLst>
            </a:custGeom>
            <a:solidFill>
              <a:srgbClr val="C7C8C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14780" y="5684735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199923" y="399821"/>
                  </a:moveTo>
                  <a:lnTo>
                    <a:pt x="154083" y="394541"/>
                  </a:lnTo>
                  <a:lnTo>
                    <a:pt x="112002" y="379501"/>
                  </a:lnTo>
                  <a:lnTo>
                    <a:pt x="74881" y="355901"/>
                  </a:lnTo>
                  <a:lnTo>
                    <a:pt x="43921" y="324941"/>
                  </a:lnTo>
                  <a:lnTo>
                    <a:pt x="20320" y="287823"/>
                  </a:lnTo>
                  <a:lnTo>
                    <a:pt x="5280" y="245746"/>
                  </a:lnTo>
                  <a:lnTo>
                    <a:pt x="0" y="199910"/>
                  </a:lnTo>
                  <a:lnTo>
                    <a:pt x="5280" y="154075"/>
                  </a:lnTo>
                  <a:lnTo>
                    <a:pt x="20320" y="111997"/>
                  </a:lnTo>
                  <a:lnTo>
                    <a:pt x="43921" y="74879"/>
                  </a:lnTo>
                  <a:lnTo>
                    <a:pt x="74881" y="43920"/>
                  </a:lnTo>
                  <a:lnTo>
                    <a:pt x="112002" y="20320"/>
                  </a:lnTo>
                  <a:lnTo>
                    <a:pt x="154083" y="5280"/>
                  </a:lnTo>
                  <a:lnTo>
                    <a:pt x="199923" y="0"/>
                  </a:lnTo>
                  <a:lnTo>
                    <a:pt x="245759" y="5280"/>
                  </a:lnTo>
                  <a:lnTo>
                    <a:pt x="287836" y="20320"/>
                  </a:lnTo>
                  <a:lnTo>
                    <a:pt x="324954" y="43920"/>
                  </a:lnTo>
                  <a:lnTo>
                    <a:pt x="355913" y="74879"/>
                  </a:lnTo>
                  <a:lnTo>
                    <a:pt x="379513" y="111997"/>
                  </a:lnTo>
                  <a:lnTo>
                    <a:pt x="394553" y="154075"/>
                  </a:lnTo>
                  <a:lnTo>
                    <a:pt x="399834" y="199910"/>
                  </a:lnTo>
                  <a:lnTo>
                    <a:pt x="394553" y="245746"/>
                  </a:lnTo>
                  <a:lnTo>
                    <a:pt x="379513" y="287823"/>
                  </a:lnTo>
                  <a:lnTo>
                    <a:pt x="355913" y="324941"/>
                  </a:lnTo>
                  <a:lnTo>
                    <a:pt x="324954" y="355901"/>
                  </a:lnTo>
                  <a:lnTo>
                    <a:pt x="287836" y="379501"/>
                  </a:lnTo>
                  <a:lnTo>
                    <a:pt x="245759" y="394541"/>
                  </a:lnTo>
                  <a:lnTo>
                    <a:pt x="199923" y="399821"/>
                  </a:lnTo>
                  <a:close/>
                </a:path>
              </a:pathLst>
            </a:custGeom>
            <a:ln w="4521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49070" y="5620143"/>
              <a:ext cx="443865" cy="555625"/>
            </a:xfrm>
            <a:custGeom>
              <a:avLst/>
              <a:gdLst/>
              <a:ahLst/>
              <a:cxnLst/>
              <a:rect l="l" t="t" r="r" b="b"/>
              <a:pathLst>
                <a:path w="443865" h="555625">
                  <a:moveTo>
                    <a:pt x="443293" y="264502"/>
                  </a:moveTo>
                  <a:lnTo>
                    <a:pt x="0" y="264502"/>
                  </a:lnTo>
                </a:path>
                <a:path w="443865" h="555625">
                  <a:moveTo>
                    <a:pt x="165633" y="0"/>
                  </a:moveTo>
                  <a:lnTo>
                    <a:pt x="165633" y="555332"/>
                  </a:lnTo>
                </a:path>
              </a:pathLst>
            </a:custGeom>
            <a:ln w="3175">
              <a:solidFill>
                <a:srgbClr val="EF4123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53198" y="5769203"/>
              <a:ext cx="198818" cy="17693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0574" y="5730405"/>
              <a:ext cx="101272" cy="10128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67141" y="4812576"/>
              <a:ext cx="241452" cy="241452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618984" y="5498680"/>
              <a:ext cx="211454" cy="69215"/>
            </a:xfrm>
            <a:custGeom>
              <a:avLst/>
              <a:gdLst/>
              <a:ahLst/>
              <a:cxnLst/>
              <a:rect l="l" t="t" r="r" b="b"/>
              <a:pathLst>
                <a:path w="211454" h="69214">
                  <a:moveTo>
                    <a:pt x="0" y="0"/>
                  </a:moveTo>
                  <a:lnTo>
                    <a:pt x="211251" y="68643"/>
                  </a:lnTo>
                </a:path>
              </a:pathLst>
            </a:custGeom>
            <a:ln w="1357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834824" y="5353272"/>
              <a:ext cx="176504" cy="164084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975267" y="4958092"/>
              <a:ext cx="184785" cy="435609"/>
            </a:xfrm>
            <a:custGeom>
              <a:avLst/>
              <a:gdLst/>
              <a:ahLst/>
              <a:cxnLst/>
              <a:rect l="l" t="t" r="r" b="b"/>
              <a:pathLst>
                <a:path w="184784" h="435610">
                  <a:moveTo>
                    <a:pt x="184505" y="0"/>
                  </a:moveTo>
                  <a:lnTo>
                    <a:pt x="179374" y="63296"/>
                  </a:lnTo>
                  <a:lnTo>
                    <a:pt x="167398" y="127444"/>
                  </a:lnTo>
                  <a:lnTo>
                    <a:pt x="149440" y="187312"/>
                  </a:lnTo>
                  <a:lnTo>
                    <a:pt x="126339" y="245465"/>
                  </a:lnTo>
                  <a:lnTo>
                    <a:pt x="98120" y="304469"/>
                  </a:lnTo>
                  <a:lnTo>
                    <a:pt x="63055" y="357504"/>
                  </a:lnTo>
                  <a:lnTo>
                    <a:pt x="23710" y="408813"/>
                  </a:lnTo>
                  <a:lnTo>
                    <a:pt x="546" y="434759"/>
                  </a:lnTo>
                </a:path>
                <a:path w="184784" h="435610">
                  <a:moveTo>
                    <a:pt x="546" y="434759"/>
                  </a:moveTo>
                  <a:lnTo>
                    <a:pt x="0" y="435381"/>
                  </a:lnTo>
                </a:path>
              </a:pathLst>
            </a:custGeom>
            <a:ln w="13576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64755" y="5752820"/>
              <a:ext cx="34925" cy="26670"/>
            </a:xfrm>
            <a:custGeom>
              <a:avLst/>
              <a:gdLst/>
              <a:ahLst/>
              <a:cxnLst/>
              <a:rect l="l" t="t" r="r" b="b"/>
              <a:pathLst>
                <a:path w="34925" h="26670">
                  <a:moveTo>
                    <a:pt x="0" y="0"/>
                  </a:moveTo>
                  <a:lnTo>
                    <a:pt x="25539" y="26263"/>
                  </a:lnTo>
                  <a:lnTo>
                    <a:pt x="34899" y="11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64755" y="5752820"/>
              <a:ext cx="34925" cy="26670"/>
            </a:xfrm>
            <a:custGeom>
              <a:avLst/>
              <a:gdLst/>
              <a:ahLst/>
              <a:cxnLst/>
              <a:rect l="l" t="t" r="r" b="b"/>
              <a:pathLst>
                <a:path w="34925" h="26670">
                  <a:moveTo>
                    <a:pt x="0" y="0"/>
                  </a:moveTo>
                  <a:lnTo>
                    <a:pt x="34899" y="11150"/>
                  </a:lnTo>
                  <a:lnTo>
                    <a:pt x="30225" y="18707"/>
                  </a:lnTo>
                  <a:lnTo>
                    <a:pt x="25539" y="26263"/>
                  </a:lnTo>
                  <a:lnTo>
                    <a:pt x="0" y="0"/>
                  </a:lnTo>
                  <a:close/>
                </a:path>
              </a:pathLst>
            </a:custGeom>
            <a:ln w="4521">
              <a:solidFill>
                <a:srgbClr val="ED1C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956600" y="5885446"/>
              <a:ext cx="318135" cy="960755"/>
            </a:xfrm>
            <a:custGeom>
              <a:avLst/>
              <a:gdLst/>
              <a:ahLst/>
              <a:cxnLst/>
              <a:rect l="l" t="t" r="r" b="b"/>
              <a:pathLst>
                <a:path w="318134" h="960754">
                  <a:moveTo>
                    <a:pt x="317753" y="0"/>
                  </a:moveTo>
                  <a:lnTo>
                    <a:pt x="0" y="960208"/>
                  </a:lnTo>
                </a:path>
              </a:pathLst>
            </a:custGeom>
            <a:ln w="9042">
              <a:solidFill>
                <a:srgbClr val="ED1C24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86431" y="4957787"/>
              <a:ext cx="1290358" cy="189452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264895" y="4591545"/>
              <a:ext cx="3206750" cy="2430145"/>
            </a:xfrm>
            <a:custGeom>
              <a:avLst/>
              <a:gdLst/>
              <a:ahLst/>
              <a:cxnLst/>
              <a:rect l="l" t="t" r="r" b="b"/>
              <a:pathLst>
                <a:path w="3206750" h="2430145">
                  <a:moveTo>
                    <a:pt x="0" y="0"/>
                  </a:moveTo>
                  <a:lnTo>
                    <a:pt x="0" y="2430005"/>
                  </a:lnTo>
                  <a:lnTo>
                    <a:pt x="3206254" y="2430005"/>
                  </a:lnTo>
                  <a:lnTo>
                    <a:pt x="3206254" y="0"/>
                  </a:lnTo>
                  <a:lnTo>
                    <a:pt x="3046044" y="0"/>
                  </a:lnTo>
                  <a:lnTo>
                    <a:pt x="3046044" y="2122792"/>
                  </a:lnTo>
                  <a:lnTo>
                    <a:pt x="3035966" y="2172713"/>
                  </a:lnTo>
                  <a:lnTo>
                    <a:pt x="3008482" y="2213481"/>
                  </a:lnTo>
                  <a:lnTo>
                    <a:pt x="2967718" y="2240969"/>
                  </a:lnTo>
                  <a:lnTo>
                    <a:pt x="2917799" y="2251049"/>
                  </a:lnTo>
                  <a:lnTo>
                    <a:pt x="288658" y="2251049"/>
                  </a:lnTo>
                  <a:lnTo>
                    <a:pt x="238746" y="2240969"/>
                  </a:lnTo>
                  <a:lnTo>
                    <a:pt x="197986" y="2213481"/>
                  </a:lnTo>
                  <a:lnTo>
                    <a:pt x="170504" y="2172713"/>
                  </a:lnTo>
                  <a:lnTo>
                    <a:pt x="160426" y="2122792"/>
                  </a:lnTo>
                  <a:lnTo>
                    <a:pt x="160426" y="0"/>
                  </a:lnTo>
                  <a:lnTo>
                    <a:pt x="0" y="0"/>
                  </a:lnTo>
                  <a:close/>
                </a:path>
                <a:path w="3206750" h="2430145">
                  <a:moveTo>
                    <a:pt x="160426" y="0"/>
                  </a:moveTo>
                  <a:lnTo>
                    <a:pt x="160426" y="327304"/>
                  </a:lnTo>
                  <a:lnTo>
                    <a:pt x="170504" y="277383"/>
                  </a:lnTo>
                  <a:lnTo>
                    <a:pt x="197986" y="236615"/>
                  </a:lnTo>
                  <a:lnTo>
                    <a:pt x="238746" y="209127"/>
                  </a:lnTo>
                  <a:lnTo>
                    <a:pt x="288658" y="199047"/>
                  </a:lnTo>
                  <a:lnTo>
                    <a:pt x="2917799" y="199047"/>
                  </a:lnTo>
                  <a:lnTo>
                    <a:pt x="2967718" y="209127"/>
                  </a:lnTo>
                  <a:lnTo>
                    <a:pt x="3008482" y="236615"/>
                  </a:lnTo>
                  <a:lnTo>
                    <a:pt x="3035966" y="277383"/>
                  </a:lnTo>
                  <a:lnTo>
                    <a:pt x="3046044" y="327304"/>
                  </a:lnTo>
                  <a:lnTo>
                    <a:pt x="3046044" y="0"/>
                  </a:lnTo>
                  <a:lnTo>
                    <a:pt x="16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25207" y="4780546"/>
              <a:ext cx="2886075" cy="2052320"/>
            </a:xfrm>
            <a:custGeom>
              <a:avLst/>
              <a:gdLst/>
              <a:ahLst/>
              <a:cxnLst/>
              <a:rect l="l" t="t" r="r" b="b"/>
              <a:pathLst>
                <a:path w="2886075" h="2052320">
                  <a:moveTo>
                    <a:pt x="2757385" y="2052002"/>
                  </a:moveTo>
                  <a:lnTo>
                    <a:pt x="2807297" y="2041922"/>
                  </a:lnTo>
                  <a:lnTo>
                    <a:pt x="2848057" y="2014434"/>
                  </a:lnTo>
                  <a:lnTo>
                    <a:pt x="2875539" y="1973665"/>
                  </a:lnTo>
                  <a:lnTo>
                    <a:pt x="2885617" y="1923745"/>
                  </a:lnTo>
                  <a:lnTo>
                    <a:pt x="2885617" y="128257"/>
                  </a:lnTo>
                  <a:lnTo>
                    <a:pt x="2875539" y="78336"/>
                  </a:lnTo>
                  <a:lnTo>
                    <a:pt x="2848057" y="37568"/>
                  </a:lnTo>
                  <a:lnTo>
                    <a:pt x="2807297" y="10080"/>
                  </a:lnTo>
                  <a:lnTo>
                    <a:pt x="2757385" y="0"/>
                  </a:lnTo>
                  <a:lnTo>
                    <a:pt x="128244" y="0"/>
                  </a:lnTo>
                  <a:lnTo>
                    <a:pt x="78325" y="10080"/>
                  </a:lnTo>
                  <a:lnTo>
                    <a:pt x="37561" y="37568"/>
                  </a:lnTo>
                  <a:lnTo>
                    <a:pt x="10078" y="78336"/>
                  </a:lnTo>
                  <a:lnTo>
                    <a:pt x="0" y="128257"/>
                  </a:lnTo>
                  <a:lnTo>
                    <a:pt x="0" y="1923745"/>
                  </a:lnTo>
                  <a:lnTo>
                    <a:pt x="10078" y="1973665"/>
                  </a:lnTo>
                  <a:lnTo>
                    <a:pt x="37561" y="2014434"/>
                  </a:lnTo>
                  <a:lnTo>
                    <a:pt x="78325" y="2041922"/>
                  </a:lnTo>
                  <a:lnTo>
                    <a:pt x="128244" y="2052002"/>
                  </a:lnTo>
                  <a:lnTo>
                    <a:pt x="2757385" y="2052002"/>
                  </a:lnTo>
                  <a:close/>
                </a:path>
              </a:pathLst>
            </a:custGeom>
            <a:ln w="13576">
              <a:solidFill>
                <a:srgbClr val="F0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/>
          <p:nvPr/>
        </p:nvSpPr>
        <p:spPr>
          <a:xfrm>
            <a:off x="358355" y="4798224"/>
            <a:ext cx="2886075" cy="2052320"/>
          </a:xfrm>
          <a:custGeom>
            <a:avLst/>
            <a:gdLst/>
            <a:ahLst/>
            <a:cxnLst/>
            <a:rect l="l" t="t" r="r" b="b"/>
            <a:pathLst>
              <a:path w="2886075" h="2052320">
                <a:moveTo>
                  <a:pt x="2757373" y="2052002"/>
                </a:moveTo>
                <a:lnTo>
                  <a:pt x="2807291" y="2041922"/>
                </a:lnTo>
                <a:lnTo>
                  <a:pt x="2848055" y="2014434"/>
                </a:lnTo>
                <a:lnTo>
                  <a:pt x="2875539" y="1973665"/>
                </a:lnTo>
                <a:lnTo>
                  <a:pt x="2885617" y="1923745"/>
                </a:lnTo>
                <a:lnTo>
                  <a:pt x="2885617" y="128257"/>
                </a:lnTo>
                <a:lnTo>
                  <a:pt x="2875539" y="78336"/>
                </a:lnTo>
                <a:lnTo>
                  <a:pt x="2848055" y="37568"/>
                </a:lnTo>
                <a:lnTo>
                  <a:pt x="2807291" y="10080"/>
                </a:lnTo>
                <a:lnTo>
                  <a:pt x="2757373" y="0"/>
                </a:lnTo>
                <a:lnTo>
                  <a:pt x="128231" y="0"/>
                </a:lnTo>
                <a:lnTo>
                  <a:pt x="78320" y="10080"/>
                </a:lnTo>
                <a:lnTo>
                  <a:pt x="37560" y="37568"/>
                </a:lnTo>
                <a:lnTo>
                  <a:pt x="10077" y="78336"/>
                </a:lnTo>
                <a:lnTo>
                  <a:pt x="0" y="128257"/>
                </a:lnTo>
                <a:lnTo>
                  <a:pt x="0" y="1923745"/>
                </a:lnTo>
                <a:lnTo>
                  <a:pt x="10077" y="1973665"/>
                </a:lnTo>
                <a:lnTo>
                  <a:pt x="37560" y="2014434"/>
                </a:lnTo>
                <a:lnTo>
                  <a:pt x="78320" y="2041922"/>
                </a:lnTo>
                <a:lnTo>
                  <a:pt x="128231" y="2052002"/>
                </a:lnTo>
                <a:lnTo>
                  <a:pt x="2757373" y="2052002"/>
                </a:lnTo>
                <a:close/>
              </a:path>
            </a:pathLst>
          </a:custGeom>
          <a:ln w="13576">
            <a:solidFill>
              <a:srgbClr val="F082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7818505" y="422559"/>
            <a:ext cx="2514600" cy="364490"/>
            <a:chOff x="7818505" y="422559"/>
            <a:chExt cx="2514600" cy="364490"/>
          </a:xfrm>
        </p:grpSpPr>
        <p:sp>
          <p:nvSpPr>
            <p:cNvPr id="37" name="object 37"/>
            <p:cNvSpPr/>
            <p:nvPr/>
          </p:nvSpPr>
          <p:spPr>
            <a:xfrm>
              <a:off x="7818505" y="422559"/>
              <a:ext cx="2514600" cy="364490"/>
            </a:xfrm>
            <a:custGeom>
              <a:avLst/>
              <a:gdLst/>
              <a:ahLst/>
              <a:cxnLst/>
              <a:rect l="l" t="t" r="r" b="b"/>
              <a:pathLst>
                <a:path w="2514600" h="364490">
                  <a:moveTo>
                    <a:pt x="0" y="181506"/>
                  </a:moveTo>
                  <a:lnTo>
                    <a:pt x="4338" y="224835"/>
                  </a:lnTo>
                  <a:lnTo>
                    <a:pt x="41870" y="290414"/>
                  </a:lnTo>
                  <a:lnTo>
                    <a:pt x="72214" y="314603"/>
                  </a:lnTo>
                  <a:lnTo>
                    <a:pt x="126670" y="333195"/>
                  </a:lnTo>
                  <a:lnTo>
                    <a:pt x="191739" y="335020"/>
                  </a:lnTo>
                  <a:lnTo>
                    <a:pt x="191638" y="354172"/>
                  </a:lnTo>
                  <a:lnTo>
                    <a:pt x="325343" y="354502"/>
                  </a:lnTo>
                  <a:lnTo>
                    <a:pt x="325801" y="333928"/>
                  </a:lnTo>
                  <a:lnTo>
                    <a:pt x="469069" y="335020"/>
                  </a:lnTo>
                  <a:lnTo>
                    <a:pt x="469323" y="354527"/>
                  </a:lnTo>
                  <a:lnTo>
                    <a:pt x="595917" y="355175"/>
                  </a:lnTo>
                  <a:lnTo>
                    <a:pt x="596984" y="354476"/>
                  </a:lnTo>
                  <a:lnTo>
                    <a:pt x="597085" y="334614"/>
                  </a:lnTo>
                  <a:lnTo>
                    <a:pt x="703130" y="334804"/>
                  </a:lnTo>
                  <a:lnTo>
                    <a:pt x="749365" y="351619"/>
                  </a:lnTo>
                  <a:lnTo>
                    <a:pt x="799104" y="360471"/>
                  </a:lnTo>
                  <a:lnTo>
                    <a:pt x="806902" y="360509"/>
                  </a:lnTo>
                  <a:lnTo>
                    <a:pt x="814344" y="361258"/>
                  </a:lnTo>
                  <a:lnTo>
                    <a:pt x="821786" y="362363"/>
                  </a:lnTo>
                  <a:lnTo>
                    <a:pt x="859531" y="361639"/>
                  </a:lnTo>
                  <a:lnTo>
                    <a:pt x="896326" y="358085"/>
                  </a:lnTo>
                  <a:lnTo>
                    <a:pt x="931611" y="350999"/>
                  </a:lnTo>
                  <a:lnTo>
                    <a:pt x="964826" y="339681"/>
                  </a:lnTo>
                  <a:lnTo>
                    <a:pt x="967303" y="339694"/>
                  </a:lnTo>
                  <a:lnTo>
                    <a:pt x="968738" y="337928"/>
                  </a:lnTo>
                  <a:lnTo>
                    <a:pt x="970516" y="336874"/>
                  </a:lnTo>
                  <a:lnTo>
                    <a:pt x="971583" y="335820"/>
                  </a:lnTo>
                  <a:lnTo>
                    <a:pt x="974059" y="336188"/>
                  </a:lnTo>
                  <a:lnTo>
                    <a:pt x="974783" y="334410"/>
                  </a:lnTo>
                  <a:lnTo>
                    <a:pt x="1123018" y="334817"/>
                  </a:lnTo>
                  <a:lnTo>
                    <a:pt x="1162442" y="349293"/>
                  </a:lnTo>
                  <a:lnTo>
                    <a:pt x="1203752" y="357931"/>
                  </a:lnTo>
                  <a:lnTo>
                    <a:pt x="1257677" y="362990"/>
                  </a:lnTo>
                  <a:lnTo>
                    <a:pt x="1285660" y="364030"/>
                  </a:lnTo>
                  <a:lnTo>
                    <a:pt x="1314013" y="363811"/>
                  </a:lnTo>
                  <a:lnTo>
                    <a:pt x="1369020" y="357620"/>
                  </a:lnTo>
                  <a:lnTo>
                    <a:pt x="1419817" y="341294"/>
                  </a:lnTo>
                  <a:lnTo>
                    <a:pt x="1423728" y="338843"/>
                  </a:lnTo>
                  <a:lnTo>
                    <a:pt x="1428694" y="337446"/>
                  </a:lnTo>
                  <a:lnTo>
                    <a:pt x="1431551" y="334271"/>
                  </a:lnTo>
                  <a:lnTo>
                    <a:pt x="1536873" y="335160"/>
                  </a:lnTo>
                  <a:lnTo>
                    <a:pt x="1579087" y="335020"/>
                  </a:lnTo>
                  <a:lnTo>
                    <a:pt x="1626377" y="352997"/>
                  </a:lnTo>
                  <a:lnTo>
                    <a:pt x="1677182" y="361411"/>
                  </a:lnTo>
                  <a:lnTo>
                    <a:pt x="1720643" y="362154"/>
                  </a:lnTo>
                  <a:lnTo>
                    <a:pt x="1763194" y="358569"/>
                  </a:lnTo>
                  <a:lnTo>
                    <a:pt x="1803910" y="349788"/>
                  </a:lnTo>
                  <a:lnTo>
                    <a:pt x="1841863" y="334944"/>
                  </a:lnTo>
                  <a:lnTo>
                    <a:pt x="1928045" y="335388"/>
                  </a:lnTo>
                  <a:lnTo>
                    <a:pt x="1927944" y="354540"/>
                  </a:lnTo>
                  <a:lnTo>
                    <a:pt x="2060925" y="355213"/>
                  </a:lnTo>
                  <a:lnTo>
                    <a:pt x="2061637" y="354870"/>
                  </a:lnTo>
                  <a:lnTo>
                    <a:pt x="2061738" y="334652"/>
                  </a:lnTo>
                  <a:lnTo>
                    <a:pt x="2196853" y="335337"/>
                  </a:lnTo>
                  <a:lnTo>
                    <a:pt x="2196765" y="354489"/>
                  </a:lnTo>
                  <a:lnTo>
                    <a:pt x="2333290" y="354832"/>
                  </a:lnTo>
                  <a:lnTo>
                    <a:pt x="2333404" y="334271"/>
                  </a:lnTo>
                  <a:lnTo>
                    <a:pt x="2380216" y="334156"/>
                  </a:lnTo>
                  <a:lnTo>
                    <a:pt x="2419624" y="325139"/>
                  </a:lnTo>
                  <a:lnTo>
                    <a:pt x="2453680" y="306521"/>
                  </a:lnTo>
                  <a:lnTo>
                    <a:pt x="2482000" y="279130"/>
                  </a:lnTo>
                  <a:lnTo>
                    <a:pt x="2502509" y="245515"/>
                  </a:lnTo>
                  <a:lnTo>
                    <a:pt x="2513134" y="208223"/>
                  </a:lnTo>
                  <a:lnTo>
                    <a:pt x="2513490" y="206458"/>
                  </a:lnTo>
                  <a:lnTo>
                    <a:pt x="2511725" y="205378"/>
                  </a:lnTo>
                  <a:lnTo>
                    <a:pt x="2513503" y="204680"/>
                  </a:lnTo>
                  <a:lnTo>
                    <a:pt x="2514466" y="191005"/>
                  </a:lnTo>
                  <a:lnTo>
                    <a:pt x="2514133" y="176889"/>
                  </a:lnTo>
                  <a:lnTo>
                    <a:pt x="2512669" y="162835"/>
                  </a:lnTo>
                  <a:lnTo>
                    <a:pt x="2496450" y="114467"/>
                  </a:lnTo>
                  <a:lnTo>
                    <a:pt x="2473031" y="83233"/>
                  </a:lnTo>
                  <a:lnTo>
                    <a:pt x="2442730" y="58681"/>
                  </a:lnTo>
                  <a:lnTo>
                    <a:pt x="2390739" y="39580"/>
                  </a:lnTo>
                  <a:lnTo>
                    <a:pt x="2333493" y="37789"/>
                  </a:lnTo>
                  <a:lnTo>
                    <a:pt x="2333620" y="12262"/>
                  </a:lnTo>
                  <a:lnTo>
                    <a:pt x="2198162" y="11564"/>
                  </a:lnTo>
                  <a:lnTo>
                    <a:pt x="2197666" y="37802"/>
                  </a:lnTo>
                  <a:lnTo>
                    <a:pt x="2060430" y="37103"/>
                  </a:lnTo>
                  <a:lnTo>
                    <a:pt x="2060201" y="12630"/>
                  </a:lnTo>
                  <a:lnTo>
                    <a:pt x="1928629" y="11957"/>
                  </a:lnTo>
                  <a:lnTo>
                    <a:pt x="1928502" y="37853"/>
                  </a:lnTo>
                  <a:lnTo>
                    <a:pt x="1857217" y="37484"/>
                  </a:lnTo>
                  <a:lnTo>
                    <a:pt x="1813047" y="15582"/>
                  </a:lnTo>
                  <a:lnTo>
                    <a:pt x="1764838" y="4033"/>
                  </a:lnTo>
                  <a:lnTo>
                    <a:pt x="1711231" y="614"/>
                  </a:lnTo>
                  <a:lnTo>
                    <a:pt x="1692498" y="819"/>
                  </a:lnTo>
                  <a:lnTo>
                    <a:pt x="1657832" y="3770"/>
                  </a:lnTo>
                  <a:lnTo>
                    <a:pt x="1624007" y="10316"/>
                  </a:lnTo>
                  <a:lnTo>
                    <a:pt x="1591754" y="21258"/>
                  </a:lnTo>
                  <a:lnTo>
                    <a:pt x="1561803" y="37395"/>
                  </a:lnTo>
                  <a:lnTo>
                    <a:pt x="1418178" y="37370"/>
                  </a:lnTo>
                  <a:lnTo>
                    <a:pt x="1376033" y="17469"/>
                  </a:lnTo>
                  <a:lnTo>
                    <a:pt x="1330383" y="6065"/>
                  </a:lnTo>
                  <a:lnTo>
                    <a:pt x="1322157" y="5123"/>
                  </a:lnTo>
                  <a:lnTo>
                    <a:pt x="1314264" y="3855"/>
                  </a:lnTo>
                  <a:lnTo>
                    <a:pt x="1306366" y="2853"/>
                  </a:lnTo>
                  <a:lnTo>
                    <a:pt x="1298125" y="2712"/>
                  </a:lnTo>
                  <a:lnTo>
                    <a:pt x="1283663" y="1832"/>
                  </a:lnTo>
                  <a:lnTo>
                    <a:pt x="1240328" y="2064"/>
                  </a:lnTo>
                  <a:lnTo>
                    <a:pt x="1174492" y="12140"/>
                  </a:lnTo>
                  <a:lnTo>
                    <a:pt x="1114953" y="37942"/>
                  </a:lnTo>
                  <a:lnTo>
                    <a:pt x="1114598" y="38297"/>
                  </a:lnTo>
                  <a:lnTo>
                    <a:pt x="995091" y="38043"/>
                  </a:lnTo>
                  <a:lnTo>
                    <a:pt x="947377" y="14921"/>
                  </a:lnTo>
                  <a:lnTo>
                    <a:pt x="894557" y="3486"/>
                  </a:lnTo>
                  <a:lnTo>
                    <a:pt x="839051" y="0"/>
                  </a:lnTo>
                  <a:lnTo>
                    <a:pt x="784707" y="3366"/>
                  </a:lnTo>
                  <a:lnTo>
                    <a:pt x="733114" y="15124"/>
                  </a:lnTo>
                  <a:lnTo>
                    <a:pt x="685858" y="36811"/>
                  </a:lnTo>
                  <a:lnTo>
                    <a:pt x="637979" y="37281"/>
                  </a:lnTo>
                  <a:lnTo>
                    <a:pt x="598266" y="37078"/>
                  </a:lnTo>
                  <a:lnTo>
                    <a:pt x="598025" y="11894"/>
                  </a:lnTo>
                  <a:lnTo>
                    <a:pt x="470009" y="11246"/>
                  </a:lnTo>
                  <a:lnTo>
                    <a:pt x="469869" y="38196"/>
                  </a:lnTo>
                  <a:lnTo>
                    <a:pt x="324480" y="37091"/>
                  </a:lnTo>
                  <a:lnTo>
                    <a:pt x="324251" y="12275"/>
                  </a:lnTo>
                  <a:lnTo>
                    <a:pt x="192679" y="11957"/>
                  </a:lnTo>
                  <a:lnTo>
                    <a:pt x="192197" y="38196"/>
                  </a:lnTo>
                  <a:lnTo>
                    <a:pt x="174121" y="38339"/>
                  </a:lnTo>
                  <a:lnTo>
                    <a:pt x="155886" y="38051"/>
                  </a:lnTo>
                  <a:lnTo>
                    <a:pt x="137981" y="38365"/>
                  </a:lnTo>
                  <a:lnTo>
                    <a:pt x="84169" y="52151"/>
                  </a:lnTo>
                  <a:lnTo>
                    <a:pt x="51041" y="74445"/>
                  </a:lnTo>
                  <a:lnTo>
                    <a:pt x="24521" y="104353"/>
                  </a:lnTo>
                  <a:lnTo>
                    <a:pt x="7615" y="139034"/>
                  </a:lnTo>
                  <a:lnTo>
                    <a:pt x="2333" y="159548"/>
                  </a:lnTo>
                  <a:lnTo>
                    <a:pt x="0" y="181506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025828" y="439584"/>
              <a:ext cx="2111375" cy="329565"/>
            </a:xfrm>
            <a:custGeom>
              <a:avLst/>
              <a:gdLst/>
              <a:ahLst/>
              <a:cxnLst/>
              <a:rect l="l" t="t" r="r" b="b"/>
              <a:pathLst>
                <a:path w="2111375" h="329565">
                  <a:moveTo>
                    <a:pt x="374319" y="10388"/>
                  </a:moveTo>
                  <a:lnTo>
                    <a:pt x="279285" y="9906"/>
                  </a:lnTo>
                  <a:lnTo>
                    <a:pt x="278257" y="138988"/>
                  </a:lnTo>
                  <a:lnTo>
                    <a:pt x="100241" y="137731"/>
                  </a:lnTo>
                  <a:lnTo>
                    <a:pt x="100888" y="10769"/>
                  </a:lnTo>
                  <a:lnTo>
                    <a:pt x="1587" y="10261"/>
                  </a:lnTo>
                  <a:lnTo>
                    <a:pt x="0" y="321271"/>
                  </a:lnTo>
                  <a:lnTo>
                    <a:pt x="101066" y="321779"/>
                  </a:lnTo>
                  <a:lnTo>
                    <a:pt x="102057" y="197307"/>
                  </a:lnTo>
                  <a:lnTo>
                    <a:pt x="278676" y="198221"/>
                  </a:lnTo>
                  <a:lnTo>
                    <a:pt x="278041" y="321271"/>
                  </a:lnTo>
                  <a:lnTo>
                    <a:pt x="372719" y="321754"/>
                  </a:lnTo>
                  <a:lnTo>
                    <a:pt x="374319" y="10388"/>
                  </a:lnTo>
                  <a:close/>
                </a:path>
                <a:path w="2111375" h="329565">
                  <a:moveTo>
                    <a:pt x="840193" y="156895"/>
                  </a:moveTo>
                  <a:lnTo>
                    <a:pt x="833805" y="112115"/>
                  </a:lnTo>
                  <a:lnTo>
                    <a:pt x="799833" y="52717"/>
                  </a:lnTo>
                  <a:lnTo>
                    <a:pt x="762787" y="26301"/>
                  </a:lnTo>
                  <a:lnTo>
                    <a:pt x="719353" y="10096"/>
                  </a:lnTo>
                  <a:lnTo>
                    <a:pt x="673671" y="1993"/>
                  </a:lnTo>
                  <a:lnTo>
                    <a:pt x="630415" y="0"/>
                  </a:lnTo>
                  <a:lnTo>
                    <a:pt x="595845" y="1612"/>
                  </a:lnTo>
                  <a:lnTo>
                    <a:pt x="529996" y="14554"/>
                  </a:lnTo>
                  <a:lnTo>
                    <a:pt x="471195" y="46850"/>
                  </a:lnTo>
                  <a:lnTo>
                    <a:pt x="434047" y="102577"/>
                  </a:lnTo>
                  <a:lnTo>
                    <a:pt x="424878" y="179019"/>
                  </a:lnTo>
                  <a:lnTo>
                    <a:pt x="433260" y="220510"/>
                  </a:lnTo>
                  <a:lnTo>
                    <a:pt x="452170" y="257606"/>
                  </a:lnTo>
                  <a:lnTo>
                    <a:pt x="482485" y="288277"/>
                  </a:lnTo>
                  <a:lnTo>
                    <a:pt x="518160" y="308165"/>
                  </a:lnTo>
                  <a:lnTo>
                    <a:pt x="556653" y="320484"/>
                  </a:lnTo>
                  <a:lnTo>
                    <a:pt x="597636" y="326567"/>
                  </a:lnTo>
                  <a:lnTo>
                    <a:pt x="640803" y="327736"/>
                  </a:lnTo>
                  <a:lnTo>
                    <a:pt x="683920" y="324535"/>
                  </a:lnTo>
                  <a:lnTo>
                    <a:pt x="726160" y="315277"/>
                  </a:lnTo>
                  <a:lnTo>
                    <a:pt x="765187" y="298551"/>
                  </a:lnTo>
                  <a:lnTo>
                    <a:pt x="798664" y="272986"/>
                  </a:lnTo>
                  <a:lnTo>
                    <a:pt x="824255" y="237185"/>
                  </a:lnTo>
                  <a:lnTo>
                    <a:pt x="837577" y="195262"/>
                  </a:lnTo>
                  <a:lnTo>
                    <a:pt x="840193" y="156895"/>
                  </a:lnTo>
                  <a:close/>
                </a:path>
                <a:path w="2111375" h="329565">
                  <a:moveTo>
                    <a:pt x="1261071" y="216560"/>
                  </a:moveTo>
                  <a:lnTo>
                    <a:pt x="1233131" y="170827"/>
                  </a:lnTo>
                  <a:lnTo>
                    <a:pt x="1180325" y="149809"/>
                  </a:lnTo>
                  <a:lnTo>
                    <a:pt x="1131951" y="140652"/>
                  </a:lnTo>
                  <a:lnTo>
                    <a:pt x="1078712" y="133248"/>
                  </a:lnTo>
                  <a:lnTo>
                    <a:pt x="1056068" y="129540"/>
                  </a:lnTo>
                  <a:lnTo>
                    <a:pt x="1012825" y="116497"/>
                  </a:lnTo>
                  <a:lnTo>
                    <a:pt x="996276" y="93687"/>
                  </a:lnTo>
                  <a:lnTo>
                    <a:pt x="996327" y="83794"/>
                  </a:lnTo>
                  <a:lnTo>
                    <a:pt x="1029068" y="49720"/>
                  </a:lnTo>
                  <a:lnTo>
                    <a:pt x="1054239" y="46418"/>
                  </a:lnTo>
                  <a:lnTo>
                    <a:pt x="1067092" y="46558"/>
                  </a:lnTo>
                  <a:lnTo>
                    <a:pt x="1085126" y="51536"/>
                  </a:lnTo>
                  <a:lnTo>
                    <a:pt x="1101674" y="60477"/>
                  </a:lnTo>
                  <a:lnTo>
                    <a:pt x="1116228" y="72745"/>
                  </a:lnTo>
                  <a:lnTo>
                    <a:pt x="1128229" y="87655"/>
                  </a:lnTo>
                  <a:lnTo>
                    <a:pt x="1246682" y="88265"/>
                  </a:lnTo>
                  <a:lnTo>
                    <a:pt x="1249172" y="87566"/>
                  </a:lnTo>
                  <a:lnTo>
                    <a:pt x="1248816" y="86144"/>
                  </a:lnTo>
                  <a:lnTo>
                    <a:pt x="1216863" y="47078"/>
                  </a:lnTo>
                  <a:lnTo>
                    <a:pt x="1175423" y="21628"/>
                  </a:lnTo>
                  <a:lnTo>
                    <a:pt x="1127887" y="7378"/>
                  </a:lnTo>
                  <a:lnTo>
                    <a:pt x="1077607" y="1930"/>
                  </a:lnTo>
                  <a:lnTo>
                    <a:pt x="1035723" y="2095"/>
                  </a:lnTo>
                  <a:lnTo>
                    <a:pt x="994410" y="6870"/>
                  </a:lnTo>
                  <a:lnTo>
                    <a:pt x="954938" y="17322"/>
                  </a:lnTo>
                  <a:lnTo>
                    <a:pt x="918565" y="34455"/>
                  </a:lnTo>
                  <a:lnTo>
                    <a:pt x="889012" y="65786"/>
                  </a:lnTo>
                  <a:lnTo>
                    <a:pt x="880567" y="114757"/>
                  </a:lnTo>
                  <a:lnTo>
                    <a:pt x="883018" y="120802"/>
                  </a:lnTo>
                  <a:lnTo>
                    <a:pt x="884047" y="127190"/>
                  </a:lnTo>
                  <a:lnTo>
                    <a:pt x="920051" y="167233"/>
                  </a:lnTo>
                  <a:lnTo>
                    <a:pt x="973480" y="182613"/>
                  </a:lnTo>
                  <a:lnTo>
                    <a:pt x="1076020" y="201396"/>
                  </a:lnTo>
                  <a:lnTo>
                    <a:pt x="1109891" y="207784"/>
                  </a:lnTo>
                  <a:lnTo>
                    <a:pt x="1149108" y="234937"/>
                  </a:lnTo>
                  <a:lnTo>
                    <a:pt x="1150937" y="244652"/>
                  </a:lnTo>
                  <a:lnTo>
                    <a:pt x="1150467" y="254546"/>
                  </a:lnTo>
                  <a:lnTo>
                    <a:pt x="1147419" y="263753"/>
                  </a:lnTo>
                  <a:lnTo>
                    <a:pt x="1141476" y="271424"/>
                  </a:lnTo>
                  <a:lnTo>
                    <a:pt x="1121359" y="283552"/>
                  </a:lnTo>
                  <a:lnTo>
                    <a:pt x="1098257" y="288366"/>
                  </a:lnTo>
                  <a:lnTo>
                    <a:pt x="1074318" y="286994"/>
                  </a:lnTo>
                  <a:lnTo>
                    <a:pt x="1037666" y="272529"/>
                  </a:lnTo>
                  <a:lnTo>
                    <a:pt x="1012596" y="231406"/>
                  </a:lnTo>
                  <a:lnTo>
                    <a:pt x="880681" y="230733"/>
                  </a:lnTo>
                  <a:lnTo>
                    <a:pt x="899350" y="283387"/>
                  </a:lnTo>
                  <a:lnTo>
                    <a:pt x="939292" y="308673"/>
                  </a:lnTo>
                  <a:lnTo>
                    <a:pt x="993686" y="322948"/>
                  </a:lnTo>
                  <a:lnTo>
                    <a:pt x="1028776" y="326529"/>
                  </a:lnTo>
                  <a:lnTo>
                    <a:pt x="1034440" y="328333"/>
                  </a:lnTo>
                  <a:lnTo>
                    <a:pt x="1113167" y="329438"/>
                  </a:lnTo>
                  <a:lnTo>
                    <a:pt x="1116368" y="328752"/>
                  </a:lnTo>
                  <a:lnTo>
                    <a:pt x="1136637" y="327215"/>
                  </a:lnTo>
                  <a:lnTo>
                    <a:pt x="1175753" y="319341"/>
                  </a:lnTo>
                  <a:lnTo>
                    <a:pt x="1217980" y="301586"/>
                  </a:lnTo>
                  <a:lnTo>
                    <a:pt x="1253426" y="261531"/>
                  </a:lnTo>
                  <a:lnTo>
                    <a:pt x="1260462" y="235864"/>
                  </a:lnTo>
                  <a:lnTo>
                    <a:pt x="1261071" y="216560"/>
                  </a:lnTo>
                  <a:close/>
                </a:path>
                <a:path w="2111375" h="329565">
                  <a:moveTo>
                    <a:pt x="1695386" y="210070"/>
                  </a:moveTo>
                  <a:lnTo>
                    <a:pt x="1602816" y="210299"/>
                  </a:lnTo>
                  <a:lnTo>
                    <a:pt x="1597418" y="221615"/>
                  </a:lnTo>
                  <a:lnTo>
                    <a:pt x="1590827" y="232587"/>
                  </a:lnTo>
                  <a:lnTo>
                    <a:pt x="1552473" y="268503"/>
                  </a:lnTo>
                  <a:lnTo>
                    <a:pt x="1502498" y="281279"/>
                  </a:lnTo>
                  <a:lnTo>
                    <a:pt x="1476578" y="276682"/>
                  </a:lnTo>
                  <a:lnTo>
                    <a:pt x="1426451" y="240398"/>
                  </a:lnTo>
                  <a:lnTo>
                    <a:pt x="1402232" y="183743"/>
                  </a:lnTo>
                  <a:lnTo>
                    <a:pt x="1401381" y="166598"/>
                  </a:lnTo>
                  <a:lnTo>
                    <a:pt x="1402092" y="149529"/>
                  </a:lnTo>
                  <a:lnTo>
                    <a:pt x="1425067" y="90766"/>
                  </a:lnTo>
                  <a:lnTo>
                    <a:pt x="1475460" y="55130"/>
                  </a:lnTo>
                  <a:lnTo>
                    <a:pt x="1506118" y="50228"/>
                  </a:lnTo>
                  <a:lnTo>
                    <a:pt x="1535290" y="54317"/>
                  </a:lnTo>
                  <a:lnTo>
                    <a:pt x="1561655" y="67132"/>
                  </a:lnTo>
                  <a:lnTo>
                    <a:pt x="1583677" y="86779"/>
                  </a:lnTo>
                  <a:lnTo>
                    <a:pt x="1599780" y="111340"/>
                  </a:lnTo>
                  <a:lnTo>
                    <a:pt x="1686661" y="111785"/>
                  </a:lnTo>
                  <a:lnTo>
                    <a:pt x="1691982" y="111467"/>
                  </a:lnTo>
                  <a:lnTo>
                    <a:pt x="1689239" y="101968"/>
                  </a:lnTo>
                  <a:lnTo>
                    <a:pt x="1685734" y="92684"/>
                  </a:lnTo>
                  <a:lnTo>
                    <a:pt x="1648828" y="42570"/>
                  </a:lnTo>
                  <a:lnTo>
                    <a:pt x="1613750" y="20675"/>
                  </a:lnTo>
                  <a:lnTo>
                    <a:pt x="1573923" y="7620"/>
                  </a:lnTo>
                  <a:lnTo>
                    <a:pt x="1531899" y="1422"/>
                  </a:lnTo>
                  <a:lnTo>
                    <a:pt x="1504251" y="203"/>
                  </a:lnTo>
                  <a:lnTo>
                    <a:pt x="1451013" y="3911"/>
                  </a:lnTo>
                  <a:lnTo>
                    <a:pt x="1400289" y="16268"/>
                  </a:lnTo>
                  <a:lnTo>
                    <a:pt x="1355966" y="40754"/>
                  </a:lnTo>
                  <a:lnTo>
                    <a:pt x="1321904" y="80848"/>
                  </a:lnTo>
                  <a:lnTo>
                    <a:pt x="1303172" y="151599"/>
                  </a:lnTo>
                  <a:lnTo>
                    <a:pt x="1304671" y="189585"/>
                  </a:lnTo>
                  <a:lnTo>
                    <a:pt x="1327404" y="255333"/>
                  </a:lnTo>
                  <a:lnTo>
                    <a:pt x="1377886" y="301726"/>
                  </a:lnTo>
                  <a:lnTo>
                    <a:pt x="1408303" y="314642"/>
                  </a:lnTo>
                  <a:lnTo>
                    <a:pt x="1409357" y="315709"/>
                  </a:lnTo>
                  <a:lnTo>
                    <a:pt x="1409357" y="316064"/>
                  </a:lnTo>
                  <a:lnTo>
                    <a:pt x="1410779" y="315709"/>
                  </a:lnTo>
                  <a:lnTo>
                    <a:pt x="1426641" y="319824"/>
                  </a:lnTo>
                  <a:lnTo>
                    <a:pt x="1442872" y="323291"/>
                  </a:lnTo>
                  <a:lnTo>
                    <a:pt x="1459445" y="325894"/>
                  </a:lnTo>
                  <a:lnTo>
                    <a:pt x="1476324" y="327393"/>
                  </a:lnTo>
                  <a:lnTo>
                    <a:pt x="1515821" y="327799"/>
                  </a:lnTo>
                  <a:lnTo>
                    <a:pt x="1554530" y="324345"/>
                  </a:lnTo>
                  <a:lnTo>
                    <a:pt x="1626463" y="302628"/>
                  </a:lnTo>
                  <a:lnTo>
                    <a:pt x="1670570" y="265722"/>
                  </a:lnTo>
                  <a:lnTo>
                    <a:pt x="1694307" y="214325"/>
                  </a:lnTo>
                  <a:lnTo>
                    <a:pt x="1695018" y="212902"/>
                  </a:lnTo>
                  <a:lnTo>
                    <a:pt x="1695386" y="210070"/>
                  </a:lnTo>
                  <a:close/>
                </a:path>
                <a:path w="2111375" h="329565">
                  <a:moveTo>
                    <a:pt x="2111324" y="11468"/>
                  </a:moveTo>
                  <a:lnTo>
                    <a:pt x="2009546" y="10947"/>
                  </a:lnTo>
                  <a:lnTo>
                    <a:pt x="2008530" y="139674"/>
                  </a:lnTo>
                  <a:lnTo>
                    <a:pt x="1836534" y="138798"/>
                  </a:lnTo>
                  <a:lnTo>
                    <a:pt x="1837194" y="10426"/>
                  </a:lnTo>
                  <a:lnTo>
                    <a:pt x="1737893" y="9918"/>
                  </a:lnTo>
                  <a:lnTo>
                    <a:pt x="1736305" y="321627"/>
                  </a:lnTo>
                  <a:lnTo>
                    <a:pt x="1838083" y="322148"/>
                  </a:lnTo>
                  <a:lnTo>
                    <a:pt x="1839074" y="197675"/>
                  </a:lnTo>
                  <a:lnTo>
                    <a:pt x="2008593" y="198907"/>
                  </a:lnTo>
                  <a:lnTo>
                    <a:pt x="2007958" y="321602"/>
                  </a:lnTo>
                  <a:lnTo>
                    <a:pt x="2109736" y="322122"/>
                  </a:lnTo>
                  <a:lnTo>
                    <a:pt x="2111324" y="11468"/>
                  </a:lnTo>
                  <a:close/>
                </a:path>
              </a:pathLst>
            </a:custGeom>
            <a:solidFill>
              <a:srgbClr val="F0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835341" y="475614"/>
              <a:ext cx="2480945" cy="266065"/>
            </a:xfrm>
            <a:custGeom>
              <a:avLst/>
              <a:gdLst/>
              <a:ahLst/>
              <a:cxnLst/>
              <a:rect l="l" t="t" r="r" b="b"/>
              <a:pathLst>
                <a:path w="2480945" h="266065">
                  <a:moveTo>
                    <a:pt x="175272" y="1447"/>
                  </a:moveTo>
                  <a:lnTo>
                    <a:pt x="123494" y="1181"/>
                  </a:lnTo>
                  <a:lnTo>
                    <a:pt x="116395" y="2222"/>
                  </a:lnTo>
                  <a:lnTo>
                    <a:pt x="108585" y="4305"/>
                  </a:lnTo>
                  <a:lnTo>
                    <a:pt x="101142" y="5334"/>
                  </a:lnTo>
                  <a:lnTo>
                    <a:pt x="44589" y="35229"/>
                  </a:lnTo>
                  <a:lnTo>
                    <a:pt x="8153" y="87833"/>
                  </a:lnTo>
                  <a:lnTo>
                    <a:pt x="0" y="136791"/>
                  </a:lnTo>
                  <a:lnTo>
                    <a:pt x="2971" y="161975"/>
                  </a:lnTo>
                  <a:lnTo>
                    <a:pt x="29730" y="216877"/>
                  </a:lnTo>
                  <a:lnTo>
                    <a:pt x="91059" y="258356"/>
                  </a:lnTo>
                  <a:lnTo>
                    <a:pt x="128181" y="264350"/>
                  </a:lnTo>
                  <a:lnTo>
                    <a:pt x="128181" y="264706"/>
                  </a:lnTo>
                  <a:lnTo>
                    <a:pt x="174282" y="264947"/>
                  </a:lnTo>
                  <a:lnTo>
                    <a:pt x="174345" y="252882"/>
                  </a:lnTo>
                  <a:lnTo>
                    <a:pt x="134975" y="252679"/>
                  </a:lnTo>
                  <a:lnTo>
                    <a:pt x="106375" y="250405"/>
                  </a:lnTo>
                  <a:lnTo>
                    <a:pt x="57251" y="227647"/>
                  </a:lnTo>
                  <a:lnTo>
                    <a:pt x="25247" y="189064"/>
                  </a:lnTo>
                  <a:lnTo>
                    <a:pt x="12306" y="146634"/>
                  </a:lnTo>
                  <a:lnTo>
                    <a:pt x="12230" y="123317"/>
                  </a:lnTo>
                  <a:lnTo>
                    <a:pt x="19939" y="89776"/>
                  </a:lnTo>
                  <a:lnTo>
                    <a:pt x="62687" y="35318"/>
                  </a:lnTo>
                  <a:lnTo>
                    <a:pt x="112509" y="15455"/>
                  </a:lnTo>
                  <a:lnTo>
                    <a:pt x="133045" y="14274"/>
                  </a:lnTo>
                  <a:lnTo>
                    <a:pt x="154178" y="14554"/>
                  </a:lnTo>
                  <a:lnTo>
                    <a:pt x="175209" y="14566"/>
                  </a:lnTo>
                  <a:lnTo>
                    <a:pt x="175272" y="1447"/>
                  </a:lnTo>
                  <a:close/>
                </a:path>
                <a:path w="2480945" h="266065">
                  <a:moveTo>
                    <a:pt x="452958" y="749"/>
                  </a:moveTo>
                  <a:lnTo>
                    <a:pt x="307568" y="0"/>
                  </a:lnTo>
                  <a:lnTo>
                    <a:pt x="307492" y="13830"/>
                  </a:lnTo>
                  <a:lnTo>
                    <a:pt x="452882" y="14566"/>
                  </a:lnTo>
                  <a:lnTo>
                    <a:pt x="452958" y="749"/>
                  </a:lnTo>
                  <a:close/>
                </a:path>
                <a:path w="2480945" h="266065">
                  <a:moveTo>
                    <a:pt x="645172" y="1371"/>
                  </a:moveTo>
                  <a:lnTo>
                    <a:pt x="581698" y="698"/>
                  </a:lnTo>
                  <a:lnTo>
                    <a:pt x="581266" y="13462"/>
                  </a:lnTo>
                  <a:lnTo>
                    <a:pt x="634822" y="13373"/>
                  </a:lnTo>
                  <a:lnTo>
                    <a:pt x="645172" y="2438"/>
                  </a:lnTo>
                  <a:lnTo>
                    <a:pt x="645172" y="1371"/>
                  </a:lnTo>
                  <a:close/>
                </a:path>
                <a:path w="2480945" h="266065">
                  <a:moveTo>
                    <a:pt x="1076756" y="1803"/>
                  </a:moveTo>
                  <a:lnTo>
                    <a:pt x="1006906" y="1092"/>
                  </a:lnTo>
                  <a:lnTo>
                    <a:pt x="1001585" y="1778"/>
                  </a:lnTo>
                  <a:lnTo>
                    <a:pt x="1005103" y="6045"/>
                  </a:lnTo>
                  <a:lnTo>
                    <a:pt x="1007211" y="9956"/>
                  </a:lnTo>
                  <a:lnTo>
                    <a:pt x="1011796" y="13525"/>
                  </a:lnTo>
                  <a:lnTo>
                    <a:pt x="1067828" y="13817"/>
                  </a:lnTo>
                  <a:lnTo>
                    <a:pt x="1070686" y="9931"/>
                  </a:lnTo>
                  <a:lnTo>
                    <a:pt x="1074966" y="6400"/>
                  </a:lnTo>
                  <a:lnTo>
                    <a:pt x="1076756" y="1803"/>
                  </a:lnTo>
                  <a:close/>
                </a:path>
                <a:path w="2480945" h="266065">
                  <a:moveTo>
                    <a:pt x="1521117" y="1955"/>
                  </a:moveTo>
                  <a:lnTo>
                    <a:pt x="1429981" y="1130"/>
                  </a:lnTo>
                  <a:lnTo>
                    <a:pt x="1428559" y="1828"/>
                  </a:lnTo>
                  <a:lnTo>
                    <a:pt x="1426083" y="749"/>
                  </a:lnTo>
                  <a:lnTo>
                    <a:pt x="1425016" y="2171"/>
                  </a:lnTo>
                  <a:lnTo>
                    <a:pt x="1435239" y="12852"/>
                  </a:lnTo>
                  <a:lnTo>
                    <a:pt x="1511477" y="13957"/>
                  </a:lnTo>
                  <a:lnTo>
                    <a:pt x="1521117" y="3009"/>
                  </a:lnTo>
                  <a:lnTo>
                    <a:pt x="1521117" y="1955"/>
                  </a:lnTo>
                  <a:close/>
                </a:path>
                <a:path w="2480945" h="266065">
                  <a:moveTo>
                    <a:pt x="1911578" y="1460"/>
                  </a:moveTo>
                  <a:lnTo>
                    <a:pt x="1868309" y="1244"/>
                  </a:lnTo>
                  <a:lnTo>
                    <a:pt x="1866188" y="1943"/>
                  </a:lnTo>
                  <a:lnTo>
                    <a:pt x="1861934" y="139"/>
                  </a:lnTo>
                  <a:lnTo>
                    <a:pt x="1861210" y="2984"/>
                  </a:lnTo>
                  <a:lnTo>
                    <a:pt x="1870735" y="13309"/>
                  </a:lnTo>
                  <a:lnTo>
                    <a:pt x="1911515" y="13868"/>
                  </a:lnTo>
                  <a:lnTo>
                    <a:pt x="1911578" y="1460"/>
                  </a:lnTo>
                  <a:close/>
                </a:path>
                <a:path w="2480945" h="266065">
                  <a:moveTo>
                    <a:pt x="2181110" y="1066"/>
                  </a:moveTo>
                  <a:lnTo>
                    <a:pt x="2043861" y="368"/>
                  </a:lnTo>
                  <a:lnTo>
                    <a:pt x="2043798" y="13843"/>
                  </a:lnTo>
                  <a:lnTo>
                    <a:pt x="2181034" y="14541"/>
                  </a:lnTo>
                  <a:lnTo>
                    <a:pt x="2181110" y="1066"/>
                  </a:lnTo>
                  <a:close/>
                </a:path>
                <a:path w="2480945" h="266065">
                  <a:moveTo>
                    <a:pt x="2480500" y="122821"/>
                  </a:moveTo>
                  <a:lnTo>
                    <a:pt x="2479471" y="116433"/>
                  </a:lnTo>
                  <a:lnTo>
                    <a:pt x="2479154" y="110045"/>
                  </a:lnTo>
                  <a:lnTo>
                    <a:pt x="2477414" y="104013"/>
                  </a:lnTo>
                  <a:lnTo>
                    <a:pt x="2443099" y="41770"/>
                  </a:lnTo>
                  <a:lnTo>
                    <a:pt x="2381808" y="5994"/>
                  </a:lnTo>
                  <a:lnTo>
                    <a:pt x="2317280" y="1409"/>
                  </a:lnTo>
                  <a:lnTo>
                    <a:pt x="2317216" y="14173"/>
                  </a:lnTo>
                  <a:lnTo>
                    <a:pt x="2339213" y="14262"/>
                  </a:lnTo>
                  <a:lnTo>
                    <a:pt x="2361044" y="14935"/>
                  </a:lnTo>
                  <a:lnTo>
                    <a:pt x="2400858" y="25234"/>
                  </a:lnTo>
                  <a:lnTo>
                    <a:pt x="2449487" y="67919"/>
                  </a:lnTo>
                  <a:lnTo>
                    <a:pt x="2468765" y="129857"/>
                  </a:lnTo>
                  <a:lnTo>
                    <a:pt x="2470518" y="135178"/>
                  </a:lnTo>
                  <a:lnTo>
                    <a:pt x="2467305" y="139065"/>
                  </a:lnTo>
                  <a:lnTo>
                    <a:pt x="2468334" y="144386"/>
                  </a:lnTo>
                  <a:lnTo>
                    <a:pt x="2460599" y="177126"/>
                  </a:lnTo>
                  <a:lnTo>
                    <a:pt x="2419019" y="231025"/>
                  </a:lnTo>
                  <a:lnTo>
                    <a:pt x="2372474" y="251244"/>
                  </a:lnTo>
                  <a:lnTo>
                    <a:pt x="2354427" y="252869"/>
                  </a:lnTo>
                  <a:lnTo>
                    <a:pt x="2317064" y="252844"/>
                  </a:lnTo>
                  <a:lnTo>
                    <a:pt x="2317000" y="265252"/>
                  </a:lnTo>
                  <a:lnTo>
                    <a:pt x="2360257" y="265125"/>
                  </a:lnTo>
                  <a:lnTo>
                    <a:pt x="2361323" y="264058"/>
                  </a:lnTo>
                  <a:lnTo>
                    <a:pt x="2364511" y="265493"/>
                  </a:lnTo>
                  <a:lnTo>
                    <a:pt x="2364879" y="264083"/>
                  </a:lnTo>
                  <a:lnTo>
                    <a:pt x="2377122" y="261874"/>
                  </a:lnTo>
                  <a:lnTo>
                    <a:pt x="2388882" y="258762"/>
                  </a:lnTo>
                  <a:lnTo>
                    <a:pt x="2442019" y="226364"/>
                  </a:lnTo>
                  <a:lnTo>
                    <a:pt x="2477579" y="161607"/>
                  </a:lnTo>
                  <a:lnTo>
                    <a:pt x="2480500" y="1228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551200" y="490116"/>
              <a:ext cx="214629" cy="227329"/>
            </a:xfrm>
            <a:custGeom>
              <a:avLst/>
              <a:gdLst/>
              <a:ahLst/>
              <a:cxnLst/>
              <a:rect l="l" t="t" r="r" b="b"/>
              <a:pathLst>
                <a:path w="214629" h="227329">
                  <a:moveTo>
                    <a:pt x="0" y="118511"/>
                  </a:moveTo>
                  <a:lnTo>
                    <a:pt x="12712" y="168212"/>
                  </a:lnTo>
                  <a:lnTo>
                    <a:pt x="48548" y="208955"/>
                  </a:lnTo>
                  <a:lnTo>
                    <a:pt x="102127" y="227151"/>
                  </a:lnTo>
                  <a:lnTo>
                    <a:pt x="131307" y="224093"/>
                  </a:lnTo>
                  <a:lnTo>
                    <a:pt x="180387" y="196235"/>
                  </a:lnTo>
                  <a:lnTo>
                    <a:pt x="209361" y="147537"/>
                  </a:lnTo>
                  <a:lnTo>
                    <a:pt x="214141" y="105756"/>
                  </a:lnTo>
                  <a:lnTo>
                    <a:pt x="211131" y="84559"/>
                  </a:lnTo>
                  <a:lnTo>
                    <a:pt x="195484" y="48009"/>
                  </a:lnTo>
                  <a:lnTo>
                    <a:pt x="168147" y="18966"/>
                  </a:lnTo>
                  <a:lnTo>
                    <a:pt x="132508" y="2901"/>
                  </a:lnTo>
                  <a:lnTo>
                    <a:pt x="112636" y="0"/>
                  </a:lnTo>
                  <a:lnTo>
                    <a:pt x="92543" y="753"/>
                  </a:lnTo>
                  <a:lnTo>
                    <a:pt x="47580" y="18676"/>
                  </a:lnTo>
                  <a:lnTo>
                    <a:pt x="9960" y="63912"/>
                  </a:lnTo>
                  <a:lnTo>
                    <a:pt x="0" y="118511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856791" y="497966"/>
              <a:ext cx="2437765" cy="222250"/>
            </a:xfrm>
            <a:custGeom>
              <a:avLst/>
              <a:gdLst/>
              <a:ahLst/>
              <a:cxnLst/>
              <a:rect l="l" t="t" r="r" b="b"/>
              <a:pathLst>
                <a:path w="2437765" h="222250">
                  <a:moveTo>
                    <a:pt x="153708" y="1092"/>
                  </a:moveTo>
                  <a:lnTo>
                    <a:pt x="109728" y="1092"/>
                  </a:lnTo>
                  <a:lnTo>
                    <a:pt x="88760" y="3009"/>
                  </a:lnTo>
                  <a:lnTo>
                    <a:pt x="43281" y="23482"/>
                  </a:lnTo>
                  <a:lnTo>
                    <a:pt x="6946" y="71234"/>
                  </a:lnTo>
                  <a:lnTo>
                    <a:pt x="0" y="99949"/>
                  </a:lnTo>
                  <a:lnTo>
                    <a:pt x="1524" y="132410"/>
                  </a:lnTo>
                  <a:lnTo>
                    <a:pt x="30975" y="187883"/>
                  </a:lnTo>
                  <a:lnTo>
                    <a:pt x="78346" y="216839"/>
                  </a:lnTo>
                  <a:lnTo>
                    <a:pt x="127444" y="221335"/>
                  </a:lnTo>
                  <a:lnTo>
                    <a:pt x="152946" y="221310"/>
                  </a:lnTo>
                  <a:lnTo>
                    <a:pt x="152996" y="210324"/>
                  </a:lnTo>
                  <a:lnTo>
                    <a:pt x="98031" y="209321"/>
                  </a:lnTo>
                  <a:lnTo>
                    <a:pt x="85813" y="207264"/>
                  </a:lnTo>
                  <a:lnTo>
                    <a:pt x="31927" y="173316"/>
                  </a:lnTo>
                  <a:lnTo>
                    <a:pt x="11239" y="122262"/>
                  </a:lnTo>
                  <a:lnTo>
                    <a:pt x="12090" y="92925"/>
                  </a:lnTo>
                  <a:lnTo>
                    <a:pt x="35610" y="44907"/>
                  </a:lnTo>
                  <a:lnTo>
                    <a:pt x="80581" y="15608"/>
                  </a:lnTo>
                  <a:lnTo>
                    <a:pt x="115938" y="11137"/>
                  </a:lnTo>
                  <a:lnTo>
                    <a:pt x="134912" y="11747"/>
                  </a:lnTo>
                  <a:lnTo>
                    <a:pt x="153657" y="11722"/>
                  </a:lnTo>
                  <a:lnTo>
                    <a:pt x="153708" y="1092"/>
                  </a:lnTo>
                  <a:close/>
                </a:path>
                <a:path w="2437765" h="222250">
                  <a:moveTo>
                    <a:pt x="153962" y="20942"/>
                  </a:moveTo>
                  <a:lnTo>
                    <a:pt x="133997" y="20942"/>
                  </a:lnTo>
                  <a:lnTo>
                    <a:pt x="114020" y="20472"/>
                  </a:lnTo>
                  <a:lnTo>
                    <a:pt x="94754" y="21742"/>
                  </a:lnTo>
                  <a:lnTo>
                    <a:pt x="56832" y="38404"/>
                  </a:lnTo>
                  <a:lnTo>
                    <a:pt x="27406" y="74269"/>
                  </a:lnTo>
                  <a:lnTo>
                    <a:pt x="20510" y="123418"/>
                  </a:lnTo>
                  <a:lnTo>
                    <a:pt x="27724" y="148551"/>
                  </a:lnTo>
                  <a:lnTo>
                    <a:pt x="62318" y="187515"/>
                  </a:lnTo>
                  <a:lnTo>
                    <a:pt x="105257" y="200418"/>
                  </a:lnTo>
                  <a:lnTo>
                    <a:pt x="153047" y="201104"/>
                  </a:lnTo>
                  <a:lnTo>
                    <a:pt x="153085" y="191528"/>
                  </a:lnTo>
                  <a:lnTo>
                    <a:pt x="125069" y="191566"/>
                  </a:lnTo>
                  <a:lnTo>
                    <a:pt x="111099" y="191312"/>
                  </a:lnTo>
                  <a:lnTo>
                    <a:pt x="97066" y="190525"/>
                  </a:lnTo>
                  <a:lnTo>
                    <a:pt x="95656" y="189103"/>
                  </a:lnTo>
                  <a:lnTo>
                    <a:pt x="92811" y="190868"/>
                  </a:lnTo>
                  <a:lnTo>
                    <a:pt x="92113" y="188734"/>
                  </a:lnTo>
                  <a:lnTo>
                    <a:pt x="87490" y="189064"/>
                  </a:lnTo>
                  <a:lnTo>
                    <a:pt x="82892" y="186905"/>
                  </a:lnTo>
                  <a:lnTo>
                    <a:pt x="45224" y="159854"/>
                  </a:lnTo>
                  <a:lnTo>
                    <a:pt x="30035" y="121031"/>
                  </a:lnTo>
                  <a:lnTo>
                    <a:pt x="30734" y="95770"/>
                  </a:lnTo>
                  <a:lnTo>
                    <a:pt x="53365" y="53428"/>
                  </a:lnTo>
                  <a:lnTo>
                    <a:pt x="91808" y="32054"/>
                  </a:lnTo>
                  <a:lnTo>
                    <a:pt x="112204" y="30175"/>
                  </a:lnTo>
                  <a:lnTo>
                    <a:pt x="133299" y="30505"/>
                  </a:lnTo>
                  <a:lnTo>
                    <a:pt x="153911" y="30518"/>
                  </a:lnTo>
                  <a:lnTo>
                    <a:pt x="153962" y="20942"/>
                  </a:lnTo>
                  <a:close/>
                </a:path>
                <a:path w="2437765" h="222250">
                  <a:moveTo>
                    <a:pt x="431228" y="39014"/>
                  </a:moveTo>
                  <a:lnTo>
                    <a:pt x="286448" y="39014"/>
                  </a:lnTo>
                  <a:lnTo>
                    <a:pt x="286448" y="46253"/>
                  </a:lnTo>
                  <a:lnTo>
                    <a:pt x="285178" y="46253"/>
                  </a:lnTo>
                  <a:lnTo>
                    <a:pt x="285178" y="47015"/>
                  </a:lnTo>
                  <a:lnTo>
                    <a:pt x="286448" y="47015"/>
                  </a:lnTo>
                  <a:lnTo>
                    <a:pt x="286448" y="51435"/>
                  </a:lnTo>
                  <a:lnTo>
                    <a:pt x="431228" y="51435"/>
                  </a:lnTo>
                  <a:lnTo>
                    <a:pt x="431228" y="39014"/>
                  </a:lnTo>
                  <a:close/>
                </a:path>
                <a:path w="2437765" h="222250">
                  <a:moveTo>
                    <a:pt x="431292" y="20586"/>
                  </a:moveTo>
                  <a:lnTo>
                    <a:pt x="285889" y="19850"/>
                  </a:lnTo>
                  <a:lnTo>
                    <a:pt x="285851" y="29781"/>
                  </a:lnTo>
                  <a:lnTo>
                    <a:pt x="431241" y="30518"/>
                  </a:lnTo>
                  <a:lnTo>
                    <a:pt x="431292" y="20586"/>
                  </a:lnTo>
                  <a:close/>
                </a:path>
                <a:path w="2437765" h="222250">
                  <a:moveTo>
                    <a:pt x="431393" y="1092"/>
                  </a:moveTo>
                  <a:lnTo>
                    <a:pt x="285991" y="342"/>
                  </a:lnTo>
                  <a:lnTo>
                    <a:pt x="285940" y="10985"/>
                  </a:lnTo>
                  <a:lnTo>
                    <a:pt x="431342" y="11722"/>
                  </a:lnTo>
                  <a:lnTo>
                    <a:pt x="431393" y="1092"/>
                  </a:lnTo>
                  <a:close/>
                </a:path>
                <a:path w="2437765" h="222250">
                  <a:moveTo>
                    <a:pt x="585825" y="39471"/>
                  </a:moveTo>
                  <a:lnTo>
                    <a:pt x="559930" y="38976"/>
                  </a:lnTo>
                  <a:lnTo>
                    <a:pt x="559866" y="50685"/>
                  </a:lnTo>
                  <a:lnTo>
                    <a:pt x="580440" y="50787"/>
                  </a:lnTo>
                  <a:lnTo>
                    <a:pt x="582930" y="49733"/>
                  </a:lnTo>
                  <a:lnTo>
                    <a:pt x="585825" y="39471"/>
                  </a:lnTo>
                  <a:close/>
                </a:path>
                <a:path w="2437765" h="222250">
                  <a:moveTo>
                    <a:pt x="593356" y="21412"/>
                  </a:moveTo>
                  <a:lnTo>
                    <a:pt x="593013" y="20358"/>
                  </a:lnTo>
                  <a:lnTo>
                    <a:pt x="560031" y="19824"/>
                  </a:lnTo>
                  <a:lnTo>
                    <a:pt x="559981" y="29400"/>
                  </a:lnTo>
                  <a:lnTo>
                    <a:pt x="588352" y="29552"/>
                  </a:lnTo>
                  <a:lnTo>
                    <a:pt x="592264" y="28511"/>
                  </a:lnTo>
                  <a:lnTo>
                    <a:pt x="591566" y="23888"/>
                  </a:lnTo>
                  <a:lnTo>
                    <a:pt x="593356" y="21412"/>
                  </a:lnTo>
                  <a:close/>
                </a:path>
                <a:path w="2437765" h="222250">
                  <a:moveTo>
                    <a:pt x="605167" y="914"/>
                  </a:moveTo>
                  <a:lnTo>
                    <a:pt x="560133" y="330"/>
                  </a:lnTo>
                  <a:lnTo>
                    <a:pt x="560082" y="10604"/>
                  </a:lnTo>
                  <a:lnTo>
                    <a:pt x="598728" y="10807"/>
                  </a:lnTo>
                  <a:lnTo>
                    <a:pt x="601230" y="8343"/>
                  </a:lnTo>
                  <a:lnTo>
                    <a:pt x="603732" y="4457"/>
                  </a:lnTo>
                  <a:lnTo>
                    <a:pt x="605167" y="914"/>
                  </a:lnTo>
                  <a:close/>
                </a:path>
                <a:path w="2437765" h="222250">
                  <a:moveTo>
                    <a:pt x="809383" y="10109"/>
                  </a:moveTo>
                  <a:lnTo>
                    <a:pt x="807974" y="9398"/>
                  </a:lnTo>
                  <a:lnTo>
                    <a:pt x="803008" y="9728"/>
                  </a:lnTo>
                  <a:lnTo>
                    <a:pt x="797699" y="8280"/>
                  </a:lnTo>
                  <a:lnTo>
                    <a:pt x="793432" y="10388"/>
                  </a:lnTo>
                  <a:lnTo>
                    <a:pt x="799109" y="10414"/>
                  </a:lnTo>
                  <a:lnTo>
                    <a:pt x="804418" y="10795"/>
                  </a:lnTo>
                  <a:lnTo>
                    <a:pt x="809383" y="10109"/>
                  </a:lnTo>
                  <a:close/>
                </a:path>
                <a:path w="2437765" h="222250">
                  <a:moveTo>
                    <a:pt x="855395" y="28790"/>
                  </a:moveTo>
                  <a:lnTo>
                    <a:pt x="852576" y="25590"/>
                  </a:lnTo>
                  <a:lnTo>
                    <a:pt x="845146" y="21285"/>
                  </a:lnTo>
                  <a:lnTo>
                    <a:pt x="782739" y="20256"/>
                  </a:lnTo>
                  <a:lnTo>
                    <a:pt x="760755" y="20497"/>
                  </a:lnTo>
                  <a:lnTo>
                    <a:pt x="755777" y="21894"/>
                  </a:lnTo>
                  <a:lnTo>
                    <a:pt x="751509" y="25425"/>
                  </a:lnTo>
                  <a:lnTo>
                    <a:pt x="747585" y="29298"/>
                  </a:lnTo>
                  <a:lnTo>
                    <a:pt x="801306" y="29933"/>
                  </a:lnTo>
                  <a:lnTo>
                    <a:pt x="828268" y="29921"/>
                  </a:lnTo>
                  <a:lnTo>
                    <a:pt x="855040" y="29502"/>
                  </a:lnTo>
                  <a:lnTo>
                    <a:pt x="855395" y="28790"/>
                  </a:lnTo>
                  <a:close/>
                </a:path>
                <a:path w="2437765" h="222250">
                  <a:moveTo>
                    <a:pt x="875144" y="51231"/>
                  </a:moveTo>
                  <a:lnTo>
                    <a:pt x="873747" y="46609"/>
                  </a:lnTo>
                  <a:lnTo>
                    <a:pt x="870216" y="43764"/>
                  </a:lnTo>
                  <a:lnTo>
                    <a:pt x="867397" y="39839"/>
                  </a:lnTo>
                  <a:lnTo>
                    <a:pt x="830516" y="39306"/>
                  </a:lnTo>
                  <a:lnTo>
                    <a:pt x="736892" y="39179"/>
                  </a:lnTo>
                  <a:lnTo>
                    <a:pt x="732624" y="42341"/>
                  </a:lnTo>
                  <a:lnTo>
                    <a:pt x="727964" y="51193"/>
                  </a:lnTo>
                  <a:lnTo>
                    <a:pt x="815555" y="51993"/>
                  </a:lnTo>
                  <a:lnTo>
                    <a:pt x="871943" y="51930"/>
                  </a:lnTo>
                  <a:lnTo>
                    <a:pt x="875144" y="51231"/>
                  </a:lnTo>
                  <a:close/>
                </a:path>
                <a:path w="2437765" h="222250">
                  <a:moveTo>
                    <a:pt x="1032662" y="39268"/>
                  </a:moveTo>
                  <a:lnTo>
                    <a:pt x="1027696" y="39598"/>
                  </a:lnTo>
                  <a:lnTo>
                    <a:pt x="1021676" y="38506"/>
                  </a:lnTo>
                  <a:lnTo>
                    <a:pt x="1017409" y="40259"/>
                  </a:lnTo>
                  <a:lnTo>
                    <a:pt x="1019492" y="47713"/>
                  </a:lnTo>
                  <a:lnTo>
                    <a:pt x="1019822" y="53746"/>
                  </a:lnTo>
                  <a:lnTo>
                    <a:pt x="1028001" y="49885"/>
                  </a:lnTo>
                  <a:lnTo>
                    <a:pt x="1032598" y="50977"/>
                  </a:lnTo>
                  <a:lnTo>
                    <a:pt x="1032662" y="39268"/>
                  </a:lnTo>
                  <a:close/>
                </a:path>
                <a:path w="2437765" h="222250">
                  <a:moveTo>
                    <a:pt x="1034491" y="28994"/>
                  </a:moveTo>
                  <a:lnTo>
                    <a:pt x="1032738" y="23660"/>
                  </a:lnTo>
                  <a:lnTo>
                    <a:pt x="1033818" y="21183"/>
                  </a:lnTo>
                  <a:lnTo>
                    <a:pt x="1026020" y="20447"/>
                  </a:lnTo>
                  <a:lnTo>
                    <a:pt x="1017511" y="20040"/>
                  </a:lnTo>
                  <a:lnTo>
                    <a:pt x="1010056" y="21069"/>
                  </a:lnTo>
                  <a:lnTo>
                    <a:pt x="1010754" y="23914"/>
                  </a:lnTo>
                  <a:lnTo>
                    <a:pt x="1011809" y="26746"/>
                  </a:lnTo>
                  <a:lnTo>
                    <a:pt x="1013206" y="29235"/>
                  </a:lnTo>
                  <a:lnTo>
                    <a:pt x="1030935" y="30035"/>
                  </a:lnTo>
                  <a:lnTo>
                    <a:pt x="1034491" y="28994"/>
                  </a:lnTo>
                  <a:close/>
                </a:path>
                <a:path w="2437765" h="222250">
                  <a:moveTo>
                    <a:pt x="1040307" y="1003"/>
                  </a:moveTo>
                  <a:lnTo>
                    <a:pt x="1029474" y="1028"/>
                  </a:lnTo>
                  <a:lnTo>
                    <a:pt x="1018540" y="901"/>
                  </a:lnTo>
                  <a:lnTo>
                    <a:pt x="1007935" y="1054"/>
                  </a:lnTo>
                  <a:lnTo>
                    <a:pt x="998105" y="1854"/>
                  </a:lnTo>
                  <a:lnTo>
                    <a:pt x="1000213" y="4711"/>
                  </a:lnTo>
                  <a:lnTo>
                    <a:pt x="1001610" y="7899"/>
                  </a:lnTo>
                  <a:lnTo>
                    <a:pt x="1004087" y="10756"/>
                  </a:lnTo>
                  <a:lnTo>
                    <a:pt x="1037056" y="10566"/>
                  </a:lnTo>
                  <a:lnTo>
                    <a:pt x="1040282" y="4203"/>
                  </a:lnTo>
                  <a:lnTo>
                    <a:pt x="1040307" y="1003"/>
                  </a:lnTo>
                  <a:close/>
                </a:path>
                <a:path w="2437765" h="222250">
                  <a:moveTo>
                    <a:pt x="1248079" y="10223"/>
                  </a:moveTo>
                  <a:lnTo>
                    <a:pt x="1241920" y="7429"/>
                  </a:lnTo>
                  <a:lnTo>
                    <a:pt x="1235189" y="5816"/>
                  </a:lnTo>
                  <a:lnTo>
                    <a:pt x="1227988" y="5143"/>
                  </a:lnTo>
                  <a:lnTo>
                    <a:pt x="1220431" y="5118"/>
                  </a:lnTo>
                  <a:lnTo>
                    <a:pt x="1212989" y="6502"/>
                  </a:lnTo>
                  <a:lnTo>
                    <a:pt x="1204468" y="6819"/>
                  </a:lnTo>
                  <a:lnTo>
                    <a:pt x="1198422" y="10325"/>
                  </a:lnTo>
                  <a:lnTo>
                    <a:pt x="1210614" y="10642"/>
                  </a:lnTo>
                  <a:lnTo>
                    <a:pt x="1223111" y="10820"/>
                  </a:lnTo>
                  <a:lnTo>
                    <a:pt x="1235671" y="10731"/>
                  </a:lnTo>
                  <a:lnTo>
                    <a:pt x="1248079" y="10223"/>
                  </a:lnTo>
                  <a:close/>
                </a:path>
                <a:path w="2437765" h="222250">
                  <a:moveTo>
                    <a:pt x="1273517" y="29146"/>
                  </a:moveTo>
                  <a:lnTo>
                    <a:pt x="1271752" y="25946"/>
                  </a:lnTo>
                  <a:lnTo>
                    <a:pt x="1265047" y="20243"/>
                  </a:lnTo>
                  <a:lnTo>
                    <a:pt x="1244815" y="20408"/>
                  </a:lnTo>
                  <a:lnTo>
                    <a:pt x="1203845" y="20332"/>
                  </a:lnTo>
                  <a:lnTo>
                    <a:pt x="1183830" y="20891"/>
                  </a:lnTo>
                  <a:lnTo>
                    <a:pt x="1183462" y="23723"/>
                  </a:lnTo>
                  <a:lnTo>
                    <a:pt x="1180973" y="26555"/>
                  </a:lnTo>
                  <a:lnTo>
                    <a:pt x="1182725" y="29400"/>
                  </a:lnTo>
                  <a:lnTo>
                    <a:pt x="1205877" y="29705"/>
                  </a:lnTo>
                  <a:lnTo>
                    <a:pt x="1228382" y="29806"/>
                  </a:lnTo>
                  <a:lnTo>
                    <a:pt x="1250746" y="29654"/>
                  </a:lnTo>
                  <a:lnTo>
                    <a:pt x="1273517" y="29146"/>
                  </a:lnTo>
                  <a:close/>
                </a:path>
                <a:path w="2437765" h="222250">
                  <a:moveTo>
                    <a:pt x="1463878" y="43243"/>
                  </a:moveTo>
                  <a:lnTo>
                    <a:pt x="1463548" y="39700"/>
                  </a:lnTo>
                  <a:lnTo>
                    <a:pt x="1446174" y="39255"/>
                  </a:lnTo>
                  <a:lnTo>
                    <a:pt x="1442262" y="41008"/>
                  </a:lnTo>
                  <a:lnTo>
                    <a:pt x="1449324" y="45656"/>
                  </a:lnTo>
                  <a:lnTo>
                    <a:pt x="1444002" y="47053"/>
                  </a:lnTo>
                  <a:lnTo>
                    <a:pt x="1285494" y="45885"/>
                  </a:lnTo>
                  <a:lnTo>
                    <a:pt x="1282319" y="39484"/>
                  </a:lnTo>
                  <a:lnTo>
                    <a:pt x="1188694" y="39357"/>
                  </a:lnTo>
                  <a:lnTo>
                    <a:pt x="1459230" y="51384"/>
                  </a:lnTo>
                  <a:lnTo>
                    <a:pt x="1461008" y="50330"/>
                  </a:lnTo>
                  <a:lnTo>
                    <a:pt x="1462087" y="46786"/>
                  </a:lnTo>
                  <a:lnTo>
                    <a:pt x="1463878" y="43243"/>
                  </a:lnTo>
                  <a:close/>
                </a:path>
                <a:path w="2437765" h="222250">
                  <a:moveTo>
                    <a:pt x="1471079" y="21297"/>
                  </a:moveTo>
                  <a:lnTo>
                    <a:pt x="1462087" y="20815"/>
                  </a:lnTo>
                  <a:lnTo>
                    <a:pt x="1452905" y="20586"/>
                  </a:lnTo>
                  <a:lnTo>
                    <a:pt x="1443850" y="20764"/>
                  </a:lnTo>
                  <a:lnTo>
                    <a:pt x="1435265" y="21463"/>
                  </a:lnTo>
                  <a:lnTo>
                    <a:pt x="1439481" y="29641"/>
                  </a:lnTo>
                  <a:lnTo>
                    <a:pt x="1446745" y="29933"/>
                  </a:lnTo>
                  <a:lnTo>
                    <a:pt x="1453794" y="30073"/>
                  </a:lnTo>
                  <a:lnTo>
                    <a:pt x="1460766" y="29959"/>
                  </a:lnTo>
                  <a:lnTo>
                    <a:pt x="1467853" y="29438"/>
                  </a:lnTo>
                  <a:lnTo>
                    <a:pt x="1471079" y="21297"/>
                  </a:lnTo>
                  <a:close/>
                </a:path>
                <a:path w="2437765" h="222250">
                  <a:moveTo>
                    <a:pt x="1481823" y="1485"/>
                  </a:moveTo>
                  <a:lnTo>
                    <a:pt x="1452562" y="952"/>
                  </a:lnTo>
                  <a:lnTo>
                    <a:pt x="1437843" y="927"/>
                  </a:lnTo>
                  <a:lnTo>
                    <a:pt x="1423314" y="1193"/>
                  </a:lnTo>
                  <a:lnTo>
                    <a:pt x="1424355" y="4737"/>
                  </a:lnTo>
                  <a:lnTo>
                    <a:pt x="1426819" y="7594"/>
                  </a:lnTo>
                  <a:lnTo>
                    <a:pt x="1428940" y="10795"/>
                  </a:lnTo>
                  <a:lnTo>
                    <a:pt x="1476806" y="11036"/>
                  </a:lnTo>
                  <a:lnTo>
                    <a:pt x="1481455" y="5041"/>
                  </a:lnTo>
                  <a:lnTo>
                    <a:pt x="1481823" y="1485"/>
                  </a:lnTo>
                  <a:close/>
                </a:path>
                <a:path w="2437765" h="222250">
                  <a:moveTo>
                    <a:pt x="1683562" y="10325"/>
                  </a:moveTo>
                  <a:lnTo>
                    <a:pt x="1682153" y="9969"/>
                  </a:lnTo>
                  <a:lnTo>
                    <a:pt x="1677543" y="9588"/>
                  </a:lnTo>
                  <a:lnTo>
                    <a:pt x="1671167" y="8483"/>
                  </a:lnTo>
                  <a:lnTo>
                    <a:pt x="1666900" y="10591"/>
                  </a:lnTo>
                  <a:lnTo>
                    <a:pt x="1672221" y="10972"/>
                  </a:lnTo>
                  <a:lnTo>
                    <a:pt x="1678241" y="11366"/>
                  </a:lnTo>
                  <a:lnTo>
                    <a:pt x="1683562" y="10325"/>
                  </a:lnTo>
                  <a:close/>
                </a:path>
                <a:path w="2437765" h="222250">
                  <a:moveTo>
                    <a:pt x="1727809" y="27216"/>
                  </a:moveTo>
                  <a:lnTo>
                    <a:pt x="1723567" y="26492"/>
                  </a:lnTo>
                  <a:lnTo>
                    <a:pt x="1722145" y="24358"/>
                  </a:lnTo>
                  <a:lnTo>
                    <a:pt x="1716493" y="20777"/>
                  </a:lnTo>
                  <a:lnTo>
                    <a:pt x="1696199" y="20586"/>
                  </a:lnTo>
                  <a:lnTo>
                    <a:pt x="1633867" y="20713"/>
                  </a:lnTo>
                  <a:lnTo>
                    <a:pt x="1629600" y="23164"/>
                  </a:lnTo>
                  <a:lnTo>
                    <a:pt x="1625333" y="25984"/>
                  </a:lnTo>
                  <a:lnTo>
                    <a:pt x="1621764" y="29514"/>
                  </a:lnTo>
                  <a:lnTo>
                    <a:pt x="1622120" y="29870"/>
                  </a:lnTo>
                  <a:lnTo>
                    <a:pt x="1727441" y="30416"/>
                  </a:lnTo>
                  <a:lnTo>
                    <a:pt x="1727809" y="27216"/>
                  </a:lnTo>
                  <a:close/>
                </a:path>
                <a:path w="2437765" h="222250">
                  <a:moveTo>
                    <a:pt x="1747189" y="52146"/>
                  </a:moveTo>
                  <a:lnTo>
                    <a:pt x="1745792" y="47523"/>
                  </a:lnTo>
                  <a:lnTo>
                    <a:pt x="1738731" y="40043"/>
                  </a:lnTo>
                  <a:lnTo>
                    <a:pt x="1611439" y="39039"/>
                  </a:lnTo>
                  <a:lnTo>
                    <a:pt x="1611426" y="39751"/>
                  </a:lnTo>
                  <a:lnTo>
                    <a:pt x="1608226" y="42570"/>
                  </a:lnTo>
                  <a:lnTo>
                    <a:pt x="1605013" y="46812"/>
                  </a:lnTo>
                  <a:lnTo>
                    <a:pt x="1603565" y="51054"/>
                  </a:lnTo>
                  <a:lnTo>
                    <a:pt x="1747189" y="52146"/>
                  </a:lnTo>
                  <a:close/>
                </a:path>
                <a:path w="2437765" h="222250">
                  <a:moveTo>
                    <a:pt x="1890014" y="736"/>
                  </a:moveTo>
                  <a:lnTo>
                    <a:pt x="1881771" y="1016"/>
                  </a:lnTo>
                  <a:lnTo>
                    <a:pt x="1873605" y="749"/>
                  </a:lnTo>
                  <a:lnTo>
                    <a:pt x="1865566" y="622"/>
                  </a:lnTo>
                  <a:lnTo>
                    <a:pt x="1857743" y="1282"/>
                  </a:lnTo>
                  <a:lnTo>
                    <a:pt x="1863013" y="10541"/>
                  </a:lnTo>
                  <a:lnTo>
                    <a:pt x="1889963" y="11023"/>
                  </a:lnTo>
                  <a:lnTo>
                    <a:pt x="1890014" y="736"/>
                  </a:lnTo>
                  <a:close/>
                </a:path>
                <a:path w="2437765" h="222250">
                  <a:moveTo>
                    <a:pt x="1890166" y="39395"/>
                  </a:moveTo>
                  <a:lnTo>
                    <a:pt x="1885569" y="39370"/>
                  </a:lnTo>
                  <a:lnTo>
                    <a:pt x="1881314" y="39712"/>
                  </a:lnTo>
                  <a:lnTo>
                    <a:pt x="1877047" y="39687"/>
                  </a:lnTo>
                  <a:lnTo>
                    <a:pt x="1876679" y="42519"/>
                  </a:lnTo>
                  <a:lnTo>
                    <a:pt x="1878444" y="45364"/>
                  </a:lnTo>
                  <a:lnTo>
                    <a:pt x="1878418" y="48209"/>
                  </a:lnTo>
                  <a:lnTo>
                    <a:pt x="1879460" y="53530"/>
                  </a:lnTo>
                  <a:lnTo>
                    <a:pt x="1886216" y="50012"/>
                  </a:lnTo>
                  <a:lnTo>
                    <a:pt x="1890115" y="51104"/>
                  </a:lnTo>
                  <a:lnTo>
                    <a:pt x="1890166" y="39395"/>
                  </a:lnTo>
                  <a:close/>
                </a:path>
                <a:path w="2437765" h="222250">
                  <a:moveTo>
                    <a:pt x="1890268" y="20612"/>
                  </a:moveTo>
                  <a:lnTo>
                    <a:pt x="1870405" y="20497"/>
                  </a:lnTo>
                  <a:lnTo>
                    <a:pt x="1868982" y="21551"/>
                  </a:lnTo>
                  <a:lnTo>
                    <a:pt x="1870036" y="24396"/>
                  </a:lnTo>
                  <a:lnTo>
                    <a:pt x="1870379" y="27597"/>
                  </a:lnTo>
                  <a:lnTo>
                    <a:pt x="1872843" y="29730"/>
                  </a:lnTo>
                  <a:lnTo>
                    <a:pt x="1890229" y="29819"/>
                  </a:lnTo>
                  <a:lnTo>
                    <a:pt x="1890268" y="20612"/>
                  </a:lnTo>
                  <a:close/>
                </a:path>
                <a:path w="2437765" h="222250">
                  <a:moveTo>
                    <a:pt x="2158987" y="39712"/>
                  </a:moveTo>
                  <a:lnTo>
                    <a:pt x="2022094" y="39001"/>
                  </a:lnTo>
                  <a:lnTo>
                    <a:pt x="2022043" y="51066"/>
                  </a:lnTo>
                  <a:lnTo>
                    <a:pt x="2158923" y="51765"/>
                  </a:lnTo>
                  <a:lnTo>
                    <a:pt x="2158987" y="39712"/>
                  </a:lnTo>
                  <a:close/>
                </a:path>
                <a:path w="2437765" h="222250">
                  <a:moveTo>
                    <a:pt x="2159089" y="20916"/>
                  </a:moveTo>
                  <a:lnTo>
                    <a:pt x="2022195" y="20218"/>
                  </a:lnTo>
                  <a:lnTo>
                    <a:pt x="2022144" y="29781"/>
                  </a:lnTo>
                  <a:lnTo>
                    <a:pt x="2159038" y="30492"/>
                  </a:lnTo>
                  <a:lnTo>
                    <a:pt x="2159089" y="20916"/>
                  </a:lnTo>
                  <a:close/>
                </a:path>
                <a:path w="2437765" h="222250">
                  <a:moveTo>
                    <a:pt x="2159190" y="698"/>
                  </a:moveTo>
                  <a:lnTo>
                    <a:pt x="2022297" y="0"/>
                  </a:lnTo>
                  <a:lnTo>
                    <a:pt x="2022246" y="11353"/>
                  </a:lnTo>
                  <a:lnTo>
                    <a:pt x="2159127" y="12052"/>
                  </a:lnTo>
                  <a:lnTo>
                    <a:pt x="2159190" y="698"/>
                  </a:lnTo>
                  <a:close/>
                </a:path>
                <a:path w="2437765" h="222250">
                  <a:moveTo>
                    <a:pt x="2399093" y="105130"/>
                  </a:moveTo>
                  <a:lnTo>
                    <a:pt x="2385580" y="69291"/>
                  </a:lnTo>
                  <a:lnTo>
                    <a:pt x="2355773" y="45326"/>
                  </a:lnTo>
                  <a:lnTo>
                    <a:pt x="2326856" y="39738"/>
                  </a:lnTo>
                  <a:lnTo>
                    <a:pt x="2311069" y="39966"/>
                  </a:lnTo>
                  <a:lnTo>
                    <a:pt x="2295525" y="39700"/>
                  </a:lnTo>
                  <a:lnTo>
                    <a:pt x="2295461" y="51396"/>
                  </a:lnTo>
                  <a:lnTo>
                    <a:pt x="2309736" y="51638"/>
                  </a:lnTo>
                  <a:lnTo>
                    <a:pt x="2324316" y="51282"/>
                  </a:lnTo>
                  <a:lnTo>
                    <a:pt x="2338286" y="52120"/>
                  </a:lnTo>
                  <a:lnTo>
                    <a:pt x="2373846" y="73748"/>
                  </a:lnTo>
                  <a:lnTo>
                    <a:pt x="2386546" y="116827"/>
                  </a:lnTo>
                  <a:lnTo>
                    <a:pt x="2382990" y="132930"/>
                  </a:lnTo>
                  <a:lnTo>
                    <a:pt x="2348192" y="166903"/>
                  </a:lnTo>
                  <a:lnTo>
                    <a:pt x="2313711" y="170726"/>
                  </a:lnTo>
                  <a:lnTo>
                    <a:pt x="2295563" y="170561"/>
                  </a:lnTo>
                  <a:lnTo>
                    <a:pt x="2295499" y="182257"/>
                  </a:lnTo>
                  <a:lnTo>
                    <a:pt x="2341842" y="180949"/>
                  </a:lnTo>
                  <a:lnTo>
                    <a:pt x="2383129" y="155816"/>
                  </a:lnTo>
                  <a:lnTo>
                    <a:pt x="2398191" y="123380"/>
                  </a:lnTo>
                  <a:lnTo>
                    <a:pt x="2399093" y="105130"/>
                  </a:lnTo>
                  <a:close/>
                </a:path>
                <a:path w="2437765" h="222250">
                  <a:moveTo>
                    <a:pt x="2417559" y="101676"/>
                  </a:moveTo>
                  <a:lnTo>
                    <a:pt x="2398598" y="55168"/>
                  </a:lnTo>
                  <a:lnTo>
                    <a:pt x="2358009" y="25831"/>
                  </a:lnTo>
                  <a:lnTo>
                    <a:pt x="2327884" y="20802"/>
                  </a:lnTo>
                  <a:lnTo>
                    <a:pt x="2311743" y="20815"/>
                  </a:lnTo>
                  <a:lnTo>
                    <a:pt x="2295626" y="20548"/>
                  </a:lnTo>
                  <a:lnTo>
                    <a:pt x="2295575" y="30480"/>
                  </a:lnTo>
                  <a:lnTo>
                    <a:pt x="2320747" y="30518"/>
                  </a:lnTo>
                  <a:lnTo>
                    <a:pt x="2333066" y="30873"/>
                  </a:lnTo>
                  <a:lnTo>
                    <a:pt x="2382075" y="51219"/>
                  </a:lnTo>
                  <a:lnTo>
                    <a:pt x="2404859" y="86715"/>
                  </a:lnTo>
                  <a:lnTo>
                    <a:pt x="2408237" y="110578"/>
                  </a:lnTo>
                  <a:lnTo>
                    <a:pt x="2405011" y="134061"/>
                  </a:lnTo>
                  <a:lnTo>
                    <a:pt x="2379954" y="172758"/>
                  </a:lnTo>
                  <a:lnTo>
                    <a:pt x="2341118" y="190296"/>
                  </a:lnTo>
                  <a:lnTo>
                    <a:pt x="2318804" y="192201"/>
                  </a:lnTo>
                  <a:lnTo>
                    <a:pt x="2295448" y="191833"/>
                  </a:lnTo>
                  <a:lnTo>
                    <a:pt x="2295398" y="201409"/>
                  </a:lnTo>
                  <a:lnTo>
                    <a:pt x="2334145" y="200812"/>
                  </a:lnTo>
                  <a:lnTo>
                    <a:pt x="2391537" y="175107"/>
                  </a:lnTo>
                  <a:lnTo>
                    <a:pt x="2416314" y="128803"/>
                  </a:lnTo>
                  <a:lnTo>
                    <a:pt x="2417559" y="101676"/>
                  </a:lnTo>
                  <a:close/>
                </a:path>
                <a:path w="2437765" h="222250">
                  <a:moveTo>
                    <a:pt x="2437371" y="126123"/>
                  </a:moveTo>
                  <a:lnTo>
                    <a:pt x="2428621" y="65341"/>
                  </a:lnTo>
                  <a:lnTo>
                    <a:pt x="2388743" y="19113"/>
                  </a:lnTo>
                  <a:lnTo>
                    <a:pt x="2346325" y="2603"/>
                  </a:lnTo>
                  <a:lnTo>
                    <a:pt x="2295715" y="1041"/>
                  </a:lnTo>
                  <a:lnTo>
                    <a:pt x="2295664" y="11684"/>
                  </a:lnTo>
                  <a:lnTo>
                    <a:pt x="2328646" y="11849"/>
                  </a:lnTo>
                  <a:lnTo>
                    <a:pt x="2350249" y="14046"/>
                  </a:lnTo>
                  <a:lnTo>
                    <a:pt x="2388082" y="31559"/>
                  </a:lnTo>
                  <a:lnTo>
                    <a:pt x="2414117" y="61239"/>
                  </a:lnTo>
                  <a:lnTo>
                    <a:pt x="2420874" y="77216"/>
                  </a:lnTo>
                  <a:lnTo>
                    <a:pt x="2422982" y="80073"/>
                  </a:lnTo>
                  <a:lnTo>
                    <a:pt x="2423680" y="83972"/>
                  </a:lnTo>
                  <a:lnTo>
                    <a:pt x="2424722" y="87884"/>
                  </a:lnTo>
                  <a:lnTo>
                    <a:pt x="2427059" y="118427"/>
                  </a:lnTo>
                  <a:lnTo>
                    <a:pt x="2405570" y="173012"/>
                  </a:lnTo>
                  <a:lnTo>
                    <a:pt x="2363508" y="204254"/>
                  </a:lnTo>
                  <a:lnTo>
                    <a:pt x="2319210" y="211035"/>
                  </a:lnTo>
                  <a:lnTo>
                    <a:pt x="2295360" y="210629"/>
                  </a:lnTo>
                  <a:lnTo>
                    <a:pt x="2295296" y="221983"/>
                  </a:lnTo>
                  <a:lnTo>
                    <a:pt x="2346680" y="219659"/>
                  </a:lnTo>
                  <a:lnTo>
                    <a:pt x="2388311" y="203657"/>
                  </a:lnTo>
                  <a:lnTo>
                    <a:pt x="2428887" y="155816"/>
                  </a:lnTo>
                  <a:lnTo>
                    <a:pt x="2437371" y="12612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95477" y="537095"/>
              <a:ext cx="114831" cy="14317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52405" y="558584"/>
              <a:ext cx="81980" cy="10053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143189" y="557504"/>
              <a:ext cx="1872614" cy="15240"/>
            </a:xfrm>
            <a:custGeom>
              <a:avLst/>
              <a:gdLst/>
              <a:ahLst/>
              <a:cxnLst/>
              <a:rect l="l" t="t" r="r" b="b"/>
              <a:pathLst>
                <a:path w="1872615" h="15240">
                  <a:moveTo>
                    <a:pt x="144691" y="1130"/>
                  </a:moveTo>
                  <a:lnTo>
                    <a:pt x="0" y="393"/>
                  </a:lnTo>
                  <a:lnTo>
                    <a:pt x="330" y="3937"/>
                  </a:lnTo>
                  <a:lnTo>
                    <a:pt x="144678" y="4673"/>
                  </a:lnTo>
                  <a:lnTo>
                    <a:pt x="144691" y="1130"/>
                  </a:lnTo>
                  <a:close/>
                </a:path>
                <a:path w="1872615" h="15240">
                  <a:moveTo>
                    <a:pt x="293636" y="1892"/>
                  </a:moveTo>
                  <a:lnTo>
                    <a:pt x="292925" y="825"/>
                  </a:lnTo>
                  <a:lnTo>
                    <a:pt x="273431" y="723"/>
                  </a:lnTo>
                  <a:lnTo>
                    <a:pt x="273367" y="12420"/>
                  </a:lnTo>
                  <a:lnTo>
                    <a:pt x="279400" y="12458"/>
                  </a:lnTo>
                  <a:lnTo>
                    <a:pt x="286131" y="12839"/>
                  </a:lnTo>
                  <a:lnTo>
                    <a:pt x="291807" y="12166"/>
                  </a:lnTo>
                  <a:lnTo>
                    <a:pt x="293636" y="1892"/>
                  </a:lnTo>
                  <a:close/>
                </a:path>
                <a:path w="1872615" h="15240">
                  <a:moveTo>
                    <a:pt x="598919" y="12319"/>
                  </a:moveTo>
                  <a:lnTo>
                    <a:pt x="598589" y="8420"/>
                  </a:lnTo>
                  <a:lnTo>
                    <a:pt x="596468" y="5562"/>
                  </a:lnTo>
                  <a:lnTo>
                    <a:pt x="594715" y="2006"/>
                  </a:lnTo>
                  <a:lnTo>
                    <a:pt x="436562" y="850"/>
                  </a:lnTo>
                  <a:lnTo>
                    <a:pt x="435127" y="1905"/>
                  </a:lnTo>
                  <a:lnTo>
                    <a:pt x="433692" y="5092"/>
                  </a:lnTo>
                  <a:lnTo>
                    <a:pt x="431203" y="8623"/>
                  </a:lnTo>
                  <a:lnTo>
                    <a:pt x="431888" y="12166"/>
                  </a:lnTo>
                  <a:lnTo>
                    <a:pt x="597496" y="13373"/>
                  </a:lnTo>
                  <a:lnTo>
                    <a:pt x="598919" y="12319"/>
                  </a:lnTo>
                  <a:close/>
                </a:path>
                <a:path w="1872615" h="15240">
                  <a:moveTo>
                    <a:pt x="748957" y="9182"/>
                  </a:moveTo>
                  <a:lnTo>
                    <a:pt x="747903" y="6337"/>
                  </a:lnTo>
                  <a:lnTo>
                    <a:pt x="747560" y="3505"/>
                  </a:lnTo>
                  <a:lnTo>
                    <a:pt x="746506" y="1371"/>
                  </a:lnTo>
                  <a:lnTo>
                    <a:pt x="743318" y="990"/>
                  </a:lnTo>
                  <a:lnTo>
                    <a:pt x="740486" y="622"/>
                  </a:lnTo>
                  <a:lnTo>
                    <a:pt x="736930" y="1676"/>
                  </a:lnTo>
                  <a:lnTo>
                    <a:pt x="736892" y="9118"/>
                  </a:lnTo>
                  <a:lnTo>
                    <a:pt x="738657" y="12319"/>
                  </a:lnTo>
                  <a:lnTo>
                    <a:pt x="741845" y="13042"/>
                  </a:lnTo>
                  <a:lnTo>
                    <a:pt x="745744" y="13068"/>
                  </a:lnTo>
                  <a:lnTo>
                    <a:pt x="748931" y="12014"/>
                  </a:lnTo>
                  <a:lnTo>
                    <a:pt x="748957" y="9182"/>
                  </a:lnTo>
                  <a:close/>
                </a:path>
                <a:path w="1872615" h="15240">
                  <a:moveTo>
                    <a:pt x="1172400" y="5664"/>
                  </a:moveTo>
                  <a:lnTo>
                    <a:pt x="1172070" y="1765"/>
                  </a:lnTo>
                  <a:lnTo>
                    <a:pt x="1056106" y="469"/>
                  </a:lnTo>
                  <a:lnTo>
                    <a:pt x="992987" y="1562"/>
                  </a:lnTo>
                  <a:lnTo>
                    <a:pt x="1009256" y="4305"/>
                  </a:lnTo>
                  <a:lnTo>
                    <a:pt x="1025042" y="6515"/>
                  </a:lnTo>
                  <a:lnTo>
                    <a:pt x="1040815" y="8991"/>
                  </a:lnTo>
                  <a:lnTo>
                    <a:pt x="1056398" y="12522"/>
                  </a:lnTo>
                  <a:lnTo>
                    <a:pt x="1169530" y="13462"/>
                  </a:lnTo>
                  <a:lnTo>
                    <a:pt x="1172400" y="5664"/>
                  </a:lnTo>
                  <a:close/>
                </a:path>
                <a:path w="1872615" h="15240">
                  <a:moveTo>
                    <a:pt x="1604022" y="1143"/>
                  </a:moveTo>
                  <a:lnTo>
                    <a:pt x="1601190" y="1485"/>
                  </a:lnTo>
                  <a:lnTo>
                    <a:pt x="1598345" y="762"/>
                  </a:lnTo>
                  <a:lnTo>
                    <a:pt x="1595856" y="1803"/>
                  </a:lnTo>
                  <a:lnTo>
                    <a:pt x="1595843" y="5003"/>
                  </a:lnTo>
                  <a:lnTo>
                    <a:pt x="1597952" y="8204"/>
                  </a:lnTo>
                  <a:lnTo>
                    <a:pt x="1596872" y="11036"/>
                  </a:lnTo>
                  <a:lnTo>
                    <a:pt x="1470621" y="10388"/>
                  </a:lnTo>
                  <a:lnTo>
                    <a:pt x="1466075" y="1498"/>
                  </a:lnTo>
                  <a:lnTo>
                    <a:pt x="1312519" y="0"/>
                  </a:lnTo>
                  <a:lnTo>
                    <a:pt x="1309662" y="3187"/>
                  </a:lnTo>
                  <a:lnTo>
                    <a:pt x="1307515" y="8140"/>
                  </a:lnTo>
                  <a:lnTo>
                    <a:pt x="1306779" y="12738"/>
                  </a:lnTo>
                  <a:lnTo>
                    <a:pt x="1603946" y="14617"/>
                  </a:lnTo>
                  <a:lnTo>
                    <a:pt x="1604022" y="1143"/>
                  </a:lnTo>
                  <a:close/>
                </a:path>
                <a:path w="1872615" h="15240">
                  <a:moveTo>
                    <a:pt x="1872475" y="1447"/>
                  </a:moveTo>
                  <a:lnTo>
                    <a:pt x="1735950" y="749"/>
                  </a:lnTo>
                  <a:lnTo>
                    <a:pt x="1735937" y="4292"/>
                  </a:lnTo>
                  <a:lnTo>
                    <a:pt x="1872462" y="4991"/>
                  </a:lnTo>
                  <a:lnTo>
                    <a:pt x="1872475" y="14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916785" y="557314"/>
              <a:ext cx="93409" cy="10170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7937728" y="578383"/>
              <a:ext cx="2275840" cy="163830"/>
            </a:xfrm>
            <a:custGeom>
              <a:avLst/>
              <a:gdLst/>
              <a:ahLst/>
              <a:cxnLst/>
              <a:rect l="l" t="t" r="r" b="b"/>
              <a:pathLst>
                <a:path w="2275840" h="163829">
                  <a:moveTo>
                    <a:pt x="72364" y="1168"/>
                  </a:moveTo>
                  <a:lnTo>
                    <a:pt x="24841" y="927"/>
                  </a:lnTo>
                  <a:lnTo>
                    <a:pt x="20942" y="1968"/>
                  </a:lnTo>
                  <a:lnTo>
                    <a:pt x="17373" y="4089"/>
                  </a:lnTo>
                  <a:lnTo>
                    <a:pt x="13830" y="5486"/>
                  </a:lnTo>
                  <a:lnTo>
                    <a:pt x="6997" y="11595"/>
                  </a:lnTo>
                  <a:lnTo>
                    <a:pt x="2273" y="19126"/>
                  </a:lnTo>
                  <a:lnTo>
                    <a:pt x="0" y="27800"/>
                  </a:lnTo>
                  <a:lnTo>
                    <a:pt x="546" y="37325"/>
                  </a:lnTo>
                  <a:lnTo>
                    <a:pt x="72072" y="59334"/>
                  </a:lnTo>
                  <a:lnTo>
                    <a:pt x="72136" y="45148"/>
                  </a:lnTo>
                  <a:lnTo>
                    <a:pt x="23202" y="44538"/>
                  </a:lnTo>
                  <a:lnTo>
                    <a:pt x="17538" y="42379"/>
                  </a:lnTo>
                  <a:lnTo>
                    <a:pt x="14376" y="36690"/>
                  </a:lnTo>
                  <a:lnTo>
                    <a:pt x="13690" y="31013"/>
                  </a:lnTo>
                  <a:lnTo>
                    <a:pt x="14071" y="25349"/>
                  </a:lnTo>
                  <a:lnTo>
                    <a:pt x="16598" y="18618"/>
                  </a:lnTo>
                  <a:lnTo>
                    <a:pt x="22631" y="16522"/>
                  </a:lnTo>
                  <a:lnTo>
                    <a:pt x="72288" y="16421"/>
                  </a:lnTo>
                  <a:lnTo>
                    <a:pt x="72364" y="1168"/>
                  </a:lnTo>
                  <a:close/>
                </a:path>
                <a:path w="2275840" h="163829">
                  <a:moveTo>
                    <a:pt x="349389" y="129908"/>
                  </a:moveTo>
                  <a:lnTo>
                    <a:pt x="206819" y="129171"/>
                  </a:lnTo>
                  <a:lnTo>
                    <a:pt x="206768" y="140881"/>
                  </a:lnTo>
                  <a:lnTo>
                    <a:pt x="349326" y="141605"/>
                  </a:lnTo>
                  <a:lnTo>
                    <a:pt x="349389" y="129908"/>
                  </a:lnTo>
                  <a:close/>
                </a:path>
                <a:path w="2275840" h="163829">
                  <a:moveTo>
                    <a:pt x="349478" y="111112"/>
                  </a:moveTo>
                  <a:lnTo>
                    <a:pt x="206921" y="110375"/>
                  </a:lnTo>
                  <a:lnTo>
                    <a:pt x="206870" y="120307"/>
                  </a:lnTo>
                  <a:lnTo>
                    <a:pt x="349427" y="121031"/>
                  </a:lnTo>
                  <a:lnTo>
                    <a:pt x="349478" y="111112"/>
                  </a:lnTo>
                  <a:close/>
                </a:path>
                <a:path w="2275840" h="163829">
                  <a:moveTo>
                    <a:pt x="349592" y="89827"/>
                  </a:moveTo>
                  <a:lnTo>
                    <a:pt x="207035" y="89103"/>
                  </a:lnTo>
                  <a:lnTo>
                    <a:pt x="206971" y="101511"/>
                  </a:lnTo>
                  <a:lnTo>
                    <a:pt x="349529" y="102247"/>
                  </a:lnTo>
                  <a:lnTo>
                    <a:pt x="349592" y="89827"/>
                  </a:lnTo>
                  <a:close/>
                </a:path>
                <a:path w="2275840" h="163829">
                  <a:moveTo>
                    <a:pt x="349643" y="149758"/>
                  </a:moveTo>
                  <a:lnTo>
                    <a:pt x="206717" y="149034"/>
                  </a:lnTo>
                  <a:lnTo>
                    <a:pt x="206654" y="162153"/>
                  </a:lnTo>
                  <a:lnTo>
                    <a:pt x="349567" y="162877"/>
                  </a:lnTo>
                  <a:lnTo>
                    <a:pt x="349643" y="149758"/>
                  </a:lnTo>
                  <a:close/>
                </a:path>
                <a:path w="2275840" h="163829">
                  <a:moveTo>
                    <a:pt x="349669" y="75285"/>
                  </a:moveTo>
                  <a:lnTo>
                    <a:pt x="207098" y="74561"/>
                  </a:lnTo>
                  <a:lnTo>
                    <a:pt x="207073" y="80238"/>
                  </a:lnTo>
                  <a:lnTo>
                    <a:pt x="349643" y="80962"/>
                  </a:lnTo>
                  <a:lnTo>
                    <a:pt x="349669" y="75285"/>
                  </a:lnTo>
                  <a:close/>
                </a:path>
                <a:path w="2275840" h="163829">
                  <a:moveTo>
                    <a:pt x="496011" y="27457"/>
                  </a:moveTo>
                  <a:lnTo>
                    <a:pt x="494626" y="23901"/>
                  </a:lnTo>
                  <a:lnTo>
                    <a:pt x="478663" y="23812"/>
                  </a:lnTo>
                  <a:lnTo>
                    <a:pt x="478599" y="36233"/>
                  </a:lnTo>
                  <a:lnTo>
                    <a:pt x="484276" y="35902"/>
                  </a:lnTo>
                  <a:lnTo>
                    <a:pt x="490296" y="36995"/>
                  </a:lnTo>
                  <a:lnTo>
                    <a:pt x="495261" y="35598"/>
                  </a:lnTo>
                  <a:lnTo>
                    <a:pt x="494931" y="31699"/>
                  </a:lnTo>
                  <a:lnTo>
                    <a:pt x="496011" y="27457"/>
                  </a:lnTo>
                  <a:close/>
                </a:path>
                <a:path w="2275840" h="163829">
                  <a:moveTo>
                    <a:pt x="496150" y="2273"/>
                  </a:moveTo>
                  <a:lnTo>
                    <a:pt x="495084" y="1206"/>
                  </a:lnTo>
                  <a:lnTo>
                    <a:pt x="478777" y="1117"/>
                  </a:lnTo>
                  <a:lnTo>
                    <a:pt x="478764" y="5372"/>
                  </a:lnTo>
                  <a:lnTo>
                    <a:pt x="478015" y="10693"/>
                  </a:lnTo>
                  <a:lnTo>
                    <a:pt x="479069" y="14249"/>
                  </a:lnTo>
                  <a:lnTo>
                    <a:pt x="484733" y="14274"/>
                  </a:lnTo>
                  <a:lnTo>
                    <a:pt x="490410" y="15011"/>
                  </a:lnTo>
                  <a:lnTo>
                    <a:pt x="495020" y="13970"/>
                  </a:lnTo>
                  <a:lnTo>
                    <a:pt x="496150" y="2273"/>
                  </a:lnTo>
                  <a:close/>
                </a:path>
                <a:path w="2275840" h="163829">
                  <a:moveTo>
                    <a:pt x="497281" y="58318"/>
                  </a:moveTo>
                  <a:lnTo>
                    <a:pt x="496608" y="51219"/>
                  </a:lnTo>
                  <a:lnTo>
                    <a:pt x="495554" y="49796"/>
                  </a:lnTo>
                  <a:lnTo>
                    <a:pt x="496989" y="47320"/>
                  </a:lnTo>
                  <a:lnTo>
                    <a:pt x="495211" y="45885"/>
                  </a:lnTo>
                  <a:lnTo>
                    <a:pt x="478548" y="45808"/>
                  </a:lnTo>
                  <a:lnTo>
                    <a:pt x="478485" y="58928"/>
                  </a:lnTo>
                  <a:lnTo>
                    <a:pt x="484873" y="58953"/>
                  </a:lnTo>
                  <a:lnTo>
                    <a:pt x="491248" y="59702"/>
                  </a:lnTo>
                  <a:lnTo>
                    <a:pt x="497281" y="58318"/>
                  </a:lnTo>
                  <a:close/>
                </a:path>
                <a:path w="2275840" h="163829">
                  <a:moveTo>
                    <a:pt x="501789" y="79616"/>
                  </a:moveTo>
                  <a:lnTo>
                    <a:pt x="501446" y="75704"/>
                  </a:lnTo>
                  <a:lnTo>
                    <a:pt x="500405" y="72161"/>
                  </a:lnTo>
                  <a:lnTo>
                    <a:pt x="498995" y="68961"/>
                  </a:lnTo>
                  <a:lnTo>
                    <a:pt x="478434" y="68503"/>
                  </a:lnTo>
                  <a:lnTo>
                    <a:pt x="478370" y="80200"/>
                  </a:lnTo>
                  <a:lnTo>
                    <a:pt x="486892" y="79895"/>
                  </a:lnTo>
                  <a:lnTo>
                    <a:pt x="493979" y="80632"/>
                  </a:lnTo>
                  <a:lnTo>
                    <a:pt x="501789" y="79616"/>
                  </a:lnTo>
                  <a:close/>
                </a:path>
                <a:path w="2275840" h="163829">
                  <a:moveTo>
                    <a:pt x="509485" y="100215"/>
                  </a:moveTo>
                  <a:lnTo>
                    <a:pt x="508431" y="96672"/>
                  </a:lnTo>
                  <a:lnTo>
                    <a:pt x="506679" y="93472"/>
                  </a:lnTo>
                  <a:lnTo>
                    <a:pt x="504926" y="89916"/>
                  </a:lnTo>
                  <a:lnTo>
                    <a:pt x="478320" y="89776"/>
                  </a:lnTo>
                  <a:lnTo>
                    <a:pt x="478269" y="101130"/>
                  </a:lnTo>
                  <a:lnTo>
                    <a:pt x="508406" y="101282"/>
                  </a:lnTo>
                  <a:lnTo>
                    <a:pt x="509485" y="100215"/>
                  </a:lnTo>
                  <a:close/>
                </a:path>
                <a:path w="2275840" h="163829">
                  <a:moveTo>
                    <a:pt x="518960" y="119773"/>
                  </a:moveTo>
                  <a:lnTo>
                    <a:pt x="517550" y="116573"/>
                  </a:lnTo>
                  <a:lnTo>
                    <a:pt x="516509" y="112674"/>
                  </a:lnTo>
                  <a:lnTo>
                    <a:pt x="513321" y="110883"/>
                  </a:lnTo>
                  <a:lnTo>
                    <a:pt x="481050" y="111074"/>
                  </a:lnTo>
                  <a:lnTo>
                    <a:pt x="476440" y="111048"/>
                  </a:lnTo>
                  <a:lnTo>
                    <a:pt x="479247" y="117094"/>
                  </a:lnTo>
                  <a:lnTo>
                    <a:pt x="478523" y="120281"/>
                  </a:lnTo>
                  <a:lnTo>
                    <a:pt x="498602" y="120561"/>
                  </a:lnTo>
                  <a:lnTo>
                    <a:pt x="508990" y="120446"/>
                  </a:lnTo>
                  <a:lnTo>
                    <a:pt x="518960" y="119773"/>
                  </a:lnTo>
                  <a:close/>
                </a:path>
                <a:path w="2275840" h="163829">
                  <a:moveTo>
                    <a:pt x="533742" y="140068"/>
                  </a:moveTo>
                  <a:lnTo>
                    <a:pt x="526694" y="130454"/>
                  </a:lnTo>
                  <a:lnTo>
                    <a:pt x="478472" y="129857"/>
                  </a:lnTo>
                  <a:lnTo>
                    <a:pt x="478421" y="140843"/>
                  </a:lnTo>
                  <a:lnTo>
                    <a:pt x="532320" y="140766"/>
                  </a:lnTo>
                  <a:lnTo>
                    <a:pt x="533742" y="140068"/>
                  </a:lnTo>
                  <a:close/>
                </a:path>
                <a:path w="2275840" h="163829">
                  <a:moveTo>
                    <a:pt x="556336" y="161099"/>
                  </a:moveTo>
                  <a:lnTo>
                    <a:pt x="552805" y="157899"/>
                  </a:lnTo>
                  <a:lnTo>
                    <a:pt x="548563" y="155041"/>
                  </a:lnTo>
                  <a:lnTo>
                    <a:pt x="545033" y="150761"/>
                  </a:lnTo>
                  <a:lnTo>
                    <a:pt x="478370" y="150063"/>
                  </a:lnTo>
                  <a:lnTo>
                    <a:pt x="478345" y="153962"/>
                  </a:lnTo>
                  <a:lnTo>
                    <a:pt x="477621" y="158572"/>
                  </a:lnTo>
                  <a:lnTo>
                    <a:pt x="479018" y="161772"/>
                  </a:lnTo>
                  <a:lnTo>
                    <a:pt x="498208" y="162179"/>
                  </a:lnTo>
                  <a:lnTo>
                    <a:pt x="555269" y="162166"/>
                  </a:lnTo>
                  <a:lnTo>
                    <a:pt x="556336" y="161099"/>
                  </a:lnTo>
                  <a:close/>
                </a:path>
                <a:path w="2275840" h="163829">
                  <a:moveTo>
                    <a:pt x="758380" y="111417"/>
                  </a:moveTo>
                  <a:lnTo>
                    <a:pt x="740283" y="110998"/>
                  </a:lnTo>
                  <a:lnTo>
                    <a:pt x="721093" y="110921"/>
                  </a:lnTo>
                  <a:lnTo>
                    <a:pt x="701573" y="111188"/>
                  </a:lnTo>
                  <a:lnTo>
                    <a:pt x="682485" y="111747"/>
                  </a:lnTo>
                  <a:lnTo>
                    <a:pt x="684606" y="113880"/>
                  </a:lnTo>
                  <a:lnTo>
                    <a:pt x="689559" y="115328"/>
                  </a:lnTo>
                  <a:lnTo>
                    <a:pt x="699820" y="119113"/>
                  </a:lnTo>
                  <a:lnTo>
                    <a:pt x="711149" y="120459"/>
                  </a:lnTo>
                  <a:lnTo>
                    <a:pt x="734923" y="120523"/>
                  </a:lnTo>
                  <a:lnTo>
                    <a:pt x="751611" y="116357"/>
                  </a:lnTo>
                  <a:lnTo>
                    <a:pt x="758380" y="111417"/>
                  </a:lnTo>
                  <a:close/>
                </a:path>
                <a:path w="2275840" h="163829">
                  <a:moveTo>
                    <a:pt x="785787" y="90284"/>
                  </a:moveTo>
                  <a:lnTo>
                    <a:pt x="660260" y="89293"/>
                  </a:lnTo>
                  <a:lnTo>
                    <a:pt x="659180" y="90703"/>
                  </a:lnTo>
                  <a:lnTo>
                    <a:pt x="655650" y="88912"/>
                  </a:lnTo>
                  <a:lnTo>
                    <a:pt x="654926" y="90678"/>
                  </a:lnTo>
                  <a:lnTo>
                    <a:pt x="664451" y="100660"/>
                  </a:lnTo>
                  <a:lnTo>
                    <a:pt x="774026" y="101930"/>
                  </a:lnTo>
                  <a:lnTo>
                    <a:pt x="777595" y="98399"/>
                  </a:lnTo>
                  <a:lnTo>
                    <a:pt x="783628" y="95592"/>
                  </a:lnTo>
                  <a:lnTo>
                    <a:pt x="785787" y="90284"/>
                  </a:lnTo>
                  <a:close/>
                </a:path>
                <a:path w="2275840" h="163829">
                  <a:moveTo>
                    <a:pt x="799376" y="69075"/>
                  </a:moveTo>
                  <a:lnTo>
                    <a:pt x="642277" y="67919"/>
                  </a:lnTo>
                  <a:lnTo>
                    <a:pt x="642277" y="68630"/>
                  </a:lnTo>
                  <a:lnTo>
                    <a:pt x="639432" y="69684"/>
                  </a:lnTo>
                  <a:lnTo>
                    <a:pt x="643318" y="72186"/>
                  </a:lnTo>
                  <a:lnTo>
                    <a:pt x="642239" y="74650"/>
                  </a:lnTo>
                  <a:lnTo>
                    <a:pt x="644017" y="75374"/>
                  </a:lnTo>
                  <a:lnTo>
                    <a:pt x="645058" y="78219"/>
                  </a:lnTo>
                  <a:lnTo>
                    <a:pt x="646823" y="79997"/>
                  </a:lnTo>
                  <a:lnTo>
                    <a:pt x="736549" y="80454"/>
                  </a:lnTo>
                  <a:lnTo>
                    <a:pt x="793292" y="80391"/>
                  </a:lnTo>
                  <a:lnTo>
                    <a:pt x="796137" y="77571"/>
                  </a:lnTo>
                  <a:lnTo>
                    <a:pt x="798652" y="72974"/>
                  </a:lnTo>
                  <a:lnTo>
                    <a:pt x="799376" y="69075"/>
                  </a:lnTo>
                  <a:close/>
                </a:path>
                <a:path w="2275840" h="163829">
                  <a:moveTo>
                    <a:pt x="807656" y="46418"/>
                  </a:moveTo>
                  <a:lnTo>
                    <a:pt x="758367" y="45110"/>
                  </a:lnTo>
                  <a:lnTo>
                    <a:pt x="634949" y="44831"/>
                  </a:lnTo>
                  <a:lnTo>
                    <a:pt x="632815" y="46596"/>
                  </a:lnTo>
                  <a:lnTo>
                    <a:pt x="633857" y="50495"/>
                  </a:lnTo>
                  <a:lnTo>
                    <a:pt x="634187" y="54762"/>
                  </a:lnTo>
                  <a:lnTo>
                    <a:pt x="636295" y="58674"/>
                  </a:lnTo>
                  <a:lnTo>
                    <a:pt x="803325" y="59524"/>
                  </a:lnTo>
                  <a:lnTo>
                    <a:pt x="806183" y="56349"/>
                  </a:lnTo>
                  <a:lnTo>
                    <a:pt x="807275" y="51028"/>
                  </a:lnTo>
                  <a:lnTo>
                    <a:pt x="807656" y="46418"/>
                  </a:lnTo>
                  <a:close/>
                </a:path>
                <a:path w="2275840" h="163829">
                  <a:moveTo>
                    <a:pt x="810031" y="24345"/>
                  </a:moveTo>
                  <a:lnTo>
                    <a:pt x="630961" y="24345"/>
                  </a:lnTo>
                  <a:lnTo>
                    <a:pt x="630961" y="26530"/>
                  </a:lnTo>
                  <a:lnTo>
                    <a:pt x="629691" y="26530"/>
                  </a:lnTo>
                  <a:lnTo>
                    <a:pt x="629691" y="33451"/>
                  </a:lnTo>
                  <a:lnTo>
                    <a:pt x="630961" y="33451"/>
                  </a:lnTo>
                  <a:lnTo>
                    <a:pt x="630961" y="36766"/>
                  </a:lnTo>
                  <a:lnTo>
                    <a:pt x="810031" y="36766"/>
                  </a:lnTo>
                  <a:lnTo>
                    <a:pt x="810031" y="24345"/>
                  </a:lnTo>
                  <a:close/>
                </a:path>
                <a:path w="2275840" h="163829">
                  <a:moveTo>
                    <a:pt x="810666" y="10617"/>
                  </a:moveTo>
                  <a:lnTo>
                    <a:pt x="808558" y="6350"/>
                  </a:lnTo>
                  <a:lnTo>
                    <a:pt x="807529" y="1739"/>
                  </a:lnTo>
                  <a:lnTo>
                    <a:pt x="634111" y="139"/>
                  </a:lnTo>
                  <a:lnTo>
                    <a:pt x="633044" y="1905"/>
                  </a:lnTo>
                  <a:lnTo>
                    <a:pt x="630504" y="11112"/>
                  </a:lnTo>
                  <a:lnTo>
                    <a:pt x="631913" y="15024"/>
                  </a:lnTo>
                  <a:lnTo>
                    <a:pt x="809574" y="15938"/>
                  </a:lnTo>
                  <a:lnTo>
                    <a:pt x="810666" y="10617"/>
                  </a:lnTo>
                  <a:close/>
                </a:path>
                <a:path w="2275840" h="163829">
                  <a:moveTo>
                    <a:pt x="951407" y="90068"/>
                  </a:moveTo>
                  <a:lnTo>
                    <a:pt x="946086" y="90398"/>
                  </a:lnTo>
                  <a:lnTo>
                    <a:pt x="940066" y="89293"/>
                  </a:lnTo>
                  <a:lnTo>
                    <a:pt x="935088" y="90690"/>
                  </a:lnTo>
                  <a:lnTo>
                    <a:pt x="930783" y="100952"/>
                  </a:lnTo>
                  <a:lnTo>
                    <a:pt x="936802" y="103111"/>
                  </a:lnTo>
                  <a:lnTo>
                    <a:pt x="944613" y="101739"/>
                  </a:lnTo>
                  <a:lnTo>
                    <a:pt x="951344" y="102120"/>
                  </a:lnTo>
                  <a:lnTo>
                    <a:pt x="951407" y="90068"/>
                  </a:lnTo>
                  <a:close/>
                </a:path>
                <a:path w="2275840" h="163829">
                  <a:moveTo>
                    <a:pt x="954836" y="113499"/>
                  </a:moveTo>
                  <a:lnTo>
                    <a:pt x="952360" y="111709"/>
                  </a:lnTo>
                  <a:lnTo>
                    <a:pt x="927887" y="111226"/>
                  </a:lnTo>
                  <a:lnTo>
                    <a:pt x="923632" y="112268"/>
                  </a:lnTo>
                  <a:lnTo>
                    <a:pt x="922896" y="116878"/>
                  </a:lnTo>
                  <a:lnTo>
                    <a:pt x="921118" y="120408"/>
                  </a:lnTo>
                  <a:lnTo>
                    <a:pt x="953731" y="120929"/>
                  </a:lnTo>
                  <a:lnTo>
                    <a:pt x="954836" y="113499"/>
                  </a:lnTo>
                  <a:close/>
                </a:path>
                <a:path w="2275840" h="163829">
                  <a:moveTo>
                    <a:pt x="962152" y="140487"/>
                  </a:moveTo>
                  <a:lnTo>
                    <a:pt x="961097" y="136931"/>
                  </a:lnTo>
                  <a:lnTo>
                    <a:pt x="958989" y="133731"/>
                  </a:lnTo>
                  <a:lnTo>
                    <a:pt x="957592" y="130530"/>
                  </a:lnTo>
                  <a:lnTo>
                    <a:pt x="914679" y="129959"/>
                  </a:lnTo>
                  <a:lnTo>
                    <a:pt x="911821" y="133134"/>
                  </a:lnTo>
                  <a:lnTo>
                    <a:pt x="908253" y="136664"/>
                  </a:lnTo>
                  <a:lnTo>
                    <a:pt x="906106" y="140550"/>
                  </a:lnTo>
                  <a:lnTo>
                    <a:pt x="957884" y="141173"/>
                  </a:lnTo>
                  <a:lnTo>
                    <a:pt x="962152" y="140487"/>
                  </a:lnTo>
                  <a:close/>
                </a:path>
                <a:path w="2275840" h="163829">
                  <a:moveTo>
                    <a:pt x="963853" y="14236"/>
                  </a:moveTo>
                  <a:lnTo>
                    <a:pt x="962456" y="9982"/>
                  </a:lnTo>
                  <a:lnTo>
                    <a:pt x="959637" y="5702"/>
                  </a:lnTo>
                  <a:lnTo>
                    <a:pt x="957529" y="1447"/>
                  </a:lnTo>
                  <a:lnTo>
                    <a:pt x="953630" y="1778"/>
                  </a:lnTo>
                  <a:lnTo>
                    <a:pt x="949032" y="1041"/>
                  </a:lnTo>
                  <a:lnTo>
                    <a:pt x="945121" y="2082"/>
                  </a:lnTo>
                  <a:lnTo>
                    <a:pt x="945095" y="5981"/>
                  </a:lnTo>
                  <a:lnTo>
                    <a:pt x="944727" y="10591"/>
                  </a:lnTo>
                  <a:lnTo>
                    <a:pt x="946124" y="14147"/>
                  </a:lnTo>
                  <a:lnTo>
                    <a:pt x="958176" y="14922"/>
                  </a:lnTo>
                  <a:lnTo>
                    <a:pt x="963853" y="14236"/>
                  </a:lnTo>
                  <a:close/>
                </a:path>
                <a:path w="2275840" h="163829">
                  <a:moveTo>
                    <a:pt x="978344" y="161493"/>
                  </a:moveTo>
                  <a:lnTo>
                    <a:pt x="969543" y="150799"/>
                  </a:lnTo>
                  <a:lnTo>
                    <a:pt x="896493" y="150075"/>
                  </a:lnTo>
                  <a:lnTo>
                    <a:pt x="892213" y="153593"/>
                  </a:lnTo>
                  <a:lnTo>
                    <a:pt x="887577" y="158191"/>
                  </a:lnTo>
                  <a:lnTo>
                    <a:pt x="883653" y="161709"/>
                  </a:lnTo>
                  <a:lnTo>
                    <a:pt x="966647" y="162496"/>
                  </a:lnTo>
                  <a:lnTo>
                    <a:pt x="970902" y="162864"/>
                  </a:lnTo>
                  <a:lnTo>
                    <a:pt x="974801" y="162534"/>
                  </a:lnTo>
                  <a:lnTo>
                    <a:pt x="978344" y="161493"/>
                  </a:lnTo>
                  <a:close/>
                </a:path>
                <a:path w="2275840" h="163829">
                  <a:moveTo>
                    <a:pt x="985024" y="35623"/>
                  </a:moveTo>
                  <a:lnTo>
                    <a:pt x="980795" y="31343"/>
                  </a:lnTo>
                  <a:lnTo>
                    <a:pt x="976896" y="29552"/>
                  </a:lnTo>
                  <a:lnTo>
                    <a:pt x="972667" y="24574"/>
                  </a:lnTo>
                  <a:lnTo>
                    <a:pt x="966063" y="24142"/>
                  </a:lnTo>
                  <a:lnTo>
                    <a:pt x="959231" y="24015"/>
                  </a:lnTo>
                  <a:lnTo>
                    <a:pt x="952461" y="24218"/>
                  </a:lnTo>
                  <a:lnTo>
                    <a:pt x="946061" y="24790"/>
                  </a:lnTo>
                  <a:lnTo>
                    <a:pt x="945692" y="28689"/>
                  </a:lnTo>
                  <a:lnTo>
                    <a:pt x="945667" y="32588"/>
                  </a:lnTo>
                  <a:lnTo>
                    <a:pt x="946010" y="36842"/>
                  </a:lnTo>
                  <a:lnTo>
                    <a:pt x="955890" y="36931"/>
                  </a:lnTo>
                  <a:lnTo>
                    <a:pt x="966038" y="37172"/>
                  </a:lnTo>
                  <a:lnTo>
                    <a:pt x="975918" y="36957"/>
                  </a:lnTo>
                  <a:lnTo>
                    <a:pt x="985024" y="35623"/>
                  </a:lnTo>
                  <a:close/>
                </a:path>
                <a:path w="2275840" h="163829">
                  <a:moveTo>
                    <a:pt x="1041996" y="58610"/>
                  </a:moveTo>
                  <a:lnTo>
                    <a:pt x="1024026" y="53340"/>
                  </a:lnTo>
                  <a:lnTo>
                    <a:pt x="1015212" y="50355"/>
                  </a:lnTo>
                  <a:lnTo>
                    <a:pt x="1006602" y="46723"/>
                  </a:lnTo>
                  <a:lnTo>
                    <a:pt x="944537" y="45707"/>
                  </a:lnTo>
                  <a:lnTo>
                    <a:pt x="944511" y="50317"/>
                  </a:lnTo>
                  <a:lnTo>
                    <a:pt x="942721" y="55270"/>
                  </a:lnTo>
                  <a:lnTo>
                    <a:pt x="944473" y="59182"/>
                  </a:lnTo>
                  <a:lnTo>
                    <a:pt x="993762" y="59309"/>
                  </a:lnTo>
                  <a:lnTo>
                    <a:pt x="1018082" y="59118"/>
                  </a:lnTo>
                  <a:lnTo>
                    <a:pt x="1041996" y="58610"/>
                  </a:lnTo>
                  <a:close/>
                </a:path>
                <a:path w="2275840" h="163829">
                  <a:moveTo>
                    <a:pt x="1156436" y="79768"/>
                  </a:moveTo>
                  <a:lnTo>
                    <a:pt x="1145692" y="77597"/>
                  </a:lnTo>
                  <a:lnTo>
                    <a:pt x="1123797" y="73926"/>
                  </a:lnTo>
                  <a:lnTo>
                    <a:pt x="1112862" y="71742"/>
                  </a:lnTo>
                  <a:lnTo>
                    <a:pt x="1104709" y="70637"/>
                  </a:lnTo>
                  <a:lnTo>
                    <a:pt x="1097280" y="67767"/>
                  </a:lnTo>
                  <a:lnTo>
                    <a:pt x="1088402" y="68427"/>
                  </a:lnTo>
                  <a:lnTo>
                    <a:pt x="1088402" y="68783"/>
                  </a:lnTo>
                  <a:lnTo>
                    <a:pt x="942657" y="68389"/>
                  </a:lnTo>
                  <a:lnTo>
                    <a:pt x="939444" y="70853"/>
                  </a:lnTo>
                  <a:lnTo>
                    <a:pt x="939774" y="75463"/>
                  </a:lnTo>
                  <a:lnTo>
                    <a:pt x="939050" y="79362"/>
                  </a:lnTo>
                  <a:lnTo>
                    <a:pt x="939749" y="80429"/>
                  </a:lnTo>
                  <a:lnTo>
                    <a:pt x="951103" y="80492"/>
                  </a:lnTo>
                  <a:lnTo>
                    <a:pt x="951128" y="75171"/>
                  </a:lnTo>
                  <a:lnTo>
                    <a:pt x="1097597" y="75920"/>
                  </a:lnTo>
                  <a:lnTo>
                    <a:pt x="1098308" y="74866"/>
                  </a:lnTo>
                  <a:lnTo>
                    <a:pt x="1116736" y="75311"/>
                  </a:lnTo>
                  <a:lnTo>
                    <a:pt x="1118133" y="79921"/>
                  </a:lnTo>
                  <a:lnTo>
                    <a:pt x="1127404" y="80327"/>
                  </a:lnTo>
                  <a:lnTo>
                    <a:pt x="1137285" y="80378"/>
                  </a:lnTo>
                  <a:lnTo>
                    <a:pt x="1156436" y="79768"/>
                  </a:lnTo>
                  <a:close/>
                </a:path>
                <a:path w="2275840" h="163829">
                  <a:moveTo>
                    <a:pt x="1190942" y="130657"/>
                  </a:moveTo>
                  <a:lnTo>
                    <a:pt x="1183843" y="130263"/>
                  </a:lnTo>
                  <a:lnTo>
                    <a:pt x="1174978" y="129870"/>
                  </a:lnTo>
                  <a:lnTo>
                    <a:pt x="1168234" y="130543"/>
                  </a:lnTo>
                  <a:lnTo>
                    <a:pt x="1174254" y="132702"/>
                  </a:lnTo>
                  <a:lnTo>
                    <a:pt x="1182065" y="131673"/>
                  </a:lnTo>
                  <a:lnTo>
                    <a:pt x="1188440" y="131711"/>
                  </a:lnTo>
                  <a:lnTo>
                    <a:pt x="1190942" y="130657"/>
                  </a:lnTo>
                  <a:close/>
                </a:path>
                <a:path w="2275840" h="163829">
                  <a:moveTo>
                    <a:pt x="1219809" y="101015"/>
                  </a:moveTo>
                  <a:lnTo>
                    <a:pt x="1218425" y="95681"/>
                  </a:lnTo>
                  <a:lnTo>
                    <a:pt x="1208519" y="91020"/>
                  </a:lnTo>
                  <a:lnTo>
                    <a:pt x="1156741" y="89700"/>
                  </a:lnTo>
                  <a:lnTo>
                    <a:pt x="1147267" y="89928"/>
                  </a:lnTo>
                  <a:lnTo>
                    <a:pt x="1128217" y="89966"/>
                  </a:lnTo>
                  <a:lnTo>
                    <a:pt x="1119149" y="90576"/>
                  </a:lnTo>
                  <a:lnTo>
                    <a:pt x="1119479" y="94475"/>
                  </a:lnTo>
                  <a:lnTo>
                    <a:pt x="1120533" y="98018"/>
                  </a:lnTo>
                  <a:lnTo>
                    <a:pt x="1122286" y="101231"/>
                  </a:lnTo>
                  <a:lnTo>
                    <a:pt x="1171308" y="101663"/>
                  </a:lnTo>
                  <a:lnTo>
                    <a:pt x="1195590" y="101511"/>
                  </a:lnTo>
                  <a:lnTo>
                    <a:pt x="1219809" y="101015"/>
                  </a:lnTo>
                  <a:close/>
                </a:path>
                <a:path w="2275840" h="163829">
                  <a:moveTo>
                    <a:pt x="1221867" y="115214"/>
                  </a:moveTo>
                  <a:lnTo>
                    <a:pt x="1220825" y="111302"/>
                  </a:lnTo>
                  <a:lnTo>
                    <a:pt x="1134999" y="110515"/>
                  </a:lnTo>
                  <a:lnTo>
                    <a:pt x="1133221" y="111925"/>
                  </a:lnTo>
                  <a:lnTo>
                    <a:pt x="1131811" y="110845"/>
                  </a:lnTo>
                  <a:lnTo>
                    <a:pt x="1129322" y="111899"/>
                  </a:lnTo>
                  <a:lnTo>
                    <a:pt x="1130376" y="115455"/>
                  </a:lnTo>
                  <a:lnTo>
                    <a:pt x="1134618" y="116535"/>
                  </a:lnTo>
                  <a:lnTo>
                    <a:pt x="1136738" y="119735"/>
                  </a:lnTo>
                  <a:lnTo>
                    <a:pt x="1215110" y="120853"/>
                  </a:lnTo>
                  <a:lnTo>
                    <a:pt x="1217942" y="119087"/>
                  </a:lnTo>
                  <a:lnTo>
                    <a:pt x="1221867" y="115214"/>
                  </a:lnTo>
                  <a:close/>
                </a:path>
                <a:path w="2275840" h="163829">
                  <a:moveTo>
                    <a:pt x="1374470" y="24142"/>
                  </a:moveTo>
                  <a:lnTo>
                    <a:pt x="1350708" y="24015"/>
                  </a:lnTo>
                  <a:lnTo>
                    <a:pt x="1347876" y="25069"/>
                  </a:lnTo>
                  <a:lnTo>
                    <a:pt x="1344688" y="23634"/>
                  </a:lnTo>
                  <a:lnTo>
                    <a:pt x="1341843" y="25031"/>
                  </a:lnTo>
                  <a:lnTo>
                    <a:pt x="1346085" y="27901"/>
                  </a:lnTo>
                  <a:lnTo>
                    <a:pt x="1348181" y="33223"/>
                  </a:lnTo>
                  <a:lnTo>
                    <a:pt x="1352423" y="36080"/>
                  </a:lnTo>
                  <a:lnTo>
                    <a:pt x="1374406" y="36550"/>
                  </a:lnTo>
                  <a:lnTo>
                    <a:pt x="1374470" y="24142"/>
                  </a:lnTo>
                  <a:close/>
                </a:path>
                <a:path w="2275840" h="163829">
                  <a:moveTo>
                    <a:pt x="1374584" y="1803"/>
                  </a:moveTo>
                  <a:lnTo>
                    <a:pt x="1355623" y="1473"/>
                  </a:lnTo>
                  <a:lnTo>
                    <a:pt x="1337259" y="1308"/>
                  </a:lnTo>
                  <a:lnTo>
                    <a:pt x="1319022" y="1473"/>
                  </a:lnTo>
                  <a:lnTo>
                    <a:pt x="1300467" y="2133"/>
                  </a:lnTo>
                  <a:lnTo>
                    <a:pt x="1306830" y="4940"/>
                  </a:lnTo>
                  <a:lnTo>
                    <a:pt x="1325587" y="13957"/>
                  </a:lnTo>
                  <a:lnTo>
                    <a:pt x="1374521" y="14922"/>
                  </a:lnTo>
                  <a:lnTo>
                    <a:pt x="1374559" y="5702"/>
                  </a:lnTo>
                  <a:lnTo>
                    <a:pt x="1374584" y="1803"/>
                  </a:lnTo>
                  <a:close/>
                </a:path>
                <a:path w="2275840" h="163829">
                  <a:moveTo>
                    <a:pt x="1376451" y="54292"/>
                  </a:moveTo>
                  <a:lnTo>
                    <a:pt x="1374343" y="50736"/>
                  </a:lnTo>
                  <a:lnTo>
                    <a:pt x="1374355" y="46482"/>
                  </a:lnTo>
                  <a:lnTo>
                    <a:pt x="1369745" y="46101"/>
                  </a:lnTo>
                  <a:lnTo>
                    <a:pt x="1364081" y="46075"/>
                  </a:lnTo>
                  <a:lnTo>
                    <a:pt x="1359458" y="46405"/>
                  </a:lnTo>
                  <a:lnTo>
                    <a:pt x="1360500" y="50673"/>
                  </a:lnTo>
                  <a:lnTo>
                    <a:pt x="1362252" y="54927"/>
                  </a:lnTo>
                  <a:lnTo>
                    <a:pt x="1364361" y="58839"/>
                  </a:lnTo>
                  <a:lnTo>
                    <a:pt x="1368259" y="59220"/>
                  </a:lnTo>
                  <a:lnTo>
                    <a:pt x="1372514" y="59588"/>
                  </a:lnTo>
                  <a:lnTo>
                    <a:pt x="1375714" y="58547"/>
                  </a:lnTo>
                  <a:lnTo>
                    <a:pt x="1376451" y="54292"/>
                  </a:lnTo>
                  <a:close/>
                </a:path>
                <a:path w="2275840" h="163829">
                  <a:moveTo>
                    <a:pt x="1380223" y="80200"/>
                  </a:moveTo>
                  <a:lnTo>
                    <a:pt x="1378483" y="71678"/>
                  </a:lnTo>
                  <a:lnTo>
                    <a:pt x="1377086" y="67068"/>
                  </a:lnTo>
                  <a:lnTo>
                    <a:pt x="1370698" y="69519"/>
                  </a:lnTo>
                  <a:lnTo>
                    <a:pt x="1366799" y="68783"/>
                  </a:lnTo>
                  <a:lnTo>
                    <a:pt x="1365008" y="72682"/>
                  </a:lnTo>
                  <a:lnTo>
                    <a:pt x="1368183" y="75882"/>
                  </a:lnTo>
                  <a:lnTo>
                    <a:pt x="1367091" y="80492"/>
                  </a:lnTo>
                  <a:lnTo>
                    <a:pt x="1380223" y="80200"/>
                  </a:lnTo>
                  <a:close/>
                </a:path>
                <a:path w="2275840" h="163829">
                  <a:moveTo>
                    <a:pt x="1387195" y="100799"/>
                  </a:moveTo>
                  <a:lnTo>
                    <a:pt x="1385100" y="94767"/>
                  </a:lnTo>
                  <a:lnTo>
                    <a:pt x="1383360" y="90500"/>
                  </a:lnTo>
                  <a:lnTo>
                    <a:pt x="1378750" y="89776"/>
                  </a:lnTo>
                  <a:lnTo>
                    <a:pt x="1372006" y="89738"/>
                  </a:lnTo>
                  <a:lnTo>
                    <a:pt x="1367040" y="90424"/>
                  </a:lnTo>
                  <a:lnTo>
                    <a:pt x="1367370" y="94322"/>
                  </a:lnTo>
                  <a:lnTo>
                    <a:pt x="1365224" y="97853"/>
                  </a:lnTo>
                  <a:lnTo>
                    <a:pt x="1366621" y="101765"/>
                  </a:lnTo>
                  <a:lnTo>
                    <a:pt x="1385785" y="101866"/>
                  </a:lnTo>
                  <a:lnTo>
                    <a:pt x="1387195" y="100799"/>
                  </a:lnTo>
                  <a:close/>
                </a:path>
                <a:path w="2275840" h="163829">
                  <a:moveTo>
                    <a:pt x="1396682" y="120002"/>
                  </a:moveTo>
                  <a:lnTo>
                    <a:pt x="1395272" y="117157"/>
                  </a:lnTo>
                  <a:lnTo>
                    <a:pt x="1393875" y="113957"/>
                  </a:lnTo>
                  <a:lnTo>
                    <a:pt x="1391754" y="111467"/>
                  </a:lnTo>
                  <a:lnTo>
                    <a:pt x="1377657" y="111226"/>
                  </a:lnTo>
                  <a:lnTo>
                    <a:pt x="1370698" y="111366"/>
                  </a:lnTo>
                  <a:lnTo>
                    <a:pt x="1364094" y="112039"/>
                  </a:lnTo>
                  <a:lnTo>
                    <a:pt x="1363726" y="114871"/>
                  </a:lnTo>
                  <a:lnTo>
                    <a:pt x="1361224" y="117348"/>
                  </a:lnTo>
                  <a:lnTo>
                    <a:pt x="1362278" y="120535"/>
                  </a:lnTo>
                  <a:lnTo>
                    <a:pt x="1370736" y="120827"/>
                  </a:lnTo>
                  <a:lnTo>
                    <a:pt x="1379474" y="120942"/>
                  </a:lnTo>
                  <a:lnTo>
                    <a:pt x="1388211" y="120726"/>
                  </a:lnTo>
                  <a:lnTo>
                    <a:pt x="1396682" y="120002"/>
                  </a:lnTo>
                  <a:close/>
                </a:path>
                <a:path w="2275840" h="163829">
                  <a:moveTo>
                    <a:pt x="1411122" y="140296"/>
                  </a:moveTo>
                  <a:lnTo>
                    <a:pt x="1403718" y="130683"/>
                  </a:lnTo>
                  <a:lnTo>
                    <a:pt x="1358328" y="130098"/>
                  </a:lnTo>
                  <a:lnTo>
                    <a:pt x="1355826" y="133273"/>
                  </a:lnTo>
                  <a:lnTo>
                    <a:pt x="1354035" y="137160"/>
                  </a:lnTo>
                  <a:lnTo>
                    <a:pt x="1352600" y="140703"/>
                  </a:lnTo>
                  <a:lnTo>
                    <a:pt x="1366901" y="141185"/>
                  </a:lnTo>
                  <a:lnTo>
                    <a:pt x="1381493" y="141389"/>
                  </a:lnTo>
                  <a:lnTo>
                    <a:pt x="1396072" y="141338"/>
                  </a:lnTo>
                  <a:lnTo>
                    <a:pt x="1410398" y="140995"/>
                  </a:lnTo>
                  <a:lnTo>
                    <a:pt x="1411122" y="140296"/>
                  </a:lnTo>
                  <a:close/>
                </a:path>
                <a:path w="2275840" h="163829">
                  <a:moveTo>
                    <a:pt x="1432280" y="161683"/>
                  </a:moveTo>
                  <a:lnTo>
                    <a:pt x="1429118" y="157403"/>
                  </a:lnTo>
                  <a:lnTo>
                    <a:pt x="1424508" y="155613"/>
                  </a:lnTo>
                  <a:lnTo>
                    <a:pt x="1420990" y="150977"/>
                  </a:lnTo>
                  <a:lnTo>
                    <a:pt x="1346161" y="150241"/>
                  </a:lnTo>
                  <a:lnTo>
                    <a:pt x="1342605" y="153060"/>
                  </a:lnTo>
                  <a:lnTo>
                    <a:pt x="1339392" y="158013"/>
                  </a:lnTo>
                  <a:lnTo>
                    <a:pt x="1336179" y="161899"/>
                  </a:lnTo>
                  <a:lnTo>
                    <a:pt x="1337602" y="162255"/>
                  </a:lnTo>
                  <a:lnTo>
                    <a:pt x="1429448" y="162369"/>
                  </a:lnTo>
                  <a:lnTo>
                    <a:pt x="1432280" y="161683"/>
                  </a:lnTo>
                  <a:close/>
                </a:path>
                <a:path w="2275840" h="163829">
                  <a:moveTo>
                    <a:pt x="1634680" y="112001"/>
                  </a:moveTo>
                  <a:lnTo>
                    <a:pt x="1634324" y="111645"/>
                  </a:lnTo>
                  <a:lnTo>
                    <a:pt x="1593278" y="110998"/>
                  </a:lnTo>
                  <a:lnTo>
                    <a:pt x="1572780" y="111137"/>
                  </a:lnTo>
                  <a:lnTo>
                    <a:pt x="1552752" y="111937"/>
                  </a:lnTo>
                  <a:lnTo>
                    <a:pt x="1556994" y="116217"/>
                  </a:lnTo>
                  <a:lnTo>
                    <a:pt x="1563014" y="118021"/>
                  </a:lnTo>
                  <a:lnTo>
                    <a:pt x="1568678" y="120535"/>
                  </a:lnTo>
                  <a:lnTo>
                    <a:pt x="1616900" y="120777"/>
                  </a:lnTo>
                  <a:lnTo>
                    <a:pt x="1623301" y="119392"/>
                  </a:lnTo>
                  <a:lnTo>
                    <a:pt x="1629346" y="115874"/>
                  </a:lnTo>
                  <a:lnTo>
                    <a:pt x="1634680" y="112001"/>
                  </a:lnTo>
                  <a:close/>
                </a:path>
                <a:path w="2275840" h="163829">
                  <a:moveTo>
                    <a:pt x="1658556" y="90843"/>
                  </a:moveTo>
                  <a:lnTo>
                    <a:pt x="1658200" y="90487"/>
                  </a:lnTo>
                  <a:lnTo>
                    <a:pt x="1532661" y="89496"/>
                  </a:lnTo>
                  <a:lnTo>
                    <a:pt x="1529461" y="90538"/>
                  </a:lnTo>
                  <a:lnTo>
                    <a:pt x="1531569" y="95516"/>
                  </a:lnTo>
                  <a:lnTo>
                    <a:pt x="1535099" y="97663"/>
                  </a:lnTo>
                  <a:lnTo>
                    <a:pt x="1538630" y="101587"/>
                  </a:lnTo>
                  <a:lnTo>
                    <a:pt x="1648206" y="102133"/>
                  </a:lnTo>
                  <a:lnTo>
                    <a:pt x="1652130" y="99326"/>
                  </a:lnTo>
                  <a:lnTo>
                    <a:pt x="1655343" y="94729"/>
                  </a:lnTo>
                  <a:lnTo>
                    <a:pt x="1658556" y="90843"/>
                  </a:lnTo>
                  <a:close/>
                </a:path>
                <a:path w="2275840" h="163829">
                  <a:moveTo>
                    <a:pt x="1671408" y="73177"/>
                  </a:moveTo>
                  <a:lnTo>
                    <a:pt x="1671078" y="68922"/>
                  </a:lnTo>
                  <a:lnTo>
                    <a:pt x="1516456" y="68135"/>
                  </a:lnTo>
                  <a:lnTo>
                    <a:pt x="1513967" y="70243"/>
                  </a:lnTo>
                  <a:lnTo>
                    <a:pt x="1518208" y="72047"/>
                  </a:lnTo>
                  <a:lnTo>
                    <a:pt x="1517129" y="74866"/>
                  </a:lnTo>
                  <a:lnTo>
                    <a:pt x="1519250" y="75590"/>
                  </a:lnTo>
                  <a:lnTo>
                    <a:pt x="1520304" y="78435"/>
                  </a:lnTo>
                  <a:lnTo>
                    <a:pt x="1521714" y="80213"/>
                  </a:lnTo>
                  <a:lnTo>
                    <a:pt x="1665693" y="80949"/>
                  </a:lnTo>
                  <a:lnTo>
                    <a:pt x="1667840" y="77419"/>
                  </a:lnTo>
                  <a:lnTo>
                    <a:pt x="1671408" y="73177"/>
                  </a:lnTo>
                  <a:close/>
                </a:path>
                <a:path w="2275840" h="163829">
                  <a:moveTo>
                    <a:pt x="1808607" y="150482"/>
                  </a:moveTo>
                  <a:lnTo>
                    <a:pt x="1762150" y="150241"/>
                  </a:lnTo>
                  <a:lnTo>
                    <a:pt x="1758238" y="154127"/>
                  </a:lnTo>
                  <a:lnTo>
                    <a:pt x="1752892" y="157645"/>
                  </a:lnTo>
                  <a:lnTo>
                    <a:pt x="1749679" y="162242"/>
                  </a:lnTo>
                  <a:lnTo>
                    <a:pt x="1808556" y="162534"/>
                  </a:lnTo>
                  <a:lnTo>
                    <a:pt x="1808607" y="150482"/>
                  </a:lnTo>
                  <a:close/>
                </a:path>
                <a:path w="2275840" h="163829">
                  <a:moveTo>
                    <a:pt x="1808670" y="68922"/>
                  </a:moveTo>
                  <a:lnTo>
                    <a:pt x="1801939" y="68884"/>
                  </a:lnTo>
                  <a:lnTo>
                    <a:pt x="1800504" y="71361"/>
                  </a:lnTo>
                  <a:lnTo>
                    <a:pt x="1801190" y="74904"/>
                  </a:lnTo>
                  <a:lnTo>
                    <a:pt x="1799767" y="77381"/>
                  </a:lnTo>
                  <a:lnTo>
                    <a:pt x="1798675" y="83058"/>
                  </a:lnTo>
                  <a:lnTo>
                    <a:pt x="1805787" y="79540"/>
                  </a:lnTo>
                  <a:lnTo>
                    <a:pt x="1808607" y="80619"/>
                  </a:lnTo>
                  <a:lnTo>
                    <a:pt x="1808670" y="68922"/>
                  </a:lnTo>
                  <a:close/>
                </a:path>
                <a:path w="2275840" h="163829">
                  <a:moveTo>
                    <a:pt x="1808708" y="130263"/>
                  </a:moveTo>
                  <a:lnTo>
                    <a:pt x="1779282" y="130124"/>
                  </a:lnTo>
                  <a:lnTo>
                    <a:pt x="1778215" y="130822"/>
                  </a:lnTo>
                  <a:lnTo>
                    <a:pt x="1775714" y="133997"/>
                  </a:lnTo>
                  <a:lnTo>
                    <a:pt x="1772500" y="137528"/>
                  </a:lnTo>
                  <a:lnTo>
                    <a:pt x="1771065" y="140716"/>
                  </a:lnTo>
                  <a:lnTo>
                    <a:pt x="1780425" y="141122"/>
                  </a:lnTo>
                  <a:lnTo>
                    <a:pt x="1789861" y="141262"/>
                  </a:lnTo>
                  <a:lnTo>
                    <a:pt x="1808657" y="141262"/>
                  </a:lnTo>
                  <a:lnTo>
                    <a:pt x="1808708" y="130263"/>
                  </a:lnTo>
                  <a:close/>
                </a:path>
                <a:path w="2275840" h="163829">
                  <a:moveTo>
                    <a:pt x="1808810" y="111467"/>
                  </a:moveTo>
                  <a:lnTo>
                    <a:pt x="1790369" y="111379"/>
                  </a:lnTo>
                  <a:lnTo>
                    <a:pt x="1787169" y="113499"/>
                  </a:lnTo>
                  <a:lnTo>
                    <a:pt x="1785010" y="120573"/>
                  </a:lnTo>
                  <a:lnTo>
                    <a:pt x="1808759" y="121043"/>
                  </a:lnTo>
                  <a:lnTo>
                    <a:pt x="1808810" y="111467"/>
                  </a:lnTo>
                  <a:close/>
                </a:path>
                <a:path w="2275840" h="163829">
                  <a:moveTo>
                    <a:pt x="1808924" y="90195"/>
                  </a:moveTo>
                  <a:lnTo>
                    <a:pt x="1794027" y="90119"/>
                  </a:lnTo>
                  <a:lnTo>
                    <a:pt x="1795767" y="97574"/>
                  </a:lnTo>
                  <a:lnTo>
                    <a:pt x="1793608" y="101460"/>
                  </a:lnTo>
                  <a:lnTo>
                    <a:pt x="1798218" y="102196"/>
                  </a:lnTo>
                  <a:lnTo>
                    <a:pt x="1803895" y="101523"/>
                  </a:lnTo>
                  <a:lnTo>
                    <a:pt x="1808861" y="101892"/>
                  </a:lnTo>
                  <a:lnTo>
                    <a:pt x="1808924" y="90195"/>
                  </a:lnTo>
                  <a:close/>
                </a:path>
                <a:path w="2275840" h="163829">
                  <a:moveTo>
                    <a:pt x="1809013" y="1536"/>
                  </a:moveTo>
                  <a:lnTo>
                    <a:pt x="1509001" y="0"/>
                  </a:lnTo>
                  <a:lnTo>
                    <a:pt x="1508277" y="4254"/>
                  </a:lnTo>
                  <a:lnTo>
                    <a:pt x="1506842" y="5308"/>
                  </a:lnTo>
                  <a:lnTo>
                    <a:pt x="1506804" y="14884"/>
                  </a:lnTo>
                  <a:lnTo>
                    <a:pt x="1808937" y="16433"/>
                  </a:lnTo>
                  <a:lnTo>
                    <a:pt x="1809013" y="1536"/>
                  </a:lnTo>
                  <a:close/>
                </a:path>
                <a:path w="2275840" h="163829">
                  <a:moveTo>
                    <a:pt x="1809127" y="50126"/>
                  </a:moveTo>
                  <a:lnTo>
                    <a:pt x="1808073" y="46570"/>
                  </a:lnTo>
                  <a:lnTo>
                    <a:pt x="1509483" y="44691"/>
                  </a:lnTo>
                  <a:lnTo>
                    <a:pt x="1508404" y="47879"/>
                  </a:lnTo>
                  <a:lnTo>
                    <a:pt x="1511541" y="58889"/>
                  </a:lnTo>
                  <a:lnTo>
                    <a:pt x="1675371" y="60439"/>
                  </a:lnTo>
                  <a:lnTo>
                    <a:pt x="1675384" y="59372"/>
                  </a:lnTo>
                  <a:lnTo>
                    <a:pt x="1677517" y="58674"/>
                  </a:lnTo>
                  <a:lnTo>
                    <a:pt x="1677530" y="55829"/>
                  </a:lnTo>
                  <a:lnTo>
                    <a:pt x="1678597" y="54419"/>
                  </a:lnTo>
                  <a:lnTo>
                    <a:pt x="1802003" y="54698"/>
                  </a:lnTo>
                  <a:lnTo>
                    <a:pt x="1803069" y="55765"/>
                  </a:lnTo>
                  <a:lnTo>
                    <a:pt x="1802345" y="57886"/>
                  </a:lnTo>
                  <a:lnTo>
                    <a:pt x="1803400" y="59309"/>
                  </a:lnTo>
                  <a:lnTo>
                    <a:pt x="1805178" y="58966"/>
                  </a:lnTo>
                  <a:lnTo>
                    <a:pt x="1807298" y="59690"/>
                  </a:lnTo>
                  <a:lnTo>
                    <a:pt x="1808365" y="58635"/>
                  </a:lnTo>
                  <a:lnTo>
                    <a:pt x="1809127" y="50126"/>
                  </a:lnTo>
                  <a:close/>
                </a:path>
                <a:path w="2275840" h="163829">
                  <a:moveTo>
                    <a:pt x="1809521" y="24295"/>
                  </a:moveTo>
                  <a:lnTo>
                    <a:pt x="1693951" y="24295"/>
                  </a:lnTo>
                  <a:lnTo>
                    <a:pt x="1693951" y="23876"/>
                  </a:lnTo>
                  <a:lnTo>
                    <a:pt x="1505991" y="23876"/>
                  </a:lnTo>
                  <a:lnTo>
                    <a:pt x="1505991" y="37350"/>
                  </a:lnTo>
                  <a:lnTo>
                    <a:pt x="1693951" y="37350"/>
                  </a:lnTo>
                  <a:lnTo>
                    <a:pt x="1693951" y="38125"/>
                  </a:lnTo>
                  <a:lnTo>
                    <a:pt x="1809521" y="38125"/>
                  </a:lnTo>
                  <a:lnTo>
                    <a:pt x="1809521" y="24295"/>
                  </a:lnTo>
                  <a:close/>
                </a:path>
                <a:path w="2275840" h="163829">
                  <a:moveTo>
                    <a:pt x="2077072" y="150787"/>
                  </a:moveTo>
                  <a:lnTo>
                    <a:pt x="1943379" y="150114"/>
                  </a:lnTo>
                  <a:lnTo>
                    <a:pt x="1942960" y="162521"/>
                  </a:lnTo>
                  <a:lnTo>
                    <a:pt x="2077008" y="163207"/>
                  </a:lnTo>
                  <a:lnTo>
                    <a:pt x="2077072" y="150787"/>
                  </a:lnTo>
                  <a:close/>
                </a:path>
                <a:path w="2275840" h="163829">
                  <a:moveTo>
                    <a:pt x="2077173" y="130225"/>
                  </a:moveTo>
                  <a:lnTo>
                    <a:pt x="1943125" y="129540"/>
                  </a:lnTo>
                  <a:lnTo>
                    <a:pt x="1943061" y="141236"/>
                  </a:lnTo>
                  <a:lnTo>
                    <a:pt x="2077123" y="141922"/>
                  </a:lnTo>
                  <a:lnTo>
                    <a:pt x="2077173" y="130225"/>
                  </a:lnTo>
                  <a:close/>
                </a:path>
                <a:path w="2275840" h="163829">
                  <a:moveTo>
                    <a:pt x="2077275" y="111429"/>
                  </a:moveTo>
                  <a:lnTo>
                    <a:pt x="1943227" y="110744"/>
                  </a:lnTo>
                  <a:lnTo>
                    <a:pt x="1943176" y="120675"/>
                  </a:lnTo>
                  <a:lnTo>
                    <a:pt x="2077224" y="121361"/>
                  </a:lnTo>
                  <a:lnTo>
                    <a:pt x="2077275" y="111429"/>
                  </a:lnTo>
                  <a:close/>
                </a:path>
                <a:path w="2275840" h="163829">
                  <a:moveTo>
                    <a:pt x="2077389" y="90144"/>
                  </a:moveTo>
                  <a:lnTo>
                    <a:pt x="1943328" y="89458"/>
                  </a:lnTo>
                  <a:lnTo>
                    <a:pt x="1943265" y="101879"/>
                  </a:lnTo>
                  <a:lnTo>
                    <a:pt x="2077326" y="102209"/>
                  </a:lnTo>
                  <a:lnTo>
                    <a:pt x="2077389" y="90144"/>
                  </a:lnTo>
                  <a:close/>
                </a:path>
                <a:path w="2275840" h="163829">
                  <a:moveTo>
                    <a:pt x="2077453" y="75615"/>
                  </a:moveTo>
                  <a:lnTo>
                    <a:pt x="1943404" y="74930"/>
                  </a:lnTo>
                  <a:lnTo>
                    <a:pt x="1943379" y="80238"/>
                  </a:lnTo>
                  <a:lnTo>
                    <a:pt x="2077427" y="80937"/>
                  </a:lnTo>
                  <a:lnTo>
                    <a:pt x="2077453" y="75615"/>
                  </a:lnTo>
                  <a:close/>
                </a:path>
                <a:path w="2275840" h="163829">
                  <a:moveTo>
                    <a:pt x="2275573" y="30035"/>
                  </a:moveTo>
                  <a:lnTo>
                    <a:pt x="2274405" y="21882"/>
                  </a:lnTo>
                  <a:lnTo>
                    <a:pt x="2271052" y="14541"/>
                  </a:lnTo>
                  <a:lnTo>
                    <a:pt x="2260244" y="4610"/>
                  </a:lnTo>
                  <a:lnTo>
                    <a:pt x="2245969" y="1651"/>
                  </a:lnTo>
                  <a:lnTo>
                    <a:pt x="2230158" y="1866"/>
                  </a:lnTo>
                  <a:lnTo>
                    <a:pt x="2214727" y="1485"/>
                  </a:lnTo>
                  <a:lnTo>
                    <a:pt x="2214651" y="15671"/>
                  </a:lnTo>
                  <a:lnTo>
                    <a:pt x="2231669" y="15760"/>
                  </a:lnTo>
                  <a:lnTo>
                    <a:pt x="2238819" y="15976"/>
                  </a:lnTo>
                  <a:lnTo>
                    <a:pt x="2262111" y="27965"/>
                  </a:lnTo>
                  <a:lnTo>
                    <a:pt x="2261349" y="38608"/>
                  </a:lnTo>
                  <a:lnTo>
                    <a:pt x="2256713" y="43192"/>
                  </a:lnTo>
                  <a:lnTo>
                    <a:pt x="2251379" y="44932"/>
                  </a:lnTo>
                  <a:lnTo>
                    <a:pt x="2214499" y="45453"/>
                  </a:lnTo>
                  <a:lnTo>
                    <a:pt x="2214422" y="59639"/>
                  </a:lnTo>
                  <a:lnTo>
                    <a:pt x="2246299" y="59626"/>
                  </a:lnTo>
                  <a:lnTo>
                    <a:pt x="2260676" y="56197"/>
                  </a:lnTo>
                  <a:lnTo>
                    <a:pt x="2271598" y="45745"/>
                  </a:lnTo>
                  <a:lnTo>
                    <a:pt x="2274608" y="38252"/>
                  </a:lnTo>
                  <a:lnTo>
                    <a:pt x="2275573" y="300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/>
          <p:nvPr/>
        </p:nvSpPr>
        <p:spPr>
          <a:xfrm>
            <a:off x="0" y="322122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082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0" y="7234123"/>
            <a:ext cx="10693400" cy="0"/>
          </a:xfrm>
          <a:custGeom>
            <a:avLst/>
            <a:gdLst/>
            <a:ahLst/>
            <a:cxnLst/>
            <a:rect l="l" t="t" r="r" b="b"/>
            <a:pathLst>
              <a:path w="10693400">
                <a:moveTo>
                  <a:pt x="0" y="0"/>
                </a:moveTo>
                <a:lnTo>
                  <a:pt x="10693400" y="0"/>
                </a:lnTo>
              </a:path>
            </a:pathLst>
          </a:custGeom>
          <a:ln w="50800">
            <a:solidFill>
              <a:srgbClr val="F082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355333" y="7289252"/>
            <a:ext cx="52514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10" dirty="0">
                <a:solidFill>
                  <a:srgbClr val="231F20"/>
                </a:solidFill>
                <a:latin typeface="Gill Sans MT"/>
                <a:cs typeface="Gill Sans MT"/>
              </a:rPr>
              <a:t>©2002</a:t>
            </a:r>
            <a:r>
              <a:rPr sz="600" spc="7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HOSCH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454"/>
              </a:lnSpc>
              <a:spcBef>
                <a:spcPts val="100"/>
              </a:spcBef>
            </a:pPr>
            <a:r>
              <a:rPr sz="3400" spc="-330" dirty="0"/>
              <a:t>HOSCH</a:t>
            </a:r>
            <a:endParaRPr sz="3400"/>
          </a:p>
          <a:p>
            <a:pPr marL="12700" marR="5080" indent="285115">
              <a:lnSpc>
                <a:spcPts val="3470"/>
              </a:lnSpc>
            </a:pPr>
            <a:r>
              <a:rPr sz="3400" spc="50" dirty="0">
                <a:solidFill>
                  <a:srgbClr val="F08231"/>
                </a:solidFill>
              </a:rPr>
              <a:t>type</a:t>
            </a:r>
            <a:r>
              <a:rPr sz="3400" spc="-90" dirty="0">
                <a:solidFill>
                  <a:srgbClr val="F08231"/>
                </a:solidFill>
              </a:rPr>
              <a:t> </a:t>
            </a:r>
            <a:r>
              <a:rPr sz="3400" spc="-775" dirty="0">
                <a:solidFill>
                  <a:srgbClr val="F08231"/>
                </a:solidFill>
              </a:rPr>
              <a:t>CT</a:t>
            </a:r>
            <a:r>
              <a:rPr sz="3400" spc="-315" dirty="0">
                <a:solidFill>
                  <a:srgbClr val="F08231"/>
                </a:solidFill>
              </a:rPr>
              <a:t> </a:t>
            </a:r>
            <a:r>
              <a:rPr sz="3400" spc="-315" dirty="0"/>
              <a:t>SCRAPER</a:t>
            </a:r>
            <a:endParaRPr sz="3400"/>
          </a:p>
        </p:txBody>
      </p:sp>
      <p:sp>
        <p:nvSpPr>
          <p:cNvPr id="51" name="object 51"/>
          <p:cNvSpPr txBox="1"/>
          <p:nvPr/>
        </p:nvSpPr>
        <p:spPr>
          <a:xfrm>
            <a:off x="3749606" y="4088201"/>
            <a:ext cx="3397885" cy="241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100"/>
              </a:spcBef>
            </a:pPr>
            <a:r>
              <a:rPr sz="3400" b="1" spc="-195" dirty="0">
                <a:solidFill>
                  <a:srgbClr val="231F20"/>
                </a:solidFill>
                <a:latin typeface="Trebuchet MS"/>
                <a:cs typeface="Trebuchet MS"/>
              </a:rPr>
              <a:t>CT</a:t>
            </a:r>
            <a:r>
              <a:rPr sz="3400" b="1" spc="-16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3400" b="1" spc="-195" dirty="0">
                <a:solidFill>
                  <a:srgbClr val="231F20"/>
                </a:solidFill>
                <a:latin typeface="Trebuchet MS"/>
                <a:cs typeface="Trebuchet MS"/>
              </a:rPr>
              <a:t>-</a:t>
            </a:r>
            <a:r>
              <a:rPr sz="3400" b="1" spc="-165" dirty="0">
                <a:solidFill>
                  <a:srgbClr val="231F20"/>
                </a:solidFill>
                <a:latin typeface="Trebuchet MS"/>
                <a:cs typeface="Trebuchet MS"/>
              </a:rPr>
              <a:t> </a:t>
            </a:r>
            <a:r>
              <a:rPr sz="3400" spc="-10" dirty="0">
                <a:solidFill>
                  <a:srgbClr val="231F20"/>
                </a:solidFill>
                <a:latin typeface="Gill Sans MT"/>
                <a:cs typeface="Gill Sans MT"/>
              </a:rPr>
              <a:t>Series</a:t>
            </a:r>
            <a:endParaRPr sz="3400" dirty="0">
              <a:latin typeface="Gill Sans MT"/>
              <a:cs typeface="Gill Sans MT"/>
            </a:endParaRPr>
          </a:p>
          <a:p>
            <a:pPr marL="412115">
              <a:lnSpc>
                <a:spcPct val="100000"/>
              </a:lnSpc>
              <a:spcBef>
                <a:spcPts val="2420"/>
              </a:spcBef>
            </a:pPr>
            <a:r>
              <a:rPr sz="1400" spc="-25" dirty="0">
                <a:solidFill>
                  <a:srgbClr val="231F20"/>
                </a:solidFill>
                <a:latin typeface="Gill Sans MT"/>
                <a:cs typeface="Gill Sans MT"/>
              </a:rPr>
              <a:t>Double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85" dirty="0">
                <a:solidFill>
                  <a:srgbClr val="231F20"/>
                </a:solidFill>
                <a:latin typeface="Gill Sans MT"/>
                <a:cs typeface="Gill Sans MT"/>
              </a:rPr>
              <a:t>row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main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scraper</a:t>
            </a:r>
            <a:endParaRPr sz="1400" dirty="0">
              <a:latin typeface="Gill Sans MT"/>
              <a:cs typeface="Gill Sans MT"/>
            </a:endParaRPr>
          </a:p>
          <a:p>
            <a:pPr marL="225425" marR="5080" indent="106045">
              <a:lnSpc>
                <a:spcPct val="157700"/>
              </a:lnSpc>
            </a:pPr>
            <a:r>
              <a:rPr sz="1400" spc="-60" dirty="0">
                <a:solidFill>
                  <a:srgbClr val="231F20"/>
                </a:solidFill>
                <a:latin typeface="Gill Sans MT"/>
                <a:cs typeface="Gill Sans MT"/>
              </a:rPr>
              <a:t>For</a:t>
            </a:r>
            <a:r>
              <a:rPr sz="1400" spc="-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medium</a:t>
            </a:r>
            <a:r>
              <a:rPr sz="1400" spc="-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85" dirty="0">
                <a:solidFill>
                  <a:srgbClr val="231F20"/>
                </a:solidFill>
                <a:latin typeface="Gill Sans MT"/>
                <a:cs typeface="Gill Sans MT"/>
              </a:rPr>
              <a:t>to</a:t>
            </a:r>
            <a:r>
              <a:rPr sz="1400" spc="-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heavy</a:t>
            </a:r>
            <a:r>
              <a:rPr sz="1400" spc="-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duty</a:t>
            </a:r>
            <a:r>
              <a:rPr sz="1400" spc="-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belt</a:t>
            </a:r>
            <a:r>
              <a:rPr sz="1400" spc="-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applications </a:t>
            </a:r>
            <a:r>
              <a:rPr sz="1400" spc="-60" dirty="0">
                <a:solidFill>
                  <a:srgbClr val="231F20"/>
                </a:solidFill>
                <a:latin typeface="Gill Sans MT"/>
                <a:cs typeface="Gill Sans MT"/>
              </a:rPr>
              <a:t>For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belt</a:t>
            </a:r>
            <a:r>
              <a:rPr sz="1400" spc="-4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widths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55" dirty="0">
                <a:solidFill>
                  <a:srgbClr val="231F20"/>
                </a:solidFill>
                <a:latin typeface="Gill Sans MT"/>
                <a:cs typeface="Gill Sans MT"/>
              </a:rPr>
              <a:t>from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90" dirty="0">
                <a:solidFill>
                  <a:srgbClr val="231F20"/>
                </a:solidFill>
                <a:latin typeface="Gill Sans MT"/>
                <a:cs typeface="Gill Sans MT"/>
              </a:rPr>
              <a:t>650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up</a:t>
            </a:r>
            <a:r>
              <a:rPr sz="1400" spc="-4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85" dirty="0">
                <a:solidFill>
                  <a:srgbClr val="231F20"/>
                </a:solidFill>
                <a:latin typeface="Gill Sans MT"/>
                <a:cs typeface="Gill Sans MT"/>
              </a:rPr>
              <a:t>to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90" dirty="0">
                <a:solidFill>
                  <a:srgbClr val="231F20"/>
                </a:solidFill>
                <a:latin typeface="Gill Sans MT"/>
                <a:cs typeface="Gill Sans MT"/>
              </a:rPr>
              <a:t>2000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25" dirty="0">
                <a:solidFill>
                  <a:srgbClr val="231F20"/>
                </a:solidFill>
                <a:latin typeface="Gill Sans MT"/>
                <a:cs typeface="Gill Sans MT"/>
              </a:rPr>
              <a:t>mm</a:t>
            </a:r>
            <a:endParaRPr sz="1400" dirty="0">
              <a:latin typeface="Gill Sans MT"/>
              <a:cs typeface="Gill Sans MT"/>
            </a:endParaRPr>
          </a:p>
          <a:p>
            <a:pPr marL="12700" marR="1184275" indent="106045">
              <a:lnSpc>
                <a:spcPct val="157700"/>
              </a:lnSpc>
              <a:spcBef>
                <a:spcPts val="5"/>
              </a:spcBef>
            </a:pPr>
            <a:r>
              <a:rPr sz="1400" spc="-70" dirty="0">
                <a:solidFill>
                  <a:srgbClr val="231F20"/>
                </a:solidFill>
                <a:latin typeface="Gill Sans MT"/>
                <a:cs typeface="Gill Sans MT"/>
              </a:rPr>
              <a:t>For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belt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speeds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up</a:t>
            </a:r>
            <a:r>
              <a:rPr sz="1400" spc="-4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85" dirty="0">
                <a:solidFill>
                  <a:srgbClr val="231F20"/>
                </a:solidFill>
                <a:latin typeface="Gill Sans MT"/>
                <a:cs typeface="Gill Sans MT"/>
              </a:rPr>
              <a:t>to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lang="en-US" sz="1400" spc="70" dirty="0">
                <a:solidFill>
                  <a:srgbClr val="231F20"/>
                </a:solidFill>
                <a:latin typeface="Gill Sans MT"/>
                <a:cs typeface="Gill Sans MT"/>
              </a:rPr>
              <a:t>6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25" dirty="0">
                <a:solidFill>
                  <a:srgbClr val="231F20"/>
                </a:solidFill>
                <a:latin typeface="Gill Sans MT"/>
                <a:cs typeface="Gill Sans MT"/>
              </a:rPr>
              <a:t>m/s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Installed</a:t>
            </a:r>
            <a:r>
              <a:rPr sz="1400" spc="-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on</a:t>
            </a:r>
            <a:r>
              <a:rPr sz="1400" spc="-1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35" dirty="0">
                <a:solidFill>
                  <a:srgbClr val="231F20"/>
                </a:solidFill>
                <a:latin typeface="Gill Sans MT"/>
                <a:cs typeface="Gill Sans MT"/>
              </a:rPr>
              <a:t>the</a:t>
            </a:r>
            <a:r>
              <a:rPr sz="1400" spc="-1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231F20"/>
                </a:solidFill>
                <a:latin typeface="Gill Sans MT"/>
                <a:cs typeface="Gill Sans MT"/>
              </a:rPr>
              <a:t>head</a:t>
            </a:r>
            <a:r>
              <a:rPr sz="1400" spc="-1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1400" spc="-10" dirty="0">
                <a:solidFill>
                  <a:srgbClr val="231F20"/>
                </a:solidFill>
                <a:latin typeface="Gill Sans MT"/>
                <a:cs typeface="Gill Sans MT"/>
              </a:rPr>
              <a:t>pulley</a:t>
            </a:r>
            <a:endParaRPr sz="1400" dirty="0">
              <a:latin typeface="Gill Sans MT"/>
              <a:cs typeface="Gill Sans MT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899547" y="4999342"/>
            <a:ext cx="121500" cy="12150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86720" y="5325808"/>
            <a:ext cx="121500" cy="121513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680714" y="5657900"/>
            <a:ext cx="121488" cy="12150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582682" y="5992393"/>
            <a:ext cx="121500" cy="12150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99700" y="6327800"/>
            <a:ext cx="121500" cy="121513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8825662" y="7289228"/>
            <a:ext cx="151955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0361T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20020201</a:t>
            </a:r>
            <a:r>
              <a:rPr sz="600" spc="3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8CB199A-30BC-E2C2-D44B-4C3A214C0037}"/>
              </a:ext>
            </a:extLst>
          </p:cNvPr>
          <p:cNvGrpSpPr/>
          <p:nvPr/>
        </p:nvGrpSpPr>
        <p:grpSpPr>
          <a:xfrm>
            <a:off x="7734934" y="385445"/>
            <a:ext cx="2717166" cy="954405"/>
            <a:chOff x="7734934" y="309245"/>
            <a:chExt cx="2717166" cy="954405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ADAA2B0-AE5C-C38F-16AA-50942352AC3E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0" name="Picture 59" descr="A close-up of a logo&#10;&#10;AI-generated content may be incorrect.">
              <a:extLst>
                <a:ext uri="{FF2B5EF4-FFF2-40B4-BE49-F238E27FC236}">
                  <a16:creationId xmlns:a16="http://schemas.microsoft.com/office/drawing/2014/main" id="{DE39CB82-B026-F59B-828B-CB3DCC5F9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510" y="1513523"/>
            <a:ext cx="8963139" cy="54651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860325" y="4804410"/>
            <a:ext cx="31940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195" dirty="0">
                <a:solidFill>
                  <a:srgbClr val="231F20"/>
                </a:solidFill>
                <a:latin typeface="Gill Sans MT"/>
                <a:cs typeface="Gill Sans MT"/>
              </a:rPr>
              <a:t>5˚</a:t>
            </a:r>
            <a:endParaRPr sz="2100" dirty="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32519" y="7295629"/>
            <a:ext cx="1512570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0370T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7212" y="459231"/>
            <a:ext cx="34436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spc="-555" dirty="0"/>
              <a:t>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7212" y="827521"/>
            <a:ext cx="9043035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231F20"/>
                </a:solidFill>
                <a:latin typeface="Gill Sans MT"/>
                <a:cs typeface="Gill Sans MT"/>
              </a:rPr>
              <a:t>Characteristics</a:t>
            </a:r>
            <a:r>
              <a:rPr sz="2400" b="1" spc="-1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400" b="1" spc="75" dirty="0">
                <a:solidFill>
                  <a:srgbClr val="231F20"/>
                </a:solidFill>
                <a:latin typeface="Gill Sans MT"/>
                <a:cs typeface="Gill Sans MT"/>
              </a:rPr>
              <a:t>of</a:t>
            </a:r>
            <a:r>
              <a:rPr sz="2400" b="1" spc="-9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400" b="1" dirty="0">
                <a:solidFill>
                  <a:srgbClr val="231F20"/>
                </a:solidFill>
                <a:latin typeface="Gill Sans MT"/>
                <a:cs typeface="Gill Sans MT"/>
              </a:rPr>
              <a:t>the</a:t>
            </a:r>
            <a:r>
              <a:rPr sz="2400" b="1" spc="-9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400" b="1" spc="50" dirty="0">
                <a:solidFill>
                  <a:srgbClr val="231F20"/>
                </a:solidFill>
                <a:latin typeface="Gill Sans MT"/>
                <a:cs typeface="Gill Sans MT"/>
              </a:rPr>
              <a:t>assembly</a:t>
            </a:r>
            <a:r>
              <a:rPr lang="en-US" sz="2400" b="1" spc="-9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400" b="1" spc="-25" dirty="0">
                <a:solidFill>
                  <a:srgbClr val="231F20"/>
                </a:solidFill>
                <a:latin typeface="Gill Sans MT"/>
                <a:cs typeface="Gill Sans MT"/>
              </a:rPr>
              <a:t>carrier</a:t>
            </a:r>
            <a:endParaRPr lang="en-US" sz="2400" b="1" spc="-95" dirty="0">
              <a:solidFill>
                <a:srgbClr val="231F20"/>
              </a:solidFill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231F20"/>
                </a:solidFill>
                <a:latin typeface="Gill Sans MT"/>
                <a:cs typeface="Gill Sans MT"/>
              </a:rPr>
              <a:t>Position</a:t>
            </a:r>
            <a:r>
              <a:rPr sz="2400" b="1" spc="-9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400" b="1" spc="75" dirty="0">
                <a:solidFill>
                  <a:srgbClr val="231F20"/>
                </a:solidFill>
                <a:latin typeface="Gill Sans MT"/>
                <a:cs typeface="Gill Sans MT"/>
              </a:rPr>
              <a:t>of</a:t>
            </a:r>
            <a:r>
              <a:rPr sz="2400" b="1" spc="-9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400" b="1" dirty="0">
                <a:solidFill>
                  <a:srgbClr val="231F20"/>
                </a:solidFill>
                <a:latin typeface="Gill Sans MT"/>
                <a:cs typeface="Gill Sans MT"/>
              </a:rPr>
              <a:t>the</a:t>
            </a:r>
            <a:r>
              <a:rPr sz="2400" b="1" spc="-9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400" b="1" spc="-10" dirty="0">
                <a:solidFill>
                  <a:srgbClr val="231F20"/>
                </a:solidFill>
                <a:latin typeface="Gill Sans MT"/>
                <a:cs typeface="Gill Sans MT"/>
              </a:rPr>
              <a:t>modules</a:t>
            </a:r>
            <a:endParaRPr sz="2400" dirty="0">
              <a:latin typeface="Gill Sans MT"/>
              <a:cs typeface="Gill Sans M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4B0FAD-EA96-8AFF-5F5F-A234E59D4CC4}"/>
              </a:ext>
            </a:extLst>
          </p:cNvPr>
          <p:cNvGrpSpPr/>
          <p:nvPr/>
        </p:nvGrpSpPr>
        <p:grpSpPr>
          <a:xfrm>
            <a:off x="7734934" y="385445"/>
            <a:ext cx="2717166" cy="954405"/>
            <a:chOff x="7734934" y="309245"/>
            <a:chExt cx="2717166" cy="95440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8DE1754-4526-6C10-327B-AD31D7FBB4C6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 descr="A close-up of a logo&#10;&#10;AI-generated content may be incorrect.">
              <a:extLst>
                <a:ext uri="{FF2B5EF4-FFF2-40B4-BE49-F238E27FC236}">
                  <a16:creationId xmlns:a16="http://schemas.microsoft.com/office/drawing/2014/main" id="{7B364824-E425-5DFA-0BE9-23F59F540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4248" y="1421879"/>
            <a:ext cx="4484738" cy="170670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972752" y="3932567"/>
            <a:ext cx="7157720" cy="2465070"/>
            <a:chOff x="2972752" y="3932567"/>
            <a:chExt cx="7157720" cy="2465070"/>
          </a:xfrm>
        </p:grpSpPr>
        <p:sp>
          <p:nvSpPr>
            <p:cNvPr id="4" name="object 4"/>
            <p:cNvSpPr/>
            <p:nvPr/>
          </p:nvSpPr>
          <p:spPr>
            <a:xfrm>
              <a:off x="7594358" y="3935742"/>
              <a:ext cx="2533015" cy="701040"/>
            </a:xfrm>
            <a:custGeom>
              <a:avLst/>
              <a:gdLst/>
              <a:ahLst/>
              <a:cxnLst/>
              <a:rect l="l" t="t" r="r" b="b"/>
              <a:pathLst>
                <a:path w="2533015" h="701039">
                  <a:moveTo>
                    <a:pt x="0" y="299351"/>
                  </a:moveTo>
                  <a:lnTo>
                    <a:pt x="61137" y="700620"/>
                  </a:lnTo>
                  <a:lnTo>
                    <a:pt x="2492933" y="402539"/>
                  </a:lnTo>
                  <a:lnTo>
                    <a:pt x="2500579" y="401269"/>
                  </a:lnTo>
                  <a:lnTo>
                    <a:pt x="2522070" y="364001"/>
                  </a:lnTo>
                  <a:lnTo>
                    <a:pt x="2530271" y="322920"/>
                  </a:lnTo>
                  <a:lnTo>
                    <a:pt x="2532430" y="282790"/>
                  </a:lnTo>
                  <a:lnTo>
                    <a:pt x="2531972" y="254322"/>
                  </a:lnTo>
                  <a:lnTo>
                    <a:pt x="2528664" y="213162"/>
                  </a:lnTo>
                  <a:lnTo>
                    <a:pt x="2522729" y="172075"/>
                  </a:lnTo>
                  <a:lnTo>
                    <a:pt x="2513693" y="131071"/>
                  </a:lnTo>
                  <a:lnTo>
                    <a:pt x="2497709" y="81043"/>
                  </a:lnTo>
                  <a:lnTo>
                    <a:pt x="2478859" y="40041"/>
                  </a:lnTo>
                  <a:lnTo>
                    <a:pt x="2452166" y="6350"/>
                  </a:lnTo>
                  <a:lnTo>
                    <a:pt x="2438158" y="0"/>
                  </a:lnTo>
                  <a:lnTo>
                    <a:pt x="0" y="299351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4358" y="3935742"/>
              <a:ext cx="2533015" cy="701040"/>
            </a:xfrm>
            <a:custGeom>
              <a:avLst/>
              <a:gdLst/>
              <a:ahLst/>
              <a:cxnLst/>
              <a:rect l="l" t="t" r="r" b="b"/>
              <a:pathLst>
                <a:path w="2533015" h="701039">
                  <a:moveTo>
                    <a:pt x="0" y="299351"/>
                  </a:moveTo>
                  <a:lnTo>
                    <a:pt x="2438158" y="0"/>
                  </a:lnTo>
                  <a:lnTo>
                    <a:pt x="2443251" y="1269"/>
                  </a:lnTo>
                  <a:lnTo>
                    <a:pt x="2448344" y="2539"/>
                  </a:lnTo>
                  <a:lnTo>
                    <a:pt x="2478859" y="40041"/>
                  </a:lnTo>
                  <a:lnTo>
                    <a:pt x="2497709" y="81043"/>
                  </a:lnTo>
                  <a:lnTo>
                    <a:pt x="2513693" y="131071"/>
                  </a:lnTo>
                  <a:lnTo>
                    <a:pt x="2522729" y="172075"/>
                  </a:lnTo>
                  <a:lnTo>
                    <a:pt x="2528664" y="213162"/>
                  </a:lnTo>
                  <a:lnTo>
                    <a:pt x="2531972" y="254322"/>
                  </a:lnTo>
                  <a:lnTo>
                    <a:pt x="2532430" y="275145"/>
                  </a:lnTo>
                  <a:lnTo>
                    <a:pt x="2532430" y="277698"/>
                  </a:lnTo>
                  <a:lnTo>
                    <a:pt x="2532430" y="280250"/>
                  </a:lnTo>
                  <a:lnTo>
                    <a:pt x="2532430" y="282790"/>
                  </a:lnTo>
                  <a:lnTo>
                    <a:pt x="2532190" y="296165"/>
                  </a:lnTo>
                  <a:lnTo>
                    <a:pt x="2528595" y="336295"/>
                  </a:lnTo>
                  <a:lnTo>
                    <a:pt x="2516954" y="377140"/>
                  </a:lnTo>
                  <a:lnTo>
                    <a:pt x="2492933" y="402539"/>
                  </a:lnTo>
                  <a:lnTo>
                    <a:pt x="61137" y="700620"/>
                  </a:lnTo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52321" y="4276509"/>
              <a:ext cx="151561" cy="1426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52321" y="4554181"/>
              <a:ext cx="159207" cy="8407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427480" y="4147197"/>
              <a:ext cx="168275" cy="605155"/>
            </a:xfrm>
            <a:custGeom>
              <a:avLst/>
              <a:gdLst/>
              <a:ahLst/>
              <a:cxnLst/>
              <a:rect l="l" t="t" r="r" b="b"/>
              <a:pathLst>
                <a:path w="168275" h="605154">
                  <a:moveTo>
                    <a:pt x="0" y="0"/>
                  </a:moveTo>
                  <a:lnTo>
                    <a:pt x="0" y="453504"/>
                  </a:lnTo>
                  <a:lnTo>
                    <a:pt x="168135" y="605091"/>
                  </a:lnTo>
                  <a:lnTo>
                    <a:pt x="168135" y="151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27480" y="4147197"/>
              <a:ext cx="168275" cy="605155"/>
            </a:xfrm>
            <a:custGeom>
              <a:avLst/>
              <a:gdLst/>
              <a:ahLst/>
              <a:cxnLst/>
              <a:rect l="l" t="t" r="r" b="b"/>
              <a:pathLst>
                <a:path w="168275" h="605154">
                  <a:moveTo>
                    <a:pt x="0" y="0"/>
                  </a:moveTo>
                  <a:lnTo>
                    <a:pt x="168135" y="151587"/>
                  </a:lnTo>
                  <a:lnTo>
                    <a:pt x="168135" y="605091"/>
                  </a:lnTo>
                  <a:lnTo>
                    <a:pt x="0" y="45350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4305" y="4136390"/>
              <a:ext cx="234048" cy="16556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595616" y="4290987"/>
              <a:ext cx="60325" cy="461645"/>
            </a:xfrm>
            <a:custGeom>
              <a:avLst/>
              <a:gdLst/>
              <a:ahLst/>
              <a:cxnLst/>
              <a:rect l="l" t="t" r="r" b="b"/>
              <a:pathLst>
                <a:path w="60325" h="461645">
                  <a:moveTo>
                    <a:pt x="0" y="7797"/>
                  </a:moveTo>
                  <a:lnTo>
                    <a:pt x="0" y="461302"/>
                  </a:lnTo>
                  <a:lnTo>
                    <a:pt x="59880" y="453656"/>
                  </a:lnTo>
                  <a:lnTo>
                    <a:pt x="59563" y="0"/>
                  </a:lnTo>
                  <a:lnTo>
                    <a:pt x="0" y="7797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95616" y="4290987"/>
              <a:ext cx="60325" cy="461645"/>
            </a:xfrm>
            <a:custGeom>
              <a:avLst/>
              <a:gdLst/>
              <a:ahLst/>
              <a:cxnLst/>
              <a:rect l="l" t="t" r="r" b="b"/>
              <a:pathLst>
                <a:path w="60325" h="461645">
                  <a:moveTo>
                    <a:pt x="0" y="7797"/>
                  </a:moveTo>
                  <a:lnTo>
                    <a:pt x="59563" y="0"/>
                  </a:lnTo>
                  <a:lnTo>
                    <a:pt x="59880" y="453656"/>
                  </a:lnTo>
                  <a:lnTo>
                    <a:pt x="0" y="461302"/>
                  </a:lnTo>
                  <a:lnTo>
                    <a:pt x="0" y="7797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44028" y="4213440"/>
              <a:ext cx="23495" cy="69215"/>
            </a:xfrm>
            <a:custGeom>
              <a:avLst/>
              <a:gdLst/>
              <a:ahLst/>
              <a:cxnLst/>
              <a:rect l="l" t="t" r="r" b="b"/>
              <a:pathLst>
                <a:path w="23495" h="69214">
                  <a:moveTo>
                    <a:pt x="0" y="11455"/>
                  </a:moveTo>
                  <a:lnTo>
                    <a:pt x="0" y="35661"/>
                  </a:lnTo>
                  <a:lnTo>
                    <a:pt x="1282" y="40766"/>
                  </a:lnTo>
                  <a:lnTo>
                    <a:pt x="1282" y="45847"/>
                  </a:lnTo>
                  <a:lnTo>
                    <a:pt x="5105" y="57315"/>
                  </a:lnTo>
                  <a:lnTo>
                    <a:pt x="7645" y="62420"/>
                  </a:lnTo>
                  <a:lnTo>
                    <a:pt x="10198" y="66230"/>
                  </a:lnTo>
                  <a:lnTo>
                    <a:pt x="12738" y="68783"/>
                  </a:lnTo>
                  <a:lnTo>
                    <a:pt x="17843" y="68783"/>
                  </a:lnTo>
                  <a:lnTo>
                    <a:pt x="17843" y="67513"/>
                  </a:lnTo>
                  <a:lnTo>
                    <a:pt x="20383" y="63690"/>
                  </a:lnTo>
                  <a:lnTo>
                    <a:pt x="21653" y="61150"/>
                  </a:lnTo>
                  <a:lnTo>
                    <a:pt x="21653" y="58597"/>
                  </a:lnTo>
                  <a:lnTo>
                    <a:pt x="22936" y="54775"/>
                  </a:lnTo>
                  <a:lnTo>
                    <a:pt x="22936" y="38214"/>
                  </a:lnTo>
                  <a:lnTo>
                    <a:pt x="21653" y="33108"/>
                  </a:lnTo>
                  <a:lnTo>
                    <a:pt x="21653" y="28003"/>
                  </a:lnTo>
                  <a:lnTo>
                    <a:pt x="20383" y="24180"/>
                  </a:lnTo>
                  <a:lnTo>
                    <a:pt x="19113" y="19100"/>
                  </a:lnTo>
                  <a:lnTo>
                    <a:pt x="17843" y="16560"/>
                  </a:lnTo>
                  <a:lnTo>
                    <a:pt x="17843" y="12738"/>
                  </a:lnTo>
                  <a:lnTo>
                    <a:pt x="15290" y="8915"/>
                  </a:lnTo>
                  <a:lnTo>
                    <a:pt x="12738" y="3822"/>
                  </a:lnTo>
                  <a:lnTo>
                    <a:pt x="10198" y="1270"/>
                  </a:lnTo>
                  <a:lnTo>
                    <a:pt x="10198" y="0"/>
                  </a:lnTo>
                  <a:lnTo>
                    <a:pt x="6375" y="0"/>
                  </a:lnTo>
                  <a:lnTo>
                    <a:pt x="5105" y="0"/>
                  </a:lnTo>
                  <a:lnTo>
                    <a:pt x="5105" y="1270"/>
                  </a:lnTo>
                  <a:lnTo>
                    <a:pt x="3822" y="2552"/>
                  </a:lnTo>
                  <a:lnTo>
                    <a:pt x="1282" y="7645"/>
                  </a:lnTo>
                  <a:lnTo>
                    <a:pt x="0" y="11455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444028" y="4213440"/>
              <a:ext cx="23495" cy="69215"/>
            </a:xfrm>
            <a:custGeom>
              <a:avLst/>
              <a:gdLst/>
              <a:ahLst/>
              <a:cxnLst/>
              <a:rect l="l" t="t" r="r" b="b"/>
              <a:pathLst>
                <a:path w="23495" h="69214">
                  <a:moveTo>
                    <a:pt x="6375" y="0"/>
                  </a:moveTo>
                  <a:lnTo>
                    <a:pt x="5105" y="0"/>
                  </a:lnTo>
                  <a:lnTo>
                    <a:pt x="5105" y="1270"/>
                  </a:lnTo>
                  <a:lnTo>
                    <a:pt x="3822" y="2552"/>
                  </a:lnTo>
                  <a:lnTo>
                    <a:pt x="2552" y="5092"/>
                  </a:lnTo>
                  <a:lnTo>
                    <a:pt x="1282" y="7645"/>
                  </a:lnTo>
                  <a:lnTo>
                    <a:pt x="0" y="11455"/>
                  </a:lnTo>
                  <a:lnTo>
                    <a:pt x="0" y="15290"/>
                  </a:lnTo>
                  <a:lnTo>
                    <a:pt x="0" y="17830"/>
                  </a:lnTo>
                  <a:lnTo>
                    <a:pt x="0" y="21653"/>
                  </a:lnTo>
                  <a:lnTo>
                    <a:pt x="0" y="35661"/>
                  </a:lnTo>
                  <a:lnTo>
                    <a:pt x="1282" y="40766"/>
                  </a:lnTo>
                  <a:lnTo>
                    <a:pt x="1282" y="45847"/>
                  </a:lnTo>
                  <a:lnTo>
                    <a:pt x="2552" y="49682"/>
                  </a:lnTo>
                  <a:lnTo>
                    <a:pt x="12738" y="68783"/>
                  </a:lnTo>
                  <a:lnTo>
                    <a:pt x="14020" y="68783"/>
                  </a:lnTo>
                  <a:lnTo>
                    <a:pt x="15290" y="68783"/>
                  </a:lnTo>
                  <a:lnTo>
                    <a:pt x="16560" y="68783"/>
                  </a:lnTo>
                  <a:lnTo>
                    <a:pt x="17843" y="68783"/>
                  </a:lnTo>
                  <a:lnTo>
                    <a:pt x="17843" y="67513"/>
                  </a:lnTo>
                  <a:lnTo>
                    <a:pt x="20383" y="63690"/>
                  </a:lnTo>
                  <a:lnTo>
                    <a:pt x="21653" y="61150"/>
                  </a:lnTo>
                  <a:lnTo>
                    <a:pt x="21653" y="58597"/>
                  </a:lnTo>
                  <a:lnTo>
                    <a:pt x="22936" y="54775"/>
                  </a:lnTo>
                  <a:lnTo>
                    <a:pt x="22936" y="50952"/>
                  </a:lnTo>
                  <a:lnTo>
                    <a:pt x="22936" y="47129"/>
                  </a:lnTo>
                  <a:lnTo>
                    <a:pt x="22936" y="42037"/>
                  </a:lnTo>
                  <a:lnTo>
                    <a:pt x="22936" y="38214"/>
                  </a:lnTo>
                  <a:lnTo>
                    <a:pt x="21653" y="33108"/>
                  </a:lnTo>
                  <a:lnTo>
                    <a:pt x="21653" y="28003"/>
                  </a:lnTo>
                  <a:lnTo>
                    <a:pt x="20383" y="24180"/>
                  </a:lnTo>
                  <a:lnTo>
                    <a:pt x="19113" y="19100"/>
                  </a:lnTo>
                  <a:lnTo>
                    <a:pt x="17843" y="16560"/>
                  </a:lnTo>
                  <a:lnTo>
                    <a:pt x="17843" y="12738"/>
                  </a:lnTo>
                  <a:lnTo>
                    <a:pt x="15290" y="8915"/>
                  </a:lnTo>
                  <a:lnTo>
                    <a:pt x="14020" y="6375"/>
                  </a:lnTo>
                  <a:lnTo>
                    <a:pt x="12738" y="3822"/>
                  </a:lnTo>
                  <a:lnTo>
                    <a:pt x="10198" y="1270"/>
                  </a:lnTo>
                  <a:lnTo>
                    <a:pt x="10198" y="0"/>
                  </a:lnTo>
                  <a:lnTo>
                    <a:pt x="8915" y="0"/>
                  </a:lnTo>
                  <a:lnTo>
                    <a:pt x="7645" y="0"/>
                  </a:lnTo>
                  <a:lnTo>
                    <a:pt x="6375" y="0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56131" y="4315345"/>
              <a:ext cx="23495" cy="69215"/>
            </a:xfrm>
            <a:custGeom>
              <a:avLst/>
              <a:gdLst/>
              <a:ahLst/>
              <a:cxnLst/>
              <a:rect l="l" t="t" r="r" b="b"/>
              <a:pathLst>
                <a:path w="23495" h="69214">
                  <a:moveTo>
                    <a:pt x="21653" y="33096"/>
                  </a:moveTo>
                  <a:lnTo>
                    <a:pt x="21653" y="57327"/>
                  </a:lnTo>
                  <a:lnTo>
                    <a:pt x="22936" y="53505"/>
                  </a:lnTo>
                  <a:lnTo>
                    <a:pt x="22936" y="36944"/>
                  </a:lnTo>
                  <a:lnTo>
                    <a:pt x="21653" y="33096"/>
                  </a:lnTo>
                  <a:close/>
                </a:path>
                <a:path w="23495" h="69214">
                  <a:moveTo>
                    <a:pt x="0" y="14008"/>
                  </a:moveTo>
                  <a:lnTo>
                    <a:pt x="0" y="35674"/>
                  </a:lnTo>
                  <a:lnTo>
                    <a:pt x="1282" y="40766"/>
                  </a:lnTo>
                  <a:lnTo>
                    <a:pt x="2552" y="44589"/>
                  </a:lnTo>
                  <a:lnTo>
                    <a:pt x="3822" y="49682"/>
                  </a:lnTo>
                  <a:lnTo>
                    <a:pt x="3822" y="52222"/>
                  </a:lnTo>
                  <a:lnTo>
                    <a:pt x="6362" y="59867"/>
                  </a:lnTo>
                  <a:lnTo>
                    <a:pt x="7645" y="62420"/>
                  </a:lnTo>
                  <a:lnTo>
                    <a:pt x="14008" y="68783"/>
                  </a:lnTo>
                  <a:lnTo>
                    <a:pt x="16560" y="68783"/>
                  </a:lnTo>
                  <a:lnTo>
                    <a:pt x="19100" y="66243"/>
                  </a:lnTo>
                  <a:lnTo>
                    <a:pt x="21653" y="61137"/>
                  </a:lnTo>
                  <a:lnTo>
                    <a:pt x="21653" y="28028"/>
                  </a:lnTo>
                  <a:lnTo>
                    <a:pt x="20383" y="22923"/>
                  </a:lnTo>
                  <a:lnTo>
                    <a:pt x="19100" y="19113"/>
                  </a:lnTo>
                  <a:lnTo>
                    <a:pt x="19100" y="15290"/>
                  </a:lnTo>
                  <a:lnTo>
                    <a:pt x="17830" y="11468"/>
                  </a:lnTo>
                  <a:lnTo>
                    <a:pt x="16560" y="8915"/>
                  </a:lnTo>
                  <a:lnTo>
                    <a:pt x="15290" y="5092"/>
                  </a:lnTo>
                  <a:lnTo>
                    <a:pt x="12738" y="2552"/>
                  </a:lnTo>
                  <a:lnTo>
                    <a:pt x="10198" y="1282"/>
                  </a:lnTo>
                  <a:lnTo>
                    <a:pt x="10198" y="0"/>
                  </a:lnTo>
                  <a:lnTo>
                    <a:pt x="5092" y="0"/>
                  </a:lnTo>
                  <a:lnTo>
                    <a:pt x="3822" y="1282"/>
                  </a:lnTo>
                  <a:lnTo>
                    <a:pt x="2552" y="3822"/>
                  </a:lnTo>
                  <a:lnTo>
                    <a:pt x="1282" y="7645"/>
                  </a:lnTo>
                  <a:lnTo>
                    <a:pt x="1282" y="10185"/>
                  </a:lnTo>
                  <a:lnTo>
                    <a:pt x="0" y="14008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56131" y="4315345"/>
              <a:ext cx="23495" cy="69215"/>
            </a:xfrm>
            <a:custGeom>
              <a:avLst/>
              <a:gdLst/>
              <a:ahLst/>
              <a:cxnLst/>
              <a:rect l="l" t="t" r="r" b="b"/>
              <a:pathLst>
                <a:path w="23495" h="69214">
                  <a:moveTo>
                    <a:pt x="7645" y="0"/>
                  </a:moveTo>
                  <a:lnTo>
                    <a:pt x="6362" y="0"/>
                  </a:lnTo>
                  <a:lnTo>
                    <a:pt x="5092" y="0"/>
                  </a:lnTo>
                  <a:lnTo>
                    <a:pt x="3822" y="1282"/>
                  </a:lnTo>
                  <a:lnTo>
                    <a:pt x="2552" y="3822"/>
                  </a:lnTo>
                  <a:lnTo>
                    <a:pt x="1282" y="7645"/>
                  </a:lnTo>
                  <a:lnTo>
                    <a:pt x="1282" y="10185"/>
                  </a:lnTo>
                  <a:lnTo>
                    <a:pt x="0" y="14008"/>
                  </a:lnTo>
                  <a:lnTo>
                    <a:pt x="0" y="21653"/>
                  </a:lnTo>
                  <a:lnTo>
                    <a:pt x="0" y="35674"/>
                  </a:lnTo>
                  <a:lnTo>
                    <a:pt x="1282" y="40766"/>
                  </a:lnTo>
                  <a:lnTo>
                    <a:pt x="2552" y="44589"/>
                  </a:lnTo>
                  <a:lnTo>
                    <a:pt x="3822" y="49682"/>
                  </a:lnTo>
                  <a:lnTo>
                    <a:pt x="3822" y="52222"/>
                  </a:lnTo>
                  <a:lnTo>
                    <a:pt x="5092" y="56057"/>
                  </a:lnTo>
                  <a:lnTo>
                    <a:pt x="6362" y="59867"/>
                  </a:lnTo>
                  <a:lnTo>
                    <a:pt x="7645" y="62420"/>
                  </a:lnTo>
                  <a:lnTo>
                    <a:pt x="10198" y="64960"/>
                  </a:lnTo>
                  <a:lnTo>
                    <a:pt x="12738" y="67513"/>
                  </a:lnTo>
                  <a:lnTo>
                    <a:pt x="14008" y="68783"/>
                  </a:lnTo>
                  <a:lnTo>
                    <a:pt x="15290" y="68783"/>
                  </a:lnTo>
                  <a:lnTo>
                    <a:pt x="16560" y="68783"/>
                  </a:lnTo>
                  <a:lnTo>
                    <a:pt x="17830" y="67513"/>
                  </a:lnTo>
                  <a:lnTo>
                    <a:pt x="19100" y="66243"/>
                  </a:lnTo>
                  <a:lnTo>
                    <a:pt x="20383" y="63690"/>
                  </a:lnTo>
                  <a:lnTo>
                    <a:pt x="21653" y="61137"/>
                  </a:lnTo>
                  <a:lnTo>
                    <a:pt x="21653" y="57327"/>
                  </a:lnTo>
                  <a:lnTo>
                    <a:pt x="22936" y="53505"/>
                  </a:lnTo>
                  <a:lnTo>
                    <a:pt x="22936" y="36944"/>
                  </a:lnTo>
                  <a:lnTo>
                    <a:pt x="21653" y="33096"/>
                  </a:lnTo>
                  <a:lnTo>
                    <a:pt x="21653" y="28028"/>
                  </a:lnTo>
                  <a:lnTo>
                    <a:pt x="20383" y="22923"/>
                  </a:lnTo>
                  <a:lnTo>
                    <a:pt x="19100" y="19113"/>
                  </a:lnTo>
                  <a:lnTo>
                    <a:pt x="19100" y="15290"/>
                  </a:lnTo>
                  <a:lnTo>
                    <a:pt x="17830" y="11468"/>
                  </a:lnTo>
                  <a:lnTo>
                    <a:pt x="16560" y="8915"/>
                  </a:lnTo>
                  <a:lnTo>
                    <a:pt x="15290" y="5092"/>
                  </a:lnTo>
                  <a:lnTo>
                    <a:pt x="12738" y="2552"/>
                  </a:lnTo>
                  <a:lnTo>
                    <a:pt x="10198" y="1282"/>
                  </a:lnTo>
                  <a:lnTo>
                    <a:pt x="10198" y="0"/>
                  </a:lnTo>
                  <a:lnTo>
                    <a:pt x="8915" y="0"/>
                  </a:lnTo>
                  <a:lnTo>
                    <a:pt x="7645" y="0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556131" y="4617250"/>
              <a:ext cx="23495" cy="69215"/>
            </a:xfrm>
            <a:custGeom>
              <a:avLst/>
              <a:gdLst/>
              <a:ahLst/>
              <a:cxnLst/>
              <a:rect l="l" t="t" r="r" b="b"/>
              <a:pathLst>
                <a:path w="23495" h="69214">
                  <a:moveTo>
                    <a:pt x="0" y="14008"/>
                  </a:moveTo>
                  <a:lnTo>
                    <a:pt x="0" y="35674"/>
                  </a:lnTo>
                  <a:lnTo>
                    <a:pt x="2552" y="45847"/>
                  </a:lnTo>
                  <a:lnTo>
                    <a:pt x="3822" y="49657"/>
                  </a:lnTo>
                  <a:lnTo>
                    <a:pt x="3822" y="53505"/>
                  </a:lnTo>
                  <a:lnTo>
                    <a:pt x="5092" y="56045"/>
                  </a:lnTo>
                  <a:lnTo>
                    <a:pt x="6362" y="59867"/>
                  </a:lnTo>
                  <a:lnTo>
                    <a:pt x="7645" y="62420"/>
                  </a:lnTo>
                  <a:lnTo>
                    <a:pt x="12738" y="67513"/>
                  </a:lnTo>
                  <a:lnTo>
                    <a:pt x="12738" y="68783"/>
                  </a:lnTo>
                  <a:lnTo>
                    <a:pt x="16560" y="68783"/>
                  </a:lnTo>
                  <a:lnTo>
                    <a:pt x="19100" y="66243"/>
                  </a:lnTo>
                  <a:lnTo>
                    <a:pt x="21653" y="61137"/>
                  </a:lnTo>
                  <a:lnTo>
                    <a:pt x="21653" y="57327"/>
                  </a:lnTo>
                  <a:lnTo>
                    <a:pt x="22936" y="54775"/>
                  </a:lnTo>
                  <a:lnTo>
                    <a:pt x="22936" y="38214"/>
                  </a:lnTo>
                  <a:lnTo>
                    <a:pt x="21653" y="33121"/>
                  </a:lnTo>
                  <a:lnTo>
                    <a:pt x="21653" y="28016"/>
                  </a:lnTo>
                  <a:lnTo>
                    <a:pt x="20383" y="24206"/>
                  </a:lnTo>
                  <a:lnTo>
                    <a:pt x="19100" y="19100"/>
                  </a:lnTo>
                  <a:lnTo>
                    <a:pt x="19100" y="15290"/>
                  </a:lnTo>
                  <a:lnTo>
                    <a:pt x="17830" y="12738"/>
                  </a:lnTo>
                  <a:lnTo>
                    <a:pt x="16560" y="8915"/>
                  </a:lnTo>
                  <a:lnTo>
                    <a:pt x="15290" y="6362"/>
                  </a:lnTo>
                  <a:lnTo>
                    <a:pt x="10198" y="1282"/>
                  </a:lnTo>
                  <a:lnTo>
                    <a:pt x="10198" y="0"/>
                  </a:lnTo>
                  <a:lnTo>
                    <a:pt x="7645" y="0"/>
                  </a:lnTo>
                  <a:lnTo>
                    <a:pt x="6362" y="0"/>
                  </a:lnTo>
                  <a:lnTo>
                    <a:pt x="3822" y="2552"/>
                  </a:lnTo>
                  <a:lnTo>
                    <a:pt x="1282" y="7645"/>
                  </a:lnTo>
                  <a:lnTo>
                    <a:pt x="1282" y="11468"/>
                  </a:lnTo>
                  <a:lnTo>
                    <a:pt x="0" y="14008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556131" y="4617250"/>
              <a:ext cx="23495" cy="69215"/>
            </a:xfrm>
            <a:custGeom>
              <a:avLst/>
              <a:gdLst/>
              <a:ahLst/>
              <a:cxnLst/>
              <a:rect l="l" t="t" r="r" b="b"/>
              <a:pathLst>
                <a:path w="23495" h="69214">
                  <a:moveTo>
                    <a:pt x="7645" y="0"/>
                  </a:moveTo>
                  <a:lnTo>
                    <a:pt x="6362" y="0"/>
                  </a:lnTo>
                  <a:lnTo>
                    <a:pt x="5092" y="1282"/>
                  </a:lnTo>
                  <a:lnTo>
                    <a:pt x="3822" y="2552"/>
                  </a:lnTo>
                  <a:lnTo>
                    <a:pt x="2552" y="5092"/>
                  </a:lnTo>
                  <a:lnTo>
                    <a:pt x="1282" y="7645"/>
                  </a:lnTo>
                  <a:lnTo>
                    <a:pt x="1282" y="11468"/>
                  </a:lnTo>
                  <a:lnTo>
                    <a:pt x="0" y="14008"/>
                  </a:lnTo>
                  <a:lnTo>
                    <a:pt x="0" y="21653"/>
                  </a:lnTo>
                  <a:lnTo>
                    <a:pt x="0" y="35674"/>
                  </a:lnTo>
                  <a:lnTo>
                    <a:pt x="1282" y="40767"/>
                  </a:lnTo>
                  <a:lnTo>
                    <a:pt x="2552" y="45847"/>
                  </a:lnTo>
                  <a:lnTo>
                    <a:pt x="3822" y="49657"/>
                  </a:lnTo>
                  <a:lnTo>
                    <a:pt x="3822" y="53505"/>
                  </a:lnTo>
                  <a:lnTo>
                    <a:pt x="5092" y="56045"/>
                  </a:lnTo>
                  <a:lnTo>
                    <a:pt x="6362" y="59867"/>
                  </a:lnTo>
                  <a:lnTo>
                    <a:pt x="7645" y="62420"/>
                  </a:lnTo>
                  <a:lnTo>
                    <a:pt x="10198" y="64960"/>
                  </a:lnTo>
                  <a:lnTo>
                    <a:pt x="12738" y="67513"/>
                  </a:lnTo>
                  <a:lnTo>
                    <a:pt x="12738" y="68783"/>
                  </a:lnTo>
                  <a:lnTo>
                    <a:pt x="14008" y="68783"/>
                  </a:lnTo>
                  <a:lnTo>
                    <a:pt x="15290" y="68783"/>
                  </a:lnTo>
                  <a:lnTo>
                    <a:pt x="16560" y="68783"/>
                  </a:lnTo>
                  <a:lnTo>
                    <a:pt x="17830" y="67513"/>
                  </a:lnTo>
                  <a:lnTo>
                    <a:pt x="19100" y="66243"/>
                  </a:lnTo>
                  <a:lnTo>
                    <a:pt x="20383" y="63690"/>
                  </a:lnTo>
                  <a:lnTo>
                    <a:pt x="21653" y="61137"/>
                  </a:lnTo>
                  <a:lnTo>
                    <a:pt x="21653" y="57327"/>
                  </a:lnTo>
                  <a:lnTo>
                    <a:pt x="22936" y="54775"/>
                  </a:lnTo>
                  <a:lnTo>
                    <a:pt x="22936" y="50939"/>
                  </a:lnTo>
                  <a:lnTo>
                    <a:pt x="22936" y="47117"/>
                  </a:lnTo>
                  <a:lnTo>
                    <a:pt x="22936" y="42037"/>
                  </a:lnTo>
                  <a:lnTo>
                    <a:pt x="22936" y="38214"/>
                  </a:lnTo>
                  <a:lnTo>
                    <a:pt x="21653" y="33121"/>
                  </a:lnTo>
                  <a:lnTo>
                    <a:pt x="21653" y="28016"/>
                  </a:lnTo>
                  <a:lnTo>
                    <a:pt x="20383" y="24206"/>
                  </a:lnTo>
                  <a:lnTo>
                    <a:pt x="19100" y="19100"/>
                  </a:lnTo>
                  <a:lnTo>
                    <a:pt x="19100" y="15290"/>
                  </a:lnTo>
                  <a:lnTo>
                    <a:pt x="17830" y="12738"/>
                  </a:lnTo>
                  <a:lnTo>
                    <a:pt x="16560" y="8915"/>
                  </a:lnTo>
                  <a:lnTo>
                    <a:pt x="15290" y="6362"/>
                  </a:lnTo>
                  <a:lnTo>
                    <a:pt x="12738" y="3822"/>
                  </a:lnTo>
                  <a:lnTo>
                    <a:pt x="10198" y="1282"/>
                  </a:lnTo>
                  <a:lnTo>
                    <a:pt x="10198" y="0"/>
                  </a:lnTo>
                  <a:lnTo>
                    <a:pt x="8915" y="0"/>
                  </a:lnTo>
                  <a:lnTo>
                    <a:pt x="7645" y="0"/>
                  </a:lnTo>
                  <a:close/>
                </a:path>
              </a:pathLst>
            </a:custGeom>
            <a:ln w="635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44028" y="4516615"/>
              <a:ext cx="23495" cy="69215"/>
            </a:xfrm>
            <a:custGeom>
              <a:avLst/>
              <a:gdLst/>
              <a:ahLst/>
              <a:cxnLst/>
              <a:rect l="l" t="t" r="r" b="b"/>
              <a:pathLst>
                <a:path w="23495" h="69214">
                  <a:moveTo>
                    <a:pt x="21653" y="33121"/>
                  </a:moveTo>
                  <a:lnTo>
                    <a:pt x="21653" y="57327"/>
                  </a:lnTo>
                  <a:lnTo>
                    <a:pt x="22936" y="53505"/>
                  </a:lnTo>
                  <a:lnTo>
                    <a:pt x="22936" y="36944"/>
                  </a:lnTo>
                  <a:lnTo>
                    <a:pt x="21653" y="33121"/>
                  </a:lnTo>
                  <a:close/>
                </a:path>
                <a:path w="23495" h="69214">
                  <a:moveTo>
                    <a:pt x="17843" y="15290"/>
                  </a:moveTo>
                  <a:lnTo>
                    <a:pt x="17843" y="66230"/>
                  </a:lnTo>
                  <a:lnTo>
                    <a:pt x="20383" y="63690"/>
                  </a:lnTo>
                  <a:lnTo>
                    <a:pt x="21653" y="59867"/>
                  </a:lnTo>
                  <a:lnTo>
                    <a:pt x="21653" y="28028"/>
                  </a:lnTo>
                  <a:lnTo>
                    <a:pt x="20383" y="22923"/>
                  </a:lnTo>
                  <a:lnTo>
                    <a:pt x="17843" y="15290"/>
                  </a:lnTo>
                  <a:close/>
                </a:path>
                <a:path w="23495" h="69214">
                  <a:moveTo>
                    <a:pt x="0" y="10185"/>
                  </a:moveTo>
                  <a:lnTo>
                    <a:pt x="0" y="35661"/>
                  </a:lnTo>
                  <a:lnTo>
                    <a:pt x="1282" y="40741"/>
                  </a:lnTo>
                  <a:lnTo>
                    <a:pt x="1282" y="44564"/>
                  </a:lnTo>
                  <a:lnTo>
                    <a:pt x="2552" y="49682"/>
                  </a:lnTo>
                  <a:lnTo>
                    <a:pt x="3822" y="52222"/>
                  </a:lnTo>
                  <a:lnTo>
                    <a:pt x="6375" y="59867"/>
                  </a:lnTo>
                  <a:lnTo>
                    <a:pt x="7645" y="62420"/>
                  </a:lnTo>
                  <a:lnTo>
                    <a:pt x="10198" y="64973"/>
                  </a:lnTo>
                  <a:lnTo>
                    <a:pt x="11468" y="67513"/>
                  </a:lnTo>
                  <a:lnTo>
                    <a:pt x="12738" y="67513"/>
                  </a:lnTo>
                  <a:lnTo>
                    <a:pt x="14020" y="68783"/>
                  </a:lnTo>
                  <a:lnTo>
                    <a:pt x="16560" y="68783"/>
                  </a:lnTo>
                  <a:lnTo>
                    <a:pt x="17843" y="67513"/>
                  </a:lnTo>
                  <a:lnTo>
                    <a:pt x="17843" y="11468"/>
                  </a:lnTo>
                  <a:lnTo>
                    <a:pt x="15290" y="8915"/>
                  </a:lnTo>
                  <a:lnTo>
                    <a:pt x="14020" y="5092"/>
                  </a:lnTo>
                  <a:lnTo>
                    <a:pt x="12738" y="2552"/>
                  </a:lnTo>
                  <a:lnTo>
                    <a:pt x="10198" y="1270"/>
                  </a:lnTo>
                  <a:lnTo>
                    <a:pt x="10198" y="0"/>
                  </a:lnTo>
                  <a:lnTo>
                    <a:pt x="5105" y="0"/>
                  </a:lnTo>
                  <a:lnTo>
                    <a:pt x="3822" y="1270"/>
                  </a:lnTo>
                  <a:lnTo>
                    <a:pt x="2552" y="3822"/>
                  </a:lnTo>
                  <a:lnTo>
                    <a:pt x="1282" y="7645"/>
                  </a:lnTo>
                  <a:lnTo>
                    <a:pt x="0" y="10185"/>
                  </a:lnTo>
                  <a:close/>
                </a:path>
              </a:pathLst>
            </a:custGeom>
            <a:solidFill>
              <a:srgbClr val="BCBE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444028" y="4516615"/>
              <a:ext cx="23495" cy="69215"/>
            </a:xfrm>
            <a:custGeom>
              <a:avLst/>
              <a:gdLst/>
              <a:ahLst/>
              <a:cxnLst/>
              <a:rect l="l" t="t" r="r" b="b"/>
              <a:pathLst>
                <a:path w="23495" h="69214">
                  <a:moveTo>
                    <a:pt x="6375" y="0"/>
                  </a:moveTo>
                  <a:lnTo>
                    <a:pt x="5105" y="0"/>
                  </a:lnTo>
                  <a:lnTo>
                    <a:pt x="3822" y="1270"/>
                  </a:lnTo>
                  <a:lnTo>
                    <a:pt x="2552" y="3822"/>
                  </a:lnTo>
                  <a:lnTo>
                    <a:pt x="1282" y="7645"/>
                  </a:lnTo>
                  <a:lnTo>
                    <a:pt x="0" y="10185"/>
                  </a:lnTo>
                  <a:lnTo>
                    <a:pt x="0" y="14008"/>
                  </a:lnTo>
                  <a:lnTo>
                    <a:pt x="0" y="21653"/>
                  </a:lnTo>
                  <a:lnTo>
                    <a:pt x="0" y="35661"/>
                  </a:lnTo>
                  <a:lnTo>
                    <a:pt x="1282" y="40741"/>
                  </a:lnTo>
                  <a:lnTo>
                    <a:pt x="1282" y="44564"/>
                  </a:lnTo>
                  <a:lnTo>
                    <a:pt x="2552" y="49682"/>
                  </a:lnTo>
                  <a:lnTo>
                    <a:pt x="3822" y="52222"/>
                  </a:lnTo>
                  <a:lnTo>
                    <a:pt x="5105" y="56045"/>
                  </a:lnTo>
                  <a:lnTo>
                    <a:pt x="6375" y="59867"/>
                  </a:lnTo>
                  <a:lnTo>
                    <a:pt x="7645" y="62420"/>
                  </a:lnTo>
                  <a:lnTo>
                    <a:pt x="10198" y="64973"/>
                  </a:lnTo>
                  <a:lnTo>
                    <a:pt x="11468" y="67513"/>
                  </a:lnTo>
                  <a:lnTo>
                    <a:pt x="12738" y="67513"/>
                  </a:lnTo>
                  <a:lnTo>
                    <a:pt x="14020" y="68783"/>
                  </a:lnTo>
                  <a:lnTo>
                    <a:pt x="15290" y="68783"/>
                  </a:lnTo>
                  <a:lnTo>
                    <a:pt x="16560" y="68783"/>
                  </a:lnTo>
                  <a:lnTo>
                    <a:pt x="17843" y="67513"/>
                  </a:lnTo>
                  <a:lnTo>
                    <a:pt x="17843" y="66230"/>
                  </a:lnTo>
                  <a:lnTo>
                    <a:pt x="20383" y="63690"/>
                  </a:lnTo>
                  <a:lnTo>
                    <a:pt x="21653" y="59867"/>
                  </a:lnTo>
                  <a:lnTo>
                    <a:pt x="21653" y="57327"/>
                  </a:lnTo>
                  <a:lnTo>
                    <a:pt x="22936" y="53505"/>
                  </a:lnTo>
                  <a:lnTo>
                    <a:pt x="22936" y="36944"/>
                  </a:lnTo>
                  <a:lnTo>
                    <a:pt x="21653" y="33121"/>
                  </a:lnTo>
                  <a:lnTo>
                    <a:pt x="21653" y="28028"/>
                  </a:lnTo>
                  <a:lnTo>
                    <a:pt x="20383" y="22923"/>
                  </a:lnTo>
                  <a:lnTo>
                    <a:pt x="19113" y="19113"/>
                  </a:lnTo>
                  <a:lnTo>
                    <a:pt x="17843" y="15290"/>
                  </a:lnTo>
                  <a:lnTo>
                    <a:pt x="17843" y="11468"/>
                  </a:lnTo>
                  <a:lnTo>
                    <a:pt x="15290" y="8915"/>
                  </a:lnTo>
                  <a:lnTo>
                    <a:pt x="14020" y="5092"/>
                  </a:lnTo>
                  <a:lnTo>
                    <a:pt x="12738" y="2552"/>
                  </a:lnTo>
                  <a:lnTo>
                    <a:pt x="10198" y="1270"/>
                  </a:lnTo>
                  <a:lnTo>
                    <a:pt x="10198" y="0"/>
                  </a:lnTo>
                  <a:lnTo>
                    <a:pt x="8915" y="0"/>
                  </a:lnTo>
                  <a:lnTo>
                    <a:pt x="7645" y="0"/>
                  </a:lnTo>
                  <a:lnTo>
                    <a:pt x="6375" y="0"/>
                  </a:lnTo>
                  <a:close/>
                </a:path>
              </a:pathLst>
            </a:custGeom>
            <a:ln w="634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72752" y="5535206"/>
              <a:ext cx="1950834" cy="86236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33570" y="4190263"/>
              <a:ext cx="4852161" cy="1630895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3422" y="4655743"/>
            <a:ext cx="2719666" cy="82543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615473" y="1214043"/>
            <a:ext cx="37293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31F20"/>
                </a:solidFill>
                <a:latin typeface="Gill Sans MT"/>
                <a:cs typeface="Gill Sans MT"/>
              </a:rPr>
              <a:t>Assembly</a:t>
            </a:r>
            <a:r>
              <a:rPr sz="3600" b="1" spc="-1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3600" b="1" spc="-80" dirty="0">
                <a:solidFill>
                  <a:srgbClr val="231F20"/>
                </a:solidFill>
                <a:latin typeface="Gill Sans MT"/>
                <a:cs typeface="Gill Sans MT"/>
              </a:rPr>
              <a:t>Carrier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8828709" y="7295629"/>
            <a:ext cx="1516380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0380T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50185" y="3496736"/>
            <a:ext cx="4151629" cy="589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6225">
              <a:lnSpc>
                <a:spcPts val="2220"/>
              </a:lnSpc>
              <a:spcBef>
                <a:spcPts val="100"/>
              </a:spcBef>
            </a:pPr>
            <a:r>
              <a:rPr sz="2100" b="1" spc="-40" dirty="0">
                <a:solidFill>
                  <a:srgbClr val="231F20"/>
                </a:solidFill>
                <a:latin typeface="Gill Sans MT"/>
                <a:cs typeface="Gill Sans MT"/>
              </a:rPr>
              <a:t>Endsection</a:t>
            </a:r>
            <a:endParaRPr sz="2100">
              <a:latin typeface="Gill Sans MT"/>
              <a:cs typeface="Gill Sans MT"/>
            </a:endParaRPr>
          </a:p>
          <a:p>
            <a:pPr marL="12700">
              <a:lnSpc>
                <a:spcPts val="2220"/>
              </a:lnSpc>
            </a:pPr>
            <a:r>
              <a:rPr sz="2100" b="1" spc="-10" dirty="0">
                <a:solidFill>
                  <a:srgbClr val="231F20"/>
                </a:solidFill>
                <a:latin typeface="Gill Sans MT"/>
                <a:cs typeface="Gill Sans MT"/>
              </a:rPr>
              <a:t>Midsection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34610" y="4232069"/>
            <a:ext cx="13474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40" dirty="0">
                <a:solidFill>
                  <a:srgbClr val="231F20"/>
                </a:solidFill>
                <a:latin typeface="Gill Sans MT"/>
                <a:cs typeface="Gill Sans MT"/>
              </a:rPr>
              <a:t>Endsection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spc="-555" dirty="0"/>
              <a:t>CT</a:t>
            </a:r>
            <a:r>
              <a:rPr dirty="0"/>
              <a:t> Assembly</a:t>
            </a:r>
            <a:r>
              <a:rPr spc="-10" dirty="0"/>
              <a:t> Carrier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76BB800-C275-A3C0-798C-55DC5EF0245A}"/>
              </a:ext>
            </a:extLst>
          </p:cNvPr>
          <p:cNvGrpSpPr/>
          <p:nvPr/>
        </p:nvGrpSpPr>
        <p:grpSpPr>
          <a:xfrm>
            <a:off x="7734934" y="385445"/>
            <a:ext cx="2717166" cy="954405"/>
            <a:chOff x="7734934" y="309245"/>
            <a:chExt cx="2717166" cy="95440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6560443-ACCF-8246-2263-CD9DA377C4C2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2" name="Picture 31" descr="A close-up of a logo&#10;&#10;AI-generated content may be incorrect.">
              <a:extLst>
                <a:ext uri="{FF2B5EF4-FFF2-40B4-BE49-F238E27FC236}">
                  <a16:creationId xmlns:a16="http://schemas.microsoft.com/office/drawing/2014/main" id="{60F648D9-5485-10C5-1EB5-F7AD2E3C1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5579" y="4351058"/>
            <a:ext cx="690073" cy="221839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4200" y="4308030"/>
            <a:ext cx="2516035" cy="226211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74962" y="2682113"/>
            <a:ext cx="1347965" cy="39934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171" y="1443939"/>
            <a:ext cx="4484751" cy="17067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435601" y="1233004"/>
            <a:ext cx="2678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65" dirty="0">
                <a:solidFill>
                  <a:srgbClr val="231F20"/>
                </a:solidFill>
                <a:latin typeface="Gill Sans MT"/>
                <a:cs typeface="Gill Sans MT"/>
              </a:rPr>
              <a:t>Elastomount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28709" y="7295629"/>
            <a:ext cx="1516380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0390T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2694" y="3123797"/>
            <a:ext cx="3397250" cy="76962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48560">
              <a:lnSpc>
                <a:spcPct val="100000"/>
              </a:lnSpc>
              <a:spcBef>
                <a:spcPts val="505"/>
              </a:spcBef>
            </a:pPr>
            <a:r>
              <a:rPr sz="2100" b="1" spc="-10" dirty="0">
                <a:solidFill>
                  <a:srgbClr val="231F20"/>
                </a:solidFill>
                <a:latin typeface="Gill Sans MT"/>
                <a:cs typeface="Gill Sans MT"/>
              </a:rPr>
              <a:t>Spindle</a:t>
            </a:r>
            <a:endParaRPr sz="21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100" b="1" spc="-10" dirty="0">
                <a:solidFill>
                  <a:srgbClr val="231F20"/>
                </a:solidFill>
                <a:latin typeface="Gill Sans MT"/>
                <a:cs typeface="Gill Sans MT"/>
              </a:rPr>
              <a:t>Elastomount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7015" y="4471028"/>
            <a:ext cx="156464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231F20"/>
                </a:solidFill>
                <a:latin typeface="Gill Sans MT"/>
                <a:cs typeface="Gill Sans MT"/>
              </a:rPr>
              <a:t>Locking</a:t>
            </a:r>
            <a:r>
              <a:rPr sz="2100" b="1" spc="-1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100" b="1" spc="-20" dirty="0">
                <a:solidFill>
                  <a:srgbClr val="231F20"/>
                </a:solidFill>
                <a:latin typeface="Gill Sans MT"/>
                <a:cs typeface="Gill Sans MT"/>
              </a:rPr>
              <a:t>ring</a:t>
            </a:r>
            <a:endParaRPr sz="21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spc="-555" dirty="0"/>
              <a:t>CT</a:t>
            </a:r>
            <a:r>
              <a:rPr spc="-10" dirty="0"/>
              <a:t> Elastomount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1FEF3C2-5F0C-0B5B-8C47-91E9D7B44901}"/>
              </a:ext>
            </a:extLst>
          </p:cNvPr>
          <p:cNvGrpSpPr/>
          <p:nvPr/>
        </p:nvGrpSpPr>
        <p:grpSpPr>
          <a:xfrm>
            <a:off x="7734934" y="385445"/>
            <a:ext cx="2717166" cy="954405"/>
            <a:chOff x="7734934" y="309245"/>
            <a:chExt cx="2717166" cy="95440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ACDBCC8-1CAF-B9E5-64C6-473589596EC8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Picture 13" descr="A close-up of a logo&#10;&#10;AI-generated content may be incorrect.">
              <a:extLst>
                <a:ext uri="{FF2B5EF4-FFF2-40B4-BE49-F238E27FC236}">
                  <a16:creationId xmlns:a16="http://schemas.microsoft.com/office/drawing/2014/main" id="{26010923-38A3-7741-7BEB-DB7FA6CD2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889" y="1348892"/>
            <a:ext cx="4484751" cy="170670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545884" y="2310625"/>
            <a:ext cx="3313429" cy="4312920"/>
            <a:chOff x="6545884" y="2310625"/>
            <a:chExt cx="3313429" cy="4312920"/>
          </a:xfrm>
        </p:grpSpPr>
        <p:sp>
          <p:nvSpPr>
            <p:cNvPr id="4" name="object 4"/>
            <p:cNvSpPr/>
            <p:nvPr/>
          </p:nvSpPr>
          <p:spPr>
            <a:xfrm>
              <a:off x="7595819" y="4754638"/>
              <a:ext cx="226060" cy="722630"/>
            </a:xfrm>
            <a:custGeom>
              <a:avLst/>
              <a:gdLst/>
              <a:ahLst/>
              <a:cxnLst/>
              <a:rect l="l" t="t" r="r" b="b"/>
              <a:pathLst>
                <a:path w="226059" h="722629">
                  <a:moveTo>
                    <a:pt x="0" y="231901"/>
                  </a:moveTo>
                  <a:lnTo>
                    <a:pt x="58356" y="221576"/>
                  </a:lnTo>
                  <a:lnTo>
                    <a:pt x="81254" y="508228"/>
                  </a:lnTo>
                  <a:lnTo>
                    <a:pt x="23964" y="520166"/>
                  </a:lnTo>
                  <a:lnTo>
                    <a:pt x="138379" y="722439"/>
                  </a:lnTo>
                  <a:lnTo>
                    <a:pt x="225501" y="479666"/>
                  </a:lnTo>
                  <a:lnTo>
                    <a:pt x="164426" y="491693"/>
                  </a:lnTo>
                  <a:lnTo>
                    <a:pt x="141579" y="205701"/>
                  </a:lnTo>
                  <a:lnTo>
                    <a:pt x="202755" y="193014"/>
                  </a:lnTo>
                  <a:lnTo>
                    <a:pt x="78485" y="0"/>
                  </a:lnTo>
                  <a:lnTo>
                    <a:pt x="0" y="231901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95819" y="4754638"/>
              <a:ext cx="226060" cy="722630"/>
            </a:xfrm>
            <a:custGeom>
              <a:avLst/>
              <a:gdLst/>
              <a:ahLst/>
              <a:cxnLst/>
              <a:rect l="l" t="t" r="r" b="b"/>
              <a:pathLst>
                <a:path w="226059" h="722629">
                  <a:moveTo>
                    <a:pt x="164426" y="491693"/>
                  </a:moveTo>
                  <a:lnTo>
                    <a:pt x="141579" y="205701"/>
                  </a:lnTo>
                  <a:lnTo>
                    <a:pt x="202755" y="193014"/>
                  </a:lnTo>
                  <a:lnTo>
                    <a:pt x="78485" y="0"/>
                  </a:lnTo>
                  <a:lnTo>
                    <a:pt x="0" y="231901"/>
                  </a:lnTo>
                  <a:lnTo>
                    <a:pt x="58356" y="221576"/>
                  </a:lnTo>
                  <a:lnTo>
                    <a:pt x="81254" y="508228"/>
                  </a:lnTo>
                  <a:lnTo>
                    <a:pt x="23964" y="520166"/>
                  </a:lnTo>
                  <a:lnTo>
                    <a:pt x="138379" y="722439"/>
                  </a:lnTo>
                  <a:lnTo>
                    <a:pt x="225501" y="479666"/>
                  </a:lnTo>
                  <a:lnTo>
                    <a:pt x="164426" y="491693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45884" y="2310625"/>
              <a:ext cx="3312802" cy="4312475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244895" y="1451610"/>
            <a:ext cx="1871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50" dirty="0">
                <a:solidFill>
                  <a:srgbClr val="231F20"/>
                </a:solidFill>
                <a:latin typeface="Gill Sans MT"/>
                <a:cs typeface="Gill Sans MT"/>
              </a:rPr>
              <a:t>Modules</a:t>
            </a:r>
            <a:endParaRPr sz="3600" dirty="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829319" y="7295629"/>
            <a:ext cx="1515745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0400T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spc="-555" dirty="0"/>
              <a:t>CT</a:t>
            </a:r>
            <a:r>
              <a:rPr spc="-10" dirty="0"/>
              <a:t> Modules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EEC8DD-CCE6-990D-2667-D83554A54964}"/>
              </a:ext>
            </a:extLst>
          </p:cNvPr>
          <p:cNvGrpSpPr/>
          <p:nvPr/>
        </p:nvGrpSpPr>
        <p:grpSpPr>
          <a:xfrm>
            <a:off x="7734934" y="385445"/>
            <a:ext cx="2717166" cy="954405"/>
            <a:chOff x="7734934" y="309245"/>
            <a:chExt cx="2717166" cy="95440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6E55900-F627-C31B-232E-1052A5F24FA9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 descr="A close-up of a logo&#10;&#10;AI-generated content may be incorrect.">
              <a:extLst>
                <a:ext uri="{FF2B5EF4-FFF2-40B4-BE49-F238E27FC236}">
                  <a16:creationId xmlns:a16="http://schemas.microsoft.com/office/drawing/2014/main" id="{BBB6A513-85B8-F85D-478D-04EDF6D63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092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4403" y="3574313"/>
            <a:ext cx="8721725" cy="2503805"/>
            <a:chOff x="1504403" y="3574313"/>
            <a:chExt cx="8721725" cy="2503805"/>
          </a:xfrm>
        </p:grpSpPr>
        <p:sp>
          <p:nvSpPr>
            <p:cNvPr id="3" name="object 3"/>
            <p:cNvSpPr/>
            <p:nvPr/>
          </p:nvSpPr>
          <p:spPr>
            <a:xfrm>
              <a:off x="6958965" y="3632987"/>
              <a:ext cx="302260" cy="553085"/>
            </a:xfrm>
            <a:custGeom>
              <a:avLst/>
              <a:gdLst/>
              <a:ahLst/>
              <a:cxnLst/>
              <a:rect l="l" t="t" r="r" b="b"/>
              <a:pathLst>
                <a:path w="302259" h="553085">
                  <a:moveTo>
                    <a:pt x="0" y="287274"/>
                  </a:moveTo>
                  <a:lnTo>
                    <a:pt x="88188" y="273303"/>
                  </a:lnTo>
                  <a:lnTo>
                    <a:pt x="74218" y="552703"/>
                  </a:lnTo>
                  <a:lnTo>
                    <a:pt x="227888" y="552703"/>
                  </a:lnTo>
                  <a:lnTo>
                    <a:pt x="213918" y="273303"/>
                  </a:lnTo>
                  <a:lnTo>
                    <a:pt x="302107" y="287274"/>
                  </a:lnTo>
                  <a:lnTo>
                    <a:pt x="151053" y="0"/>
                  </a:lnTo>
                  <a:lnTo>
                    <a:pt x="0" y="287274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958965" y="3632987"/>
              <a:ext cx="302260" cy="553085"/>
            </a:xfrm>
            <a:custGeom>
              <a:avLst/>
              <a:gdLst/>
              <a:ahLst/>
              <a:cxnLst/>
              <a:rect l="l" t="t" r="r" b="b"/>
              <a:pathLst>
                <a:path w="302259" h="553085">
                  <a:moveTo>
                    <a:pt x="151053" y="0"/>
                  </a:moveTo>
                  <a:lnTo>
                    <a:pt x="302107" y="287274"/>
                  </a:lnTo>
                  <a:lnTo>
                    <a:pt x="213918" y="273303"/>
                  </a:lnTo>
                  <a:lnTo>
                    <a:pt x="227888" y="552703"/>
                  </a:lnTo>
                  <a:lnTo>
                    <a:pt x="74218" y="552703"/>
                  </a:lnTo>
                  <a:lnTo>
                    <a:pt x="88188" y="273303"/>
                  </a:lnTo>
                  <a:lnTo>
                    <a:pt x="0" y="287274"/>
                  </a:lnTo>
                  <a:lnTo>
                    <a:pt x="151053" y="0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484471" y="5473864"/>
              <a:ext cx="302260" cy="553085"/>
            </a:xfrm>
            <a:custGeom>
              <a:avLst/>
              <a:gdLst/>
              <a:ahLst/>
              <a:cxnLst/>
              <a:rect l="l" t="t" r="r" b="b"/>
              <a:pathLst>
                <a:path w="302260" h="553085">
                  <a:moveTo>
                    <a:pt x="0" y="265430"/>
                  </a:moveTo>
                  <a:lnTo>
                    <a:pt x="151053" y="552691"/>
                  </a:lnTo>
                  <a:lnTo>
                    <a:pt x="302107" y="265430"/>
                  </a:lnTo>
                  <a:lnTo>
                    <a:pt x="213918" y="279400"/>
                  </a:lnTo>
                  <a:lnTo>
                    <a:pt x="227888" y="0"/>
                  </a:lnTo>
                  <a:lnTo>
                    <a:pt x="74218" y="0"/>
                  </a:lnTo>
                  <a:lnTo>
                    <a:pt x="88188" y="279400"/>
                  </a:lnTo>
                  <a:lnTo>
                    <a:pt x="0" y="265430"/>
                  </a:lnTo>
                  <a:close/>
                </a:path>
              </a:pathLst>
            </a:custGeom>
            <a:solidFill>
              <a:srgbClr val="8DC6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484471" y="5473864"/>
              <a:ext cx="302260" cy="553085"/>
            </a:xfrm>
            <a:custGeom>
              <a:avLst/>
              <a:gdLst/>
              <a:ahLst/>
              <a:cxnLst/>
              <a:rect l="l" t="t" r="r" b="b"/>
              <a:pathLst>
                <a:path w="302260" h="553085">
                  <a:moveTo>
                    <a:pt x="151053" y="552691"/>
                  </a:moveTo>
                  <a:lnTo>
                    <a:pt x="302107" y="265430"/>
                  </a:lnTo>
                  <a:lnTo>
                    <a:pt x="213918" y="279400"/>
                  </a:lnTo>
                  <a:lnTo>
                    <a:pt x="227888" y="0"/>
                  </a:lnTo>
                  <a:lnTo>
                    <a:pt x="74218" y="0"/>
                  </a:lnTo>
                  <a:lnTo>
                    <a:pt x="88188" y="279400"/>
                  </a:lnTo>
                  <a:lnTo>
                    <a:pt x="0" y="265430"/>
                  </a:lnTo>
                  <a:lnTo>
                    <a:pt x="151053" y="552691"/>
                  </a:lnTo>
                  <a:close/>
                </a:path>
              </a:pathLst>
            </a:custGeom>
            <a:ln w="12700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4403" y="3574313"/>
              <a:ext cx="8721280" cy="2503652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315" y="1411300"/>
            <a:ext cx="4484738" cy="170668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764288" y="1451610"/>
            <a:ext cx="1351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10" dirty="0">
                <a:solidFill>
                  <a:srgbClr val="231F20"/>
                </a:solidFill>
                <a:latin typeface="Gill Sans MT"/>
                <a:cs typeface="Gill Sans MT"/>
              </a:rPr>
              <a:t>Offset</a:t>
            </a:r>
            <a:endParaRPr sz="3600">
              <a:latin typeface="Gill Sans MT"/>
              <a:cs typeface="Gill Sans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©1999</a:t>
            </a:r>
            <a:r>
              <a:rPr spc="80" dirty="0"/>
              <a:t> </a:t>
            </a:r>
            <a:r>
              <a:rPr spc="-10" dirty="0"/>
              <a:t>HOSCH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839834" y="7295629"/>
            <a:ext cx="1504950" cy="11303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Basic</a:t>
            </a:r>
            <a:r>
              <a:rPr sz="600" spc="1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0" dirty="0">
                <a:solidFill>
                  <a:srgbClr val="231F20"/>
                </a:solidFill>
                <a:latin typeface="Gill Sans MT"/>
                <a:cs typeface="Gill Sans MT"/>
              </a:rPr>
              <a:t>Technical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Training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1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" dirty="0">
                <a:solidFill>
                  <a:srgbClr val="231F20"/>
                </a:solidFill>
                <a:latin typeface="Gill Sans MT"/>
                <a:cs typeface="Gill Sans MT"/>
              </a:rPr>
              <a:t>0410T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dirty="0">
                <a:solidFill>
                  <a:srgbClr val="231F20"/>
                </a:solidFill>
                <a:latin typeface="Gill Sans MT"/>
                <a:cs typeface="Gill Sans MT"/>
              </a:rPr>
              <a:t>19991029</a:t>
            </a:r>
            <a:r>
              <a:rPr sz="600" spc="20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100" dirty="0">
                <a:solidFill>
                  <a:srgbClr val="231F20"/>
                </a:solidFill>
                <a:latin typeface="Gill Sans MT"/>
                <a:cs typeface="Gill Sans MT"/>
              </a:rPr>
              <a:t>-</a:t>
            </a:r>
            <a:r>
              <a:rPr sz="600" spc="1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600" spc="-25" dirty="0">
                <a:solidFill>
                  <a:srgbClr val="231F20"/>
                </a:solidFill>
                <a:latin typeface="Gill Sans MT"/>
                <a:cs typeface="Gill Sans MT"/>
              </a:rPr>
              <a:t>EN</a:t>
            </a:r>
            <a:endParaRPr sz="6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02400" y="6179196"/>
            <a:ext cx="2718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31F20"/>
                </a:solidFill>
                <a:latin typeface="Gill Sans MT"/>
                <a:cs typeface="Gill Sans MT"/>
              </a:rPr>
              <a:t>Offset</a:t>
            </a:r>
            <a:r>
              <a:rPr sz="2400" b="1" spc="-5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400" b="1" spc="80" dirty="0">
                <a:solidFill>
                  <a:srgbClr val="231F20"/>
                </a:solidFill>
                <a:latin typeface="Gill Sans MT"/>
                <a:cs typeface="Gill Sans MT"/>
              </a:rPr>
              <a:t>downwards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97904" y="2885596"/>
            <a:ext cx="2267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231F20"/>
                </a:solidFill>
                <a:latin typeface="Gill Sans MT"/>
                <a:cs typeface="Gill Sans MT"/>
              </a:rPr>
              <a:t>Offset</a:t>
            </a:r>
            <a:r>
              <a:rPr sz="2400" b="1" spc="-55" dirty="0">
                <a:solidFill>
                  <a:srgbClr val="231F20"/>
                </a:solidFill>
                <a:latin typeface="Gill Sans MT"/>
                <a:cs typeface="Gill Sans MT"/>
              </a:rPr>
              <a:t> </a:t>
            </a:r>
            <a:r>
              <a:rPr sz="2400" b="1" spc="70" dirty="0">
                <a:solidFill>
                  <a:srgbClr val="231F20"/>
                </a:solidFill>
                <a:latin typeface="Gill Sans MT"/>
                <a:cs typeface="Gill Sans MT"/>
              </a:rPr>
              <a:t>upwards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167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0"/>
              </a:spcBef>
            </a:pPr>
            <a:r>
              <a:rPr spc="-220" dirty="0"/>
              <a:t>HOSCH</a:t>
            </a:r>
            <a:r>
              <a:rPr spc="-70" dirty="0"/>
              <a:t> </a:t>
            </a:r>
            <a:r>
              <a:rPr dirty="0"/>
              <a:t>Scraper</a:t>
            </a:r>
            <a:r>
              <a:rPr spc="-120" dirty="0"/>
              <a:t> </a:t>
            </a:r>
            <a:r>
              <a:rPr spc="-50" dirty="0"/>
              <a:t>Type</a:t>
            </a:r>
            <a:r>
              <a:rPr spc="-90" dirty="0"/>
              <a:t> </a:t>
            </a:r>
            <a:r>
              <a:rPr spc="-555" dirty="0"/>
              <a:t>CT</a:t>
            </a:r>
            <a:r>
              <a:rPr spc="-10" dirty="0"/>
              <a:t> Offset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01CD6B-B6F5-BD1B-B81A-5742EB2BB83E}"/>
              </a:ext>
            </a:extLst>
          </p:cNvPr>
          <p:cNvGrpSpPr/>
          <p:nvPr/>
        </p:nvGrpSpPr>
        <p:grpSpPr>
          <a:xfrm>
            <a:off x="7734934" y="349250"/>
            <a:ext cx="2717166" cy="990600"/>
            <a:chOff x="7734934" y="349250"/>
            <a:chExt cx="2717166" cy="9906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9253619-2559-6918-201E-22A9AAD9386B}"/>
                </a:ext>
              </a:extLst>
            </p:cNvPr>
            <p:cNvSpPr/>
            <p:nvPr/>
          </p:nvSpPr>
          <p:spPr>
            <a:xfrm>
              <a:off x="7734934" y="349250"/>
              <a:ext cx="2717166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7" name="Picture 16" descr="A close-up of a logo&#10;&#10;AI-generated content may be incorrect.">
              <a:extLst>
                <a:ext uri="{FF2B5EF4-FFF2-40B4-BE49-F238E27FC236}">
                  <a16:creationId xmlns:a16="http://schemas.microsoft.com/office/drawing/2014/main" id="{F3A88131-7AEA-BE76-482E-3A90C2C50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21846" y="385445"/>
              <a:ext cx="1882775" cy="9544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186</Words>
  <Application>Microsoft Macintosh PowerPoint</Application>
  <PresentationFormat>Custom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Gill Sans MT</vt:lpstr>
      <vt:lpstr>Trebuchet MS</vt:lpstr>
      <vt:lpstr>Office Theme</vt:lpstr>
      <vt:lpstr>HOSCH Scraper Type CT Title</vt:lpstr>
      <vt:lpstr>HOSCH type CT SCRAPER</vt:lpstr>
      <vt:lpstr>HOSCH Scraper Type CT</vt:lpstr>
      <vt:lpstr>HOSCH Scraper Type CT Assembly Carrier</vt:lpstr>
      <vt:lpstr>HOSCH Scraper Type CT Elastomount</vt:lpstr>
      <vt:lpstr>HOSCH Scraper Type CT Modules</vt:lpstr>
      <vt:lpstr>HOSCH Scraper Type CT Offset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tbst0360.ai</dc:title>
  <dc:creator>DV01</dc:creator>
  <cp:lastModifiedBy>Roy Pasak</cp:lastModifiedBy>
  <cp:revision>3</cp:revision>
  <dcterms:created xsi:type="dcterms:W3CDTF">2025-02-20T08:15:47Z</dcterms:created>
  <dcterms:modified xsi:type="dcterms:W3CDTF">2025-02-20T08:33:48Z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2004-06-28T00:00:00Z</vt:filetime>
  </property>
  <property fmtid="{D5CDD505-2E9C-101B-9397-08002B2CF9AE}" pid="3" name="Creator">
    <vt:lpwstr>PScript5.dll Version 5.2</vt:lpwstr>
  </property>
  <property fmtid="{D5CDD505-2E9C-101B-9397-08002B2CF9AE}" pid="4" name="LastSaved">
    <vt:filetime>2025-02-20T00:00:00Z</vt:filetime>
  </property>
  <property fmtid="{D5CDD505-2E9C-101B-9397-08002B2CF9AE}" pid="5" name="Producer">
    <vt:lpwstr>3-Heights(TM) PDF Security Shell 4.8.25.2 (http://www.pdf-tools.com)</vt:lpwstr>
  </property>
</Properties>
</file>