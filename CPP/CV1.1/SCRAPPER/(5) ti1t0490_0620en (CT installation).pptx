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9"/>
  </p:normalViewPr>
  <p:slideViewPr>
    <p:cSldViewPr>
      <p:cViewPr varScale="1">
        <p:scale>
          <a:sx n="77" d="100"/>
          <a:sy n="77" d="100"/>
        </p:scale>
        <p:origin x="2176" y="4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21" Type="http://schemas.openxmlformats.org/officeDocument/2006/relationships/image" Target="../media/image23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63" Type="http://schemas.openxmlformats.org/officeDocument/2006/relationships/image" Target="../media/image65.png"/><Relationship Id="rId68" Type="http://schemas.openxmlformats.org/officeDocument/2006/relationships/image" Target="../media/image70.png"/><Relationship Id="rId16" Type="http://schemas.openxmlformats.org/officeDocument/2006/relationships/image" Target="../media/image1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3" Type="http://schemas.openxmlformats.org/officeDocument/2006/relationships/image" Target="../media/image55.png"/><Relationship Id="rId58" Type="http://schemas.openxmlformats.org/officeDocument/2006/relationships/image" Target="../media/image60.png"/><Relationship Id="rId66" Type="http://schemas.openxmlformats.org/officeDocument/2006/relationships/image" Target="../media/image68.png"/><Relationship Id="rId74" Type="http://schemas.openxmlformats.org/officeDocument/2006/relationships/image" Target="../media/image76.png"/><Relationship Id="rId5" Type="http://schemas.openxmlformats.org/officeDocument/2006/relationships/image" Target="../media/image7.png"/><Relationship Id="rId61" Type="http://schemas.openxmlformats.org/officeDocument/2006/relationships/image" Target="../media/image63.png"/><Relationship Id="rId19" Type="http://schemas.openxmlformats.org/officeDocument/2006/relationships/image" Target="../media/image2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Relationship Id="rId48" Type="http://schemas.openxmlformats.org/officeDocument/2006/relationships/image" Target="../media/image50.png"/><Relationship Id="rId56" Type="http://schemas.openxmlformats.org/officeDocument/2006/relationships/image" Target="../media/image58.png"/><Relationship Id="rId64" Type="http://schemas.openxmlformats.org/officeDocument/2006/relationships/image" Target="../media/image66.png"/><Relationship Id="rId69" Type="http://schemas.openxmlformats.org/officeDocument/2006/relationships/image" Target="../media/image71.png"/><Relationship Id="rId77" Type="http://schemas.openxmlformats.org/officeDocument/2006/relationships/image" Target="../media/image79.png"/><Relationship Id="rId8" Type="http://schemas.openxmlformats.org/officeDocument/2006/relationships/image" Target="../media/image10.png"/><Relationship Id="rId51" Type="http://schemas.openxmlformats.org/officeDocument/2006/relationships/image" Target="../media/image53.png"/><Relationship Id="rId72" Type="http://schemas.openxmlformats.org/officeDocument/2006/relationships/image" Target="../media/image74.png"/><Relationship Id="rId3" Type="http://schemas.openxmlformats.org/officeDocument/2006/relationships/image" Target="../media/image5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59" Type="http://schemas.openxmlformats.org/officeDocument/2006/relationships/image" Target="../media/image61.png"/><Relationship Id="rId67" Type="http://schemas.openxmlformats.org/officeDocument/2006/relationships/image" Target="../media/image69.png"/><Relationship Id="rId20" Type="http://schemas.openxmlformats.org/officeDocument/2006/relationships/image" Target="../media/image22.png"/><Relationship Id="rId41" Type="http://schemas.openxmlformats.org/officeDocument/2006/relationships/image" Target="../media/image43.png"/><Relationship Id="rId54" Type="http://schemas.openxmlformats.org/officeDocument/2006/relationships/image" Target="../media/image56.png"/><Relationship Id="rId62" Type="http://schemas.openxmlformats.org/officeDocument/2006/relationships/image" Target="../media/image64.png"/><Relationship Id="rId70" Type="http://schemas.openxmlformats.org/officeDocument/2006/relationships/image" Target="../media/image72.png"/><Relationship Id="rId75" Type="http://schemas.openxmlformats.org/officeDocument/2006/relationships/image" Target="../media/image7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59.png"/><Relationship Id="rId10" Type="http://schemas.openxmlformats.org/officeDocument/2006/relationships/image" Target="../media/image12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52" Type="http://schemas.openxmlformats.org/officeDocument/2006/relationships/image" Target="../media/image54.png"/><Relationship Id="rId60" Type="http://schemas.openxmlformats.org/officeDocument/2006/relationships/image" Target="../media/image62.png"/><Relationship Id="rId65" Type="http://schemas.openxmlformats.org/officeDocument/2006/relationships/image" Target="../media/image67.png"/><Relationship Id="rId73" Type="http://schemas.openxmlformats.org/officeDocument/2006/relationships/image" Target="../media/image75.png"/><Relationship Id="rId78" Type="http://schemas.openxmlformats.org/officeDocument/2006/relationships/image" Target="../media/image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9" Type="http://schemas.openxmlformats.org/officeDocument/2006/relationships/image" Target="../media/image41.png"/><Relationship Id="rId34" Type="http://schemas.openxmlformats.org/officeDocument/2006/relationships/image" Target="../media/image36.png"/><Relationship Id="rId50" Type="http://schemas.openxmlformats.org/officeDocument/2006/relationships/image" Target="../media/image52.png"/><Relationship Id="rId55" Type="http://schemas.openxmlformats.org/officeDocument/2006/relationships/image" Target="../media/image57.png"/><Relationship Id="rId76" Type="http://schemas.openxmlformats.org/officeDocument/2006/relationships/image" Target="../media/image78.png"/><Relationship Id="rId7" Type="http://schemas.openxmlformats.org/officeDocument/2006/relationships/image" Target="../media/image9.png"/><Relationship Id="rId71" Type="http://schemas.openxmlformats.org/officeDocument/2006/relationships/image" Target="../media/image73.png"/><Relationship Id="rId2" Type="http://schemas.openxmlformats.org/officeDocument/2006/relationships/image" Target="../media/image4.png"/><Relationship Id="rId29" Type="http://schemas.openxmlformats.org/officeDocument/2006/relationships/image" Target="../media/image3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19905" y="422051"/>
            <a:ext cx="2514600" cy="364490"/>
          </a:xfrm>
          <a:custGeom>
            <a:avLst/>
            <a:gdLst/>
            <a:ahLst/>
            <a:cxnLst/>
            <a:rect l="l" t="t" r="r" b="b"/>
            <a:pathLst>
              <a:path w="2514600" h="364490">
                <a:moveTo>
                  <a:pt x="2514470" y="191005"/>
                </a:moveTo>
                <a:lnTo>
                  <a:pt x="2510235" y="149333"/>
                </a:lnTo>
                <a:lnTo>
                  <a:pt x="2473032" y="83227"/>
                </a:lnTo>
                <a:lnTo>
                  <a:pt x="2442732" y="58675"/>
                </a:lnTo>
                <a:lnTo>
                  <a:pt x="2390738" y="39580"/>
                </a:lnTo>
                <a:lnTo>
                  <a:pt x="2333490" y="37789"/>
                </a:lnTo>
                <a:lnTo>
                  <a:pt x="2333629" y="12249"/>
                </a:lnTo>
                <a:lnTo>
                  <a:pt x="2198158" y="11564"/>
                </a:lnTo>
                <a:lnTo>
                  <a:pt x="2197663" y="37802"/>
                </a:lnTo>
                <a:lnTo>
                  <a:pt x="2060427" y="37103"/>
                </a:lnTo>
                <a:lnTo>
                  <a:pt x="2060198" y="12630"/>
                </a:lnTo>
                <a:lnTo>
                  <a:pt x="1928626" y="11957"/>
                </a:lnTo>
                <a:lnTo>
                  <a:pt x="1928499" y="37840"/>
                </a:lnTo>
                <a:lnTo>
                  <a:pt x="1857214" y="37484"/>
                </a:lnTo>
                <a:lnTo>
                  <a:pt x="1813048" y="15582"/>
                </a:lnTo>
                <a:lnTo>
                  <a:pt x="1764834" y="4033"/>
                </a:lnTo>
                <a:lnTo>
                  <a:pt x="1711233" y="609"/>
                </a:lnTo>
                <a:lnTo>
                  <a:pt x="1692495" y="819"/>
                </a:lnTo>
                <a:lnTo>
                  <a:pt x="1657831" y="3768"/>
                </a:lnTo>
                <a:lnTo>
                  <a:pt x="1624010" y="10311"/>
                </a:lnTo>
                <a:lnTo>
                  <a:pt x="1591761" y="21252"/>
                </a:lnTo>
                <a:lnTo>
                  <a:pt x="1561812" y="37395"/>
                </a:lnTo>
                <a:lnTo>
                  <a:pt x="1418175" y="37370"/>
                </a:lnTo>
                <a:lnTo>
                  <a:pt x="1376037" y="17469"/>
                </a:lnTo>
                <a:lnTo>
                  <a:pt x="1330393" y="6065"/>
                </a:lnTo>
                <a:lnTo>
                  <a:pt x="1322159" y="5121"/>
                </a:lnTo>
                <a:lnTo>
                  <a:pt x="1314264" y="3850"/>
                </a:lnTo>
                <a:lnTo>
                  <a:pt x="1306368" y="2848"/>
                </a:lnTo>
                <a:lnTo>
                  <a:pt x="1298135" y="2712"/>
                </a:lnTo>
                <a:lnTo>
                  <a:pt x="1283671" y="1830"/>
                </a:lnTo>
                <a:lnTo>
                  <a:pt x="1240337" y="2051"/>
                </a:lnTo>
                <a:lnTo>
                  <a:pt x="1174497" y="12138"/>
                </a:lnTo>
                <a:lnTo>
                  <a:pt x="1114963" y="37942"/>
                </a:lnTo>
                <a:lnTo>
                  <a:pt x="1114607" y="38297"/>
                </a:lnTo>
                <a:lnTo>
                  <a:pt x="995087" y="38043"/>
                </a:lnTo>
                <a:lnTo>
                  <a:pt x="947378" y="14921"/>
                </a:lnTo>
                <a:lnTo>
                  <a:pt x="894554" y="3486"/>
                </a:lnTo>
                <a:lnTo>
                  <a:pt x="839047" y="0"/>
                </a:lnTo>
                <a:lnTo>
                  <a:pt x="784704" y="3366"/>
                </a:lnTo>
                <a:lnTo>
                  <a:pt x="733111" y="15124"/>
                </a:lnTo>
                <a:lnTo>
                  <a:pt x="685855" y="36811"/>
                </a:lnTo>
                <a:lnTo>
                  <a:pt x="637976" y="37281"/>
                </a:lnTo>
                <a:lnTo>
                  <a:pt x="598263" y="37078"/>
                </a:lnTo>
                <a:lnTo>
                  <a:pt x="598035" y="11894"/>
                </a:lnTo>
                <a:lnTo>
                  <a:pt x="470019" y="11233"/>
                </a:lnTo>
                <a:lnTo>
                  <a:pt x="469879" y="38196"/>
                </a:lnTo>
                <a:lnTo>
                  <a:pt x="324477" y="37091"/>
                </a:lnTo>
                <a:lnTo>
                  <a:pt x="324248" y="12262"/>
                </a:lnTo>
                <a:lnTo>
                  <a:pt x="192676" y="11945"/>
                </a:lnTo>
                <a:lnTo>
                  <a:pt x="192193" y="38196"/>
                </a:lnTo>
                <a:lnTo>
                  <a:pt x="174124" y="38339"/>
                </a:lnTo>
                <a:lnTo>
                  <a:pt x="155889" y="38049"/>
                </a:lnTo>
                <a:lnTo>
                  <a:pt x="137985" y="38360"/>
                </a:lnTo>
                <a:lnTo>
                  <a:pt x="84171" y="52146"/>
                </a:lnTo>
                <a:lnTo>
                  <a:pt x="51041" y="74443"/>
                </a:lnTo>
                <a:lnTo>
                  <a:pt x="24523" y="104353"/>
                </a:lnTo>
                <a:lnTo>
                  <a:pt x="7624" y="139034"/>
                </a:lnTo>
                <a:lnTo>
                  <a:pt x="0" y="181501"/>
                </a:lnTo>
                <a:lnTo>
                  <a:pt x="657" y="203676"/>
                </a:lnTo>
                <a:lnTo>
                  <a:pt x="18342" y="259542"/>
                </a:lnTo>
                <a:lnTo>
                  <a:pt x="41868" y="290410"/>
                </a:lnTo>
                <a:lnTo>
                  <a:pt x="72212" y="314598"/>
                </a:lnTo>
                <a:lnTo>
                  <a:pt x="126667" y="333189"/>
                </a:lnTo>
                <a:lnTo>
                  <a:pt x="191736" y="335020"/>
                </a:lnTo>
                <a:lnTo>
                  <a:pt x="191647" y="354172"/>
                </a:lnTo>
                <a:lnTo>
                  <a:pt x="325340" y="354502"/>
                </a:lnTo>
                <a:lnTo>
                  <a:pt x="325797" y="333928"/>
                </a:lnTo>
                <a:lnTo>
                  <a:pt x="469066" y="335020"/>
                </a:lnTo>
                <a:lnTo>
                  <a:pt x="469320" y="354527"/>
                </a:lnTo>
                <a:lnTo>
                  <a:pt x="595926" y="355175"/>
                </a:lnTo>
                <a:lnTo>
                  <a:pt x="596993" y="354464"/>
                </a:lnTo>
                <a:lnTo>
                  <a:pt x="597095" y="334614"/>
                </a:lnTo>
                <a:lnTo>
                  <a:pt x="703127" y="334791"/>
                </a:lnTo>
                <a:lnTo>
                  <a:pt x="749366" y="351608"/>
                </a:lnTo>
                <a:lnTo>
                  <a:pt x="799101" y="360471"/>
                </a:lnTo>
                <a:lnTo>
                  <a:pt x="806911" y="360509"/>
                </a:lnTo>
                <a:lnTo>
                  <a:pt x="814354" y="361258"/>
                </a:lnTo>
                <a:lnTo>
                  <a:pt x="821796" y="362350"/>
                </a:lnTo>
                <a:lnTo>
                  <a:pt x="859540" y="361634"/>
                </a:lnTo>
                <a:lnTo>
                  <a:pt x="896334" y="358083"/>
                </a:lnTo>
                <a:lnTo>
                  <a:pt x="931615" y="350999"/>
                </a:lnTo>
                <a:lnTo>
                  <a:pt x="964823" y="339681"/>
                </a:lnTo>
                <a:lnTo>
                  <a:pt x="967312" y="339694"/>
                </a:lnTo>
                <a:lnTo>
                  <a:pt x="968735" y="337928"/>
                </a:lnTo>
                <a:lnTo>
                  <a:pt x="970513" y="336874"/>
                </a:lnTo>
                <a:lnTo>
                  <a:pt x="971580" y="335820"/>
                </a:lnTo>
                <a:lnTo>
                  <a:pt x="974069" y="336176"/>
                </a:lnTo>
                <a:lnTo>
                  <a:pt x="974780" y="334410"/>
                </a:lnTo>
                <a:lnTo>
                  <a:pt x="1123014" y="334817"/>
                </a:lnTo>
                <a:lnTo>
                  <a:pt x="1162440" y="349293"/>
                </a:lnTo>
                <a:lnTo>
                  <a:pt x="1203761" y="357931"/>
                </a:lnTo>
                <a:lnTo>
                  <a:pt x="1257687" y="362990"/>
                </a:lnTo>
                <a:lnTo>
                  <a:pt x="1285670" y="364030"/>
                </a:lnTo>
                <a:lnTo>
                  <a:pt x="1314022" y="363811"/>
                </a:lnTo>
                <a:lnTo>
                  <a:pt x="1369018" y="357615"/>
                </a:lnTo>
                <a:lnTo>
                  <a:pt x="1419813" y="341294"/>
                </a:lnTo>
                <a:lnTo>
                  <a:pt x="1423725" y="338830"/>
                </a:lnTo>
                <a:lnTo>
                  <a:pt x="1428703" y="337446"/>
                </a:lnTo>
                <a:lnTo>
                  <a:pt x="1431561" y="334258"/>
                </a:lnTo>
                <a:lnTo>
                  <a:pt x="1536882" y="335160"/>
                </a:lnTo>
                <a:lnTo>
                  <a:pt x="1579084" y="335020"/>
                </a:lnTo>
                <a:lnTo>
                  <a:pt x="1626379" y="352992"/>
                </a:lnTo>
                <a:lnTo>
                  <a:pt x="1677179" y="361411"/>
                </a:lnTo>
                <a:lnTo>
                  <a:pt x="1720640" y="362154"/>
                </a:lnTo>
                <a:lnTo>
                  <a:pt x="1763193" y="358569"/>
                </a:lnTo>
                <a:lnTo>
                  <a:pt x="1803913" y="349788"/>
                </a:lnTo>
                <a:lnTo>
                  <a:pt x="1841873" y="334944"/>
                </a:lnTo>
                <a:lnTo>
                  <a:pt x="1928042" y="335388"/>
                </a:lnTo>
                <a:lnTo>
                  <a:pt x="1927940" y="354527"/>
                </a:lnTo>
                <a:lnTo>
                  <a:pt x="2060935" y="355213"/>
                </a:lnTo>
                <a:lnTo>
                  <a:pt x="2061646" y="354857"/>
                </a:lnTo>
                <a:lnTo>
                  <a:pt x="2061748" y="334652"/>
                </a:lnTo>
                <a:lnTo>
                  <a:pt x="2196863" y="335337"/>
                </a:lnTo>
                <a:lnTo>
                  <a:pt x="2196761" y="354489"/>
                </a:lnTo>
                <a:lnTo>
                  <a:pt x="2333286" y="354832"/>
                </a:lnTo>
                <a:lnTo>
                  <a:pt x="2333401" y="334258"/>
                </a:lnTo>
                <a:lnTo>
                  <a:pt x="2380213" y="334144"/>
                </a:lnTo>
                <a:lnTo>
                  <a:pt x="2419621" y="325127"/>
                </a:lnTo>
                <a:lnTo>
                  <a:pt x="2453684" y="306514"/>
                </a:lnTo>
                <a:lnTo>
                  <a:pt x="2482007" y="279124"/>
                </a:lnTo>
                <a:lnTo>
                  <a:pt x="2502513" y="245510"/>
                </a:lnTo>
                <a:lnTo>
                  <a:pt x="2513499" y="206458"/>
                </a:lnTo>
                <a:lnTo>
                  <a:pt x="2511734" y="205378"/>
                </a:lnTo>
                <a:lnTo>
                  <a:pt x="2513512" y="204680"/>
                </a:lnTo>
                <a:lnTo>
                  <a:pt x="2514470" y="191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27238" y="439076"/>
            <a:ext cx="2111375" cy="329565"/>
          </a:xfrm>
          <a:custGeom>
            <a:avLst/>
            <a:gdLst/>
            <a:ahLst/>
            <a:cxnLst/>
            <a:rect l="l" t="t" r="r" b="b"/>
            <a:pathLst>
              <a:path w="2111375" h="329565">
                <a:moveTo>
                  <a:pt x="374307" y="10388"/>
                </a:moveTo>
                <a:lnTo>
                  <a:pt x="279273" y="9906"/>
                </a:lnTo>
                <a:lnTo>
                  <a:pt x="278257" y="138988"/>
                </a:lnTo>
                <a:lnTo>
                  <a:pt x="100228" y="137718"/>
                </a:lnTo>
                <a:lnTo>
                  <a:pt x="100876" y="10769"/>
                </a:lnTo>
                <a:lnTo>
                  <a:pt x="1587" y="10261"/>
                </a:lnTo>
                <a:lnTo>
                  <a:pt x="0" y="321271"/>
                </a:lnTo>
                <a:lnTo>
                  <a:pt x="101066" y="321779"/>
                </a:lnTo>
                <a:lnTo>
                  <a:pt x="102057" y="197307"/>
                </a:lnTo>
                <a:lnTo>
                  <a:pt x="278663" y="198208"/>
                </a:lnTo>
                <a:lnTo>
                  <a:pt x="278028" y="321271"/>
                </a:lnTo>
                <a:lnTo>
                  <a:pt x="372719" y="321754"/>
                </a:lnTo>
                <a:lnTo>
                  <a:pt x="374307" y="10388"/>
                </a:lnTo>
                <a:close/>
              </a:path>
              <a:path w="2111375" h="329565">
                <a:moveTo>
                  <a:pt x="840181" y="156883"/>
                </a:moveTo>
                <a:lnTo>
                  <a:pt x="833793" y="112115"/>
                </a:lnTo>
                <a:lnTo>
                  <a:pt x="799820" y="52705"/>
                </a:lnTo>
                <a:lnTo>
                  <a:pt x="762774" y="26301"/>
                </a:lnTo>
                <a:lnTo>
                  <a:pt x="719353" y="10096"/>
                </a:lnTo>
                <a:lnTo>
                  <a:pt x="673671" y="1993"/>
                </a:lnTo>
                <a:lnTo>
                  <a:pt x="630415" y="0"/>
                </a:lnTo>
                <a:lnTo>
                  <a:pt x="595845" y="1612"/>
                </a:lnTo>
                <a:lnTo>
                  <a:pt x="529983" y="14554"/>
                </a:lnTo>
                <a:lnTo>
                  <a:pt x="471195" y="46850"/>
                </a:lnTo>
                <a:lnTo>
                  <a:pt x="434035" y="102565"/>
                </a:lnTo>
                <a:lnTo>
                  <a:pt x="424878" y="179006"/>
                </a:lnTo>
                <a:lnTo>
                  <a:pt x="433247" y="220510"/>
                </a:lnTo>
                <a:lnTo>
                  <a:pt x="452158" y="257606"/>
                </a:lnTo>
                <a:lnTo>
                  <a:pt x="482473" y="288264"/>
                </a:lnTo>
                <a:lnTo>
                  <a:pt x="518147" y="308165"/>
                </a:lnTo>
                <a:lnTo>
                  <a:pt x="556641" y="320484"/>
                </a:lnTo>
                <a:lnTo>
                  <a:pt x="597623" y="326567"/>
                </a:lnTo>
                <a:lnTo>
                  <a:pt x="640791" y="327736"/>
                </a:lnTo>
                <a:lnTo>
                  <a:pt x="683907" y="324535"/>
                </a:lnTo>
                <a:lnTo>
                  <a:pt x="726147" y="315277"/>
                </a:lnTo>
                <a:lnTo>
                  <a:pt x="765175" y="298551"/>
                </a:lnTo>
                <a:lnTo>
                  <a:pt x="798652" y="272986"/>
                </a:lnTo>
                <a:lnTo>
                  <a:pt x="824242" y="237172"/>
                </a:lnTo>
                <a:lnTo>
                  <a:pt x="837577" y="195262"/>
                </a:lnTo>
                <a:lnTo>
                  <a:pt x="840181" y="156883"/>
                </a:lnTo>
                <a:close/>
              </a:path>
              <a:path w="2111375" h="329565">
                <a:moveTo>
                  <a:pt x="1261059" y="216560"/>
                </a:moveTo>
                <a:lnTo>
                  <a:pt x="1233131" y="170815"/>
                </a:lnTo>
                <a:lnTo>
                  <a:pt x="1180312" y="149809"/>
                </a:lnTo>
                <a:lnTo>
                  <a:pt x="1131938" y="140652"/>
                </a:lnTo>
                <a:lnTo>
                  <a:pt x="1078712" y="133248"/>
                </a:lnTo>
                <a:lnTo>
                  <a:pt x="1056055" y="129540"/>
                </a:lnTo>
                <a:lnTo>
                  <a:pt x="1012825" y="116497"/>
                </a:lnTo>
                <a:lnTo>
                  <a:pt x="996276" y="93687"/>
                </a:lnTo>
                <a:lnTo>
                  <a:pt x="996327" y="83794"/>
                </a:lnTo>
                <a:lnTo>
                  <a:pt x="1029068" y="49707"/>
                </a:lnTo>
                <a:lnTo>
                  <a:pt x="1054239" y="46418"/>
                </a:lnTo>
                <a:lnTo>
                  <a:pt x="1067092" y="46558"/>
                </a:lnTo>
                <a:lnTo>
                  <a:pt x="1085126" y="51536"/>
                </a:lnTo>
                <a:lnTo>
                  <a:pt x="1101674" y="60477"/>
                </a:lnTo>
                <a:lnTo>
                  <a:pt x="1116228" y="72745"/>
                </a:lnTo>
                <a:lnTo>
                  <a:pt x="1128229" y="87655"/>
                </a:lnTo>
                <a:lnTo>
                  <a:pt x="1246670" y="88265"/>
                </a:lnTo>
                <a:lnTo>
                  <a:pt x="1249159" y="87566"/>
                </a:lnTo>
                <a:lnTo>
                  <a:pt x="1248803" y="86144"/>
                </a:lnTo>
                <a:lnTo>
                  <a:pt x="1216850" y="47078"/>
                </a:lnTo>
                <a:lnTo>
                  <a:pt x="1175410" y="21628"/>
                </a:lnTo>
                <a:lnTo>
                  <a:pt x="1127874" y="7378"/>
                </a:lnTo>
                <a:lnTo>
                  <a:pt x="1077595" y="1930"/>
                </a:lnTo>
                <a:lnTo>
                  <a:pt x="1035710" y="2095"/>
                </a:lnTo>
                <a:lnTo>
                  <a:pt x="994410" y="6870"/>
                </a:lnTo>
                <a:lnTo>
                  <a:pt x="954938" y="17322"/>
                </a:lnTo>
                <a:lnTo>
                  <a:pt x="918552" y="34455"/>
                </a:lnTo>
                <a:lnTo>
                  <a:pt x="888987" y="65786"/>
                </a:lnTo>
                <a:lnTo>
                  <a:pt x="880554" y="114757"/>
                </a:lnTo>
                <a:lnTo>
                  <a:pt x="883005" y="120802"/>
                </a:lnTo>
                <a:lnTo>
                  <a:pt x="884034" y="127190"/>
                </a:lnTo>
                <a:lnTo>
                  <a:pt x="920038" y="167233"/>
                </a:lnTo>
                <a:lnTo>
                  <a:pt x="973480" y="182613"/>
                </a:lnTo>
                <a:lnTo>
                  <a:pt x="1076007" y="201396"/>
                </a:lnTo>
                <a:lnTo>
                  <a:pt x="1109878" y="207784"/>
                </a:lnTo>
                <a:lnTo>
                  <a:pt x="1149108" y="234937"/>
                </a:lnTo>
                <a:lnTo>
                  <a:pt x="1150924" y="244652"/>
                </a:lnTo>
                <a:lnTo>
                  <a:pt x="1150467" y="254546"/>
                </a:lnTo>
                <a:lnTo>
                  <a:pt x="1147406" y="263753"/>
                </a:lnTo>
                <a:lnTo>
                  <a:pt x="1141476" y="271424"/>
                </a:lnTo>
                <a:lnTo>
                  <a:pt x="1121346" y="283552"/>
                </a:lnTo>
                <a:lnTo>
                  <a:pt x="1098245" y="288366"/>
                </a:lnTo>
                <a:lnTo>
                  <a:pt x="1074305" y="286994"/>
                </a:lnTo>
                <a:lnTo>
                  <a:pt x="1037653" y="272529"/>
                </a:lnTo>
                <a:lnTo>
                  <a:pt x="1012583" y="231406"/>
                </a:lnTo>
                <a:lnTo>
                  <a:pt x="880668" y="230720"/>
                </a:lnTo>
                <a:lnTo>
                  <a:pt x="899337" y="283387"/>
                </a:lnTo>
                <a:lnTo>
                  <a:pt x="939279" y="308673"/>
                </a:lnTo>
                <a:lnTo>
                  <a:pt x="993686" y="322948"/>
                </a:lnTo>
                <a:lnTo>
                  <a:pt x="1028776" y="326529"/>
                </a:lnTo>
                <a:lnTo>
                  <a:pt x="1034440" y="328333"/>
                </a:lnTo>
                <a:lnTo>
                  <a:pt x="1113155" y="329438"/>
                </a:lnTo>
                <a:lnTo>
                  <a:pt x="1116355" y="328752"/>
                </a:lnTo>
                <a:lnTo>
                  <a:pt x="1136624" y="327215"/>
                </a:lnTo>
                <a:lnTo>
                  <a:pt x="1175740" y="319328"/>
                </a:lnTo>
                <a:lnTo>
                  <a:pt x="1217980" y="301574"/>
                </a:lnTo>
                <a:lnTo>
                  <a:pt x="1253413" y="261531"/>
                </a:lnTo>
                <a:lnTo>
                  <a:pt x="1260462" y="235864"/>
                </a:lnTo>
                <a:lnTo>
                  <a:pt x="1261059" y="216560"/>
                </a:lnTo>
                <a:close/>
              </a:path>
              <a:path w="2111375" h="329565">
                <a:moveTo>
                  <a:pt x="1695373" y="210070"/>
                </a:moveTo>
                <a:lnTo>
                  <a:pt x="1602816" y="210299"/>
                </a:lnTo>
                <a:lnTo>
                  <a:pt x="1597406" y="221615"/>
                </a:lnTo>
                <a:lnTo>
                  <a:pt x="1590814" y="232587"/>
                </a:lnTo>
                <a:lnTo>
                  <a:pt x="1552460" y="268503"/>
                </a:lnTo>
                <a:lnTo>
                  <a:pt x="1502498" y="281279"/>
                </a:lnTo>
                <a:lnTo>
                  <a:pt x="1476578" y="276682"/>
                </a:lnTo>
                <a:lnTo>
                  <a:pt x="1426438" y="240398"/>
                </a:lnTo>
                <a:lnTo>
                  <a:pt x="1402219" y="183743"/>
                </a:lnTo>
                <a:lnTo>
                  <a:pt x="1401368" y="166598"/>
                </a:lnTo>
                <a:lnTo>
                  <a:pt x="1402080" y="149529"/>
                </a:lnTo>
                <a:lnTo>
                  <a:pt x="1425054" y="90754"/>
                </a:lnTo>
                <a:lnTo>
                  <a:pt x="1475447" y="55118"/>
                </a:lnTo>
                <a:lnTo>
                  <a:pt x="1506105" y="50215"/>
                </a:lnTo>
                <a:lnTo>
                  <a:pt x="1535277" y="54317"/>
                </a:lnTo>
                <a:lnTo>
                  <a:pt x="1561642" y="67132"/>
                </a:lnTo>
                <a:lnTo>
                  <a:pt x="1583664" y="86779"/>
                </a:lnTo>
                <a:lnTo>
                  <a:pt x="1599768" y="111340"/>
                </a:lnTo>
                <a:lnTo>
                  <a:pt x="1686661" y="111785"/>
                </a:lnTo>
                <a:lnTo>
                  <a:pt x="1691982" y="111455"/>
                </a:lnTo>
                <a:lnTo>
                  <a:pt x="1689239" y="101955"/>
                </a:lnTo>
                <a:lnTo>
                  <a:pt x="1685734" y="92684"/>
                </a:lnTo>
                <a:lnTo>
                  <a:pt x="1648815" y="42557"/>
                </a:lnTo>
                <a:lnTo>
                  <a:pt x="1613750" y="20675"/>
                </a:lnTo>
                <a:lnTo>
                  <a:pt x="1573911" y="7607"/>
                </a:lnTo>
                <a:lnTo>
                  <a:pt x="1531886" y="1409"/>
                </a:lnTo>
                <a:lnTo>
                  <a:pt x="1504238" y="203"/>
                </a:lnTo>
                <a:lnTo>
                  <a:pt x="1451000" y="3911"/>
                </a:lnTo>
                <a:lnTo>
                  <a:pt x="1400289" y="16256"/>
                </a:lnTo>
                <a:lnTo>
                  <a:pt x="1355953" y="40741"/>
                </a:lnTo>
                <a:lnTo>
                  <a:pt x="1321892" y="80835"/>
                </a:lnTo>
                <a:lnTo>
                  <a:pt x="1303172" y="151599"/>
                </a:lnTo>
                <a:lnTo>
                  <a:pt x="1304671" y="189585"/>
                </a:lnTo>
                <a:lnTo>
                  <a:pt x="1327404" y="255333"/>
                </a:lnTo>
                <a:lnTo>
                  <a:pt x="1377873" y="301713"/>
                </a:lnTo>
                <a:lnTo>
                  <a:pt x="1408290" y="314629"/>
                </a:lnTo>
                <a:lnTo>
                  <a:pt x="1409357" y="315709"/>
                </a:lnTo>
                <a:lnTo>
                  <a:pt x="1409357" y="316052"/>
                </a:lnTo>
                <a:lnTo>
                  <a:pt x="1410766" y="315709"/>
                </a:lnTo>
                <a:lnTo>
                  <a:pt x="1426629" y="319811"/>
                </a:lnTo>
                <a:lnTo>
                  <a:pt x="1442872" y="323278"/>
                </a:lnTo>
                <a:lnTo>
                  <a:pt x="1459445" y="325882"/>
                </a:lnTo>
                <a:lnTo>
                  <a:pt x="1476324" y="327393"/>
                </a:lnTo>
                <a:lnTo>
                  <a:pt x="1515808" y="327799"/>
                </a:lnTo>
                <a:lnTo>
                  <a:pt x="1554530" y="324345"/>
                </a:lnTo>
                <a:lnTo>
                  <a:pt x="1626463" y="302628"/>
                </a:lnTo>
                <a:lnTo>
                  <a:pt x="1670570" y="265709"/>
                </a:lnTo>
                <a:lnTo>
                  <a:pt x="1694294" y="214312"/>
                </a:lnTo>
                <a:lnTo>
                  <a:pt x="1695005" y="212902"/>
                </a:lnTo>
                <a:lnTo>
                  <a:pt x="1695373" y="210070"/>
                </a:lnTo>
                <a:close/>
              </a:path>
              <a:path w="2111375" h="329565">
                <a:moveTo>
                  <a:pt x="2111311" y="11468"/>
                </a:moveTo>
                <a:lnTo>
                  <a:pt x="2009533" y="10947"/>
                </a:lnTo>
                <a:lnTo>
                  <a:pt x="2008530" y="139674"/>
                </a:lnTo>
                <a:lnTo>
                  <a:pt x="1836534" y="138798"/>
                </a:lnTo>
                <a:lnTo>
                  <a:pt x="1837182" y="10426"/>
                </a:lnTo>
                <a:lnTo>
                  <a:pt x="1737893" y="9918"/>
                </a:lnTo>
                <a:lnTo>
                  <a:pt x="1736293" y="321627"/>
                </a:lnTo>
                <a:lnTo>
                  <a:pt x="1838071" y="322148"/>
                </a:lnTo>
                <a:lnTo>
                  <a:pt x="1839061" y="197675"/>
                </a:lnTo>
                <a:lnTo>
                  <a:pt x="2008581" y="198894"/>
                </a:lnTo>
                <a:lnTo>
                  <a:pt x="2007946" y="321602"/>
                </a:lnTo>
                <a:lnTo>
                  <a:pt x="2109724" y="322122"/>
                </a:lnTo>
                <a:lnTo>
                  <a:pt x="2111311" y="11468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36750" y="475106"/>
            <a:ext cx="2480945" cy="266065"/>
          </a:xfrm>
          <a:custGeom>
            <a:avLst/>
            <a:gdLst/>
            <a:ahLst/>
            <a:cxnLst/>
            <a:rect l="l" t="t" r="r" b="b"/>
            <a:pathLst>
              <a:path w="2480945" h="266065">
                <a:moveTo>
                  <a:pt x="175272" y="1447"/>
                </a:moveTo>
                <a:lnTo>
                  <a:pt x="123494" y="1181"/>
                </a:lnTo>
                <a:lnTo>
                  <a:pt x="116395" y="2209"/>
                </a:lnTo>
                <a:lnTo>
                  <a:pt x="108585" y="4305"/>
                </a:lnTo>
                <a:lnTo>
                  <a:pt x="101130" y="5321"/>
                </a:lnTo>
                <a:lnTo>
                  <a:pt x="44577" y="35229"/>
                </a:lnTo>
                <a:lnTo>
                  <a:pt x="8140" y="87833"/>
                </a:lnTo>
                <a:lnTo>
                  <a:pt x="0" y="136779"/>
                </a:lnTo>
                <a:lnTo>
                  <a:pt x="2971" y="161975"/>
                </a:lnTo>
                <a:lnTo>
                  <a:pt x="29718" y="216865"/>
                </a:lnTo>
                <a:lnTo>
                  <a:pt x="91046" y="258343"/>
                </a:lnTo>
                <a:lnTo>
                  <a:pt x="128181" y="264350"/>
                </a:lnTo>
                <a:lnTo>
                  <a:pt x="128168" y="264706"/>
                </a:lnTo>
                <a:lnTo>
                  <a:pt x="174269" y="264934"/>
                </a:lnTo>
                <a:lnTo>
                  <a:pt x="174332" y="252882"/>
                </a:lnTo>
                <a:lnTo>
                  <a:pt x="134975" y="252679"/>
                </a:lnTo>
                <a:lnTo>
                  <a:pt x="106375" y="250405"/>
                </a:lnTo>
                <a:lnTo>
                  <a:pt x="57251" y="227647"/>
                </a:lnTo>
                <a:lnTo>
                  <a:pt x="25247" y="189064"/>
                </a:lnTo>
                <a:lnTo>
                  <a:pt x="12293" y="146634"/>
                </a:lnTo>
                <a:lnTo>
                  <a:pt x="12217" y="123317"/>
                </a:lnTo>
                <a:lnTo>
                  <a:pt x="19926" y="89776"/>
                </a:lnTo>
                <a:lnTo>
                  <a:pt x="62687" y="35318"/>
                </a:lnTo>
                <a:lnTo>
                  <a:pt x="112509" y="15455"/>
                </a:lnTo>
                <a:lnTo>
                  <a:pt x="133045" y="14274"/>
                </a:lnTo>
                <a:lnTo>
                  <a:pt x="154165" y="14554"/>
                </a:lnTo>
                <a:lnTo>
                  <a:pt x="175196" y="14566"/>
                </a:lnTo>
                <a:lnTo>
                  <a:pt x="175272" y="1447"/>
                </a:lnTo>
                <a:close/>
              </a:path>
              <a:path w="2480945" h="266065">
                <a:moveTo>
                  <a:pt x="452945" y="736"/>
                </a:moveTo>
                <a:lnTo>
                  <a:pt x="307555" y="0"/>
                </a:lnTo>
                <a:lnTo>
                  <a:pt x="307479" y="13830"/>
                </a:lnTo>
                <a:lnTo>
                  <a:pt x="452882" y="14566"/>
                </a:lnTo>
                <a:lnTo>
                  <a:pt x="452945" y="736"/>
                </a:lnTo>
                <a:close/>
              </a:path>
              <a:path w="2480945" h="266065">
                <a:moveTo>
                  <a:pt x="645160" y="1371"/>
                </a:moveTo>
                <a:lnTo>
                  <a:pt x="581685" y="685"/>
                </a:lnTo>
                <a:lnTo>
                  <a:pt x="581266" y="13449"/>
                </a:lnTo>
                <a:lnTo>
                  <a:pt x="634809" y="13373"/>
                </a:lnTo>
                <a:lnTo>
                  <a:pt x="645160" y="2438"/>
                </a:lnTo>
                <a:lnTo>
                  <a:pt x="645160" y="1371"/>
                </a:lnTo>
                <a:close/>
              </a:path>
              <a:path w="2480945" h="266065">
                <a:moveTo>
                  <a:pt x="1076756" y="1803"/>
                </a:moveTo>
                <a:lnTo>
                  <a:pt x="1006894" y="1092"/>
                </a:lnTo>
                <a:lnTo>
                  <a:pt x="1001572" y="1778"/>
                </a:lnTo>
                <a:lnTo>
                  <a:pt x="1005090" y="6045"/>
                </a:lnTo>
                <a:lnTo>
                  <a:pt x="1007198" y="9956"/>
                </a:lnTo>
                <a:lnTo>
                  <a:pt x="1011796" y="13525"/>
                </a:lnTo>
                <a:lnTo>
                  <a:pt x="1067828" y="13817"/>
                </a:lnTo>
                <a:lnTo>
                  <a:pt x="1070686" y="9931"/>
                </a:lnTo>
                <a:lnTo>
                  <a:pt x="1074953" y="6400"/>
                </a:lnTo>
                <a:lnTo>
                  <a:pt x="1076756" y="1803"/>
                </a:lnTo>
                <a:close/>
              </a:path>
              <a:path w="2480945" h="266065">
                <a:moveTo>
                  <a:pt x="1521117" y="1943"/>
                </a:moveTo>
                <a:lnTo>
                  <a:pt x="1429969" y="1130"/>
                </a:lnTo>
                <a:lnTo>
                  <a:pt x="1428559" y="1828"/>
                </a:lnTo>
                <a:lnTo>
                  <a:pt x="1426070" y="749"/>
                </a:lnTo>
                <a:lnTo>
                  <a:pt x="1425003" y="2159"/>
                </a:lnTo>
                <a:lnTo>
                  <a:pt x="1435239" y="12852"/>
                </a:lnTo>
                <a:lnTo>
                  <a:pt x="1511477" y="13957"/>
                </a:lnTo>
                <a:lnTo>
                  <a:pt x="1521104" y="3009"/>
                </a:lnTo>
                <a:lnTo>
                  <a:pt x="1521117" y="1943"/>
                </a:lnTo>
                <a:close/>
              </a:path>
              <a:path w="2480945" h="266065">
                <a:moveTo>
                  <a:pt x="1911565" y="1460"/>
                </a:moveTo>
                <a:lnTo>
                  <a:pt x="1868297" y="1231"/>
                </a:lnTo>
                <a:lnTo>
                  <a:pt x="1866176" y="1943"/>
                </a:lnTo>
                <a:lnTo>
                  <a:pt x="1861921" y="139"/>
                </a:lnTo>
                <a:lnTo>
                  <a:pt x="1861197" y="2971"/>
                </a:lnTo>
                <a:lnTo>
                  <a:pt x="1870722" y="13309"/>
                </a:lnTo>
                <a:lnTo>
                  <a:pt x="1911502" y="13868"/>
                </a:lnTo>
                <a:lnTo>
                  <a:pt x="1911565" y="1460"/>
                </a:lnTo>
                <a:close/>
              </a:path>
              <a:path w="2480945" h="266065">
                <a:moveTo>
                  <a:pt x="2181098" y="1066"/>
                </a:moveTo>
                <a:lnTo>
                  <a:pt x="2043849" y="368"/>
                </a:lnTo>
                <a:lnTo>
                  <a:pt x="2043785" y="13843"/>
                </a:lnTo>
                <a:lnTo>
                  <a:pt x="2181021" y="14541"/>
                </a:lnTo>
                <a:lnTo>
                  <a:pt x="2181098" y="1066"/>
                </a:lnTo>
                <a:close/>
              </a:path>
              <a:path w="2480945" h="266065">
                <a:moveTo>
                  <a:pt x="2480500" y="122821"/>
                </a:moveTo>
                <a:lnTo>
                  <a:pt x="2479459" y="116420"/>
                </a:lnTo>
                <a:lnTo>
                  <a:pt x="2479141" y="110045"/>
                </a:lnTo>
                <a:lnTo>
                  <a:pt x="2477401" y="104000"/>
                </a:lnTo>
                <a:lnTo>
                  <a:pt x="2443086" y="41770"/>
                </a:lnTo>
                <a:lnTo>
                  <a:pt x="2381796" y="5994"/>
                </a:lnTo>
                <a:lnTo>
                  <a:pt x="2317280" y="1409"/>
                </a:lnTo>
                <a:lnTo>
                  <a:pt x="2317204" y="14173"/>
                </a:lnTo>
                <a:lnTo>
                  <a:pt x="2339200" y="14262"/>
                </a:lnTo>
                <a:lnTo>
                  <a:pt x="2361044" y="14935"/>
                </a:lnTo>
                <a:lnTo>
                  <a:pt x="2400846" y="25234"/>
                </a:lnTo>
                <a:lnTo>
                  <a:pt x="2449474" y="67906"/>
                </a:lnTo>
                <a:lnTo>
                  <a:pt x="2468753" y="129844"/>
                </a:lnTo>
                <a:lnTo>
                  <a:pt x="2470505" y="135178"/>
                </a:lnTo>
                <a:lnTo>
                  <a:pt x="2467292" y="139065"/>
                </a:lnTo>
                <a:lnTo>
                  <a:pt x="2468321" y="144386"/>
                </a:lnTo>
                <a:lnTo>
                  <a:pt x="2460587" y="177126"/>
                </a:lnTo>
                <a:lnTo>
                  <a:pt x="2419007" y="231013"/>
                </a:lnTo>
                <a:lnTo>
                  <a:pt x="2372461" y="251231"/>
                </a:lnTo>
                <a:lnTo>
                  <a:pt x="2354415" y="252857"/>
                </a:lnTo>
                <a:lnTo>
                  <a:pt x="2317051" y="252844"/>
                </a:lnTo>
                <a:lnTo>
                  <a:pt x="2316988" y="265252"/>
                </a:lnTo>
                <a:lnTo>
                  <a:pt x="2360257" y="265125"/>
                </a:lnTo>
                <a:lnTo>
                  <a:pt x="2361323" y="264058"/>
                </a:lnTo>
                <a:lnTo>
                  <a:pt x="2364511" y="265493"/>
                </a:lnTo>
                <a:lnTo>
                  <a:pt x="2364867" y="264083"/>
                </a:lnTo>
                <a:lnTo>
                  <a:pt x="2377109" y="261874"/>
                </a:lnTo>
                <a:lnTo>
                  <a:pt x="2388870" y="258749"/>
                </a:lnTo>
                <a:lnTo>
                  <a:pt x="2442006" y="226352"/>
                </a:lnTo>
                <a:lnTo>
                  <a:pt x="2477566" y="161594"/>
                </a:lnTo>
                <a:lnTo>
                  <a:pt x="2480500" y="1228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52596" y="489604"/>
            <a:ext cx="214629" cy="227329"/>
          </a:xfrm>
          <a:custGeom>
            <a:avLst/>
            <a:gdLst/>
            <a:ahLst/>
            <a:cxnLst/>
            <a:rect l="l" t="t" r="r" b="b"/>
            <a:pathLst>
              <a:path w="214629" h="227329">
                <a:moveTo>
                  <a:pt x="214147" y="105752"/>
                </a:moveTo>
                <a:lnTo>
                  <a:pt x="204827" y="65233"/>
                </a:lnTo>
                <a:lnTo>
                  <a:pt x="183089" y="32232"/>
                </a:lnTo>
                <a:lnTo>
                  <a:pt x="151207" y="9290"/>
                </a:lnTo>
                <a:lnTo>
                  <a:pt x="112639" y="0"/>
                </a:lnTo>
                <a:lnTo>
                  <a:pt x="92548" y="756"/>
                </a:lnTo>
                <a:lnTo>
                  <a:pt x="47591" y="18681"/>
                </a:lnTo>
                <a:lnTo>
                  <a:pt x="9962" y="63917"/>
                </a:lnTo>
                <a:lnTo>
                  <a:pt x="0" y="118510"/>
                </a:lnTo>
                <a:lnTo>
                  <a:pt x="3692" y="144313"/>
                </a:lnTo>
                <a:lnTo>
                  <a:pt x="26862" y="189515"/>
                </a:lnTo>
                <a:lnTo>
                  <a:pt x="74088" y="221808"/>
                </a:lnTo>
                <a:lnTo>
                  <a:pt x="102127" y="227156"/>
                </a:lnTo>
                <a:lnTo>
                  <a:pt x="131307" y="224097"/>
                </a:lnTo>
                <a:lnTo>
                  <a:pt x="180387" y="196238"/>
                </a:lnTo>
                <a:lnTo>
                  <a:pt x="209361" y="147529"/>
                </a:lnTo>
                <a:lnTo>
                  <a:pt x="214147" y="105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58201" y="497458"/>
            <a:ext cx="2437765" cy="222250"/>
          </a:xfrm>
          <a:custGeom>
            <a:avLst/>
            <a:gdLst/>
            <a:ahLst/>
            <a:cxnLst/>
            <a:rect l="l" t="t" r="r" b="b"/>
            <a:pathLst>
              <a:path w="2437765" h="222250">
                <a:moveTo>
                  <a:pt x="153708" y="1079"/>
                </a:moveTo>
                <a:lnTo>
                  <a:pt x="109728" y="1079"/>
                </a:lnTo>
                <a:lnTo>
                  <a:pt x="88760" y="3009"/>
                </a:lnTo>
                <a:lnTo>
                  <a:pt x="43268" y="23482"/>
                </a:lnTo>
                <a:lnTo>
                  <a:pt x="6946" y="71234"/>
                </a:lnTo>
                <a:lnTo>
                  <a:pt x="0" y="99949"/>
                </a:lnTo>
                <a:lnTo>
                  <a:pt x="1524" y="132410"/>
                </a:lnTo>
                <a:lnTo>
                  <a:pt x="30962" y="187883"/>
                </a:lnTo>
                <a:lnTo>
                  <a:pt x="78346" y="216839"/>
                </a:lnTo>
                <a:lnTo>
                  <a:pt x="127431" y="221322"/>
                </a:lnTo>
                <a:lnTo>
                  <a:pt x="152933" y="221310"/>
                </a:lnTo>
                <a:lnTo>
                  <a:pt x="152984" y="210312"/>
                </a:lnTo>
                <a:lnTo>
                  <a:pt x="98031" y="209321"/>
                </a:lnTo>
                <a:lnTo>
                  <a:pt x="85813" y="207264"/>
                </a:lnTo>
                <a:lnTo>
                  <a:pt x="31915" y="173316"/>
                </a:lnTo>
                <a:lnTo>
                  <a:pt x="11239" y="122262"/>
                </a:lnTo>
                <a:lnTo>
                  <a:pt x="12090" y="92925"/>
                </a:lnTo>
                <a:lnTo>
                  <a:pt x="35598" y="44907"/>
                </a:lnTo>
                <a:lnTo>
                  <a:pt x="80568" y="15608"/>
                </a:lnTo>
                <a:lnTo>
                  <a:pt x="115925" y="11137"/>
                </a:lnTo>
                <a:lnTo>
                  <a:pt x="134899" y="11747"/>
                </a:lnTo>
                <a:lnTo>
                  <a:pt x="153644" y="11722"/>
                </a:lnTo>
                <a:lnTo>
                  <a:pt x="153708" y="1079"/>
                </a:lnTo>
                <a:close/>
              </a:path>
              <a:path w="2437765" h="222250">
                <a:moveTo>
                  <a:pt x="153962" y="20942"/>
                </a:moveTo>
                <a:lnTo>
                  <a:pt x="133997" y="20942"/>
                </a:lnTo>
                <a:lnTo>
                  <a:pt x="114020" y="20472"/>
                </a:lnTo>
                <a:lnTo>
                  <a:pt x="94754" y="21742"/>
                </a:lnTo>
                <a:lnTo>
                  <a:pt x="56832" y="38404"/>
                </a:lnTo>
                <a:lnTo>
                  <a:pt x="27406" y="74269"/>
                </a:lnTo>
                <a:lnTo>
                  <a:pt x="20497" y="123418"/>
                </a:lnTo>
                <a:lnTo>
                  <a:pt x="27711" y="148551"/>
                </a:lnTo>
                <a:lnTo>
                  <a:pt x="62318" y="187515"/>
                </a:lnTo>
                <a:lnTo>
                  <a:pt x="105244" y="200418"/>
                </a:lnTo>
                <a:lnTo>
                  <a:pt x="153035" y="201091"/>
                </a:lnTo>
                <a:lnTo>
                  <a:pt x="153085" y="191516"/>
                </a:lnTo>
                <a:lnTo>
                  <a:pt x="125069" y="191554"/>
                </a:lnTo>
                <a:lnTo>
                  <a:pt x="111086" y="191312"/>
                </a:lnTo>
                <a:lnTo>
                  <a:pt x="97053" y="190525"/>
                </a:lnTo>
                <a:lnTo>
                  <a:pt x="95643" y="189103"/>
                </a:lnTo>
                <a:lnTo>
                  <a:pt x="92798" y="190855"/>
                </a:lnTo>
                <a:lnTo>
                  <a:pt x="92100" y="188722"/>
                </a:lnTo>
                <a:lnTo>
                  <a:pt x="87490" y="189052"/>
                </a:lnTo>
                <a:lnTo>
                  <a:pt x="82892" y="186905"/>
                </a:lnTo>
                <a:lnTo>
                  <a:pt x="45212" y="159854"/>
                </a:lnTo>
                <a:lnTo>
                  <a:pt x="30035" y="121031"/>
                </a:lnTo>
                <a:lnTo>
                  <a:pt x="30734" y="95758"/>
                </a:lnTo>
                <a:lnTo>
                  <a:pt x="53365" y="53428"/>
                </a:lnTo>
                <a:lnTo>
                  <a:pt x="91808" y="32054"/>
                </a:lnTo>
                <a:lnTo>
                  <a:pt x="112191" y="30175"/>
                </a:lnTo>
                <a:lnTo>
                  <a:pt x="133299" y="30505"/>
                </a:lnTo>
                <a:lnTo>
                  <a:pt x="153911" y="30518"/>
                </a:lnTo>
                <a:lnTo>
                  <a:pt x="153962" y="20942"/>
                </a:lnTo>
                <a:close/>
              </a:path>
              <a:path w="2437765" h="222250">
                <a:moveTo>
                  <a:pt x="431190" y="39382"/>
                </a:moveTo>
                <a:lnTo>
                  <a:pt x="286499" y="38646"/>
                </a:lnTo>
                <a:lnTo>
                  <a:pt x="285750" y="46799"/>
                </a:lnTo>
                <a:lnTo>
                  <a:pt x="286791" y="51054"/>
                </a:lnTo>
                <a:lnTo>
                  <a:pt x="431126" y="51803"/>
                </a:lnTo>
                <a:lnTo>
                  <a:pt x="431190" y="39382"/>
                </a:lnTo>
                <a:close/>
              </a:path>
              <a:path w="2437765" h="222250">
                <a:moveTo>
                  <a:pt x="431292" y="20586"/>
                </a:moveTo>
                <a:lnTo>
                  <a:pt x="285889" y="19850"/>
                </a:lnTo>
                <a:lnTo>
                  <a:pt x="285838" y="29781"/>
                </a:lnTo>
                <a:lnTo>
                  <a:pt x="431241" y="30518"/>
                </a:lnTo>
                <a:lnTo>
                  <a:pt x="431292" y="20586"/>
                </a:lnTo>
                <a:close/>
              </a:path>
              <a:path w="2437765" h="222250">
                <a:moveTo>
                  <a:pt x="431380" y="1079"/>
                </a:moveTo>
                <a:lnTo>
                  <a:pt x="285991" y="342"/>
                </a:lnTo>
                <a:lnTo>
                  <a:pt x="285927" y="10985"/>
                </a:lnTo>
                <a:lnTo>
                  <a:pt x="431330" y="11722"/>
                </a:lnTo>
                <a:lnTo>
                  <a:pt x="431380" y="1079"/>
                </a:lnTo>
                <a:close/>
              </a:path>
              <a:path w="2437765" h="222250">
                <a:moveTo>
                  <a:pt x="585812" y="39471"/>
                </a:moveTo>
                <a:lnTo>
                  <a:pt x="559930" y="38976"/>
                </a:lnTo>
                <a:lnTo>
                  <a:pt x="559866" y="50685"/>
                </a:lnTo>
                <a:lnTo>
                  <a:pt x="580428" y="50787"/>
                </a:lnTo>
                <a:lnTo>
                  <a:pt x="582917" y="49733"/>
                </a:lnTo>
                <a:lnTo>
                  <a:pt x="585812" y="39471"/>
                </a:lnTo>
                <a:close/>
              </a:path>
              <a:path w="2437765" h="222250">
                <a:moveTo>
                  <a:pt x="593356" y="21412"/>
                </a:moveTo>
                <a:lnTo>
                  <a:pt x="593001" y="20358"/>
                </a:lnTo>
                <a:lnTo>
                  <a:pt x="560019" y="19824"/>
                </a:lnTo>
                <a:lnTo>
                  <a:pt x="559968" y="29400"/>
                </a:lnTo>
                <a:lnTo>
                  <a:pt x="588340" y="29552"/>
                </a:lnTo>
                <a:lnTo>
                  <a:pt x="592251" y="28498"/>
                </a:lnTo>
                <a:lnTo>
                  <a:pt x="591566" y="23888"/>
                </a:lnTo>
                <a:lnTo>
                  <a:pt x="593356" y="21412"/>
                </a:lnTo>
                <a:close/>
              </a:path>
              <a:path w="2437765" h="222250">
                <a:moveTo>
                  <a:pt x="605155" y="914"/>
                </a:moveTo>
                <a:lnTo>
                  <a:pt x="560120" y="330"/>
                </a:lnTo>
                <a:lnTo>
                  <a:pt x="560070" y="10604"/>
                </a:lnTo>
                <a:lnTo>
                  <a:pt x="598728" y="10807"/>
                </a:lnTo>
                <a:lnTo>
                  <a:pt x="601218" y="8331"/>
                </a:lnTo>
                <a:lnTo>
                  <a:pt x="603719" y="4445"/>
                </a:lnTo>
                <a:lnTo>
                  <a:pt x="605155" y="914"/>
                </a:lnTo>
                <a:close/>
              </a:path>
              <a:path w="2437765" h="222250">
                <a:moveTo>
                  <a:pt x="807974" y="9398"/>
                </a:moveTo>
                <a:lnTo>
                  <a:pt x="804418" y="9639"/>
                </a:lnTo>
                <a:lnTo>
                  <a:pt x="802995" y="9728"/>
                </a:lnTo>
                <a:lnTo>
                  <a:pt x="797687" y="8280"/>
                </a:lnTo>
                <a:lnTo>
                  <a:pt x="793419" y="10388"/>
                </a:lnTo>
                <a:lnTo>
                  <a:pt x="799096" y="10414"/>
                </a:lnTo>
                <a:lnTo>
                  <a:pt x="802995" y="10693"/>
                </a:lnTo>
                <a:lnTo>
                  <a:pt x="804418" y="10795"/>
                </a:lnTo>
                <a:lnTo>
                  <a:pt x="807974" y="10312"/>
                </a:lnTo>
                <a:lnTo>
                  <a:pt x="807974" y="9398"/>
                </a:lnTo>
                <a:close/>
              </a:path>
              <a:path w="2437765" h="222250">
                <a:moveTo>
                  <a:pt x="809383" y="10109"/>
                </a:moveTo>
                <a:lnTo>
                  <a:pt x="808583" y="10223"/>
                </a:lnTo>
                <a:lnTo>
                  <a:pt x="808583" y="10515"/>
                </a:lnTo>
                <a:lnTo>
                  <a:pt x="809383" y="10109"/>
                </a:lnTo>
                <a:close/>
              </a:path>
              <a:path w="2437765" h="222250">
                <a:moveTo>
                  <a:pt x="855383" y="28790"/>
                </a:moveTo>
                <a:lnTo>
                  <a:pt x="852563" y="25577"/>
                </a:lnTo>
                <a:lnTo>
                  <a:pt x="845146" y="21285"/>
                </a:lnTo>
                <a:lnTo>
                  <a:pt x="782726" y="20256"/>
                </a:lnTo>
                <a:lnTo>
                  <a:pt x="760742" y="20497"/>
                </a:lnTo>
                <a:lnTo>
                  <a:pt x="755777" y="21894"/>
                </a:lnTo>
                <a:lnTo>
                  <a:pt x="751497" y="25412"/>
                </a:lnTo>
                <a:lnTo>
                  <a:pt x="747572" y="29298"/>
                </a:lnTo>
                <a:lnTo>
                  <a:pt x="801293" y="29933"/>
                </a:lnTo>
                <a:lnTo>
                  <a:pt x="828255" y="29921"/>
                </a:lnTo>
                <a:lnTo>
                  <a:pt x="855027" y="29489"/>
                </a:lnTo>
                <a:lnTo>
                  <a:pt x="855383" y="28790"/>
                </a:lnTo>
                <a:close/>
              </a:path>
              <a:path w="2437765" h="222250">
                <a:moveTo>
                  <a:pt x="875131" y="51231"/>
                </a:moveTo>
                <a:lnTo>
                  <a:pt x="873734" y="46609"/>
                </a:lnTo>
                <a:lnTo>
                  <a:pt x="870204" y="43751"/>
                </a:lnTo>
                <a:lnTo>
                  <a:pt x="867384" y="39839"/>
                </a:lnTo>
                <a:lnTo>
                  <a:pt x="830503" y="39293"/>
                </a:lnTo>
                <a:lnTo>
                  <a:pt x="736892" y="39179"/>
                </a:lnTo>
                <a:lnTo>
                  <a:pt x="732612" y="42341"/>
                </a:lnTo>
                <a:lnTo>
                  <a:pt x="727964" y="51193"/>
                </a:lnTo>
                <a:lnTo>
                  <a:pt x="815555" y="51993"/>
                </a:lnTo>
                <a:lnTo>
                  <a:pt x="871943" y="51917"/>
                </a:lnTo>
                <a:lnTo>
                  <a:pt x="875131" y="51231"/>
                </a:lnTo>
                <a:close/>
              </a:path>
              <a:path w="2437765" h="222250">
                <a:moveTo>
                  <a:pt x="1032649" y="39268"/>
                </a:moveTo>
                <a:lnTo>
                  <a:pt x="1027684" y="39598"/>
                </a:lnTo>
                <a:lnTo>
                  <a:pt x="1021664" y="38506"/>
                </a:lnTo>
                <a:lnTo>
                  <a:pt x="1017397" y="40259"/>
                </a:lnTo>
                <a:lnTo>
                  <a:pt x="1019492" y="47713"/>
                </a:lnTo>
                <a:lnTo>
                  <a:pt x="1019810" y="53746"/>
                </a:lnTo>
                <a:lnTo>
                  <a:pt x="1027988" y="49885"/>
                </a:lnTo>
                <a:lnTo>
                  <a:pt x="1032598" y="50965"/>
                </a:lnTo>
                <a:lnTo>
                  <a:pt x="1032649" y="39268"/>
                </a:lnTo>
                <a:close/>
              </a:path>
              <a:path w="2437765" h="222250">
                <a:moveTo>
                  <a:pt x="1034478" y="28994"/>
                </a:moveTo>
                <a:lnTo>
                  <a:pt x="1032738" y="23660"/>
                </a:lnTo>
                <a:lnTo>
                  <a:pt x="1033805" y="21183"/>
                </a:lnTo>
                <a:lnTo>
                  <a:pt x="1026007" y="20434"/>
                </a:lnTo>
                <a:lnTo>
                  <a:pt x="1017511" y="20040"/>
                </a:lnTo>
                <a:lnTo>
                  <a:pt x="1010043" y="21069"/>
                </a:lnTo>
                <a:lnTo>
                  <a:pt x="1010742" y="23901"/>
                </a:lnTo>
                <a:lnTo>
                  <a:pt x="1011796" y="26746"/>
                </a:lnTo>
                <a:lnTo>
                  <a:pt x="1013206" y="29235"/>
                </a:lnTo>
                <a:lnTo>
                  <a:pt x="1030935" y="30035"/>
                </a:lnTo>
                <a:lnTo>
                  <a:pt x="1034478" y="28994"/>
                </a:lnTo>
                <a:close/>
              </a:path>
              <a:path w="2437765" h="222250">
                <a:moveTo>
                  <a:pt x="1040295" y="1003"/>
                </a:moveTo>
                <a:lnTo>
                  <a:pt x="1029462" y="1016"/>
                </a:lnTo>
                <a:lnTo>
                  <a:pt x="1018527" y="901"/>
                </a:lnTo>
                <a:lnTo>
                  <a:pt x="1007922" y="1041"/>
                </a:lnTo>
                <a:lnTo>
                  <a:pt x="998093" y="1854"/>
                </a:lnTo>
                <a:lnTo>
                  <a:pt x="1000201" y="4699"/>
                </a:lnTo>
                <a:lnTo>
                  <a:pt x="1001610" y="7899"/>
                </a:lnTo>
                <a:lnTo>
                  <a:pt x="1004074" y="10756"/>
                </a:lnTo>
                <a:lnTo>
                  <a:pt x="1037056" y="10566"/>
                </a:lnTo>
                <a:lnTo>
                  <a:pt x="1040282" y="4191"/>
                </a:lnTo>
                <a:lnTo>
                  <a:pt x="1040295" y="1003"/>
                </a:lnTo>
                <a:close/>
              </a:path>
              <a:path w="2437765" h="222250">
                <a:moveTo>
                  <a:pt x="1248067" y="10223"/>
                </a:moveTo>
                <a:lnTo>
                  <a:pt x="1241907" y="7429"/>
                </a:lnTo>
                <a:lnTo>
                  <a:pt x="1235189" y="5816"/>
                </a:lnTo>
                <a:lnTo>
                  <a:pt x="1227988" y="5143"/>
                </a:lnTo>
                <a:lnTo>
                  <a:pt x="1220431" y="5118"/>
                </a:lnTo>
                <a:lnTo>
                  <a:pt x="1212977" y="6502"/>
                </a:lnTo>
                <a:lnTo>
                  <a:pt x="1204468" y="6807"/>
                </a:lnTo>
                <a:lnTo>
                  <a:pt x="1198422" y="10325"/>
                </a:lnTo>
                <a:lnTo>
                  <a:pt x="1210602" y="10629"/>
                </a:lnTo>
                <a:lnTo>
                  <a:pt x="1223098" y="10807"/>
                </a:lnTo>
                <a:lnTo>
                  <a:pt x="1235659" y="10718"/>
                </a:lnTo>
                <a:lnTo>
                  <a:pt x="1248067" y="10223"/>
                </a:lnTo>
                <a:close/>
              </a:path>
              <a:path w="2437765" h="222250">
                <a:moveTo>
                  <a:pt x="1274216" y="28448"/>
                </a:moveTo>
                <a:lnTo>
                  <a:pt x="1271752" y="25946"/>
                </a:lnTo>
                <a:lnTo>
                  <a:pt x="1265034" y="20243"/>
                </a:lnTo>
                <a:lnTo>
                  <a:pt x="1244815" y="20408"/>
                </a:lnTo>
                <a:lnTo>
                  <a:pt x="1203833" y="20332"/>
                </a:lnTo>
                <a:lnTo>
                  <a:pt x="1183817" y="20891"/>
                </a:lnTo>
                <a:lnTo>
                  <a:pt x="1183449" y="23723"/>
                </a:lnTo>
                <a:lnTo>
                  <a:pt x="1180960" y="26555"/>
                </a:lnTo>
                <a:lnTo>
                  <a:pt x="1182712" y="29400"/>
                </a:lnTo>
                <a:lnTo>
                  <a:pt x="1205865" y="29705"/>
                </a:lnTo>
                <a:lnTo>
                  <a:pt x="1228369" y="29806"/>
                </a:lnTo>
                <a:lnTo>
                  <a:pt x="1250734" y="29654"/>
                </a:lnTo>
                <a:lnTo>
                  <a:pt x="1273505" y="29146"/>
                </a:lnTo>
                <a:lnTo>
                  <a:pt x="1274216" y="28448"/>
                </a:lnTo>
                <a:close/>
              </a:path>
              <a:path w="2437765" h="222250">
                <a:moveTo>
                  <a:pt x="1463878" y="43243"/>
                </a:moveTo>
                <a:lnTo>
                  <a:pt x="1463535" y="39700"/>
                </a:lnTo>
                <a:lnTo>
                  <a:pt x="1446161" y="39255"/>
                </a:lnTo>
                <a:lnTo>
                  <a:pt x="1442250" y="41008"/>
                </a:lnTo>
                <a:lnTo>
                  <a:pt x="1449324" y="45656"/>
                </a:lnTo>
                <a:lnTo>
                  <a:pt x="1443990" y="47040"/>
                </a:lnTo>
                <a:lnTo>
                  <a:pt x="1285481" y="45885"/>
                </a:lnTo>
                <a:lnTo>
                  <a:pt x="1282319" y="39484"/>
                </a:lnTo>
                <a:lnTo>
                  <a:pt x="1188694" y="39357"/>
                </a:lnTo>
                <a:lnTo>
                  <a:pt x="1459217" y="51384"/>
                </a:lnTo>
                <a:lnTo>
                  <a:pt x="1460995" y="50317"/>
                </a:lnTo>
                <a:lnTo>
                  <a:pt x="1462074" y="46786"/>
                </a:lnTo>
                <a:lnTo>
                  <a:pt x="1463878" y="43243"/>
                </a:lnTo>
                <a:close/>
              </a:path>
              <a:path w="2437765" h="222250">
                <a:moveTo>
                  <a:pt x="1471079" y="21297"/>
                </a:moveTo>
                <a:lnTo>
                  <a:pt x="1462087" y="20815"/>
                </a:lnTo>
                <a:lnTo>
                  <a:pt x="1452905" y="20586"/>
                </a:lnTo>
                <a:lnTo>
                  <a:pt x="1443850" y="20764"/>
                </a:lnTo>
                <a:lnTo>
                  <a:pt x="1435252" y="21463"/>
                </a:lnTo>
                <a:lnTo>
                  <a:pt x="1439468" y="29641"/>
                </a:lnTo>
                <a:lnTo>
                  <a:pt x="1446733" y="29933"/>
                </a:lnTo>
                <a:lnTo>
                  <a:pt x="1453781" y="30073"/>
                </a:lnTo>
                <a:lnTo>
                  <a:pt x="1460754" y="29959"/>
                </a:lnTo>
                <a:lnTo>
                  <a:pt x="1467840" y="29438"/>
                </a:lnTo>
                <a:lnTo>
                  <a:pt x="1471079" y="21297"/>
                </a:lnTo>
                <a:close/>
              </a:path>
              <a:path w="2437765" h="222250">
                <a:moveTo>
                  <a:pt x="1481823" y="1485"/>
                </a:moveTo>
                <a:lnTo>
                  <a:pt x="1452562" y="952"/>
                </a:lnTo>
                <a:lnTo>
                  <a:pt x="1437830" y="927"/>
                </a:lnTo>
                <a:lnTo>
                  <a:pt x="1423301" y="1193"/>
                </a:lnTo>
                <a:lnTo>
                  <a:pt x="1424355" y="4737"/>
                </a:lnTo>
                <a:lnTo>
                  <a:pt x="1426819" y="7594"/>
                </a:lnTo>
                <a:lnTo>
                  <a:pt x="1428927" y="10795"/>
                </a:lnTo>
                <a:lnTo>
                  <a:pt x="1476806" y="11036"/>
                </a:lnTo>
                <a:lnTo>
                  <a:pt x="1481442" y="5029"/>
                </a:lnTo>
                <a:lnTo>
                  <a:pt x="1481823" y="1485"/>
                </a:lnTo>
                <a:close/>
              </a:path>
              <a:path w="2437765" h="222250">
                <a:moveTo>
                  <a:pt x="1683562" y="10325"/>
                </a:moveTo>
                <a:lnTo>
                  <a:pt x="1682496" y="10312"/>
                </a:lnTo>
                <a:lnTo>
                  <a:pt x="1682140" y="9956"/>
                </a:lnTo>
                <a:lnTo>
                  <a:pt x="1677530" y="9588"/>
                </a:lnTo>
                <a:lnTo>
                  <a:pt x="1671154" y="8483"/>
                </a:lnTo>
                <a:lnTo>
                  <a:pt x="1666887" y="10591"/>
                </a:lnTo>
                <a:lnTo>
                  <a:pt x="1672209" y="10972"/>
                </a:lnTo>
                <a:lnTo>
                  <a:pt x="1678241" y="11353"/>
                </a:lnTo>
                <a:lnTo>
                  <a:pt x="1683562" y="10325"/>
                </a:lnTo>
                <a:close/>
              </a:path>
              <a:path w="2437765" h="222250">
                <a:moveTo>
                  <a:pt x="1727809" y="27216"/>
                </a:moveTo>
                <a:lnTo>
                  <a:pt x="1723555" y="26492"/>
                </a:lnTo>
                <a:lnTo>
                  <a:pt x="1722145" y="24345"/>
                </a:lnTo>
                <a:lnTo>
                  <a:pt x="1716493" y="20777"/>
                </a:lnTo>
                <a:lnTo>
                  <a:pt x="1696199" y="20586"/>
                </a:lnTo>
                <a:lnTo>
                  <a:pt x="1633855" y="20713"/>
                </a:lnTo>
                <a:lnTo>
                  <a:pt x="1629587" y="23164"/>
                </a:lnTo>
                <a:lnTo>
                  <a:pt x="1625320" y="25984"/>
                </a:lnTo>
                <a:lnTo>
                  <a:pt x="1621751" y="29514"/>
                </a:lnTo>
                <a:lnTo>
                  <a:pt x="1622107" y="29870"/>
                </a:lnTo>
                <a:lnTo>
                  <a:pt x="1727428" y="30403"/>
                </a:lnTo>
                <a:lnTo>
                  <a:pt x="1727809" y="27216"/>
                </a:lnTo>
                <a:close/>
              </a:path>
              <a:path w="2437765" h="222250">
                <a:moveTo>
                  <a:pt x="1747177" y="52146"/>
                </a:moveTo>
                <a:lnTo>
                  <a:pt x="1745780" y="47523"/>
                </a:lnTo>
                <a:lnTo>
                  <a:pt x="1742262" y="43599"/>
                </a:lnTo>
                <a:lnTo>
                  <a:pt x="1738731" y="40043"/>
                </a:lnTo>
                <a:lnTo>
                  <a:pt x="1611426" y="39039"/>
                </a:lnTo>
                <a:lnTo>
                  <a:pt x="1611414" y="39738"/>
                </a:lnTo>
                <a:lnTo>
                  <a:pt x="1608213" y="42557"/>
                </a:lnTo>
                <a:lnTo>
                  <a:pt x="1605000" y="46799"/>
                </a:lnTo>
                <a:lnTo>
                  <a:pt x="1603565" y="51054"/>
                </a:lnTo>
                <a:lnTo>
                  <a:pt x="1747177" y="52146"/>
                </a:lnTo>
                <a:close/>
              </a:path>
              <a:path w="2437765" h="222250">
                <a:moveTo>
                  <a:pt x="1890014" y="736"/>
                </a:moveTo>
                <a:lnTo>
                  <a:pt x="1881771" y="1016"/>
                </a:lnTo>
                <a:lnTo>
                  <a:pt x="1873605" y="749"/>
                </a:lnTo>
                <a:lnTo>
                  <a:pt x="1865566" y="622"/>
                </a:lnTo>
                <a:lnTo>
                  <a:pt x="1857730" y="1282"/>
                </a:lnTo>
                <a:lnTo>
                  <a:pt x="1863001" y="10528"/>
                </a:lnTo>
                <a:lnTo>
                  <a:pt x="1889950" y="11023"/>
                </a:lnTo>
                <a:lnTo>
                  <a:pt x="1890014" y="736"/>
                </a:lnTo>
                <a:close/>
              </a:path>
              <a:path w="2437765" h="222250">
                <a:moveTo>
                  <a:pt x="1890166" y="39395"/>
                </a:moveTo>
                <a:lnTo>
                  <a:pt x="1885556" y="39370"/>
                </a:lnTo>
                <a:lnTo>
                  <a:pt x="1881301" y="39700"/>
                </a:lnTo>
                <a:lnTo>
                  <a:pt x="1877047" y="39687"/>
                </a:lnTo>
                <a:lnTo>
                  <a:pt x="1876679" y="42519"/>
                </a:lnTo>
                <a:lnTo>
                  <a:pt x="1878431" y="45364"/>
                </a:lnTo>
                <a:lnTo>
                  <a:pt x="1878418" y="48196"/>
                </a:lnTo>
                <a:lnTo>
                  <a:pt x="1879447" y="53530"/>
                </a:lnTo>
                <a:lnTo>
                  <a:pt x="1886204" y="50012"/>
                </a:lnTo>
                <a:lnTo>
                  <a:pt x="1890102" y="51092"/>
                </a:lnTo>
                <a:lnTo>
                  <a:pt x="1890166" y="39395"/>
                </a:lnTo>
                <a:close/>
              </a:path>
              <a:path w="2437765" h="222250">
                <a:moveTo>
                  <a:pt x="1890268" y="20599"/>
                </a:moveTo>
                <a:lnTo>
                  <a:pt x="1870405" y="20497"/>
                </a:lnTo>
                <a:lnTo>
                  <a:pt x="1868982" y="21551"/>
                </a:lnTo>
                <a:lnTo>
                  <a:pt x="1870024" y="24396"/>
                </a:lnTo>
                <a:lnTo>
                  <a:pt x="1870367" y="27584"/>
                </a:lnTo>
                <a:lnTo>
                  <a:pt x="1872843" y="29730"/>
                </a:lnTo>
                <a:lnTo>
                  <a:pt x="1890217" y="29819"/>
                </a:lnTo>
                <a:lnTo>
                  <a:pt x="1890268" y="20599"/>
                </a:lnTo>
                <a:close/>
              </a:path>
              <a:path w="2437765" h="222250">
                <a:moveTo>
                  <a:pt x="2158974" y="39700"/>
                </a:moveTo>
                <a:lnTo>
                  <a:pt x="2022094" y="39001"/>
                </a:lnTo>
                <a:lnTo>
                  <a:pt x="2022030" y="51066"/>
                </a:lnTo>
                <a:lnTo>
                  <a:pt x="2158923" y="51765"/>
                </a:lnTo>
                <a:lnTo>
                  <a:pt x="2158974" y="39700"/>
                </a:lnTo>
                <a:close/>
              </a:path>
              <a:path w="2437765" h="222250">
                <a:moveTo>
                  <a:pt x="2159076" y="20904"/>
                </a:moveTo>
                <a:lnTo>
                  <a:pt x="2022182" y="20218"/>
                </a:lnTo>
                <a:lnTo>
                  <a:pt x="2022144" y="29781"/>
                </a:lnTo>
                <a:lnTo>
                  <a:pt x="2159025" y="30480"/>
                </a:lnTo>
                <a:lnTo>
                  <a:pt x="2159076" y="20904"/>
                </a:lnTo>
                <a:close/>
              </a:path>
              <a:path w="2437765" h="222250">
                <a:moveTo>
                  <a:pt x="2159177" y="698"/>
                </a:moveTo>
                <a:lnTo>
                  <a:pt x="2022297" y="0"/>
                </a:lnTo>
                <a:lnTo>
                  <a:pt x="2022233" y="11341"/>
                </a:lnTo>
                <a:lnTo>
                  <a:pt x="2159127" y="12039"/>
                </a:lnTo>
                <a:lnTo>
                  <a:pt x="2159177" y="698"/>
                </a:lnTo>
                <a:close/>
              </a:path>
              <a:path w="2437765" h="222250">
                <a:moveTo>
                  <a:pt x="2399080" y="105117"/>
                </a:moveTo>
                <a:lnTo>
                  <a:pt x="2385568" y="69278"/>
                </a:lnTo>
                <a:lnTo>
                  <a:pt x="2355773" y="45326"/>
                </a:lnTo>
                <a:lnTo>
                  <a:pt x="2326843" y="39725"/>
                </a:lnTo>
                <a:lnTo>
                  <a:pt x="2311057" y="39966"/>
                </a:lnTo>
                <a:lnTo>
                  <a:pt x="2295512" y="39700"/>
                </a:lnTo>
                <a:lnTo>
                  <a:pt x="2295448" y="51396"/>
                </a:lnTo>
                <a:lnTo>
                  <a:pt x="2309723" y="51638"/>
                </a:lnTo>
                <a:lnTo>
                  <a:pt x="2324303" y="51282"/>
                </a:lnTo>
                <a:lnTo>
                  <a:pt x="2338286" y="52120"/>
                </a:lnTo>
                <a:lnTo>
                  <a:pt x="2373846" y="73748"/>
                </a:lnTo>
                <a:lnTo>
                  <a:pt x="2386546" y="116827"/>
                </a:lnTo>
                <a:lnTo>
                  <a:pt x="2382977" y="132930"/>
                </a:lnTo>
                <a:lnTo>
                  <a:pt x="2348179" y="166890"/>
                </a:lnTo>
                <a:lnTo>
                  <a:pt x="2313698" y="170713"/>
                </a:lnTo>
                <a:lnTo>
                  <a:pt x="2295550" y="170561"/>
                </a:lnTo>
                <a:lnTo>
                  <a:pt x="2295499" y="182257"/>
                </a:lnTo>
                <a:lnTo>
                  <a:pt x="2341829" y="180949"/>
                </a:lnTo>
                <a:lnTo>
                  <a:pt x="2383117" y="155816"/>
                </a:lnTo>
                <a:lnTo>
                  <a:pt x="2398179" y="123380"/>
                </a:lnTo>
                <a:lnTo>
                  <a:pt x="2399080" y="105117"/>
                </a:lnTo>
                <a:close/>
              </a:path>
              <a:path w="2437765" h="222250">
                <a:moveTo>
                  <a:pt x="2417546" y="101676"/>
                </a:moveTo>
                <a:lnTo>
                  <a:pt x="2398585" y="55168"/>
                </a:lnTo>
                <a:lnTo>
                  <a:pt x="2357996" y="25831"/>
                </a:lnTo>
                <a:lnTo>
                  <a:pt x="2327872" y="20802"/>
                </a:lnTo>
                <a:lnTo>
                  <a:pt x="2311743" y="20815"/>
                </a:lnTo>
                <a:lnTo>
                  <a:pt x="2295614" y="20548"/>
                </a:lnTo>
                <a:lnTo>
                  <a:pt x="2295563" y="30480"/>
                </a:lnTo>
                <a:lnTo>
                  <a:pt x="2320734" y="30518"/>
                </a:lnTo>
                <a:lnTo>
                  <a:pt x="2333053" y="30873"/>
                </a:lnTo>
                <a:lnTo>
                  <a:pt x="2382062" y="51219"/>
                </a:lnTo>
                <a:lnTo>
                  <a:pt x="2404859" y="86715"/>
                </a:lnTo>
                <a:lnTo>
                  <a:pt x="2408237" y="110578"/>
                </a:lnTo>
                <a:lnTo>
                  <a:pt x="2405011" y="134061"/>
                </a:lnTo>
                <a:lnTo>
                  <a:pt x="2379942" y="172758"/>
                </a:lnTo>
                <a:lnTo>
                  <a:pt x="2341105" y="190296"/>
                </a:lnTo>
                <a:lnTo>
                  <a:pt x="2318804" y="192201"/>
                </a:lnTo>
                <a:lnTo>
                  <a:pt x="2295448" y="191833"/>
                </a:lnTo>
                <a:lnTo>
                  <a:pt x="2295398" y="201409"/>
                </a:lnTo>
                <a:lnTo>
                  <a:pt x="2334133" y="200812"/>
                </a:lnTo>
                <a:lnTo>
                  <a:pt x="2391524" y="175107"/>
                </a:lnTo>
                <a:lnTo>
                  <a:pt x="2416302" y="128803"/>
                </a:lnTo>
                <a:lnTo>
                  <a:pt x="2417546" y="101676"/>
                </a:lnTo>
                <a:close/>
              </a:path>
              <a:path w="2437765" h="222250">
                <a:moveTo>
                  <a:pt x="2437371" y="126111"/>
                </a:moveTo>
                <a:lnTo>
                  <a:pt x="2428621" y="65341"/>
                </a:lnTo>
                <a:lnTo>
                  <a:pt x="2388743" y="19113"/>
                </a:lnTo>
                <a:lnTo>
                  <a:pt x="2346312" y="2603"/>
                </a:lnTo>
                <a:lnTo>
                  <a:pt x="2295715" y="1041"/>
                </a:lnTo>
                <a:lnTo>
                  <a:pt x="2295652" y="11684"/>
                </a:lnTo>
                <a:lnTo>
                  <a:pt x="2328634" y="11849"/>
                </a:lnTo>
                <a:lnTo>
                  <a:pt x="2350236" y="14046"/>
                </a:lnTo>
                <a:lnTo>
                  <a:pt x="2388082" y="31559"/>
                </a:lnTo>
                <a:lnTo>
                  <a:pt x="2414117" y="61226"/>
                </a:lnTo>
                <a:lnTo>
                  <a:pt x="2420861" y="77216"/>
                </a:lnTo>
                <a:lnTo>
                  <a:pt x="2422982" y="80060"/>
                </a:lnTo>
                <a:lnTo>
                  <a:pt x="2423668" y="83972"/>
                </a:lnTo>
                <a:lnTo>
                  <a:pt x="2424709" y="87871"/>
                </a:lnTo>
                <a:lnTo>
                  <a:pt x="2427046" y="118427"/>
                </a:lnTo>
                <a:lnTo>
                  <a:pt x="2405570" y="173012"/>
                </a:lnTo>
                <a:lnTo>
                  <a:pt x="2363495" y="204254"/>
                </a:lnTo>
                <a:lnTo>
                  <a:pt x="2319197" y="211035"/>
                </a:lnTo>
                <a:lnTo>
                  <a:pt x="2295347" y="210629"/>
                </a:lnTo>
                <a:lnTo>
                  <a:pt x="2295296" y="221970"/>
                </a:lnTo>
                <a:lnTo>
                  <a:pt x="2346668" y="219659"/>
                </a:lnTo>
                <a:lnTo>
                  <a:pt x="2388298" y="203657"/>
                </a:lnTo>
                <a:lnTo>
                  <a:pt x="2428887" y="155816"/>
                </a:lnTo>
                <a:lnTo>
                  <a:pt x="2437371" y="126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74" y="536575"/>
            <a:ext cx="114831" cy="1431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3802" y="558076"/>
            <a:ext cx="81980" cy="1005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144598" y="556996"/>
            <a:ext cx="1872614" cy="15240"/>
          </a:xfrm>
          <a:custGeom>
            <a:avLst/>
            <a:gdLst/>
            <a:ahLst/>
            <a:cxnLst/>
            <a:rect l="l" t="t" r="r" b="b"/>
            <a:pathLst>
              <a:path w="1872615" h="15240">
                <a:moveTo>
                  <a:pt x="144678" y="1130"/>
                </a:moveTo>
                <a:lnTo>
                  <a:pt x="0" y="381"/>
                </a:lnTo>
                <a:lnTo>
                  <a:pt x="330" y="3937"/>
                </a:lnTo>
                <a:lnTo>
                  <a:pt x="144665" y="4673"/>
                </a:lnTo>
                <a:lnTo>
                  <a:pt x="144678" y="1130"/>
                </a:lnTo>
                <a:close/>
              </a:path>
              <a:path w="1872615" h="15240">
                <a:moveTo>
                  <a:pt x="293624" y="1892"/>
                </a:moveTo>
                <a:lnTo>
                  <a:pt x="292925" y="812"/>
                </a:lnTo>
                <a:lnTo>
                  <a:pt x="273418" y="723"/>
                </a:lnTo>
                <a:lnTo>
                  <a:pt x="273354" y="12420"/>
                </a:lnTo>
                <a:lnTo>
                  <a:pt x="279387" y="12458"/>
                </a:lnTo>
                <a:lnTo>
                  <a:pt x="286118" y="12839"/>
                </a:lnTo>
                <a:lnTo>
                  <a:pt x="291795" y="12166"/>
                </a:lnTo>
                <a:lnTo>
                  <a:pt x="293624" y="1892"/>
                </a:lnTo>
                <a:close/>
              </a:path>
              <a:path w="1872615" h="15240">
                <a:moveTo>
                  <a:pt x="598919" y="12306"/>
                </a:moveTo>
                <a:lnTo>
                  <a:pt x="598576" y="8407"/>
                </a:lnTo>
                <a:lnTo>
                  <a:pt x="596468" y="5562"/>
                </a:lnTo>
                <a:lnTo>
                  <a:pt x="594715" y="2006"/>
                </a:lnTo>
                <a:lnTo>
                  <a:pt x="436549" y="838"/>
                </a:lnTo>
                <a:lnTo>
                  <a:pt x="435127" y="1905"/>
                </a:lnTo>
                <a:lnTo>
                  <a:pt x="433692" y="5080"/>
                </a:lnTo>
                <a:lnTo>
                  <a:pt x="431190" y="8623"/>
                </a:lnTo>
                <a:lnTo>
                  <a:pt x="431876" y="12166"/>
                </a:lnTo>
                <a:lnTo>
                  <a:pt x="597496" y="13373"/>
                </a:lnTo>
                <a:lnTo>
                  <a:pt x="597141" y="12306"/>
                </a:lnTo>
                <a:lnTo>
                  <a:pt x="598208" y="12661"/>
                </a:lnTo>
                <a:lnTo>
                  <a:pt x="598919" y="12306"/>
                </a:lnTo>
                <a:close/>
              </a:path>
              <a:path w="1872615" h="15240">
                <a:moveTo>
                  <a:pt x="748944" y="9182"/>
                </a:moveTo>
                <a:lnTo>
                  <a:pt x="747890" y="6337"/>
                </a:lnTo>
                <a:lnTo>
                  <a:pt x="747560" y="3492"/>
                </a:lnTo>
                <a:lnTo>
                  <a:pt x="746506" y="1358"/>
                </a:lnTo>
                <a:lnTo>
                  <a:pt x="743305" y="990"/>
                </a:lnTo>
                <a:lnTo>
                  <a:pt x="740473" y="622"/>
                </a:lnTo>
                <a:lnTo>
                  <a:pt x="736930" y="1663"/>
                </a:lnTo>
                <a:lnTo>
                  <a:pt x="736892" y="9118"/>
                </a:lnTo>
                <a:lnTo>
                  <a:pt x="738644" y="12319"/>
                </a:lnTo>
                <a:lnTo>
                  <a:pt x="741832" y="13042"/>
                </a:lnTo>
                <a:lnTo>
                  <a:pt x="745731" y="13068"/>
                </a:lnTo>
                <a:lnTo>
                  <a:pt x="748931" y="12014"/>
                </a:lnTo>
                <a:lnTo>
                  <a:pt x="748944" y="9182"/>
                </a:lnTo>
                <a:close/>
              </a:path>
              <a:path w="1872615" h="15240">
                <a:moveTo>
                  <a:pt x="1172400" y="5664"/>
                </a:moveTo>
                <a:lnTo>
                  <a:pt x="1172057" y="1765"/>
                </a:lnTo>
                <a:lnTo>
                  <a:pt x="1056106" y="469"/>
                </a:lnTo>
                <a:lnTo>
                  <a:pt x="992974" y="1562"/>
                </a:lnTo>
                <a:lnTo>
                  <a:pt x="1009256" y="4305"/>
                </a:lnTo>
                <a:lnTo>
                  <a:pt x="1025042" y="6515"/>
                </a:lnTo>
                <a:lnTo>
                  <a:pt x="1040815" y="8991"/>
                </a:lnTo>
                <a:lnTo>
                  <a:pt x="1056398" y="12522"/>
                </a:lnTo>
                <a:lnTo>
                  <a:pt x="1169517" y="13462"/>
                </a:lnTo>
                <a:lnTo>
                  <a:pt x="1172400" y="5664"/>
                </a:lnTo>
                <a:close/>
              </a:path>
              <a:path w="1872615" h="15240">
                <a:moveTo>
                  <a:pt x="1604010" y="1143"/>
                </a:moveTo>
                <a:lnTo>
                  <a:pt x="1601177" y="1473"/>
                </a:lnTo>
                <a:lnTo>
                  <a:pt x="1598345" y="749"/>
                </a:lnTo>
                <a:lnTo>
                  <a:pt x="1595856" y="1803"/>
                </a:lnTo>
                <a:lnTo>
                  <a:pt x="1595843" y="4991"/>
                </a:lnTo>
                <a:lnTo>
                  <a:pt x="1597952" y="8204"/>
                </a:lnTo>
                <a:lnTo>
                  <a:pt x="1596872" y="11036"/>
                </a:lnTo>
                <a:lnTo>
                  <a:pt x="1470621" y="10388"/>
                </a:lnTo>
                <a:lnTo>
                  <a:pt x="1466062" y="1498"/>
                </a:lnTo>
                <a:lnTo>
                  <a:pt x="1312506" y="0"/>
                </a:lnTo>
                <a:lnTo>
                  <a:pt x="1309662" y="3175"/>
                </a:lnTo>
                <a:lnTo>
                  <a:pt x="1307503" y="8128"/>
                </a:lnTo>
                <a:lnTo>
                  <a:pt x="1306766" y="12738"/>
                </a:lnTo>
                <a:lnTo>
                  <a:pt x="1603946" y="14617"/>
                </a:lnTo>
                <a:lnTo>
                  <a:pt x="1604010" y="1143"/>
                </a:lnTo>
                <a:close/>
              </a:path>
              <a:path w="1872615" h="15240">
                <a:moveTo>
                  <a:pt x="1872475" y="1447"/>
                </a:moveTo>
                <a:lnTo>
                  <a:pt x="1735937" y="749"/>
                </a:lnTo>
                <a:lnTo>
                  <a:pt x="1735924" y="4292"/>
                </a:lnTo>
                <a:lnTo>
                  <a:pt x="1872449" y="4991"/>
                </a:lnTo>
                <a:lnTo>
                  <a:pt x="1872475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8181" y="556806"/>
            <a:ext cx="93422" cy="101698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939125" y="577875"/>
            <a:ext cx="2275840" cy="163195"/>
          </a:xfrm>
          <a:custGeom>
            <a:avLst/>
            <a:gdLst/>
            <a:ahLst/>
            <a:cxnLst/>
            <a:rect l="l" t="t" r="r" b="b"/>
            <a:pathLst>
              <a:path w="2275840" h="163195">
                <a:moveTo>
                  <a:pt x="72364" y="1168"/>
                </a:moveTo>
                <a:lnTo>
                  <a:pt x="24853" y="927"/>
                </a:lnTo>
                <a:lnTo>
                  <a:pt x="20942" y="1968"/>
                </a:lnTo>
                <a:lnTo>
                  <a:pt x="17386" y="4076"/>
                </a:lnTo>
                <a:lnTo>
                  <a:pt x="13830" y="5473"/>
                </a:lnTo>
                <a:lnTo>
                  <a:pt x="6997" y="11582"/>
                </a:lnTo>
                <a:lnTo>
                  <a:pt x="2273" y="19126"/>
                </a:lnTo>
                <a:lnTo>
                  <a:pt x="0" y="27800"/>
                </a:lnTo>
                <a:lnTo>
                  <a:pt x="546" y="37325"/>
                </a:lnTo>
                <a:lnTo>
                  <a:pt x="72072" y="59321"/>
                </a:lnTo>
                <a:lnTo>
                  <a:pt x="72148" y="45135"/>
                </a:lnTo>
                <a:lnTo>
                  <a:pt x="23202" y="44538"/>
                </a:lnTo>
                <a:lnTo>
                  <a:pt x="17538" y="42379"/>
                </a:lnTo>
                <a:lnTo>
                  <a:pt x="14376" y="36690"/>
                </a:lnTo>
                <a:lnTo>
                  <a:pt x="13703" y="31013"/>
                </a:lnTo>
                <a:lnTo>
                  <a:pt x="14084" y="25336"/>
                </a:lnTo>
                <a:lnTo>
                  <a:pt x="16598" y="18618"/>
                </a:lnTo>
                <a:lnTo>
                  <a:pt x="22644" y="16522"/>
                </a:lnTo>
                <a:lnTo>
                  <a:pt x="72288" y="16421"/>
                </a:lnTo>
                <a:lnTo>
                  <a:pt x="72364" y="1168"/>
                </a:lnTo>
                <a:close/>
              </a:path>
              <a:path w="2275840" h="163195">
                <a:moveTo>
                  <a:pt x="349389" y="129895"/>
                </a:moveTo>
                <a:lnTo>
                  <a:pt x="206832" y="129171"/>
                </a:lnTo>
                <a:lnTo>
                  <a:pt x="206768" y="140868"/>
                </a:lnTo>
                <a:lnTo>
                  <a:pt x="349326" y="141605"/>
                </a:lnTo>
                <a:lnTo>
                  <a:pt x="349389" y="129895"/>
                </a:lnTo>
                <a:close/>
              </a:path>
              <a:path w="2275840" h="163195">
                <a:moveTo>
                  <a:pt x="349491" y="111099"/>
                </a:moveTo>
                <a:lnTo>
                  <a:pt x="206921" y="110375"/>
                </a:lnTo>
                <a:lnTo>
                  <a:pt x="206870" y="120307"/>
                </a:lnTo>
                <a:lnTo>
                  <a:pt x="349440" y="121031"/>
                </a:lnTo>
                <a:lnTo>
                  <a:pt x="349491" y="111099"/>
                </a:lnTo>
                <a:close/>
              </a:path>
              <a:path w="2275840" h="163195">
                <a:moveTo>
                  <a:pt x="349592" y="89827"/>
                </a:moveTo>
                <a:lnTo>
                  <a:pt x="207035" y="89103"/>
                </a:lnTo>
                <a:lnTo>
                  <a:pt x="206971" y="101511"/>
                </a:lnTo>
                <a:lnTo>
                  <a:pt x="349529" y="102235"/>
                </a:lnTo>
                <a:lnTo>
                  <a:pt x="349592" y="89827"/>
                </a:lnTo>
                <a:close/>
              </a:path>
              <a:path w="2275840" h="163195">
                <a:moveTo>
                  <a:pt x="349643" y="149758"/>
                </a:moveTo>
                <a:lnTo>
                  <a:pt x="206730" y="149034"/>
                </a:lnTo>
                <a:lnTo>
                  <a:pt x="206667" y="162153"/>
                </a:lnTo>
                <a:lnTo>
                  <a:pt x="349580" y="162877"/>
                </a:lnTo>
                <a:lnTo>
                  <a:pt x="349643" y="149758"/>
                </a:lnTo>
                <a:close/>
              </a:path>
              <a:path w="2275840" h="163195">
                <a:moveTo>
                  <a:pt x="349669" y="75285"/>
                </a:moveTo>
                <a:lnTo>
                  <a:pt x="207111" y="74561"/>
                </a:lnTo>
                <a:lnTo>
                  <a:pt x="207086" y="80238"/>
                </a:lnTo>
                <a:lnTo>
                  <a:pt x="349643" y="80962"/>
                </a:lnTo>
                <a:lnTo>
                  <a:pt x="349669" y="75285"/>
                </a:lnTo>
                <a:close/>
              </a:path>
              <a:path w="2275840" h="163195">
                <a:moveTo>
                  <a:pt x="496023" y="27444"/>
                </a:moveTo>
                <a:lnTo>
                  <a:pt x="494626" y="23901"/>
                </a:lnTo>
                <a:lnTo>
                  <a:pt x="478663" y="23812"/>
                </a:lnTo>
                <a:lnTo>
                  <a:pt x="478599" y="36220"/>
                </a:lnTo>
                <a:lnTo>
                  <a:pt x="484276" y="35902"/>
                </a:lnTo>
                <a:lnTo>
                  <a:pt x="490296" y="36995"/>
                </a:lnTo>
                <a:lnTo>
                  <a:pt x="495274" y="35598"/>
                </a:lnTo>
                <a:lnTo>
                  <a:pt x="494944" y="31699"/>
                </a:lnTo>
                <a:lnTo>
                  <a:pt x="496023" y="27444"/>
                </a:lnTo>
                <a:close/>
              </a:path>
              <a:path w="2275840" h="163195">
                <a:moveTo>
                  <a:pt x="496150" y="2273"/>
                </a:moveTo>
                <a:lnTo>
                  <a:pt x="495096" y="1206"/>
                </a:lnTo>
                <a:lnTo>
                  <a:pt x="478777" y="1117"/>
                </a:lnTo>
                <a:lnTo>
                  <a:pt x="478764" y="5372"/>
                </a:lnTo>
                <a:lnTo>
                  <a:pt x="478028" y="10693"/>
                </a:lnTo>
                <a:lnTo>
                  <a:pt x="479069" y="14236"/>
                </a:lnTo>
                <a:lnTo>
                  <a:pt x="484746" y="14274"/>
                </a:lnTo>
                <a:lnTo>
                  <a:pt x="490410" y="15011"/>
                </a:lnTo>
                <a:lnTo>
                  <a:pt x="495033" y="13970"/>
                </a:lnTo>
                <a:lnTo>
                  <a:pt x="496150" y="2273"/>
                </a:lnTo>
                <a:close/>
              </a:path>
              <a:path w="2275840" h="163195">
                <a:moveTo>
                  <a:pt x="497281" y="58305"/>
                </a:moveTo>
                <a:lnTo>
                  <a:pt x="496608" y="51219"/>
                </a:lnTo>
                <a:lnTo>
                  <a:pt x="495554" y="49784"/>
                </a:lnTo>
                <a:lnTo>
                  <a:pt x="496989" y="47307"/>
                </a:lnTo>
                <a:lnTo>
                  <a:pt x="495223" y="45885"/>
                </a:lnTo>
                <a:lnTo>
                  <a:pt x="478548" y="45796"/>
                </a:lnTo>
                <a:lnTo>
                  <a:pt x="478485" y="58928"/>
                </a:lnTo>
                <a:lnTo>
                  <a:pt x="484873" y="58953"/>
                </a:lnTo>
                <a:lnTo>
                  <a:pt x="491248" y="59702"/>
                </a:lnTo>
                <a:lnTo>
                  <a:pt x="497281" y="58305"/>
                </a:lnTo>
                <a:close/>
              </a:path>
              <a:path w="2275840" h="163195">
                <a:moveTo>
                  <a:pt x="501789" y="79616"/>
                </a:moveTo>
                <a:lnTo>
                  <a:pt x="501446" y="75704"/>
                </a:lnTo>
                <a:lnTo>
                  <a:pt x="500405" y="72161"/>
                </a:lnTo>
                <a:lnTo>
                  <a:pt x="499008" y="68961"/>
                </a:lnTo>
                <a:lnTo>
                  <a:pt x="478434" y="68503"/>
                </a:lnTo>
                <a:lnTo>
                  <a:pt x="478383" y="80200"/>
                </a:lnTo>
                <a:lnTo>
                  <a:pt x="486892" y="79883"/>
                </a:lnTo>
                <a:lnTo>
                  <a:pt x="493979" y="80632"/>
                </a:lnTo>
                <a:lnTo>
                  <a:pt x="501789" y="79616"/>
                </a:lnTo>
                <a:close/>
              </a:path>
              <a:path w="2275840" h="163195">
                <a:moveTo>
                  <a:pt x="509485" y="100215"/>
                </a:moveTo>
                <a:lnTo>
                  <a:pt x="508431" y="96672"/>
                </a:lnTo>
                <a:lnTo>
                  <a:pt x="506679" y="93472"/>
                </a:lnTo>
                <a:lnTo>
                  <a:pt x="504926" y="89916"/>
                </a:lnTo>
                <a:lnTo>
                  <a:pt x="478332" y="89776"/>
                </a:lnTo>
                <a:lnTo>
                  <a:pt x="478269" y="101117"/>
                </a:lnTo>
                <a:lnTo>
                  <a:pt x="508419" y="101282"/>
                </a:lnTo>
                <a:lnTo>
                  <a:pt x="509485" y="100215"/>
                </a:lnTo>
                <a:close/>
              </a:path>
              <a:path w="2275840" h="163195">
                <a:moveTo>
                  <a:pt x="518960" y="119773"/>
                </a:moveTo>
                <a:lnTo>
                  <a:pt x="517563" y="116573"/>
                </a:lnTo>
                <a:lnTo>
                  <a:pt x="516509" y="112661"/>
                </a:lnTo>
                <a:lnTo>
                  <a:pt x="513334" y="110883"/>
                </a:lnTo>
                <a:lnTo>
                  <a:pt x="476453" y="111048"/>
                </a:lnTo>
                <a:lnTo>
                  <a:pt x="479259" y="117081"/>
                </a:lnTo>
                <a:lnTo>
                  <a:pt x="478523" y="120269"/>
                </a:lnTo>
                <a:lnTo>
                  <a:pt x="498602" y="120561"/>
                </a:lnTo>
                <a:lnTo>
                  <a:pt x="508990" y="120434"/>
                </a:lnTo>
                <a:lnTo>
                  <a:pt x="518960" y="119773"/>
                </a:lnTo>
                <a:close/>
              </a:path>
              <a:path w="2275840" h="163195">
                <a:moveTo>
                  <a:pt x="533755" y="140055"/>
                </a:moveTo>
                <a:lnTo>
                  <a:pt x="526707" y="130454"/>
                </a:lnTo>
                <a:lnTo>
                  <a:pt x="478485" y="129844"/>
                </a:lnTo>
                <a:lnTo>
                  <a:pt x="478421" y="140843"/>
                </a:lnTo>
                <a:lnTo>
                  <a:pt x="532333" y="140766"/>
                </a:lnTo>
                <a:lnTo>
                  <a:pt x="533755" y="140055"/>
                </a:lnTo>
                <a:close/>
              </a:path>
              <a:path w="2275840" h="163195">
                <a:moveTo>
                  <a:pt x="556336" y="161099"/>
                </a:moveTo>
                <a:lnTo>
                  <a:pt x="552805" y="157886"/>
                </a:lnTo>
                <a:lnTo>
                  <a:pt x="548563" y="155028"/>
                </a:lnTo>
                <a:lnTo>
                  <a:pt x="545045" y="150761"/>
                </a:lnTo>
                <a:lnTo>
                  <a:pt x="478370" y="150063"/>
                </a:lnTo>
                <a:lnTo>
                  <a:pt x="478358" y="153962"/>
                </a:lnTo>
                <a:lnTo>
                  <a:pt x="477621" y="158572"/>
                </a:lnTo>
                <a:lnTo>
                  <a:pt x="479031" y="161772"/>
                </a:lnTo>
                <a:lnTo>
                  <a:pt x="498221" y="162179"/>
                </a:lnTo>
                <a:lnTo>
                  <a:pt x="555269" y="162153"/>
                </a:lnTo>
                <a:lnTo>
                  <a:pt x="556336" y="161099"/>
                </a:lnTo>
                <a:close/>
              </a:path>
              <a:path w="2275840" h="163195">
                <a:moveTo>
                  <a:pt x="758380" y="111417"/>
                </a:moveTo>
                <a:lnTo>
                  <a:pt x="740283" y="110998"/>
                </a:lnTo>
                <a:lnTo>
                  <a:pt x="721093" y="110921"/>
                </a:lnTo>
                <a:lnTo>
                  <a:pt x="701573" y="111188"/>
                </a:lnTo>
                <a:lnTo>
                  <a:pt x="682485" y="111747"/>
                </a:lnTo>
                <a:lnTo>
                  <a:pt x="684606" y="113880"/>
                </a:lnTo>
                <a:lnTo>
                  <a:pt x="689559" y="115328"/>
                </a:lnTo>
                <a:lnTo>
                  <a:pt x="699820" y="119100"/>
                </a:lnTo>
                <a:lnTo>
                  <a:pt x="711161" y="120446"/>
                </a:lnTo>
                <a:lnTo>
                  <a:pt x="734923" y="120523"/>
                </a:lnTo>
                <a:lnTo>
                  <a:pt x="751624" y="116357"/>
                </a:lnTo>
                <a:lnTo>
                  <a:pt x="758380" y="111417"/>
                </a:lnTo>
                <a:close/>
              </a:path>
              <a:path w="2275840" h="163195">
                <a:moveTo>
                  <a:pt x="785799" y="90284"/>
                </a:moveTo>
                <a:lnTo>
                  <a:pt x="660260" y="89281"/>
                </a:lnTo>
                <a:lnTo>
                  <a:pt x="659193" y="90703"/>
                </a:lnTo>
                <a:lnTo>
                  <a:pt x="655650" y="88912"/>
                </a:lnTo>
                <a:lnTo>
                  <a:pt x="654939" y="90678"/>
                </a:lnTo>
                <a:lnTo>
                  <a:pt x="664464" y="100660"/>
                </a:lnTo>
                <a:lnTo>
                  <a:pt x="774039" y="101930"/>
                </a:lnTo>
                <a:lnTo>
                  <a:pt x="777595" y="98399"/>
                </a:lnTo>
                <a:lnTo>
                  <a:pt x="783640" y="95592"/>
                </a:lnTo>
                <a:lnTo>
                  <a:pt x="785799" y="90284"/>
                </a:lnTo>
                <a:close/>
              </a:path>
              <a:path w="2275840" h="163195">
                <a:moveTo>
                  <a:pt x="799376" y="69075"/>
                </a:moveTo>
                <a:lnTo>
                  <a:pt x="642277" y="67919"/>
                </a:lnTo>
                <a:lnTo>
                  <a:pt x="642277" y="68630"/>
                </a:lnTo>
                <a:lnTo>
                  <a:pt x="639432" y="69672"/>
                </a:lnTo>
                <a:lnTo>
                  <a:pt x="643331" y="72174"/>
                </a:lnTo>
                <a:lnTo>
                  <a:pt x="642251" y="74650"/>
                </a:lnTo>
                <a:lnTo>
                  <a:pt x="644017" y="75374"/>
                </a:lnTo>
                <a:lnTo>
                  <a:pt x="645071" y="78219"/>
                </a:lnTo>
                <a:lnTo>
                  <a:pt x="646836" y="79997"/>
                </a:lnTo>
                <a:lnTo>
                  <a:pt x="736549" y="80454"/>
                </a:lnTo>
                <a:lnTo>
                  <a:pt x="793292" y="80391"/>
                </a:lnTo>
                <a:lnTo>
                  <a:pt x="796150" y="77571"/>
                </a:lnTo>
                <a:lnTo>
                  <a:pt x="798652" y="72974"/>
                </a:lnTo>
                <a:lnTo>
                  <a:pt x="799376" y="69075"/>
                </a:lnTo>
                <a:close/>
              </a:path>
              <a:path w="2275840" h="163195">
                <a:moveTo>
                  <a:pt x="807656" y="46418"/>
                </a:moveTo>
                <a:lnTo>
                  <a:pt x="758367" y="45097"/>
                </a:lnTo>
                <a:lnTo>
                  <a:pt x="634961" y="44831"/>
                </a:lnTo>
                <a:lnTo>
                  <a:pt x="632815" y="46596"/>
                </a:lnTo>
                <a:lnTo>
                  <a:pt x="633857" y="50495"/>
                </a:lnTo>
                <a:lnTo>
                  <a:pt x="634199" y="54749"/>
                </a:lnTo>
                <a:lnTo>
                  <a:pt x="636308" y="58661"/>
                </a:lnTo>
                <a:lnTo>
                  <a:pt x="803325" y="59524"/>
                </a:lnTo>
                <a:lnTo>
                  <a:pt x="806183" y="56337"/>
                </a:lnTo>
                <a:lnTo>
                  <a:pt x="807275" y="51028"/>
                </a:lnTo>
                <a:lnTo>
                  <a:pt x="807656" y="46418"/>
                </a:lnTo>
                <a:close/>
              </a:path>
              <a:path w="2275840" h="163195">
                <a:moveTo>
                  <a:pt x="810577" y="28702"/>
                </a:moveTo>
                <a:lnTo>
                  <a:pt x="809536" y="25146"/>
                </a:lnTo>
                <a:lnTo>
                  <a:pt x="631164" y="23533"/>
                </a:lnTo>
                <a:lnTo>
                  <a:pt x="630085" y="27419"/>
                </a:lnTo>
                <a:lnTo>
                  <a:pt x="630059" y="32385"/>
                </a:lnTo>
                <a:lnTo>
                  <a:pt x="631101" y="36296"/>
                </a:lnTo>
                <a:lnTo>
                  <a:pt x="809472" y="37211"/>
                </a:lnTo>
                <a:lnTo>
                  <a:pt x="810552" y="33667"/>
                </a:lnTo>
                <a:lnTo>
                  <a:pt x="810577" y="28702"/>
                </a:lnTo>
                <a:close/>
              </a:path>
              <a:path w="2275840" h="163195">
                <a:moveTo>
                  <a:pt x="810679" y="10617"/>
                </a:moveTo>
                <a:lnTo>
                  <a:pt x="808570" y="6350"/>
                </a:lnTo>
                <a:lnTo>
                  <a:pt x="807529" y="1739"/>
                </a:lnTo>
                <a:lnTo>
                  <a:pt x="634123" y="139"/>
                </a:lnTo>
                <a:lnTo>
                  <a:pt x="633044" y="1905"/>
                </a:lnTo>
                <a:lnTo>
                  <a:pt x="630516" y="11112"/>
                </a:lnTo>
                <a:lnTo>
                  <a:pt x="631913" y="15024"/>
                </a:lnTo>
                <a:lnTo>
                  <a:pt x="809586" y="15925"/>
                </a:lnTo>
                <a:lnTo>
                  <a:pt x="810679" y="10617"/>
                </a:lnTo>
                <a:close/>
              </a:path>
              <a:path w="2275840" h="163195">
                <a:moveTo>
                  <a:pt x="951407" y="90068"/>
                </a:moveTo>
                <a:lnTo>
                  <a:pt x="946099" y="90398"/>
                </a:lnTo>
                <a:lnTo>
                  <a:pt x="940066" y="89293"/>
                </a:lnTo>
                <a:lnTo>
                  <a:pt x="935101" y="90690"/>
                </a:lnTo>
                <a:lnTo>
                  <a:pt x="930783" y="100952"/>
                </a:lnTo>
                <a:lnTo>
                  <a:pt x="936802" y="103111"/>
                </a:lnTo>
                <a:lnTo>
                  <a:pt x="944613" y="101739"/>
                </a:lnTo>
                <a:lnTo>
                  <a:pt x="951357" y="102120"/>
                </a:lnTo>
                <a:lnTo>
                  <a:pt x="951407" y="90068"/>
                </a:lnTo>
                <a:close/>
              </a:path>
              <a:path w="2275840" h="163195">
                <a:moveTo>
                  <a:pt x="954836" y="113487"/>
                </a:moveTo>
                <a:lnTo>
                  <a:pt x="952360" y="111709"/>
                </a:lnTo>
                <a:lnTo>
                  <a:pt x="927900" y="111226"/>
                </a:lnTo>
                <a:lnTo>
                  <a:pt x="923645" y="112268"/>
                </a:lnTo>
                <a:lnTo>
                  <a:pt x="922909" y="116865"/>
                </a:lnTo>
                <a:lnTo>
                  <a:pt x="921118" y="120408"/>
                </a:lnTo>
                <a:lnTo>
                  <a:pt x="953744" y="120929"/>
                </a:lnTo>
                <a:lnTo>
                  <a:pt x="954836" y="113487"/>
                </a:lnTo>
                <a:close/>
              </a:path>
              <a:path w="2275840" h="163195">
                <a:moveTo>
                  <a:pt x="962152" y="140474"/>
                </a:moveTo>
                <a:lnTo>
                  <a:pt x="961110" y="136931"/>
                </a:lnTo>
                <a:lnTo>
                  <a:pt x="958989" y="133718"/>
                </a:lnTo>
                <a:lnTo>
                  <a:pt x="957592" y="130530"/>
                </a:lnTo>
                <a:lnTo>
                  <a:pt x="914679" y="129946"/>
                </a:lnTo>
                <a:lnTo>
                  <a:pt x="911834" y="133134"/>
                </a:lnTo>
                <a:lnTo>
                  <a:pt x="908265" y="136652"/>
                </a:lnTo>
                <a:lnTo>
                  <a:pt x="906119" y="140550"/>
                </a:lnTo>
                <a:lnTo>
                  <a:pt x="957897" y="141160"/>
                </a:lnTo>
                <a:lnTo>
                  <a:pt x="962152" y="140474"/>
                </a:lnTo>
                <a:close/>
              </a:path>
              <a:path w="2275840" h="163195">
                <a:moveTo>
                  <a:pt x="963853" y="14236"/>
                </a:moveTo>
                <a:lnTo>
                  <a:pt x="962456" y="9969"/>
                </a:lnTo>
                <a:lnTo>
                  <a:pt x="959650" y="5702"/>
                </a:lnTo>
                <a:lnTo>
                  <a:pt x="957541" y="1435"/>
                </a:lnTo>
                <a:lnTo>
                  <a:pt x="953643" y="1778"/>
                </a:lnTo>
                <a:lnTo>
                  <a:pt x="949032" y="1041"/>
                </a:lnTo>
                <a:lnTo>
                  <a:pt x="945121" y="2082"/>
                </a:lnTo>
                <a:lnTo>
                  <a:pt x="945108" y="5981"/>
                </a:lnTo>
                <a:lnTo>
                  <a:pt x="944727" y="10591"/>
                </a:lnTo>
                <a:lnTo>
                  <a:pt x="946124" y="14147"/>
                </a:lnTo>
                <a:lnTo>
                  <a:pt x="958176" y="14922"/>
                </a:lnTo>
                <a:lnTo>
                  <a:pt x="963853" y="14236"/>
                </a:lnTo>
                <a:close/>
              </a:path>
              <a:path w="2275840" h="163195">
                <a:moveTo>
                  <a:pt x="978357" y="161480"/>
                </a:moveTo>
                <a:lnTo>
                  <a:pt x="969543" y="150799"/>
                </a:lnTo>
                <a:lnTo>
                  <a:pt x="896493" y="150075"/>
                </a:lnTo>
                <a:lnTo>
                  <a:pt x="892225" y="153593"/>
                </a:lnTo>
                <a:lnTo>
                  <a:pt x="887590" y="158178"/>
                </a:lnTo>
                <a:lnTo>
                  <a:pt x="883666" y="161709"/>
                </a:lnTo>
                <a:lnTo>
                  <a:pt x="966647" y="162483"/>
                </a:lnTo>
                <a:lnTo>
                  <a:pt x="970902" y="162864"/>
                </a:lnTo>
                <a:lnTo>
                  <a:pt x="974801" y="162534"/>
                </a:lnTo>
                <a:lnTo>
                  <a:pt x="978357" y="161480"/>
                </a:lnTo>
                <a:close/>
              </a:path>
              <a:path w="2275840" h="163195">
                <a:moveTo>
                  <a:pt x="985024" y="35623"/>
                </a:moveTo>
                <a:lnTo>
                  <a:pt x="980795" y="31343"/>
                </a:lnTo>
                <a:lnTo>
                  <a:pt x="976896" y="29552"/>
                </a:lnTo>
                <a:lnTo>
                  <a:pt x="972667" y="24561"/>
                </a:lnTo>
                <a:lnTo>
                  <a:pt x="966063" y="24142"/>
                </a:lnTo>
                <a:lnTo>
                  <a:pt x="959243" y="24015"/>
                </a:lnTo>
                <a:lnTo>
                  <a:pt x="952474" y="24218"/>
                </a:lnTo>
                <a:lnTo>
                  <a:pt x="946073" y="24790"/>
                </a:lnTo>
                <a:lnTo>
                  <a:pt x="945692" y="28689"/>
                </a:lnTo>
                <a:lnTo>
                  <a:pt x="945680" y="32588"/>
                </a:lnTo>
                <a:lnTo>
                  <a:pt x="946010" y="36842"/>
                </a:lnTo>
                <a:lnTo>
                  <a:pt x="955890" y="36931"/>
                </a:lnTo>
                <a:lnTo>
                  <a:pt x="966050" y="37172"/>
                </a:lnTo>
                <a:lnTo>
                  <a:pt x="975931" y="36957"/>
                </a:lnTo>
                <a:lnTo>
                  <a:pt x="985024" y="35623"/>
                </a:lnTo>
                <a:close/>
              </a:path>
              <a:path w="2275840" h="163195">
                <a:moveTo>
                  <a:pt x="1042009" y="58610"/>
                </a:moveTo>
                <a:lnTo>
                  <a:pt x="1024039" y="53340"/>
                </a:lnTo>
                <a:lnTo>
                  <a:pt x="1015212" y="50355"/>
                </a:lnTo>
                <a:lnTo>
                  <a:pt x="1006602" y="46723"/>
                </a:lnTo>
                <a:lnTo>
                  <a:pt x="944549" y="45707"/>
                </a:lnTo>
                <a:lnTo>
                  <a:pt x="944524" y="50317"/>
                </a:lnTo>
                <a:lnTo>
                  <a:pt x="942721" y="55270"/>
                </a:lnTo>
                <a:lnTo>
                  <a:pt x="944473" y="59182"/>
                </a:lnTo>
                <a:lnTo>
                  <a:pt x="993762" y="59296"/>
                </a:lnTo>
                <a:lnTo>
                  <a:pt x="1018082" y="59105"/>
                </a:lnTo>
                <a:lnTo>
                  <a:pt x="1042009" y="58610"/>
                </a:lnTo>
                <a:close/>
              </a:path>
              <a:path w="2275840" h="163195">
                <a:moveTo>
                  <a:pt x="1156449" y="79768"/>
                </a:moveTo>
                <a:lnTo>
                  <a:pt x="1145692" y="77597"/>
                </a:lnTo>
                <a:lnTo>
                  <a:pt x="1123797" y="73926"/>
                </a:lnTo>
                <a:lnTo>
                  <a:pt x="1112862" y="71742"/>
                </a:lnTo>
                <a:lnTo>
                  <a:pt x="1104722" y="70637"/>
                </a:lnTo>
                <a:lnTo>
                  <a:pt x="1097280" y="67754"/>
                </a:lnTo>
                <a:lnTo>
                  <a:pt x="1088415" y="68427"/>
                </a:lnTo>
                <a:lnTo>
                  <a:pt x="1088415" y="68783"/>
                </a:lnTo>
                <a:lnTo>
                  <a:pt x="942657" y="68389"/>
                </a:lnTo>
                <a:lnTo>
                  <a:pt x="939457" y="70853"/>
                </a:lnTo>
                <a:lnTo>
                  <a:pt x="939787" y="75463"/>
                </a:lnTo>
                <a:lnTo>
                  <a:pt x="939050" y="79362"/>
                </a:lnTo>
                <a:lnTo>
                  <a:pt x="939761" y="80429"/>
                </a:lnTo>
                <a:lnTo>
                  <a:pt x="951103" y="80492"/>
                </a:lnTo>
                <a:lnTo>
                  <a:pt x="951141" y="75171"/>
                </a:lnTo>
                <a:lnTo>
                  <a:pt x="1097597" y="75920"/>
                </a:lnTo>
                <a:lnTo>
                  <a:pt x="1098308" y="74853"/>
                </a:lnTo>
                <a:lnTo>
                  <a:pt x="1116749" y="75311"/>
                </a:lnTo>
                <a:lnTo>
                  <a:pt x="1118146" y="79921"/>
                </a:lnTo>
                <a:lnTo>
                  <a:pt x="1127417" y="80327"/>
                </a:lnTo>
                <a:lnTo>
                  <a:pt x="1137285" y="80378"/>
                </a:lnTo>
                <a:lnTo>
                  <a:pt x="1156449" y="79768"/>
                </a:lnTo>
                <a:close/>
              </a:path>
              <a:path w="2275840" h="163195">
                <a:moveTo>
                  <a:pt x="1190942" y="130657"/>
                </a:moveTo>
                <a:lnTo>
                  <a:pt x="1183855" y="130263"/>
                </a:lnTo>
                <a:lnTo>
                  <a:pt x="1174991" y="129857"/>
                </a:lnTo>
                <a:lnTo>
                  <a:pt x="1168247" y="130543"/>
                </a:lnTo>
                <a:lnTo>
                  <a:pt x="1174267" y="132702"/>
                </a:lnTo>
                <a:lnTo>
                  <a:pt x="1182065" y="131673"/>
                </a:lnTo>
                <a:lnTo>
                  <a:pt x="1188453" y="131699"/>
                </a:lnTo>
                <a:lnTo>
                  <a:pt x="1190942" y="130657"/>
                </a:lnTo>
                <a:close/>
              </a:path>
              <a:path w="2275840" h="163195">
                <a:moveTo>
                  <a:pt x="1219822" y="101015"/>
                </a:moveTo>
                <a:lnTo>
                  <a:pt x="1218425" y="95681"/>
                </a:lnTo>
                <a:lnTo>
                  <a:pt x="1208519" y="91020"/>
                </a:lnTo>
                <a:lnTo>
                  <a:pt x="1156754" y="89700"/>
                </a:lnTo>
                <a:lnTo>
                  <a:pt x="1147279" y="89928"/>
                </a:lnTo>
                <a:lnTo>
                  <a:pt x="1128217" y="89954"/>
                </a:lnTo>
                <a:lnTo>
                  <a:pt x="1119149" y="90563"/>
                </a:lnTo>
                <a:lnTo>
                  <a:pt x="1119492" y="94475"/>
                </a:lnTo>
                <a:lnTo>
                  <a:pt x="1120533" y="98018"/>
                </a:lnTo>
                <a:lnTo>
                  <a:pt x="1122286" y="101219"/>
                </a:lnTo>
                <a:lnTo>
                  <a:pt x="1146898" y="101549"/>
                </a:lnTo>
                <a:lnTo>
                  <a:pt x="1171308" y="101663"/>
                </a:lnTo>
                <a:lnTo>
                  <a:pt x="1195590" y="101511"/>
                </a:lnTo>
                <a:lnTo>
                  <a:pt x="1219822" y="101015"/>
                </a:lnTo>
                <a:close/>
              </a:path>
              <a:path w="2275840" h="163195">
                <a:moveTo>
                  <a:pt x="1221879" y="115214"/>
                </a:moveTo>
                <a:lnTo>
                  <a:pt x="1220825" y="111302"/>
                </a:lnTo>
                <a:lnTo>
                  <a:pt x="1135011" y="110502"/>
                </a:lnTo>
                <a:lnTo>
                  <a:pt x="1133233" y="111912"/>
                </a:lnTo>
                <a:lnTo>
                  <a:pt x="1131824" y="110845"/>
                </a:lnTo>
                <a:lnTo>
                  <a:pt x="1129334" y="111899"/>
                </a:lnTo>
                <a:lnTo>
                  <a:pt x="1130376" y="115443"/>
                </a:lnTo>
                <a:lnTo>
                  <a:pt x="1134618" y="116535"/>
                </a:lnTo>
                <a:lnTo>
                  <a:pt x="1136738" y="119735"/>
                </a:lnTo>
                <a:lnTo>
                  <a:pt x="1215110" y="120853"/>
                </a:lnTo>
                <a:lnTo>
                  <a:pt x="1217955" y="119087"/>
                </a:lnTo>
                <a:lnTo>
                  <a:pt x="1221879" y="115214"/>
                </a:lnTo>
                <a:close/>
              </a:path>
              <a:path w="2275840" h="163195">
                <a:moveTo>
                  <a:pt x="1374470" y="24142"/>
                </a:moveTo>
                <a:lnTo>
                  <a:pt x="1350721" y="24015"/>
                </a:lnTo>
                <a:lnTo>
                  <a:pt x="1347876" y="25069"/>
                </a:lnTo>
                <a:lnTo>
                  <a:pt x="1344688" y="23634"/>
                </a:lnTo>
                <a:lnTo>
                  <a:pt x="1341843" y="25031"/>
                </a:lnTo>
                <a:lnTo>
                  <a:pt x="1346085" y="27889"/>
                </a:lnTo>
                <a:lnTo>
                  <a:pt x="1348193" y="33223"/>
                </a:lnTo>
                <a:lnTo>
                  <a:pt x="1352435" y="36080"/>
                </a:lnTo>
                <a:lnTo>
                  <a:pt x="1374419" y="36550"/>
                </a:lnTo>
                <a:lnTo>
                  <a:pt x="1374470" y="24142"/>
                </a:lnTo>
                <a:close/>
              </a:path>
              <a:path w="2275840" h="163195">
                <a:moveTo>
                  <a:pt x="1374597" y="1790"/>
                </a:moveTo>
                <a:lnTo>
                  <a:pt x="1355623" y="1460"/>
                </a:lnTo>
                <a:lnTo>
                  <a:pt x="1337259" y="1295"/>
                </a:lnTo>
                <a:lnTo>
                  <a:pt x="1319034" y="1460"/>
                </a:lnTo>
                <a:lnTo>
                  <a:pt x="1300467" y="2120"/>
                </a:lnTo>
                <a:lnTo>
                  <a:pt x="1306830" y="4940"/>
                </a:lnTo>
                <a:lnTo>
                  <a:pt x="1325587" y="13957"/>
                </a:lnTo>
                <a:lnTo>
                  <a:pt x="1374521" y="14922"/>
                </a:lnTo>
                <a:lnTo>
                  <a:pt x="1374571" y="5702"/>
                </a:lnTo>
                <a:lnTo>
                  <a:pt x="1374597" y="1790"/>
                </a:lnTo>
                <a:close/>
              </a:path>
              <a:path w="2275840" h="163195">
                <a:moveTo>
                  <a:pt x="1376451" y="54292"/>
                </a:moveTo>
                <a:lnTo>
                  <a:pt x="1374343" y="50736"/>
                </a:lnTo>
                <a:lnTo>
                  <a:pt x="1374368" y="46482"/>
                </a:lnTo>
                <a:lnTo>
                  <a:pt x="1369758" y="46101"/>
                </a:lnTo>
                <a:lnTo>
                  <a:pt x="1364081" y="46075"/>
                </a:lnTo>
                <a:lnTo>
                  <a:pt x="1359471" y="46405"/>
                </a:lnTo>
                <a:lnTo>
                  <a:pt x="1360512" y="50660"/>
                </a:lnTo>
                <a:lnTo>
                  <a:pt x="1362265" y="54927"/>
                </a:lnTo>
                <a:lnTo>
                  <a:pt x="1364373" y="58839"/>
                </a:lnTo>
                <a:lnTo>
                  <a:pt x="1368272" y="59220"/>
                </a:lnTo>
                <a:lnTo>
                  <a:pt x="1372527" y="59588"/>
                </a:lnTo>
                <a:lnTo>
                  <a:pt x="1375714" y="58547"/>
                </a:lnTo>
                <a:lnTo>
                  <a:pt x="1376451" y="54292"/>
                </a:lnTo>
                <a:close/>
              </a:path>
              <a:path w="2275840" h="163195">
                <a:moveTo>
                  <a:pt x="1380223" y="80200"/>
                </a:moveTo>
                <a:lnTo>
                  <a:pt x="1378496" y="71678"/>
                </a:lnTo>
                <a:lnTo>
                  <a:pt x="1377099" y="67068"/>
                </a:lnTo>
                <a:lnTo>
                  <a:pt x="1370698" y="69507"/>
                </a:lnTo>
                <a:lnTo>
                  <a:pt x="1366799" y="68783"/>
                </a:lnTo>
                <a:lnTo>
                  <a:pt x="1365008" y="72669"/>
                </a:lnTo>
                <a:lnTo>
                  <a:pt x="1368183" y="75882"/>
                </a:lnTo>
                <a:lnTo>
                  <a:pt x="1367091" y="80492"/>
                </a:lnTo>
                <a:lnTo>
                  <a:pt x="1380223" y="80200"/>
                </a:lnTo>
                <a:close/>
              </a:path>
              <a:path w="2275840" h="163195">
                <a:moveTo>
                  <a:pt x="1387208" y="100799"/>
                </a:moveTo>
                <a:lnTo>
                  <a:pt x="1385112" y="94767"/>
                </a:lnTo>
                <a:lnTo>
                  <a:pt x="1383360" y="90500"/>
                </a:lnTo>
                <a:lnTo>
                  <a:pt x="1378750" y="89763"/>
                </a:lnTo>
                <a:lnTo>
                  <a:pt x="1372019" y="89738"/>
                </a:lnTo>
                <a:lnTo>
                  <a:pt x="1367040" y="90411"/>
                </a:lnTo>
                <a:lnTo>
                  <a:pt x="1367383" y="94322"/>
                </a:lnTo>
                <a:lnTo>
                  <a:pt x="1365237" y="97853"/>
                </a:lnTo>
                <a:lnTo>
                  <a:pt x="1366634" y="101765"/>
                </a:lnTo>
                <a:lnTo>
                  <a:pt x="1385785" y="101866"/>
                </a:lnTo>
                <a:lnTo>
                  <a:pt x="1387208" y="100799"/>
                </a:lnTo>
                <a:close/>
              </a:path>
              <a:path w="2275840" h="163195">
                <a:moveTo>
                  <a:pt x="1396682" y="120002"/>
                </a:moveTo>
                <a:lnTo>
                  <a:pt x="1395285" y="117157"/>
                </a:lnTo>
                <a:lnTo>
                  <a:pt x="1393875" y="113957"/>
                </a:lnTo>
                <a:lnTo>
                  <a:pt x="1391767" y="111467"/>
                </a:lnTo>
                <a:lnTo>
                  <a:pt x="1377657" y="111226"/>
                </a:lnTo>
                <a:lnTo>
                  <a:pt x="1370711" y="111366"/>
                </a:lnTo>
                <a:lnTo>
                  <a:pt x="1364094" y="112039"/>
                </a:lnTo>
                <a:lnTo>
                  <a:pt x="1363726" y="114871"/>
                </a:lnTo>
                <a:lnTo>
                  <a:pt x="1361236" y="117335"/>
                </a:lnTo>
                <a:lnTo>
                  <a:pt x="1362278" y="120535"/>
                </a:lnTo>
                <a:lnTo>
                  <a:pt x="1370736" y="120815"/>
                </a:lnTo>
                <a:lnTo>
                  <a:pt x="1379474" y="120942"/>
                </a:lnTo>
                <a:lnTo>
                  <a:pt x="1388211" y="120726"/>
                </a:lnTo>
                <a:lnTo>
                  <a:pt x="1396682" y="120002"/>
                </a:lnTo>
                <a:close/>
              </a:path>
              <a:path w="2275840" h="163195">
                <a:moveTo>
                  <a:pt x="1411122" y="140296"/>
                </a:moveTo>
                <a:lnTo>
                  <a:pt x="1403718" y="130683"/>
                </a:lnTo>
                <a:lnTo>
                  <a:pt x="1358328" y="130086"/>
                </a:lnTo>
                <a:lnTo>
                  <a:pt x="1355826" y="133273"/>
                </a:lnTo>
                <a:lnTo>
                  <a:pt x="1354035" y="137160"/>
                </a:lnTo>
                <a:lnTo>
                  <a:pt x="1352600" y="140703"/>
                </a:lnTo>
                <a:lnTo>
                  <a:pt x="1366913" y="141173"/>
                </a:lnTo>
                <a:lnTo>
                  <a:pt x="1381493" y="141389"/>
                </a:lnTo>
                <a:lnTo>
                  <a:pt x="1396085" y="141325"/>
                </a:lnTo>
                <a:lnTo>
                  <a:pt x="1410411" y="140995"/>
                </a:lnTo>
                <a:lnTo>
                  <a:pt x="1411122" y="140296"/>
                </a:lnTo>
                <a:close/>
              </a:path>
              <a:path w="2275840" h="163195">
                <a:moveTo>
                  <a:pt x="1432293" y="161683"/>
                </a:moveTo>
                <a:lnTo>
                  <a:pt x="1429118" y="157403"/>
                </a:lnTo>
                <a:lnTo>
                  <a:pt x="1424520" y="155613"/>
                </a:lnTo>
                <a:lnTo>
                  <a:pt x="1420990" y="150977"/>
                </a:lnTo>
                <a:lnTo>
                  <a:pt x="1346174" y="150241"/>
                </a:lnTo>
                <a:lnTo>
                  <a:pt x="1342605" y="153060"/>
                </a:lnTo>
                <a:lnTo>
                  <a:pt x="1339392" y="158013"/>
                </a:lnTo>
                <a:lnTo>
                  <a:pt x="1336179" y="161899"/>
                </a:lnTo>
                <a:lnTo>
                  <a:pt x="1337602" y="162255"/>
                </a:lnTo>
                <a:lnTo>
                  <a:pt x="1429448" y="162369"/>
                </a:lnTo>
                <a:lnTo>
                  <a:pt x="1432293" y="161683"/>
                </a:lnTo>
                <a:close/>
              </a:path>
              <a:path w="2275840" h="163195">
                <a:moveTo>
                  <a:pt x="1634693" y="112001"/>
                </a:moveTo>
                <a:lnTo>
                  <a:pt x="1634337" y="111645"/>
                </a:lnTo>
                <a:lnTo>
                  <a:pt x="1593278" y="110998"/>
                </a:lnTo>
                <a:lnTo>
                  <a:pt x="1572793" y="111137"/>
                </a:lnTo>
                <a:lnTo>
                  <a:pt x="1552765" y="111937"/>
                </a:lnTo>
                <a:lnTo>
                  <a:pt x="1556994" y="116217"/>
                </a:lnTo>
                <a:lnTo>
                  <a:pt x="1563014" y="118021"/>
                </a:lnTo>
                <a:lnTo>
                  <a:pt x="1568678" y="120523"/>
                </a:lnTo>
                <a:lnTo>
                  <a:pt x="1616913" y="120777"/>
                </a:lnTo>
                <a:lnTo>
                  <a:pt x="1623301" y="119392"/>
                </a:lnTo>
                <a:lnTo>
                  <a:pt x="1629346" y="115874"/>
                </a:lnTo>
                <a:lnTo>
                  <a:pt x="1634693" y="112001"/>
                </a:lnTo>
                <a:close/>
              </a:path>
              <a:path w="2275840" h="163195">
                <a:moveTo>
                  <a:pt x="1658556" y="90843"/>
                </a:moveTo>
                <a:lnTo>
                  <a:pt x="1658200" y="90487"/>
                </a:lnTo>
                <a:lnTo>
                  <a:pt x="1532661" y="89484"/>
                </a:lnTo>
                <a:lnTo>
                  <a:pt x="1531950" y="90551"/>
                </a:lnTo>
                <a:lnTo>
                  <a:pt x="1530540" y="90195"/>
                </a:lnTo>
                <a:lnTo>
                  <a:pt x="1529473" y="90538"/>
                </a:lnTo>
                <a:lnTo>
                  <a:pt x="1531569" y="95516"/>
                </a:lnTo>
                <a:lnTo>
                  <a:pt x="1535112" y="97663"/>
                </a:lnTo>
                <a:lnTo>
                  <a:pt x="1538630" y="101574"/>
                </a:lnTo>
                <a:lnTo>
                  <a:pt x="1648218" y="102133"/>
                </a:lnTo>
                <a:lnTo>
                  <a:pt x="1652130" y="99326"/>
                </a:lnTo>
                <a:lnTo>
                  <a:pt x="1655343" y="94729"/>
                </a:lnTo>
                <a:lnTo>
                  <a:pt x="1658556" y="90843"/>
                </a:lnTo>
                <a:close/>
              </a:path>
              <a:path w="2275840" h="163195">
                <a:moveTo>
                  <a:pt x="1671408" y="73177"/>
                </a:moveTo>
                <a:lnTo>
                  <a:pt x="1671078" y="68922"/>
                </a:lnTo>
                <a:lnTo>
                  <a:pt x="1516456" y="68135"/>
                </a:lnTo>
                <a:lnTo>
                  <a:pt x="1513967" y="70243"/>
                </a:lnTo>
                <a:lnTo>
                  <a:pt x="1518221" y="72034"/>
                </a:lnTo>
                <a:lnTo>
                  <a:pt x="1517142" y="74866"/>
                </a:lnTo>
                <a:lnTo>
                  <a:pt x="1519262" y="75590"/>
                </a:lnTo>
                <a:lnTo>
                  <a:pt x="1520317" y="78435"/>
                </a:lnTo>
                <a:lnTo>
                  <a:pt x="1521726" y="80213"/>
                </a:lnTo>
                <a:lnTo>
                  <a:pt x="1665693" y="80949"/>
                </a:lnTo>
                <a:lnTo>
                  <a:pt x="1667840" y="77419"/>
                </a:lnTo>
                <a:lnTo>
                  <a:pt x="1671408" y="73177"/>
                </a:lnTo>
                <a:close/>
              </a:path>
              <a:path w="2275840" h="163195">
                <a:moveTo>
                  <a:pt x="1808619" y="150482"/>
                </a:moveTo>
                <a:lnTo>
                  <a:pt x="1762163" y="150241"/>
                </a:lnTo>
                <a:lnTo>
                  <a:pt x="1758238" y="154127"/>
                </a:lnTo>
                <a:lnTo>
                  <a:pt x="1752904" y="157645"/>
                </a:lnTo>
                <a:lnTo>
                  <a:pt x="1749691" y="162229"/>
                </a:lnTo>
                <a:lnTo>
                  <a:pt x="1808556" y="162534"/>
                </a:lnTo>
                <a:lnTo>
                  <a:pt x="1808619" y="150482"/>
                </a:lnTo>
                <a:close/>
              </a:path>
              <a:path w="2275840" h="163195">
                <a:moveTo>
                  <a:pt x="1808683" y="68910"/>
                </a:moveTo>
                <a:lnTo>
                  <a:pt x="1801939" y="68884"/>
                </a:lnTo>
                <a:lnTo>
                  <a:pt x="1800504" y="71348"/>
                </a:lnTo>
                <a:lnTo>
                  <a:pt x="1801202" y="74904"/>
                </a:lnTo>
                <a:lnTo>
                  <a:pt x="1799767" y="77381"/>
                </a:lnTo>
                <a:lnTo>
                  <a:pt x="1798675" y="83045"/>
                </a:lnTo>
                <a:lnTo>
                  <a:pt x="1805787" y="79540"/>
                </a:lnTo>
                <a:lnTo>
                  <a:pt x="1808619" y="80619"/>
                </a:lnTo>
                <a:lnTo>
                  <a:pt x="1808683" y="68910"/>
                </a:lnTo>
                <a:close/>
              </a:path>
              <a:path w="2275840" h="163195">
                <a:moveTo>
                  <a:pt x="1808721" y="130263"/>
                </a:moveTo>
                <a:lnTo>
                  <a:pt x="1779282" y="130111"/>
                </a:lnTo>
                <a:lnTo>
                  <a:pt x="1778215" y="130822"/>
                </a:lnTo>
                <a:lnTo>
                  <a:pt x="1775726" y="133997"/>
                </a:lnTo>
                <a:lnTo>
                  <a:pt x="1772513" y="137528"/>
                </a:lnTo>
                <a:lnTo>
                  <a:pt x="1771078" y="140716"/>
                </a:lnTo>
                <a:lnTo>
                  <a:pt x="1780438" y="141122"/>
                </a:lnTo>
                <a:lnTo>
                  <a:pt x="1789861" y="141262"/>
                </a:lnTo>
                <a:lnTo>
                  <a:pt x="1808657" y="141262"/>
                </a:lnTo>
                <a:lnTo>
                  <a:pt x="1808721" y="130263"/>
                </a:lnTo>
                <a:close/>
              </a:path>
              <a:path w="2275840" h="163195">
                <a:moveTo>
                  <a:pt x="1808810" y="111467"/>
                </a:moveTo>
                <a:lnTo>
                  <a:pt x="1790382" y="111379"/>
                </a:lnTo>
                <a:lnTo>
                  <a:pt x="1787169" y="113487"/>
                </a:lnTo>
                <a:lnTo>
                  <a:pt x="1785010" y="120573"/>
                </a:lnTo>
                <a:lnTo>
                  <a:pt x="1808772" y="121043"/>
                </a:lnTo>
                <a:lnTo>
                  <a:pt x="1808810" y="111467"/>
                </a:lnTo>
                <a:close/>
              </a:path>
              <a:path w="2275840" h="163195">
                <a:moveTo>
                  <a:pt x="1808924" y="90195"/>
                </a:moveTo>
                <a:lnTo>
                  <a:pt x="1794027" y="90119"/>
                </a:lnTo>
                <a:lnTo>
                  <a:pt x="1795767" y="97574"/>
                </a:lnTo>
                <a:lnTo>
                  <a:pt x="1793621" y="101460"/>
                </a:lnTo>
                <a:lnTo>
                  <a:pt x="1798231" y="102196"/>
                </a:lnTo>
                <a:lnTo>
                  <a:pt x="1803908" y="101511"/>
                </a:lnTo>
                <a:lnTo>
                  <a:pt x="1808861" y="101892"/>
                </a:lnTo>
                <a:lnTo>
                  <a:pt x="1808924" y="90195"/>
                </a:lnTo>
                <a:close/>
              </a:path>
              <a:path w="2275840" h="163195">
                <a:moveTo>
                  <a:pt x="1809026" y="1536"/>
                </a:moveTo>
                <a:lnTo>
                  <a:pt x="1509014" y="0"/>
                </a:lnTo>
                <a:lnTo>
                  <a:pt x="1508277" y="4254"/>
                </a:lnTo>
                <a:lnTo>
                  <a:pt x="1506855" y="5308"/>
                </a:lnTo>
                <a:lnTo>
                  <a:pt x="1506804" y="14884"/>
                </a:lnTo>
                <a:lnTo>
                  <a:pt x="1808949" y="16433"/>
                </a:lnTo>
                <a:lnTo>
                  <a:pt x="1809026" y="1536"/>
                </a:lnTo>
                <a:close/>
              </a:path>
              <a:path w="2275840" h="163195">
                <a:moveTo>
                  <a:pt x="1809127" y="50126"/>
                </a:moveTo>
                <a:lnTo>
                  <a:pt x="1808086" y="46570"/>
                </a:lnTo>
                <a:lnTo>
                  <a:pt x="1509496" y="44691"/>
                </a:lnTo>
                <a:lnTo>
                  <a:pt x="1508404" y="47879"/>
                </a:lnTo>
                <a:lnTo>
                  <a:pt x="1511541" y="58889"/>
                </a:lnTo>
                <a:lnTo>
                  <a:pt x="1675384" y="60426"/>
                </a:lnTo>
                <a:lnTo>
                  <a:pt x="1675384" y="59359"/>
                </a:lnTo>
                <a:lnTo>
                  <a:pt x="1677517" y="58674"/>
                </a:lnTo>
                <a:lnTo>
                  <a:pt x="1677530" y="55829"/>
                </a:lnTo>
                <a:lnTo>
                  <a:pt x="1678597" y="54419"/>
                </a:lnTo>
                <a:lnTo>
                  <a:pt x="1802015" y="54698"/>
                </a:lnTo>
                <a:lnTo>
                  <a:pt x="1803069" y="55765"/>
                </a:lnTo>
                <a:lnTo>
                  <a:pt x="1802345" y="57886"/>
                </a:lnTo>
                <a:lnTo>
                  <a:pt x="1803412" y="59309"/>
                </a:lnTo>
                <a:lnTo>
                  <a:pt x="1805178" y="58966"/>
                </a:lnTo>
                <a:lnTo>
                  <a:pt x="1807311" y="59690"/>
                </a:lnTo>
                <a:lnTo>
                  <a:pt x="1808378" y="58623"/>
                </a:lnTo>
                <a:lnTo>
                  <a:pt x="1809127" y="50126"/>
                </a:lnTo>
                <a:close/>
              </a:path>
              <a:path w="2275840" h="163195">
                <a:moveTo>
                  <a:pt x="1809394" y="24307"/>
                </a:moveTo>
                <a:lnTo>
                  <a:pt x="1693824" y="24307"/>
                </a:lnTo>
                <a:lnTo>
                  <a:pt x="1693824" y="23876"/>
                </a:lnTo>
                <a:lnTo>
                  <a:pt x="1505864" y="23876"/>
                </a:lnTo>
                <a:lnTo>
                  <a:pt x="1505864" y="37350"/>
                </a:lnTo>
                <a:lnTo>
                  <a:pt x="1693824" y="37350"/>
                </a:lnTo>
                <a:lnTo>
                  <a:pt x="1693824" y="38125"/>
                </a:lnTo>
                <a:lnTo>
                  <a:pt x="1809394" y="38125"/>
                </a:lnTo>
                <a:lnTo>
                  <a:pt x="1809394" y="24307"/>
                </a:lnTo>
                <a:close/>
              </a:path>
              <a:path w="2275840" h="163195">
                <a:moveTo>
                  <a:pt x="2077072" y="150787"/>
                </a:moveTo>
                <a:lnTo>
                  <a:pt x="1943379" y="150101"/>
                </a:lnTo>
                <a:lnTo>
                  <a:pt x="1942960" y="162509"/>
                </a:lnTo>
                <a:lnTo>
                  <a:pt x="2077008" y="163195"/>
                </a:lnTo>
                <a:lnTo>
                  <a:pt x="2077072" y="150787"/>
                </a:lnTo>
                <a:close/>
              </a:path>
              <a:path w="2275840" h="163195">
                <a:moveTo>
                  <a:pt x="2077186" y="130213"/>
                </a:moveTo>
                <a:lnTo>
                  <a:pt x="1943138" y="129540"/>
                </a:lnTo>
                <a:lnTo>
                  <a:pt x="1943074" y="141236"/>
                </a:lnTo>
                <a:lnTo>
                  <a:pt x="2077123" y="141922"/>
                </a:lnTo>
                <a:lnTo>
                  <a:pt x="2077186" y="130213"/>
                </a:lnTo>
                <a:close/>
              </a:path>
              <a:path w="2275840" h="163195">
                <a:moveTo>
                  <a:pt x="2077275" y="111429"/>
                </a:moveTo>
                <a:lnTo>
                  <a:pt x="1943227" y="110744"/>
                </a:lnTo>
                <a:lnTo>
                  <a:pt x="1943176" y="120662"/>
                </a:lnTo>
                <a:lnTo>
                  <a:pt x="2077224" y="121348"/>
                </a:lnTo>
                <a:lnTo>
                  <a:pt x="2077275" y="111429"/>
                </a:lnTo>
                <a:close/>
              </a:path>
              <a:path w="2275840" h="163195">
                <a:moveTo>
                  <a:pt x="2077389" y="90144"/>
                </a:moveTo>
                <a:lnTo>
                  <a:pt x="1943341" y="89458"/>
                </a:lnTo>
                <a:lnTo>
                  <a:pt x="1943277" y="101879"/>
                </a:lnTo>
                <a:lnTo>
                  <a:pt x="2077326" y="102209"/>
                </a:lnTo>
                <a:lnTo>
                  <a:pt x="2077389" y="90144"/>
                </a:lnTo>
                <a:close/>
              </a:path>
              <a:path w="2275840" h="163195">
                <a:moveTo>
                  <a:pt x="2077466" y="75603"/>
                </a:moveTo>
                <a:lnTo>
                  <a:pt x="1943417" y="74917"/>
                </a:lnTo>
                <a:lnTo>
                  <a:pt x="1943379" y="80238"/>
                </a:lnTo>
                <a:lnTo>
                  <a:pt x="2077427" y="80924"/>
                </a:lnTo>
                <a:lnTo>
                  <a:pt x="2077466" y="75603"/>
                </a:lnTo>
                <a:close/>
              </a:path>
              <a:path w="2275840" h="163195">
                <a:moveTo>
                  <a:pt x="2275573" y="30035"/>
                </a:moveTo>
                <a:lnTo>
                  <a:pt x="2274405" y="21882"/>
                </a:lnTo>
                <a:lnTo>
                  <a:pt x="2271052" y="14541"/>
                </a:lnTo>
                <a:lnTo>
                  <a:pt x="2260244" y="4610"/>
                </a:lnTo>
                <a:lnTo>
                  <a:pt x="2245969" y="1651"/>
                </a:lnTo>
                <a:lnTo>
                  <a:pt x="2230158" y="1866"/>
                </a:lnTo>
                <a:lnTo>
                  <a:pt x="2214727" y="1485"/>
                </a:lnTo>
                <a:lnTo>
                  <a:pt x="2214651" y="15659"/>
                </a:lnTo>
                <a:lnTo>
                  <a:pt x="2231682" y="15748"/>
                </a:lnTo>
                <a:lnTo>
                  <a:pt x="2238819" y="15976"/>
                </a:lnTo>
                <a:lnTo>
                  <a:pt x="2262111" y="27965"/>
                </a:lnTo>
                <a:lnTo>
                  <a:pt x="2261349" y="38595"/>
                </a:lnTo>
                <a:lnTo>
                  <a:pt x="2256713" y="43192"/>
                </a:lnTo>
                <a:lnTo>
                  <a:pt x="2251392" y="44932"/>
                </a:lnTo>
                <a:lnTo>
                  <a:pt x="2214499" y="45453"/>
                </a:lnTo>
                <a:lnTo>
                  <a:pt x="2214435" y="59639"/>
                </a:lnTo>
                <a:lnTo>
                  <a:pt x="2246299" y="59626"/>
                </a:lnTo>
                <a:lnTo>
                  <a:pt x="2260676" y="56197"/>
                </a:lnTo>
                <a:lnTo>
                  <a:pt x="2271598" y="45745"/>
                </a:lnTo>
                <a:lnTo>
                  <a:pt x="2274608" y="38252"/>
                </a:lnTo>
                <a:lnTo>
                  <a:pt x="2275573" y="30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29620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799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7208215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800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86888" y="3252304"/>
            <a:ext cx="214350" cy="12406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18499" y="2734297"/>
            <a:ext cx="422198" cy="295757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891144" y="1250721"/>
            <a:ext cx="3024505" cy="864869"/>
          </a:xfrm>
          <a:custGeom>
            <a:avLst/>
            <a:gdLst/>
            <a:ahLst/>
            <a:cxnLst/>
            <a:rect l="l" t="t" r="r" b="b"/>
            <a:pathLst>
              <a:path w="3024504" h="864869">
                <a:moveTo>
                  <a:pt x="216154" y="0"/>
                </a:moveTo>
                <a:lnTo>
                  <a:pt x="0" y="0"/>
                </a:lnTo>
                <a:lnTo>
                  <a:pt x="0" y="864654"/>
                </a:lnTo>
                <a:lnTo>
                  <a:pt x="216154" y="864654"/>
                </a:lnTo>
                <a:lnTo>
                  <a:pt x="216154" y="0"/>
                </a:lnTo>
                <a:close/>
              </a:path>
              <a:path w="3024504" h="864869">
                <a:moveTo>
                  <a:pt x="3024111" y="0"/>
                </a:moveTo>
                <a:lnTo>
                  <a:pt x="2807944" y="0"/>
                </a:lnTo>
                <a:lnTo>
                  <a:pt x="2807944" y="864654"/>
                </a:lnTo>
                <a:lnTo>
                  <a:pt x="3024111" y="864654"/>
                </a:lnTo>
                <a:lnTo>
                  <a:pt x="3024111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891144" y="1250721"/>
            <a:ext cx="3024505" cy="864869"/>
          </a:xfrm>
          <a:custGeom>
            <a:avLst/>
            <a:gdLst/>
            <a:ahLst/>
            <a:cxnLst/>
            <a:rect l="l" t="t" r="r" b="b"/>
            <a:pathLst>
              <a:path w="3024504" h="864869">
                <a:moveTo>
                  <a:pt x="3024111" y="0"/>
                </a:moveTo>
                <a:lnTo>
                  <a:pt x="3024111" y="864654"/>
                </a:lnTo>
                <a:lnTo>
                  <a:pt x="0" y="864654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107298" y="1250721"/>
            <a:ext cx="2592070" cy="908050"/>
          </a:xfrm>
          <a:custGeom>
            <a:avLst/>
            <a:gdLst/>
            <a:ahLst/>
            <a:cxnLst/>
            <a:rect l="l" t="t" r="r" b="b"/>
            <a:pathLst>
              <a:path w="2592070" h="908050">
                <a:moveTo>
                  <a:pt x="2591790" y="907453"/>
                </a:moveTo>
                <a:lnTo>
                  <a:pt x="2591790" y="0"/>
                </a:lnTo>
                <a:lnTo>
                  <a:pt x="0" y="0"/>
                </a:lnTo>
                <a:lnTo>
                  <a:pt x="0" y="907453"/>
                </a:lnTo>
                <a:lnTo>
                  <a:pt x="2591790" y="90745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107298" y="1250721"/>
            <a:ext cx="2592070" cy="908050"/>
          </a:xfrm>
          <a:custGeom>
            <a:avLst/>
            <a:gdLst/>
            <a:ahLst/>
            <a:cxnLst/>
            <a:rect l="l" t="t" r="r" b="b"/>
            <a:pathLst>
              <a:path w="2592070" h="908050">
                <a:moveTo>
                  <a:pt x="0" y="0"/>
                </a:moveTo>
                <a:lnTo>
                  <a:pt x="0" y="907453"/>
                </a:lnTo>
                <a:lnTo>
                  <a:pt x="2591790" y="907453"/>
                </a:lnTo>
                <a:lnTo>
                  <a:pt x="259179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4219600" y="2965767"/>
            <a:ext cx="182245" cy="424180"/>
          </a:xfrm>
          <a:custGeom>
            <a:avLst/>
            <a:gdLst/>
            <a:ahLst/>
            <a:cxnLst/>
            <a:rect l="l" t="t" r="r" b="b"/>
            <a:pathLst>
              <a:path w="182245" h="424179">
                <a:moveTo>
                  <a:pt x="182143" y="414756"/>
                </a:moveTo>
                <a:lnTo>
                  <a:pt x="182143" y="0"/>
                </a:lnTo>
                <a:lnTo>
                  <a:pt x="0" y="0"/>
                </a:lnTo>
                <a:lnTo>
                  <a:pt x="0" y="415861"/>
                </a:lnTo>
                <a:lnTo>
                  <a:pt x="1092" y="415861"/>
                </a:lnTo>
                <a:lnTo>
                  <a:pt x="26339" y="420255"/>
                </a:lnTo>
                <a:lnTo>
                  <a:pt x="53771" y="422452"/>
                </a:lnTo>
                <a:lnTo>
                  <a:pt x="91071" y="423557"/>
                </a:lnTo>
                <a:lnTo>
                  <a:pt x="129476" y="422452"/>
                </a:lnTo>
                <a:lnTo>
                  <a:pt x="154711" y="420255"/>
                </a:lnTo>
                <a:lnTo>
                  <a:pt x="179959" y="415861"/>
                </a:lnTo>
                <a:lnTo>
                  <a:pt x="181051" y="415861"/>
                </a:lnTo>
                <a:lnTo>
                  <a:pt x="182143" y="41475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4219600" y="2965767"/>
            <a:ext cx="182245" cy="424180"/>
          </a:xfrm>
          <a:custGeom>
            <a:avLst/>
            <a:gdLst/>
            <a:ahLst/>
            <a:cxnLst/>
            <a:rect l="l" t="t" r="r" b="b"/>
            <a:pathLst>
              <a:path w="182245" h="424179">
                <a:moveTo>
                  <a:pt x="0" y="0"/>
                </a:moveTo>
                <a:lnTo>
                  <a:pt x="0" y="415861"/>
                </a:lnTo>
                <a:lnTo>
                  <a:pt x="1092" y="415861"/>
                </a:lnTo>
                <a:lnTo>
                  <a:pt x="26339" y="420255"/>
                </a:lnTo>
                <a:lnTo>
                  <a:pt x="53771" y="422452"/>
                </a:lnTo>
                <a:lnTo>
                  <a:pt x="91071" y="423557"/>
                </a:lnTo>
                <a:lnTo>
                  <a:pt x="129476" y="422452"/>
                </a:lnTo>
                <a:lnTo>
                  <a:pt x="154711" y="420255"/>
                </a:lnTo>
                <a:lnTo>
                  <a:pt x="179959" y="415861"/>
                </a:lnTo>
                <a:lnTo>
                  <a:pt x="181051" y="415861"/>
                </a:lnTo>
                <a:lnTo>
                  <a:pt x="182143" y="414756"/>
                </a:lnTo>
                <a:lnTo>
                  <a:pt x="18214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05452" y="2817761"/>
            <a:ext cx="210439" cy="152285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4192168" y="2626715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258953" y="189839"/>
                </a:moveTo>
                <a:lnTo>
                  <a:pt x="258953" y="4394"/>
                </a:lnTo>
                <a:lnTo>
                  <a:pt x="257860" y="1104"/>
                </a:lnTo>
                <a:lnTo>
                  <a:pt x="254571" y="0"/>
                </a:lnTo>
                <a:lnTo>
                  <a:pt x="189826" y="0"/>
                </a:lnTo>
                <a:lnTo>
                  <a:pt x="0" y="2768"/>
                </a:lnTo>
                <a:lnTo>
                  <a:pt x="0" y="189839"/>
                </a:lnTo>
                <a:lnTo>
                  <a:pt x="1092" y="193128"/>
                </a:lnTo>
                <a:lnTo>
                  <a:pt x="4381" y="194221"/>
                </a:lnTo>
                <a:lnTo>
                  <a:pt x="254571" y="194221"/>
                </a:lnTo>
                <a:lnTo>
                  <a:pt x="257860" y="193128"/>
                </a:lnTo>
                <a:lnTo>
                  <a:pt x="258953" y="18983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4192168" y="2626715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189826" y="0"/>
                </a:moveTo>
                <a:lnTo>
                  <a:pt x="254571" y="0"/>
                </a:lnTo>
                <a:lnTo>
                  <a:pt x="257860" y="1104"/>
                </a:lnTo>
                <a:lnTo>
                  <a:pt x="258953" y="4394"/>
                </a:lnTo>
                <a:lnTo>
                  <a:pt x="258953" y="189839"/>
                </a:lnTo>
                <a:lnTo>
                  <a:pt x="257860" y="193128"/>
                </a:lnTo>
                <a:lnTo>
                  <a:pt x="254571" y="194221"/>
                </a:lnTo>
                <a:lnTo>
                  <a:pt x="4381" y="194221"/>
                </a:lnTo>
                <a:lnTo>
                  <a:pt x="1092" y="193128"/>
                </a:lnTo>
                <a:lnTo>
                  <a:pt x="0" y="189839"/>
                </a:lnTo>
                <a:lnTo>
                  <a:pt x="0" y="276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056100" y="2202065"/>
            <a:ext cx="507365" cy="115570"/>
          </a:xfrm>
          <a:custGeom>
            <a:avLst/>
            <a:gdLst/>
            <a:ahLst/>
            <a:cxnLst/>
            <a:rect l="l" t="t" r="r" b="b"/>
            <a:pathLst>
              <a:path w="507364" h="115569">
                <a:moveTo>
                  <a:pt x="506945" y="0"/>
                </a:moveTo>
                <a:lnTo>
                  <a:pt x="0" y="0"/>
                </a:lnTo>
                <a:lnTo>
                  <a:pt x="210680" y="115214"/>
                </a:lnTo>
                <a:lnTo>
                  <a:pt x="297370" y="115214"/>
                </a:lnTo>
                <a:lnTo>
                  <a:pt x="506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056100" y="2202065"/>
            <a:ext cx="507365" cy="115570"/>
          </a:xfrm>
          <a:custGeom>
            <a:avLst/>
            <a:gdLst/>
            <a:ahLst/>
            <a:cxnLst/>
            <a:rect l="l" t="t" r="r" b="b"/>
            <a:pathLst>
              <a:path w="507364" h="115569">
                <a:moveTo>
                  <a:pt x="506945" y="0"/>
                </a:moveTo>
                <a:lnTo>
                  <a:pt x="297370" y="115214"/>
                </a:lnTo>
                <a:lnTo>
                  <a:pt x="210680" y="115214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4376623" y="249185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3175" y="0"/>
                </a:moveTo>
                <a:lnTo>
                  <a:pt x="5420" y="929"/>
                </a:lnTo>
                <a:lnTo>
                  <a:pt x="6350" y="3175"/>
                </a:lnTo>
                <a:lnTo>
                  <a:pt x="5420" y="5420"/>
                </a:lnTo>
                <a:lnTo>
                  <a:pt x="3175" y="6350"/>
                </a:lnTo>
                <a:lnTo>
                  <a:pt x="929" y="5420"/>
                </a:lnTo>
                <a:lnTo>
                  <a:pt x="0" y="3175"/>
                </a:lnTo>
                <a:lnTo>
                  <a:pt x="929" y="929"/>
                </a:lnTo>
                <a:lnTo>
                  <a:pt x="3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53877" y="2551112"/>
            <a:ext cx="90843" cy="272986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4241545" y="2421496"/>
            <a:ext cx="138430" cy="278130"/>
          </a:xfrm>
          <a:custGeom>
            <a:avLst/>
            <a:gdLst/>
            <a:ahLst/>
            <a:cxnLst/>
            <a:rect l="l" t="t" r="r" b="b"/>
            <a:pathLst>
              <a:path w="138429" h="278130">
                <a:moveTo>
                  <a:pt x="138252" y="277634"/>
                </a:moveTo>
                <a:lnTo>
                  <a:pt x="138252" y="55981"/>
                </a:lnTo>
                <a:lnTo>
                  <a:pt x="132765" y="36233"/>
                </a:lnTo>
                <a:lnTo>
                  <a:pt x="96558" y="4406"/>
                </a:lnTo>
                <a:lnTo>
                  <a:pt x="69126" y="0"/>
                </a:lnTo>
                <a:lnTo>
                  <a:pt x="42786" y="4406"/>
                </a:lnTo>
                <a:lnTo>
                  <a:pt x="4381" y="36233"/>
                </a:lnTo>
                <a:lnTo>
                  <a:pt x="0" y="55981"/>
                </a:lnTo>
                <a:lnTo>
                  <a:pt x="0" y="277634"/>
                </a:lnTo>
                <a:lnTo>
                  <a:pt x="4381" y="256781"/>
                </a:lnTo>
                <a:lnTo>
                  <a:pt x="12064" y="246913"/>
                </a:lnTo>
                <a:lnTo>
                  <a:pt x="19748" y="238125"/>
                </a:lnTo>
                <a:lnTo>
                  <a:pt x="30721" y="231546"/>
                </a:lnTo>
                <a:lnTo>
                  <a:pt x="42786" y="226059"/>
                </a:lnTo>
                <a:lnTo>
                  <a:pt x="69126" y="221665"/>
                </a:lnTo>
                <a:lnTo>
                  <a:pt x="96558" y="226059"/>
                </a:lnTo>
                <a:lnTo>
                  <a:pt x="107530" y="231546"/>
                </a:lnTo>
                <a:lnTo>
                  <a:pt x="117411" y="238125"/>
                </a:lnTo>
                <a:lnTo>
                  <a:pt x="126187" y="246913"/>
                </a:lnTo>
                <a:lnTo>
                  <a:pt x="132765" y="256781"/>
                </a:lnTo>
                <a:lnTo>
                  <a:pt x="138252" y="2776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4241545" y="2421496"/>
            <a:ext cx="138430" cy="278130"/>
          </a:xfrm>
          <a:custGeom>
            <a:avLst/>
            <a:gdLst/>
            <a:ahLst/>
            <a:cxnLst/>
            <a:rect l="l" t="t" r="r" b="b"/>
            <a:pathLst>
              <a:path w="138429" h="278130">
                <a:moveTo>
                  <a:pt x="138252" y="277634"/>
                </a:moveTo>
                <a:lnTo>
                  <a:pt x="138252" y="55981"/>
                </a:lnTo>
                <a:lnTo>
                  <a:pt x="132765" y="36233"/>
                </a:lnTo>
                <a:lnTo>
                  <a:pt x="96558" y="4406"/>
                </a:lnTo>
                <a:lnTo>
                  <a:pt x="69126" y="0"/>
                </a:lnTo>
                <a:lnTo>
                  <a:pt x="42786" y="4406"/>
                </a:lnTo>
                <a:lnTo>
                  <a:pt x="4381" y="36233"/>
                </a:lnTo>
                <a:lnTo>
                  <a:pt x="0" y="55981"/>
                </a:lnTo>
                <a:lnTo>
                  <a:pt x="0" y="277634"/>
                </a:lnTo>
                <a:lnTo>
                  <a:pt x="4381" y="256781"/>
                </a:lnTo>
                <a:lnTo>
                  <a:pt x="12064" y="246913"/>
                </a:lnTo>
                <a:lnTo>
                  <a:pt x="19748" y="238125"/>
                </a:lnTo>
                <a:lnTo>
                  <a:pt x="30721" y="231546"/>
                </a:lnTo>
                <a:lnTo>
                  <a:pt x="42786" y="226059"/>
                </a:lnTo>
                <a:lnTo>
                  <a:pt x="69126" y="221665"/>
                </a:lnTo>
                <a:lnTo>
                  <a:pt x="96558" y="226059"/>
                </a:lnTo>
                <a:lnTo>
                  <a:pt x="107530" y="231546"/>
                </a:lnTo>
                <a:lnTo>
                  <a:pt x="117411" y="238125"/>
                </a:lnTo>
                <a:lnTo>
                  <a:pt x="126187" y="246913"/>
                </a:lnTo>
                <a:lnTo>
                  <a:pt x="132765" y="256781"/>
                </a:lnTo>
                <a:lnTo>
                  <a:pt x="138252" y="27763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4050614" y="2158174"/>
            <a:ext cx="519430" cy="44450"/>
          </a:xfrm>
          <a:custGeom>
            <a:avLst/>
            <a:gdLst/>
            <a:ahLst/>
            <a:cxnLst/>
            <a:rect l="l" t="t" r="r" b="b"/>
            <a:pathLst>
              <a:path w="519429" h="44450">
                <a:moveTo>
                  <a:pt x="519010" y="43891"/>
                </a:moveTo>
                <a:lnTo>
                  <a:pt x="519010" y="0"/>
                </a:lnTo>
                <a:lnTo>
                  <a:pt x="0" y="0"/>
                </a:lnTo>
                <a:lnTo>
                  <a:pt x="0" y="43891"/>
                </a:lnTo>
                <a:lnTo>
                  <a:pt x="519010" y="43891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4050614" y="2158174"/>
            <a:ext cx="519430" cy="44450"/>
          </a:xfrm>
          <a:custGeom>
            <a:avLst/>
            <a:gdLst/>
            <a:ahLst/>
            <a:cxnLst/>
            <a:rect l="l" t="t" r="r" b="b"/>
            <a:pathLst>
              <a:path w="519429" h="44450">
                <a:moveTo>
                  <a:pt x="519010" y="0"/>
                </a:moveTo>
                <a:lnTo>
                  <a:pt x="519010" y="43891"/>
                </a:lnTo>
                <a:lnTo>
                  <a:pt x="0" y="43891"/>
                </a:lnTo>
                <a:lnTo>
                  <a:pt x="0" y="0"/>
                </a:lnTo>
                <a:lnTo>
                  <a:pt x="51901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4292600" y="2245956"/>
            <a:ext cx="35560" cy="177800"/>
          </a:xfrm>
          <a:custGeom>
            <a:avLst/>
            <a:gdLst/>
            <a:ahLst/>
            <a:cxnLst/>
            <a:rect l="l" t="t" r="r" b="b"/>
            <a:pathLst>
              <a:path w="35560" h="177800">
                <a:moveTo>
                  <a:pt x="35560" y="2286"/>
                </a:moveTo>
                <a:lnTo>
                  <a:pt x="34290" y="2286"/>
                </a:lnTo>
                <a:lnTo>
                  <a:pt x="34290" y="596"/>
                </a:lnTo>
                <a:lnTo>
                  <a:pt x="31750" y="596"/>
                </a:lnTo>
                <a:lnTo>
                  <a:pt x="31750" y="0"/>
                </a:lnTo>
                <a:lnTo>
                  <a:pt x="5080" y="0"/>
                </a:lnTo>
                <a:lnTo>
                  <a:pt x="5080" y="584"/>
                </a:lnTo>
                <a:lnTo>
                  <a:pt x="1270" y="584"/>
                </a:lnTo>
                <a:lnTo>
                  <a:pt x="1270" y="4038"/>
                </a:lnTo>
                <a:lnTo>
                  <a:pt x="0" y="4038"/>
                </a:lnTo>
                <a:lnTo>
                  <a:pt x="0" y="177736"/>
                </a:lnTo>
                <a:lnTo>
                  <a:pt x="35560" y="177736"/>
                </a:lnTo>
                <a:lnTo>
                  <a:pt x="35560" y="228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4293120" y="2245956"/>
            <a:ext cx="35560" cy="177800"/>
          </a:xfrm>
          <a:custGeom>
            <a:avLst/>
            <a:gdLst/>
            <a:ahLst/>
            <a:cxnLst/>
            <a:rect l="l" t="t" r="r" b="b"/>
            <a:pathLst>
              <a:path w="35560" h="177800">
                <a:moveTo>
                  <a:pt x="0" y="177736"/>
                </a:moveTo>
                <a:lnTo>
                  <a:pt x="0" y="4381"/>
                </a:lnTo>
                <a:lnTo>
                  <a:pt x="1092" y="1092"/>
                </a:lnTo>
                <a:lnTo>
                  <a:pt x="4381" y="0"/>
                </a:lnTo>
                <a:lnTo>
                  <a:pt x="30734" y="0"/>
                </a:lnTo>
                <a:lnTo>
                  <a:pt x="34010" y="1092"/>
                </a:lnTo>
                <a:lnTo>
                  <a:pt x="35102" y="4381"/>
                </a:lnTo>
                <a:lnTo>
                  <a:pt x="35102" y="17773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4137304" y="2245956"/>
            <a:ext cx="347980" cy="0"/>
          </a:xfrm>
          <a:custGeom>
            <a:avLst/>
            <a:gdLst/>
            <a:ahLst/>
            <a:cxnLst/>
            <a:rect l="l" t="t" r="r" b="b"/>
            <a:pathLst>
              <a:path w="347979">
                <a:moveTo>
                  <a:pt x="0" y="0"/>
                </a:moveTo>
                <a:lnTo>
                  <a:pt x="3478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4241545" y="2643174"/>
            <a:ext cx="138430" cy="112395"/>
          </a:xfrm>
          <a:custGeom>
            <a:avLst/>
            <a:gdLst/>
            <a:ahLst/>
            <a:cxnLst/>
            <a:rect l="l" t="t" r="r" b="b"/>
            <a:pathLst>
              <a:path w="138429" h="112394">
                <a:moveTo>
                  <a:pt x="138252" y="55956"/>
                </a:moveTo>
                <a:lnTo>
                  <a:pt x="117411" y="16459"/>
                </a:lnTo>
                <a:lnTo>
                  <a:pt x="69126" y="0"/>
                </a:lnTo>
                <a:lnTo>
                  <a:pt x="42786" y="4381"/>
                </a:lnTo>
                <a:lnTo>
                  <a:pt x="4381" y="35115"/>
                </a:lnTo>
                <a:lnTo>
                  <a:pt x="0" y="55956"/>
                </a:lnTo>
                <a:lnTo>
                  <a:pt x="4381" y="76809"/>
                </a:lnTo>
                <a:lnTo>
                  <a:pt x="42786" y="107530"/>
                </a:lnTo>
                <a:lnTo>
                  <a:pt x="69126" y="111925"/>
                </a:lnTo>
                <a:lnTo>
                  <a:pt x="96558" y="107530"/>
                </a:lnTo>
                <a:lnTo>
                  <a:pt x="132765" y="76809"/>
                </a:lnTo>
                <a:lnTo>
                  <a:pt x="138252" y="5595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4241545" y="2643174"/>
            <a:ext cx="138430" cy="112395"/>
          </a:xfrm>
          <a:custGeom>
            <a:avLst/>
            <a:gdLst/>
            <a:ahLst/>
            <a:cxnLst/>
            <a:rect l="l" t="t" r="r" b="b"/>
            <a:pathLst>
              <a:path w="138429" h="112394">
                <a:moveTo>
                  <a:pt x="0" y="55956"/>
                </a:moveTo>
                <a:lnTo>
                  <a:pt x="19748" y="95465"/>
                </a:lnTo>
                <a:lnTo>
                  <a:pt x="69126" y="111925"/>
                </a:lnTo>
                <a:lnTo>
                  <a:pt x="96558" y="107530"/>
                </a:lnTo>
                <a:lnTo>
                  <a:pt x="132765" y="76809"/>
                </a:lnTo>
                <a:lnTo>
                  <a:pt x="138252" y="55956"/>
                </a:lnTo>
                <a:lnTo>
                  <a:pt x="132765" y="35115"/>
                </a:lnTo>
                <a:lnTo>
                  <a:pt x="96558" y="4381"/>
                </a:lnTo>
                <a:lnTo>
                  <a:pt x="69126" y="0"/>
                </a:lnTo>
                <a:lnTo>
                  <a:pt x="42786" y="4381"/>
                </a:lnTo>
                <a:lnTo>
                  <a:pt x="4381" y="35115"/>
                </a:lnTo>
                <a:lnTo>
                  <a:pt x="0" y="5595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4250321" y="2649740"/>
            <a:ext cx="121285" cy="97790"/>
          </a:xfrm>
          <a:custGeom>
            <a:avLst/>
            <a:gdLst/>
            <a:ahLst/>
            <a:cxnLst/>
            <a:rect l="l" t="t" r="r" b="b"/>
            <a:pathLst>
              <a:path w="121285" h="97789">
                <a:moveTo>
                  <a:pt x="120713" y="49390"/>
                </a:moveTo>
                <a:lnTo>
                  <a:pt x="103149" y="14274"/>
                </a:lnTo>
                <a:lnTo>
                  <a:pt x="60350" y="0"/>
                </a:lnTo>
                <a:lnTo>
                  <a:pt x="36207" y="3302"/>
                </a:lnTo>
                <a:lnTo>
                  <a:pt x="17551" y="14274"/>
                </a:lnTo>
                <a:lnTo>
                  <a:pt x="9880" y="20866"/>
                </a:lnTo>
                <a:lnTo>
                  <a:pt x="4394" y="29641"/>
                </a:lnTo>
                <a:lnTo>
                  <a:pt x="0" y="49390"/>
                </a:lnTo>
                <a:lnTo>
                  <a:pt x="4394" y="68046"/>
                </a:lnTo>
                <a:lnTo>
                  <a:pt x="9880" y="76822"/>
                </a:lnTo>
                <a:lnTo>
                  <a:pt x="17551" y="84505"/>
                </a:lnTo>
                <a:lnTo>
                  <a:pt x="36207" y="94361"/>
                </a:lnTo>
                <a:lnTo>
                  <a:pt x="60350" y="97675"/>
                </a:lnTo>
                <a:lnTo>
                  <a:pt x="84493" y="94361"/>
                </a:lnTo>
                <a:lnTo>
                  <a:pt x="103149" y="84505"/>
                </a:lnTo>
                <a:lnTo>
                  <a:pt x="109727" y="76822"/>
                </a:lnTo>
                <a:lnTo>
                  <a:pt x="116306" y="68046"/>
                </a:lnTo>
                <a:lnTo>
                  <a:pt x="120713" y="49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4250321" y="2649740"/>
            <a:ext cx="121285" cy="97790"/>
          </a:xfrm>
          <a:custGeom>
            <a:avLst/>
            <a:gdLst/>
            <a:ahLst/>
            <a:cxnLst/>
            <a:rect l="l" t="t" r="r" b="b"/>
            <a:pathLst>
              <a:path w="121285" h="97789">
                <a:moveTo>
                  <a:pt x="0" y="49390"/>
                </a:moveTo>
                <a:lnTo>
                  <a:pt x="17551" y="84505"/>
                </a:lnTo>
                <a:lnTo>
                  <a:pt x="60350" y="97675"/>
                </a:lnTo>
                <a:lnTo>
                  <a:pt x="84493" y="94361"/>
                </a:lnTo>
                <a:lnTo>
                  <a:pt x="103149" y="84505"/>
                </a:lnTo>
                <a:lnTo>
                  <a:pt x="109727" y="76822"/>
                </a:lnTo>
                <a:lnTo>
                  <a:pt x="116306" y="68046"/>
                </a:lnTo>
                <a:lnTo>
                  <a:pt x="120713" y="49390"/>
                </a:lnTo>
                <a:lnTo>
                  <a:pt x="116306" y="29641"/>
                </a:lnTo>
                <a:lnTo>
                  <a:pt x="109727" y="20866"/>
                </a:lnTo>
                <a:lnTo>
                  <a:pt x="103149" y="14274"/>
                </a:lnTo>
                <a:lnTo>
                  <a:pt x="84493" y="3302"/>
                </a:lnTo>
                <a:lnTo>
                  <a:pt x="60350" y="0"/>
                </a:lnTo>
                <a:lnTo>
                  <a:pt x="36207" y="3302"/>
                </a:lnTo>
                <a:lnTo>
                  <a:pt x="17551" y="14274"/>
                </a:lnTo>
                <a:lnTo>
                  <a:pt x="9880" y="20866"/>
                </a:lnTo>
                <a:lnTo>
                  <a:pt x="4394" y="29641"/>
                </a:lnTo>
                <a:lnTo>
                  <a:pt x="0" y="493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4" name="bg object 5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38370" y="2435898"/>
            <a:ext cx="144602" cy="76580"/>
          </a:xfrm>
          <a:prstGeom prst="rect">
            <a:avLst/>
          </a:prstGeom>
        </p:spPr>
      </p:pic>
      <p:sp>
        <p:nvSpPr>
          <p:cNvPr id="55" name="bg object 55"/>
          <p:cNvSpPr/>
          <p:nvPr/>
        </p:nvSpPr>
        <p:spPr>
          <a:xfrm>
            <a:off x="4157052" y="2610256"/>
            <a:ext cx="85090" cy="210820"/>
          </a:xfrm>
          <a:custGeom>
            <a:avLst/>
            <a:gdLst/>
            <a:ahLst/>
            <a:cxnLst/>
            <a:rect l="l" t="t" r="r" b="b"/>
            <a:pathLst>
              <a:path w="85089" h="210819">
                <a:moveTo>
                  <a:pt x="84493" y="30721"/>
                </a:moveTo>
                <a:lnTo>
                  <a:pt x="84493" y="0"/>
                </a:lnTo>
                <a:lnTo>
                  <a:pt x="32918" y="14262"/>
                </a:lnTo>
                <a:lnTo>
                  <a:pt x="19748" y="20840"/>
                </a:lnTo>
                <a:lnTo>
                  <a:pt x="9880" y="30721"/>
                </a:lnTo>
                <a:lnTo>
                  <a:pt x="2197" y="42786"/>
                </a:lnTo>
                <a:lnTo>
                  <a:pt x="0" y="57061"/>
                </a:lnTo>
                <a:lnTo>
                  <a:pt x="0" y="210680"/>
                </a:lnTo>
                <a:lnTo>
                  <a:pt x="26339" y="210680"/>
                </a:lnTo>
                <a:lnTo>
                  <a:pt x="26339" y="79006"/>
                </a:lnTo>
                <a:lnTo>
                  <a:pt x="28524" y="64731"/>
                </a:lnTo>
                <a:lnTo>
                  <a:pt x="35115" y="55318"/>
                </a:lnTo>
                <a:lnTo>
                  <a:pt x="35115" y="53759"/>
                </a:lnTo>
                <a:lnTo>
                  <a:pt x="36207" y="53759"/>
                </a:lnTo>
                <a:lnTo>
                  <a:pt x="46088" y="43891"/>
                </a:lnTo>
                <a:lnTo>
                  <a:pt x="59258" y="38404"/>
                </a:lnTo>
                <a:lnTo>
                  <a:pt x="84493" y="30721"/>
                </a:lnTo>
                <a:close/>
              </a:path>
              <a:path w="85089" h="210819">
                <a:moveTo>
                  <a:pt x="36207" y="53759"/>
                </a:moveTo>
                <a:lnTo>
                  <a:pt x="35115" y="53759"/>
                </a:lnTo>
                <a:lnTo>
                  <a:pt x="35115" y="55318"/>
                </a:lnTo>
                <a:lnTo>
                  <a:pt x="36207" y="53759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4157052" y="2610256"/>
            <a:ext cx="85090" cy="210820"/>
          </a:xfrm>
          <a:custGeom>
            <a:avLst/>
            <a:gdLst/>
            <a:ahLst/>
            <a:cxnLst/>
            <a:rect l="l" t="t" r="r" b="b"/>
            <a:pathLst>
              <a:path w="85089" h="210819">
                <a:moveTo>
                  <a:pt x="35115" y="53759"/>
                </a:moveTo>
                <a:lnTo>
                  <a:pt x="36207" y="53759"/>
                </a:lnTo>
                <a:lnTo>
                  <a:pt x="28524" y="64731"/>
                </a:lnTo>
                <a:lnTo>
                  <a:pt x="26339" y="79006"/>
                </a:lnTo>
                <a:lnTo>
                  <a:pt x="26339" y="210680"/>
                </a:lnTo>
                <a:lnTo>
                  <a:pt x="0" y="210680"/>
                </a:lnTo>
                <a:lnTo>
                  <a:pt x="0" y="57061"/>
                </a:lnTo>
                <a:lnTo>
                  <a:pt x="2197" y="42786"/>
                </a:lnTo>
                <a:lnTo>
                  <a:pt x="9880" y="30721"/>
                </a:lnTo>
                <a:lnTo>
                  <a:pt x="19748" y="20840"/>
                </a:lnTo>
                <a:lnTo>
                  <a:pt x="32918" y="14262"/>
                </a:lnTo>
                <a:lnTo>
                  <a:pt x="84493" y="0"/>
                </a:lnTo>
                <a:lnTo>
                  <a:pt x="84493" y="30721"/>
                </a:lnTo>
                <a:lnTo>
                  <a:pt x="59258" y="38404"/>
                </a:lnTo>
                <a:lnTo>
                  <a:pt x="46088" y="43891"/>
                </a:lnTo>
                <a:lnTo>
                  <a:pt x="36207" y="5375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3312134" y="2965767"/>
            <a:ext cx="182245" cy="424180"/>
          </a:xfrm>
          <a:custGeom>
            <a:avLst/>
            <a:gdLst/>
            <a:ahLst/>
            <a:cxnLst/>
            <a:rect l="l" t="t" r="r" b="b"/>
            <a:pathLst>
              <a:path w="182245" h="424179">
                <a:moveTo>
                  <a:pt x="182143" y="414756"/>
                </a:moveTo>
                <a:lnTo>
                  <a:pt x="182143" y="0"/>
                </a:lnTo>
                <a:lnTo>
                  <a:pt x="0" y="0"/>
                </a:lnTo>
                <a:lnTo>
                  <a:pt x="0" y="415861"/>
                </a:lnTo>
                <a:lnTo>
                  <a:pt x="1092" y="415861"/>
                </a:lnTo>
                <a:lnTo>
                  <a:pt x="26339" y="420255"/>
                </a:lnTo>
                <a:lnTo>
                  <a:pt x="53771" y="422452"/>
                </a:lnTo>
                <a:lnTo>
                  <a:pt x="91071" y="423557"/>
                </a:lnTo>
                <a:lnTo>
                  <a:pt x="129476" y="422452"/>
                </a:lnTo>
                <a:lnTo>
                  <a:pt x="154711" y="420255"/>
                </a:lnTo>
                <a:lnTo>
                  <a:pt x="179959" y="415861"/>
                </a:lnTo>
                <a:lnTo>
                  <a:pt x="181051" y="415861"/>
                </a:lnTo>
                <a:lnTo>
                  <a:pt x="182143" y="41475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3312134" y="2965767"/>
            <a:ext cx="182245" cy="424180"/>
          </a:xfrm>
          <a:custGeom>
            <a:avLst/>
            <a:gdLst/>
            <a:ahLst/>
            <a:cxnLst/>
            <a:rect l="l" t="t" r="r" b="b"/>
            <a:pathLst>
              <a:path w="182245" h="424179">
                <a:moveTo>
                  <a:pt x="0" y="0"/>
                </a:moveTo>
                <a:lnTo>
                  <a:pt x="0" y="415861"/>
                </a:lnTo>
                <a:lnTo>
                  <a:pt x="1092" y="415861"/>
                </a:lnTo>
                <a:lnTo>
                  <a:pt x="26339" y="420255"/>
                </a:lnTo>
                <a:lnTo>
                  <a:pt x="53771" y="422452"/>
                </a:lnTo>
                <a:lnTo>
                  <a:pt x="91071" y="423557"/>
                </a:lnTo>
                <a:lnTo>
                  <a:pt x="129476" y="422452"/>
                </a:lnTo>
                <a:lnTo>
                  <a:pt x="154711" y="420255"/>
                </a:lnTo>
                <a:lnTo>
                  <a:pt x="179959" y="415861"/>
                </a:lnTo>
                <a:lnTo>
                  <a:pt x="181051" y="415861"/>
                </a:lnTo>
                <a:lnTo>
                  <a:pt x="182143" y="414756"/>
                </a:lnTo>
                <a:lnTo>
                  <a:pt x="18214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bg object 5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97986" y="2817761"/>
            <a:ext cx="210438" cy="152285"/>
          </a:xfrm>
          <a:prstGeom prst="rect">
            <a:avLst/>
          </a:prstGeom>
        </p:spPr>
      </p:pic>
      <p:sp>
        <p:nvSpPr>
          <p:cNvPr id="60" name="bg object 60"/>
          <p:cNvSpPr/>
          <p:nvPr/>
        </p:nvSpPr>
        <p:spPr>
          <a:xfrm>
            <a:off x="3284702" y="2626715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258953" y="189839"/>
                </a:moveTo>
                <a:lnTo>
                  <a:pt x="258953" y="4394"/>
                </a:lnTo>
                <a:lnTo>
                  <a:pt x="257860" y="1104"/>
                </a:lnTo>
                <a:lnTo>
                  <a:pt x="254571" y="0"/>
                </a:lnTo>
                <a:lnTo>
                  <a:pt x="189826" y="0"/>
                </a:lnTo>
                <a:lnTo>
                  <a:pt x="0" y="2768"/>
                </a:lnTo>
                <a:lnTo>
                  <a:pt x="0" y="189839"/>
                </a:lnTo>
                <a:lnTo>
                  <a:pt x="1092" y="193128"/>
                </a:lnTo>
                <a:lnTo>
                  <a:pt x="4381" y="194221"/>
                </a:lnTo>
                <a:lnTo>
                  <a:pt x="254571" y="194221"/>
                </a:lnTo>
                <a:lnTo>
                  <a:pt x="257860" y="193128"/>
                </a:lnTo>
                <a:lnTo>
                  <a:pt x="258953" y="18983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3284702" y="2626715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189826" y="0"/>
                </a:moveTo>
                <a:lnTo>
                  <a:pt x="254571" y="0"/>
                </a:lnTo>
                <a:lnTo>
                  <a:pt x="257860" y="1104"/>
                </a:lnTo>
                <a:lnTo>
                  <a:pt x="258953" y="4394"/>
                </a:lnTo>
                <a:lnTo>
                  <a:pt x="258953" y="189839"/>
                </a:lnTo>
                <a:lnTo>
                  <a:pt x="257860" y="193128"/>
                </a:lnTo>
                <a:lnTo>
                  <a:pt x="254571" y="194221"/>
                </a:lnTo>
                <a:lnTo>
                  <a:pt x="4381" y="194221"/>
                </a:lnTo>
                <a:lnTo>
                  <a:pt x="1092" y="193128"/>
                </a:lnTo>
                <a:lnTo>
                  <a:pt x="0" y="189839"/>
                </a:lnTo>
                <a:lnTo>
                  <a:pt x="0" y="276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3148634" y="2202065"/>
            <a:ext cx="507365" cy="115570"/>
          </a:xfrm>
          <a:custGeom>
            <a:avLst/>
            <a:gdLst/>
            <a:ahLst/>
            <a:cxnLst/>
            <a:rect l="l" t="t" r="r" b="b"/>
            <a:pathLst>
              <a:path w="507364" h="115569">
                <a:moveTo>
                  <a:pt x="506945" y="0"/>
                </a:moveTo>
                <a:lnTo>
                  <a:pt x="0" y="0"/>
                </a:lnTo>
                <a:lnTo>
                  <a:pt x="210680" y="115214"/>
                </a:lnTo>
                <a:lnTo>
                  <a:pt x="297370" y="115214"/>
                </a:lnTo>
                <a:lnTo>
                  <a:pt x="506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3148634" y="2202065"/>
            <a:ext cx="507365" cy="115570"/>
          </a:xfrm>
          <a:custGeom>
            <a:avLst/>
            <a:gdLst/>
            <a:ahLst/>
            <a:cxnLst/>
            <a:rect l="l" t="t" r="r" b="b"/>
            <a:pathLst>
              <a:path w="507364" h="115569">
                <a:moveTo>
                  <a:pt x="506945" y="0"/>
                </a:moveTo>
                <a:lnTo>
                  <a:pt x="297370" y="115214"/>
                </a:lnTo>
                <a:lnTo>
                  <a:pt x="210680" y="115214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3469157" y="249185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3175" y="0"/>
                </a:moveTo>
                <a:lnTo>
                  <a:pt x="5420" y="929"/>
                </a:lnTo>
                <a:lnTo>
                  <a:pt x="6350" y="3175"/>
                </a:lnTo>
                <a:lnTo>
                  <a:pt x="5420" y="5420"/>
                </a:lnTo>
                <a:lnTo>
                  <a:pt x="3175" y="6350"/>
                </a:lnTo>
                <a:lnTo>
                  <a:pt x="929" y="5420"/>
                </a:lnTo>
                <a:lnTo>
                  <a:pt x="0" y="3175"/>
                </a:lnTo>
                <a:lnTo>
                  <a:pt x="929" y="929"/>
                </a:lnTo>
                <a:lnTo>
                  <a:pt x="3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46412" y="2551112"/>
            <a:ext cx="90843" cy="272986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3334080" y="2421496"/>
            <a:ext cx="138430" cy="278130"/>
          </a:xfrm>
          <a:custGeom>
            <a:avLst/>
            <a:gdLst/>
            <a:ahLst/>
            <a:cxnLst/>
            <a:rect l="l" t="t" r="r" b="b"/>
            <a:pathLst>
              <a:path w="138429" h="278130">
                <a:moveTo>
                  <a:pt x="138252" y="277634"/>
                </a:moveTo>
                <a:lnTo>
                  <a:pt x="138252" y="55981"/>
                </a:lnTo>
                <a:lnTo>
                  <a:pt x="132765" y="36233"/>
                </a:lnTo>
                <a:lnTo>
                  <a:pt x="96558" y="4406"/>
                </a:lnTo>
                <a:lnTo>
                  <a:pt x="69126" y="0"/>
                </a:lnTo>
                <a:lnTo>
                  <a:pt x="42799" y="4406"/>
                </a:lnTo>
                <a:lnTo>
                  <a:pt x="4381" y="36233"/>
                </a:lnTo>
                <a:lnTo>
                  <a:pt x="0" y="55981"/>
                </a:lnTo>
                <a:lnTo>
                  <a:pt x="0" y="277634"/>
                </a:lnTo>
                <a:lnTo>
                  <a:pt x="4381" y="256781"/>
                </a:lnTo>
                <a:lnTo>
                  <a:pt x="12064" y="246913"/>
                </a:lnTo>
                <a:lnTo>
                  <a:pt x="19748" y="238125"/>
                </a:lnTo>
                <a:lnTo>
                  <a:pt x="30721" y="231546"/>
                </a:lnTo>
                <a:lnTo>
                  <a:pt x="42799" y="226059"/>
                </a:lnTo>
                <a:lnTo>
                  <a:pt x="69126" y="221665"/>
                </a:lnTo>
                <a:lnTo>
                  <a:pt x="96558" y="226059"/>
                </a:lnTo>
                <a:lnTo>
                  <a:pt x="107530" y="231546"/>
                </a:lnTo>
                <a:lnTo>
                  <a:pt x="117411" y="238125"/>
                </a:lnTo>
                <a:lnTo>
                  <a:pt x="126187" y="246913"/>
                </a:lnTo>
                <a:lnTo>
                  <a:pt x="132765" y="256781"/>
                </a:lnTo>
                <a:lnTo>
                  <a:pt x="138252" y="2776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3334080" y="2421496"/>
            <a:ext cx="138430" cy="278130"/>
          </a:xfrm>
          <a:custGeom>
            <a:avLst/>
            <a:gdLst/>
            <a:ahLst/>
            <a:cxnLst/>
            <a:rect l="l" t="t" r="r" b="b"/>
            <a:pathLst>
              <a:path w="138429" h="278130">
                <a:moveTo>
                  <a:pt x="138252" y="277634"/>
                </a:moveTo>
                <a:lnTo>
                  <a:pt x="138252" y="55981"/>
                </a:lnTo>
                <a:lnTo>
                  <a:pt x="132765" y="36233"/>
                </a:lnTo>
                <a:lnTo>
                  <a:pt x="96558" y="4406"/>
                </a:lnTo>
                <a:lnTo>
                  <a:pt x="69126" y="0"/>
                </a:lnTo>
                <a:lnTo>
                  <a:pt x="42799" y="4406"/>
                </a:lnTo>
                <a:lnTo>
                  <a:pt x="4381" y="36233"/>
                </a:lnTo>
                <a:lnTo>
                  <a:pt x="0" y="55981"/>
                </a:lnTo>
                <a:lnTo>
                  <a:pt x="0" y="277634"/>
                </a:lnTo>
                <a:lnTo>
                  <a:pt x="4381" y="256781"/>
                </a:lnTo>
                <a:lnTo>
                  <a:pt x="12064" y="246913"/>
                </a:lnTo>
                <a:lnTo>
                  <a:pt x="19748" y="238125"/>
                </a:lnTo>
                <a:lnTo>
                  <a:pt x="30721" y="231546"/>
                </a:lnTo>
                <a:lnTo>
                  <a:pt x="42799" y="226059"/>
                </a:lnTo>
                <a:lnTo>
                  <a:pt x="69126" y="221665"/>
                </a:lnTo>
                <a:lnTo>
                  <a:pt x="96558" y="226059"/>
                </a:lnTo>
                <a:lnTo>
                  <a:pt x="107530" y="231546"/>
                </a:lnTo>
                <a:lnTo>
                  <a:pt x="117411" y="238125"/>
                </a:lnTo>
                <a:lnTo>
                  <a:pt x="126187" y="246913"/>
                </a:lnTo>
                <a:lnTo>
                  <a:pt x="132765" y="256781"/>
                </a:lnTo>
                <a:lnTo>
                  <a:pt x="138252" y="27763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3143148" y="2158174"/>
            <a:ext cx="519430" cy="44450"/>
          </a:xfrm>
          <a:custGeom>
            <a:avLst/>
            <a:gdLst/>
            <a:ahLst/>
            <a:cxnLst/>
            <a:rect l="l" t="t" r="r" b="b"/>
            <a:pathLst>
              <a:path w="519429" h="44450">
                <a:moveTo>
                  <a:pt x="519010" y="43891"/>
                </a:moveTo>
                <a:lnTo>
                  <a:pt x="519010" y="0"/>
                </a:lnTo>
                <a:lnTo>
                  <a:pt x="0" y="0"/>
                </a:lnTo>
                <a:lnTo>
                  <a:pt x="0" y="43891"/>
                </a:lnTo>
                <a:lnTo>
                  <a:pt x="519010" y="43891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3143148" y="2158174"/>
            <a:ext cx="519430" cy="44450"/>
          </a:xfrm>
          <a:custGeom>
            <a:avLst/>
            <a:gdLst/>
            <a:ahLst/>
            <a:cxnLst/>
            <a:rect l="l" t="t" r="r" b="b"/>
            <a:pathLst>
              <a:path w="519429" h="44450">
                <a:moveTo>
                  <a:pt x="519010" y="0"/>
                </a:moveTo>
                <a:lnTo>
                  <a:pt x="519010" y="43891"/>
                </a:lnTo>
                <a:lnTo>
                  <a:pt x="0" y="43891"/>
                </a:lnTo>
                <a:lnTo>
                  <a:pt x="0" y="0"/>
                </a:lnTo>
                <a:lnTo>
                  <a:pt x="51901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3385820" y="2245956"/>
            <a:ext cx="35560" cy="177800"/>
          </a:xfrm>
          <a:custGeom>
            <a:avLst/>
            <a:gdLst/>
            <a:ahLst/>
            <a:cxnLst/>
            <a:rect l="l" t="t" r="r" b="b"/>
            <a:pathLst>
              <a:path w="35560" h="177800">
                <a:moveTo>
                  <a:pt x="35560" y="4318"/>
                </a:moveTo>
                <a:lnTo>
                  <a:pt x="34290" y="4318"/>
                </a:lnTo>
                <a:lnTo>
                  <a:pt x="34290" y="609"/>
                </a:lnTo>
                <a:lnTo>
                  <a:pt x="30480" y="609"/>
                </a:lnTo>
                <a:lnTo>
                  <a:pt x="30480" y="0"/>
                </a:lnTo>
                <a:lnTo>
                  <a:pt x="3810" y="0"/>
                </a:lnTo>
                <a:lnTo>
                  <a:pt x="3810" y="558"/>
                </a:lnTo>
                <a:lnTo>
                  <a:pt x="1270" y="558"/>
                </a:lnTo>
                <a:lnTo>
                  <a:pt x="1270" y="1981"/>
                </a:lnTo>
                <a:lnTo>
                  <a:pt x="0" y="1981"/>
                </a:lnTo>
                <a:lnTo>
                  <a:pt x="0" y="177736"/>
                </a:lnTo>
                <a:lnTo>
                  <a:pt x="35560" y="177736"/>
                </a:lnTo>
                <a:lnTo>
                  <a:pt x="35560" y="4318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3385654" y="2245956"/>
            <a:ext cx="35560" cy="177800"/>
          </a:xfrm>
          <a:custGeom>
            <a:avLst/>
            <a:gdLst/>
            <a:ahLst/>
            <a:cxnLst/>
            <a:rect l="l" t="t" r="r" b="b"/>
            <a:pathLst>
              <a:path w="35560" h="177800">
                <a:moveTo>
                  <a:pt x="0" y="177736"/>
                </a:moveTo>
                <a:lnTo>
                  <a:pt x="0" y="4381"/>
                </a:lnTo>
                <a:lnTo>
                  <a:pt x="1092" y="1092"/>
                </a:lnTo>
                <a:lnTo>
                  <a:pt x="4381" y="0"/>
                </a:lnTo>
                <a:lnTo>
                  <a:pt x="30734" y="0"/>
                </a:lnTo>
                <a:lnTo>
                  <a:pt x="34010" y="1092"/>
                </a:lnTo>
                <a:lnTo>
                  <a:pt x="35115" y="4381"/>
                </a:lnTo>
                <a:lnTo>
                  <a:pt x="35115" y="17773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3229838" y="2245956"/>
            <a:ext cx="347980" cy="0"/>
          </a:xfrm>
          <a:custGeom>
            <a:avLst/>
            <a:gdLst/>
            <a:ahLst/>
            <a:cxnLst/>
            <a:rect l="l" t="t" r="r" b="b"/>
            <a:pathLst>
              <a:path w="347979">
                <a:moveTo>
                  <a:pt x="0" y="0"/>
                </a:moveTo>
                <a:lnTo>
                  <a:pt x="34785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3334080" y="2643174"/>
            <a:ext cx="138430" cy="112395"/>
          </a:xfrm>
          <a:custGeom>
            <a:avLst/>
            <a:gdLst/>
            <a:ahLst/>
            <a:cxnLst/>
            <a:rect l="l" t="t" r="r" b="b"/>
            <a:pathLst>
              <a:path w="138429" h="112394">
                <a:moveTo>
                  <a:pt x="138252" y="55956"/>
                </a:moveTo>
                <a:lnTo>
                  <a:pt x="117411" y="16459"/>
                </a:lnTo>
                <a:lnTo>
                  <a:pt x="69126" y="0"/>
                </a:lnTo>
                <a:lnTo>
                  <a:pt x="42799" y="4381"/>
                </a:lnTo>
                <a:lnTo>
                  <a:pt x="4381" y="35115"/>
                </a:lnTo>
                <a:lnTo>
                  <a:pt x="0" y="55956"/>
                </a:lnTo>
                <a:lnTo>
                  <a:pt x="4381" y="76809"/>
                </a:lnTo>
                <a:lnTo>
                  <a:pt x="42799" y="107530"/>
                </a:lnTo>
                <a:lnTo>
                  <a:pt x="69126" y="111925"/>
                </a:lnTo>
                <a:lnTo>
                  <a:pt x="96558" y="107530"/>
                </a:lnTo>
                <a:lnTo>
                  <a:pt x="132765" y="76809"/>
                </a:lnTo>
                <a:lnTo>
                  <a:pt x="138252" y="5595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3334080" y="2643174"/>
            <a:ext cx="138430" cy="112395"/>
          </a:xfrm>
          <a:custGeom>
            <a:avLst/>
            <a:gdLst/>
            <a:ahLst/>
            <a:cxnLst/>
            <a:rect l="l" t="t" r="r" b="b"/>
            <a:pathLst>
              <a:path w="138429" h="112394">
                <a:moveTo>
                  <a:pt x="0" y="55956"/>
                </a:moveTo>
                <a:lnTo>
                  <a:pt x="19748" y="95465"/>
                </a:lnTo>
                <a:lnTo>
                  <a:pt x="69126" y="111925"/>
                </a:lnTo>
                <a:lnTo>
                  <a:pt x="96558" y="107530"/>
                </a:lnTo>
                <a:lnTo>
                  <a:pt x="132765" y="76809"/>
                </a:lnTo>
                <a:lnTo>
                  <a:pt x="138252" y="55956"/>
                </a:lnTo>
                <a:lnTo>
                  <a:pt x="132765" y="35115"/>
                </a:lnTo>
                <a:lnTo>
                  <a:pt x="96558" y="4381"/>
                </a:lnTo>
                <a:lnTo>
                  <a:pt x="69126" y="0"/>
                </a:lnTo>
                <a:lnTo>
                  <a:pt x="42799" y="4381"/>
                </a:lnTo>
                <a:lnTo>
                  <a:pt x="4381" y="35115"/>
                </a:lnTo>
                <a:lnTo>
                  <a:pt x="0" y="5595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3342855" y="2649740"/>
            <a:ext cx="121285" cy="97790"/>
          </a:xfrm>
          <a:custGeom>
            <a:avLst/>
            <a:gdLst/>
            <a:ahLst/>
            <a:cxnLst/>
            <a:rect l="l" t="t" r="r" b="b"/>
            <a:pathLst>
              <a:path w="121285" h="97789">
                <a:moveTo>
                  <a:pt x="120713" y="49390"/>
                </a:moveTo>
                <a:lnTo>
                  <a:pt x="103149" y="14274"/>
                </a:lnTo>
                <a:lnTo>
                  <a:pt x="60350" y="0"/>
                </a:lnTo>
                <a:lnTo>
                  <a:pt x="36207" y="3302"/>
                </a:lnTo>
                <a:lnTo>
                  <a:pt x="17551" y="14274"/>
                </a:lnTo>
                <a:lnTo>
                  <a:pt x="9880" y="20866"/>
                </a:lnTo>
                <a:lnTo>
                  <a:pt x="4394" y="29641"/>
                </a:lnTo>
                <a:lnTo>
                  <a:pt x="0" y="49390"/>
                </a:lnTo>
                <a:lnTo>
                  <a:pt x="4394" y="68046"/>
                </a:lnTo>
                <a:lnTo>
                  <a:pt x="9880" y="76822"/>
                </a:lnTo>
                <a:lnTo>
                  <a:pt x="17551" y="84505"/>
                </a:lnTo>
                <a:lnTo>
                  <a:pt x="36207" y="94361"/>
                </a:lnTo>
                <a:lnTo>
                  <a:pt x="60350" y="97675"/>
                </a:lnTo>
                <a:lnTo>
                  <a:pt x="84493" y="94361"/>
                </a:lnTo>
                <a:lnTo>
                  <a:pt x="103149" y="84505"/>
                </a:lnTo>
                <a:lnTo>
                  <a:pt x="109728" y="76822"/>
                </a:lnTo>
                <a:lnTo>
                  <a:pt x="116306" y="68046"/>
                </a:lnTo>
                <a:lnTo>
                  <a:pt x="120713" y="49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3342855" y="2649740"/>
            <a:ext cx="121285" cy="97790"/>
          </a:xfrm>
          <a:custGeom>
            <a:avLst/>
            <a:gdLst/>
            <a:ahLst/>
            <a:cxnLst/>
            <a:rect l="l" t="t" r="r" b="b"/>
            <a:pathLst>
              <a:path w="121285" h="97789">
                <a:moveTo>
                  <a:pt x="0" y="49390"/>
                </a:moveTo>
                <a:lnTo>
                  <a:pt x="17551" y="84505"/>
                </a:lnTo>
                <a:lnTo>
                  <a:pt x="60350" y="97675"/>
                </a:lnTo>
                <a:lnTo>
                  <a:pt x="84493" y="94361"/>
                </a:lnTo>
                <a:lnTo>
                  <a:pt x="103149" y="84505"/>
                </a:lnTo>
                <a:lnTo>
                  <a:pt x="109728" y="76822"/>
                </a:lnTo>
                <a:lnTo>
                  <a:pt x="116306" y="68046"/>
                </a:lnTo>
                <a:lnTo>
                  <a:pt x="120713" y="49390"/>
                </a:lnTo>
                <a:lnTo>
                  <a:pt x="116306" y="29641"/>
                </a:lnTo>
                <a:lnTo>
                  <a:pt x="109728" y="20866"/>
                </a:lnTo>
                <a:lnTo>
                  <a:pt x="103149" y="14274"/>
                </a:lnTo>
                <a:lnTo>
                  <a:pt x="84493" y="3302"/>
                </a:lnTo>
                <a:lnTo>
                  <a:pt x="60350" y="0"/>
                </a:lnTo>
                <a:lnTo>
                  <a:pt x="36207" y="3302"/>
                </a:lnTo>
                <a:lnTo>
                  <a:pt x="17551" y="14274"/>
                </a:lnTo>
                <a:lnTo>
                  <a:pt x="9880" y="20866"/>
                </a:lnTo>
                <a:lnTo>
                  <a:pt x="4394" y="29641"/>
                </a:lnTo>
                <a:lnTo>
                  <a:pt x="0" y="493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bg object 7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30905" y="2435898"/>
            <a:ext cx="144602" cy="76580"/>
          </a:xfrm>
          <a:prstGeom prst="rect">
            <a:avLst/>
          </a:prstGeom>
        </p:spPr>
      </p:pic>
      <p:sp>
        <p:nvSpPr>
          <p:cNvPr id="78" name="bg object 78"/>
          <p:cNvSpPr/>
          <p:nvPr/>
        </p:nvSpPr>
        <p:spPr>
          <a:xfrm>
            <a:off x="3249587" y="2610256"/>
            <a:ext cx="85090" cy="210820"/>
          </a:xfrm>
          <a:custGeom>
            <a:avLst/>
            <a:gdLst/>
            <a:ahLst/>
            <a:cxnLst/>
            <a:rect l="l" t="t" r="r" b="b"/>
            <a:pathLst>
              <a:path w="85089" h="210819">
                <a:moveTo>
                  <a:pt x="84493" y="30721"/>
                </a:moveTo>
                <a:lnTo>
                  <a:pt x="84493" y="0"/>
                </a:lnTo>
                <a:lnTo>
                  <a:pt x="32918" y="14262"/>
                </a:lnTo>
                <a:lnTo>
                  <a:pt x="19748" y="20840"/>
                </a:lnTo>
                <a:lnTo>
                  <a:pt x="9880" y="30721"/>
                </a:lnTo>
                <a:lnTo>
                  <a:pt x="2197" y="42786"/>
                </a:lnTo>
                <a:lnTo>
                  <a:pt x="0" y="57061"/>
                </a:lnTo>
                <a:lnTo>
                  <a:pt x="0" y="210680"/>
                </a:lnTo>
                <a:lnTo>
                  <a:pt x="26339" y="210680"/>
                </a:lnTo>
                <a:lnTo>
                  <a:pt x="26339" y="79006"/>
                </a:lnTo>
                <a:lnTo>
                  <a:pt x="28524" y="64731"/>
                </a:lnTo>
                <a:lnTo>
                  <a:pt x="35115" y="55318"/>
                </a:lnTo>
                <a:lnTo>
                  <a:pt x="35115" y="53759"/>
                </a:lnTo>
                <a:lnTo>
                  <a:pt x="36207" y="53759"/>
                </a:lnTo>
                <a:lnTo>
                  <a:pt x="46088" y="43891"/>
                </a:lnTo>
                <a:lnTo>
                  <a:pt x="59258" y="38404"/>
                </a:lnTo>
                <a:lnTo>
                  <a:pt x="84493" y="30721"/>
                </a:lnTo>
                <a:close/>
              </a:path>
              <a:path w="85089" h="210819">
                <a:moveTo>
                  <a:pt x="36207" y="53759"/>
                </a:moveTo>
                <a:lnTo>
                  <a:pt x="35115" y="53759"/>
                </a:lnTo>
                <a:lnTo>
                  <a:pt x="35115" y="55318"/>
                </a:lnTo>
                <a:lnTo>
                  <a:pt x="36207" y="53759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3249587" y="2610256"/>
            <a:ext cx="85090" cy="210820"/>
          </a:xfrm>
          <a:custGeom>
            <a:avLst/>
            <a:gdLst/>
            <a:ahLst/>
            <a:cxnLst/>
            <a:rect l="l" t="t" r="r" b="b"/>
            <a:pathLst>
              <a:path w="85089" h="210819">
                <a:moveTo>
                  <a:pt x="35115" y="53759"/>
                </a:moveTo>
                <a:lnTo>
                  <a:pt x="36207" y="53759"/>
                </a:lnTo>
                <a:lnTo>
                  <a:pt x="28524" y="64731"/>
                </a:lnTo>
                <a:lnTo>
                  <a:pt x="26339" y="79006"/>
                </a:lnTo>
                <a:lnTo>
                  <a:pt x="26339" y="210680"/>
                </a:lnTo>
                <a:lnTo>
                  <a:pt x="0" y="210680"/>
                </a:lnTo>
                <a:lnTo>
                  <a:pt x="0" y="57061"/>
                </a:lnTo>
                <a:lnTo>
                  <a:pt x="2197" y="42786"/>
                </a:lnTo>
                <a:lnTo>
                  <a:pt x="9880" y="30721"/>
                </a:lnTo>
                <a:lnTo>
                  <a:pt x="19748" y="20840"/>
                </a:lnTo>
                <a:lnTo>
                  <a:pt x="32918" y="14262"/>
                </a:lnTo>
                <a:lnTo>
                  <a:pt x="84493" y="0"/>
                </a:lnTo>
                <a:lnTo>
                  <a:pt x="84493" y="30721"/>
                </a:lnTo>
                <a:lnTo>
                  <a:pt x="59258" y="38404"/>
                </a:lnTo>
                <a:lnTo>
                  <a:pt x="46088" y="43891"/>
                </a:lnTo>
                <a:lnTo>
                  <a:pt x="36207" y="5375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2405773" y="2965767"/>
            <a:ext cx="182245" cy="424180"/>
          </a:xfrm>
          <a:custGeom>
            <a:avLst/>
            <a:gdLst/>
            <a:ahLst/>
            <a:cxnLst/>
            <a:rect l="l" t="t" r="r" b="b"/>
            <a:pathLst>
              <a:path w="182244" h="424179">
                <a:moveTo>
                  <a:pt x="182156" y="414756"/>
                </a:moveTo>
                <a:lnTo>
                  <a:pt x="182156" y="0"/>
                </a:lnTo>
                <a:lnTo>
                  <a:pt x="0" y="0"/>
                </a:lnTo>
                <a:lnTo>
                  <a:pt x="0" y="415861"/>
                </a:lnTo>
                <a:lnTo>
                  <a:pt x="1104" y="415861"/>
                </a:lnTo>
                <a:lnTo>
                  <a:pt x="26339" y="420255"/>
                </a:lnTo>
                <a:lnTo>
                  <a:pt x="53771" y="422452"/>
                </a:lnTo>
                <a:lnTo>
                  <a:pt x="91084" y="423557"/>
                </a:lnTo>
                <a:lnTo>
                  <a:pt x="129489" y="422452"/>
                </a:lnTo>
                <a:lnTo>
                  <a:pt x="154724" y="420255"/>
                </a:lnTo>
                <a:lnTo>
                  <a:pt x="179958" y="415861"/>
                </a:lnTo>
                <a:lnTo>
                  <a:pt x="181063" y="415861"/>
                </a:lnTo>
                <a:lnTo>
                  <a:pt x="182156" y="41475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2405773" y="2965767"/>
            <a:ext cx="182245" cy="424180"/>
          </a:xfrm>
          <a:custGeom>
            <a:avLst/>
            <a:gdLst/>
            <a:ahLst/>
            <a:cxnLst/>
            <a:rect l="l" t="t" r="r" b="b"/>
            <a:pathLst>
              <a:path w="182244" h="424179">
                <a:moveTo>
                  <a:pt x="0" y="0"/>
                </a:moveTo>
                <a:lnTo>
                  <a:pt x="0" y="415861"/>
                </a:lnTo>
                <a:lnTo>
                  <a:pt x="1104" y="415861"/>
                </a:lnTo>
                <a:lnTo>
                  <a:pt x="26339" y="420255"/>
                </a:lnTo>
                <a:lnTo>
                  <a:pt x="53771" y="422452"/>
                </a:lnTo>
                <a:lnTo>
                  <a:pt x="91084" y="423557"/>
                </a:lnTo>
                <a:lnTo>
                  <a:pt x="129489" y="422452"/>
                </a:lnTo>
                <a:lnTo>
                  <a:pt x="154724" y="420255"/>
                </a:lnTo>
                <a:lnTo>
                  <a:pt x="179958" y="415861"/>
                </a:lnTo>
                <a:lnTo>
                  <a:pt x="181063" y="415861"/>
                </a:lnTo>
                <a:lnTo>
                  <a:pt x="182156" y="414756"/>
                </a:lnTo>
                <a:lnTo>
                  <a:pt x="18215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bg object 8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91625" y="2817761"/>
            <a:ext cx="210451" cy="152285"/>
          </a:xfrm>
          <a:prstGeom prst="rect">
            <a:avLst/>
          </a:prstGeom>
        </p:spPr>
      </p:pic>
      <p:sp>
        <p:nvSpPr>
          <p:cNvPr id="83" name="bg object 83"/>
          <p:cNvSpPr/>
          <p:nvPr/>
        </p:nvSpPr>
        <p:spPr>
          <a:xfrm>
            <a:off x="2378341" y="2626715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258965" y="189839"/>
                </a:moveTo>
                <a:lnTo>
                  <a:pt x="258965" y="4394"/>
                </a:lnTo>
                <a:lnTo>
                  <a:pt x="257860" y="1104"/>
                </a:lnTo>
                <a:lnTo>
                  <a:pt x="254571" y="0"/>
                </a:lnTo>
                <a:lnTo>
                  <a:pt x="189826" y="0"/>
                </a:lnTo>
                <a:lnTo>
                  <a:pt x="0" y="2768"/>
                </a:lnTo>
                <a:lnTo>
                  <a:pt x="0" y="189839"/>
                </a:lnTo>
                <a:lnTo>
                  <a:pt x="1104" y="193128"/>
                </a:lnTo>
                <a:lnTo>
                  <a:pt x="4394" y="194221"/>
                </a:lnTo>
                <a:lnTo>
                  <a:pt x="254571" y="194221"/>
                </a:lnTo>
                <a:lnTo>
                  <a:pt x="257860" y="193128"/>
                </a:lnTo>
                <a:lnTo>
                  <a:pt x="258965" y="18983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2378341" y="2626715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189826" y="0"/>
                </a:moveTo>
                <a:lnTo>
                  <a:pt x="254571" y="0"/>
                </a:lnTo>
                <a:lnTo>
                  <a:pt x="257860" y="1104"/>
                </a:lnTo>
                <a:lnTo>
                  <a:pt x="258965" y="4394"/>
                </a:lnTo>
                <a:lnTo>
                  <a:pt x="258965" y="189839"/>
                </a:lnTo>
                <a:lnTo>
                  <a:pt x="257860" y="193128"/>
                </a:lnTo>
                <a:lnTo>
                  <a:pt x="254571" y="194221"/>
                </a:lnTo>
                <a:lnTo>
                  <a:pt x="4394" y="194221"/>
                </a:lnTo>
                <a:lnTo>
                  <a:pt x="1104" y="193128"/>
                </a:lnTo>
                <a:lnTo>
                  <a:pt x="0" y="189839"/>
                </a:lnTo>
                <a:lnTo>
                  <a:pt x="0" y="276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2242286" y="2202065"/>
            <a:ext cx="507365" cy="115570"/>
          </a:xfrm>
          <a:custGeom>
            <a:avLst/>
            <a:gdLst/>
            <a:ahLst/>
            <a:cxnLst/>
            <a:rect l="l" t="t" r="r" b="b"/>
            <a:pathLst>
              <a:path w="507364" h="115569">
                <a:moveTo>
                  <a:pt x="506945" y="0"/>
                </a:moveTo>
                <a:lnTo>
                  <a:pt x="0" y="0"/>
                </a:lnTo>
                <a:lnTo>
                  <a:pt x="210680" y="115214"/>
                </a:lnTo>
                <a:lnTo>
                  <a:pt x="297357" y="115214"/>
                </a:lnTo>
                <a:lnTo>
                  <a:pt x="506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2242286" y="2202065"/>
            <a:ext cx="507365" cy="115570"/>
          </a:xfrm>
          <a:custGeom>
            <a:avLst/>
            <a:gdLst/>
            <a:ahLst/>
            <a:cxnLst/>
            <a:rect l="l" t="t" r="r" b="b"/>
            <a:pathLst>
              <a:path w="507364" h="115569">
                <a:moveTo>
                  <a:pt x="506945" y="0"/>
                </a:moveTo>
                <a:lnTo>
                  <a:pt x="297357" y="115214"/>
                </a:lnTo>
                <a:lnTo>
                  <a:pt x="210680" y="115214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2562809" y="249185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3175" y="0"/>
                </a:moveTo>
                <a:lnTo>
                  <a:pt x="5420" y="929"/>
                </a:lnTo>
                <a:lnTo>
                  <a:pt x="6350" y="3175"/>
                </a:lnTo>
                <a:lnTo>
                  <a:pt x="5420" y="5420"/>
                </a:lnTo>
                <a:lnTo>
                  <a:pt x="3175" y="6350"/>
                </a:lnTo>
                <a:lnTo>
                  <a:pt x="929" y="5420"/>
                </a:lnTo>
                <a:lnTo>
                  <a:pt x="0" y="3175"/>
                </a:lnTo>
                <a:lnTo>
                  <a:pt x="929" y="929"/>
                </a:lnTo>
                <a:lnTo>
                  <a:pt x="3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bg object 8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40051" y="2551112"/>
            <a:ext cx="90843" cy="272986"/>
          </a:xfrm>
          <a:prstGeom prst="rect">
            <a:avLst/>
          </a:prstGeom>
        </p:spPr>
      </p:pic>
      <p:sp>
        <p:nvSpPr>
          <p:cNvPr id="89" name="bg object 89"/>
          <p:cNvSpPr/>
          <p:nvPr/>
        </p:nvSpPr>
        <p:spPr>
          <a:xfrm>
            <a:off x="2427719" y="2421496"/>
            <a:ext cx="138430" cy="278130"/>
          </a:xfrm>
          <a:custGeom>
            <a:avLst/>
            <a:gdLst/>
            <a:ahLst/>
            <a:cxnLst/>
            <a:rect l="l" t="t" r="r" b="b"/>
            <a:pathLst>
              <a:path w="138430" h="278130">
                <a:moveTo>
                  <a:pt x="138264" y="277634"/>
                </a:moveTo>
                <a:lnTo>
                  <a:pt x="138264" y="55981"/>
                </a:lnTo>
                <a:lnTo>
                  <a:pt x="132778" y="36233"/>
                </a:lnTo>
                <a:lnTo>
                  <a:pt x="96558" y="4406"/>
                </a:lnTo>
                <a:lnTo>
                  <a:pt x="69138" y="0"/>
                </a:lnTo>
                <a:lnTo>
                  <a:pt x="42799" y="4406"/>
                </a:lnTo>
                <a:lnTo>
                  <a:pt x="4394" y="36233"/>
                </a:lnTo>
                <a:lnTo>
                  <a:pt x="0" y="55981"/>
                </a:lnTo>
                <a:lnTo>
                  <a:pt x="0" y="277634"/>
                </a:lnTo>
                <a:lnTo>
                  <a:pt x="4394" y="256781"/>
                </a:lnTo>
                <a:lnTo>
                  <a:pt x="12077" y="246913"/>
                </a:lnTo>
                <a:lnTo>
                  <a:pt x="19748" y="238125"/>
                </a:lnTo>
                <a:lnTo>
                  <a:pt x="30721" y="231546"/>
                </a:lnTo>
                <a:lnTo>
                  <a:pt x="42799" y="226060"/>
                </a:lnTo>
                <a:lnTo>
                  <a:pt x="69138" y="221665"/>
                </a:lnTo>
                <a:lnTo>
                  <a:pt x="96558" y="226060"/>
                </a:lnTo>
                <a:lnTo>
                  <a:pt x="107530" y="231546"/>
                </a:lnTo>
                <a:lnTo>
                  <a:pt x="117411" y="238125"/>
                </a:lnTo>
                <a:lnTo>
                  <a:pt x="126187" y="246913"/>
                </a:lnTo>
                <a:lnTo>
                  <a:pt x="132778" y="256781"/>
                </a:lnTo>
                <a:lnTo>
                  <a:pt x="138264" y="2776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2427719" y="2421496"/>
            <a:ext cx="138430" cy="278130"/>
          </a:xfrm>
          <a:custGeom>
            <a:avLst/>
            <a:gdLst/>
            <a:ahLst/>
            <a:cxnLst/>
            <a:rect l="l" t="t" r="r" b="b"/>
            <a:pathLst>
              <a:path w="138430" h="278130">
                <a:moveTo>
                  <a:pt x="138264" y="277634"/>
                </a:moveTo>
                <a:lnTo>
                  <a:pt x="138264" y="55981"/>
                </a:lnTo>
                <a:lnTo>
                  <a:pt x="132778" y="36233"/>
                </a:lnTo>
                <a:lnTo>
                  <a:pt x="96558" y="4406"/>
                </a:lnTo>
                <a:lnTo>
                  <a:pt x="69138" y="0"/>
                </a:lnTo>
                <a:lnTo>
                  <a:pt x="42799" y="4406"/>
                </a:lnTo>
                <a:lnTo>
                  <a:pt x="4394" y="36233"/>
                </a:lnTo>
                <a:lnTo>
                  <a:pt x="0" y="55981"/>
                </a:lnTo>
                <a:lnTo>
                  <a:pt x="0" y="277634"/>
                </a:lnTo>
                <a:lnTo>
                  <a:pt x="4394" y="256781"/>
                </a:lnTo>
                <a:lnTo>
                  <a:pt x="12077" y="246913"/>
                </a:lnTo>
                <a:lnTo>
                  <a:pt x="19748" y="238125"/>
                </a:lnTo>
                <a:lnTo>
                  <a:pt x="30721" y="231546"/>
                </a:lnTo>
                <a:lnTo>
                  <a:pt x="42799" y="226060"/>
                </a:lnTo>
                <a:lnTo>
                  <a:pt x="69138" y="221665"/>
                </a:lnTo>
                <a:lnTo>
                  <a:pt x="96558" y="226060"/>
                </a:lnTo>
                <a:lnTo>
                  <a:pt x="107530" y="231546"/>
                </a:lnTo>
                <a:lnTo>
                  <a:pt x="117411" y="238125"/>
                </a:lnTo>
                <a:lnTo>
                  <a:pt x="126187" y="246913"/>
                </a:lnTo>
                <a:lnTo>
                  <a:pt x="132778" y="256781"/>
                </a:lnTo>
                <a:lnTo>
                  <a:pt x="138264" y="27763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2236800" y="2158174"/>
            <a:ext cx="519430" cy="44450"/>
          </a:xfrm>
          <a:custGeom>
            <a:avLst/>
            <a:gdLst/>
            <a:ahLst/>
            <a:cxnLst/>
            <a:rect l="l" t="t" r="r" b="b"/>
            <a:pathLst>
              <a:path w="519430" h="44450">
                <a:moveTo>
                  <a:pt x="519010" y="43891"/>
                </a:moveTo>
                <a:lnTo>
                  <a:pt x="519010" y="0"/>
                </a:lnTo>
                <a:lnTo>
                  <a:pt x="0" y="0"/>
                </a:lnTo>
                <a:lnTo>
                  <a:pt x="0" y="43891"/>
                </a:lnTo>
                <a:lnTo>
                  <a:pt x="519010" y="43891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2236800" y="2158174"/>
            <a:ext cx="519430" cy="44450"/>
          </a:xfrm>
          <a:custGeom>
            <a:avLst/>
            <a:gdLst/>
            <a:ahLst/>
            <a:cxnLst/>
            <a:rect l="l" t="t" r="r" b="b"/>
            <a:pathLst>
              <a:path w="519430" h="44450">
                <a:moveTo>
                  <a:pt x="519010" y="0"/>
                </a:moveTo>
                <a:lnTo>
                  <a:pt x="519010" y="43891"/>
                </a:lnTo>
                <a:lnTo>
                  <a:pt x="0" y="43891"/>
                </a:lnTo>
                <a:lnTo>
                  <a:pt x="0" y="0"/>
                </a:lnTo>
                <a:lnTo>
                  <a:pt x="51901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2479040" y="2245956"/>
            <a:ext cx="35560" cy="177800"/>
          </a:xfrm>
          <a:custGeom>
            <a:avLst/>
            <a:gdLst/>
            <a:ahLst/>
            <a:cxnLst/>
            <a:rect l="l" t="t" r="r" b="b"/>
            <a:pathLst>
              <a:path w="35560" h="177800">
                <a:moveTo>
                  <a:pt x="35560" y="3048"/>
                </a:moveTo>
                <a:lnTo>
                  <a:pt x="34290" y="3048"/>
                </a:lnTo>
                <a:lnTo>
                  <a:pt x="34290" y="469"/>
                </a:lnTo>
                <a:lnTo>
                  <a:pt x="30480" y="469"/>
                </a:lnTo>
                <a:lnTo>
                  <a:pt x="30480" y="0"/>
                </a:lnTo>
                <a:lnTo>
                  <a:pt x="5080" y="0"/>
                </a:lnTo>
                <a:lnTo>
                  <a:pt x="5080" y="495"/>
                </a:lnTo>
                <a:lnTo>
                  <a:pt x="1270" y="495"/>
                </a:lnTo>
                <a:lnTo>
                  <a:pt x="1270" y="3251"/>
                </a:lnTo>
                <a:lnTo>
                  <a:pt x="0" y="3251"/>
                </a:lnTo>
                <a:lnTo>
                  <a:pt x="0" y="177736"/>
                </a:lnTo>
                <a:lnTo>
                  <a:pt x="35560" y="177736"/>
                </a:lnTo>
                <a:lnTo>
                  <a:pt x="35560" y="3048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2479293" y="2245956"/>
            <a:ext cx="35560" cy="177800"/>
          </a:xfrm>
          <a:custGeom>
            <a:avLst/>
            <a:gdLst/>
            <a:ahLst/>
            <a:cxnLst/>
            <a:rect l="l" t="t" r="r" b="b"/>
            <a:pathLst>
              <a:path w="35560" h="177800">
                <a:moveTo>
                  <a:pt x="0" y="177736"/>
                </a:moveTo>
                <a:lnTo>
                  <a:pt x="0" y="4381"/>
                </a:lnTo>
                <a:lnTo>
                  <a:pt x="1104" y="1092"/>
                </a:lnTo>
                <a:lnTo>
                  <a:pt x="4394" y="0"/>
                </a:lnTo>
                <a:lnTo>
                  <a:pt x="30746" y="0"/>
                </a:lnTo>
                <a:lnTo>
                  <a:pt x="34023" y="1092"/>
                </a:lnTo>
                <a:lnTo>
                  <a:pt x="35115" y="4381"/>
                </a:lnTo>
                <a:lnTo>
                  <a:pt x="35115" y="1777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2323477" y="2245956"/>
            <a:ext cx="347980" cy="0"/>
          </a:xfrm>
          <a:custGeom>
            <a:avLst/>
            <a:gdLst/>
            <a:ahLst/>
            <a:cxnLst/>
            <a:rect l="l" t="t" r="r" b="b"/>
            <a:pathLst>
              <a:path w="347980">
                <a:moveTo>
                  <a:pt x="0" y="0"/>
                </a:moveTo>
                <a:lnTo>
                  <a:pt x="34785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2427719" y="2643174"/>
            <a:ext cx="138430" cy="112395"/>
          </a:xfrm>
          <a:custGeom>
            <a:avLst/>
            <a:gdLst/>
            <a:ahLst/>
            <a:cxnLst/>
            <a:rect l="l" t="t" r="r" b="b"/>
            <a:pathLst>
              <a:path w="138430" h="112394">
                <a:moveTo>
                  <a:pt x="138264" y="55956"/>
                </a:moveTo>
                <a:lnTo>
                  <a:pt x="117411" y="16459"/>
                </a:lnTo>
                <a:lnTo>
                  <a:pt x="69138" y="0"/>
                </a:lnTo>
                <a:lnTo>
                  <a:pt x="42799" y="4381"/>
                </a:lnTo>
                <a:lnTo>
                  <a:pt x="4394" y="35115"/>
                </a:lnTo>
                <a:lnTo>
                  <a:pt x="0" y="55956"/>
                </a:lnTo>
                <a:lnTo>
                  <a:pt x="4394" y="76809"/>
                </a:lnTo>
                <a:lnTo>
                  <a:pt x="42799" y="107530"/>
                </a:lnTo>
                <a:lnTo>
                  <a:pt x="69138" y="111925"/>
                </a:lnTo>
                <a:lnTo>
                  <a:pt x="96558" y="107530"/>
                </a:lnTo>
                <a:lnTo>
                  <a:pt x="132778" y="76809"/>
                </a:lnTo>
                <a:lnTo>
                  <a:pt x="138264" y="5595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2427719" y="2643174"/>
            <a:ext cx="138430" cy="112395"/>
          </a:xfrm>
          <a:custGeom>
            <a:avLst/>
            <a:gdLst/>
            <a:ahLst/>
            <a:cxnLst/>
            <a:rect l="l" t="t" r="r" b="b"/>
            <a:pathLst>
              <a:path w="138430" h="112394">
                <a:moveTo>
                  <a:pt x="0" y="55956"/>
                </a:moveTo>
                <a:lnTo>
                  <a:pt x="19748" y="95465"/>
                </a:lnTo>
                <a:lnTo>
                  <a:pt x="69138" y="111925"/>
                </a:lnTo>
                <a:lnTo>
                  <a:pt x="96558" y="107530"/>
                </a:lnTo>
                <a:lnTo>
                  <a:pt x="132778" y="76809"/>
                </a:lnTo>
                <a:lnTo>
                  <a:pt x="138264" y="55956"/>
                </a:lnTo>
                <a:lnTo>
                  <a:pt x="132778" y="35115"/>
                </a:lnTo>
                <a:lnTo>
                  <a:pt x="96558" y="4381"/>
                </a:lnTo>
                <a:lnTo>
                  <a:pt x="69138" y="0"/>
                </a:lnTo>
                <a:lnTo>
                  <a:pt x="42799" y="4381"/>
                </a:lnTo>
                <a:lnTo>
                  <a:pt x="4394" y="35115"/>
                </a:lnTo>
                <a:lnTo>
                  <a:pt x="0" y="5595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2436494" y="2649740"/>
            <a:ext cx="121285" cy="97790"/>
          </a:xfrm>
          <a:custGeom>
            <a:avLst/>
            <a:gdLst/>
            <a:ahLst/>
            <a:cxnLst/>
            <a:rect l="l" t="t" r="r" b="b"/>
            <a:pathLst>
              <a:path w="121285" h="97789">
                <a:moveTo>
                  <a:pt x="120726" y="49390"/>
                </a:moveTo>
                <a:lnTo>
                  <a:pt x="103149" y="14274"/>
                </a:lnTo>
                <a:lnTo>
                  <a:pt x="60363" y="0"/>
                </a:lnTo>
                <a:lnTo>
                  <a:pt x="36220" y="3302"/>
                </a:lnTo>
                <a:lnTo>
                  <a:pt x="17564" y="14274"/>
                </a:lnTo>
                <a:lnTo>
                  <a:pt x="9880" y="20866"/>
                </a:lnTo>
                <a:lnTo>
                  <a:pt x="4394" y="29641"/>
                </a:lnTo>
                <a:lnTo>
                  <a:pt x="0" y="49390"/>
                </a:lnTo>
                <a:lnTo>
                  <a:pt x="4394" y="68046"/>
                </a:lnTo>
                <a:lnTo>
                  <a:pt x="9880" y="76822"/>
                </a:lnTo>
                <a:lnTo>
                  <a:pt x="17564" y="84505"/>
                </a:lnTo>
                <a:lnTo>
                  <a:pt x="36220" y="94361"/>
                </a:lnTo>
                <a:lnTo>
                  <a:pt x="60363" y="97675"/>
                </a:lnTo>
                <a:lnTo>
                  <a:pt x="84493" y="94361"/>
                </a:lnTo>
                <a:lnTo>
                  <a:pt x="103149" y="84505"/>
                </a:lnTo>
                <a:lnTo>
                  <a:pt x="109728" y="76822"/>
                </a:lnTo>
                <a:lnTo>
                  <a:pt x="116319" y="68046"/>
                </a:lnTo>
                <a:lnTo>
                  <a:pt x="120726" y="49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2436494" y="2649740"/>
            <a:ext cx="121285" cy="97790"/>
          </a:xfrm>
          <a:custGeom>
            <a:avLst/>
            <a:gdLst/>
            <a:ahLst/>
            <a:cxnLst/>
            <a:rect l="l" t="t" r="r" b="b"/>
            <a:pathLst>
              <a:path w="121285" h="97789">
                <a:moveTo>
                  <a:pt x="0" y="49390"/>
                </a:moveTo>
                <a:lnTo>
                  <a:pt x="17564" y="84505"/>
                </a:lnTo>
                <a:lnTo>
                  <a:pt x="60363" y="97675"/>
                </a:lnTo>
                <a:lnTo>
                  <a:pt x="84493" y="94361"/>
                </a:lnTo>
                <a:lnTo>
                  <a:pt x="103149" y="84505"/>
                </a:lnTo>
                <a:lnTo>
                  <a:pt x="109728" y="76822"/>
                </a:lnTo>
                <a:lnTo>
                  <a:pt x="116319" y="68046"/>
                </a:lnTo>
                <a:lnTo>
                  <a:pt x="120726" y="49390"/>
                </a:lnTo>
                <a:lnTo>
                  <a:pt x="116319" y="29641"/>
                </a:lnTo>
                <a:lnTo>
                  <a:pt x="109728" y="20866"/>
                </a:lnTo>
                <a:lnTo>
                  <a:pt x="103149" y="14274"/>
                </a:lnTo>
                <a:lnTo>
                  <a:pt x="84493" y="3302"/>
                </a:lnTo>
                <a:lnTo>
                  <a:pt x="60363" y="0"/>
                </a:lnTo>
                <a:lnTo>
                  <a:pt x="36220" y="3302"/>
                </a:lnTo>
                <a:lnTo>
                  <a:pt x="17564" y="14274"/>
                </a:lnTo>
                <a:lnTo>
                  <a:pt x="9880" y="20866"/>
                </a:lnTo>
                <a:lnTo>
                  <a:pt x="4394" y="29641"/>
                </a:lnTo>
                <a:lnTo>
                  <a:pt x="0" y="493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0" name="bg object 10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424544" y="2435898"/>
            <a:ext cx="144614" cy="76580"/>
          </a:xfrm>
          <a:prstGeom prst="rect">
            <a:avLst/>
          </a:prstGeom>
        </p:spPr>
      </p:pic>
      <p:sp>
        <p:nvSpPr>
          <p:cNvPr id="101" name="bg object 101"/>
          <p:cNvSpPr/>
          <p:nvPr/>
        </p:nvSpPr>
        <p:spPr>
          <a:xfrm>
            <a:off x="2343226" y="2610256"/>
            <a:ext cx="85090" cy="210820"/>
          </a:xfrm>
          <a:custGeom>
            <a:avLst/>
            <a:gdLst/>
            <a:ahLst/>
            <a:cxnLst/>
            <a:rect l="l" t="t" r="r" b="b"/>
            <a:pathLst>
              <a:path w="85089" h="210819">
                <a:moveTo>
                  <a:pt x="84493" y="30721"/>
                </a:moveTo>
                <a:lnTo>
                  <a:pt x="84493" y="0"/>
                </a:lnTo>
                <a:lnTo>
                  <a:pt x="32918" y="14262"/>
                </a:lnTo>
                <a:lnTo>
                  <a:pt x="19761" y="20840"/>
                </a:lnTo>
                <a:lnTo>
                  <a:pt x="9880" y="30721"/>
                </a:lnTo>
                <a:lnTo>
                  <a:pt x="2197" y="42786"/>
                </a:lnTo>
                <a:lnTo>
                  <a:pt x="0" y="57061"/>
                </a:lnTo>
                <a:lnTo>
                  <a:pt x="0" y="210680"/>
                </a:lnTo>
                <a:lnTo>
                  <a:pt x="26339" y="210680"/>
                </a:lnTo>
                <a:lnTo>
                  <a:pt x="26339" y="79006"/>
                </a:lnTo>
                <a:lnTo>
                  <a:pt x="28536" y="64731"/>
                </a:lnTo>
                <a:lnTo>
                  <a:pt x="35115" y="55337"/>
                </a:lnTo>
                <a:lnTo>
                  <a:pt x="35115" y="53759"/>
                </a:lnTo>
                <a:lnTo>
                  <a:pt x="36220" y="53759"/>
                </a:lnTo>
                <a:lnTo>
                  <a:pt x="46088" y="43891"/>
                </a:lnTo>
                <a:lnTo>
                  <a:pt x="59258" y="38404"/>
                </a:lnTo>
                <a:lnTo>
                  <a:pt x="84493" y="30721"/>
                </a:lnTo>
                <a:close/>
              </a:path>
              <a:path w="85089" h="210819">
                <a:moveTo>
                  <a:pt x="36220" y="53759"/>
                </a:moveTo>
                <a:lnTo>
                  <a:pt x="35115" y="53759"/>
                </a:lnTo>
                <a:lnTo>
                  <a:pt x="35115" y="55337"/>
                </a:lnTo>
                <a:lnTo>
                  <a:pt x="36220" y="53759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2343226" y="2610256"/>
            <a:ext cx="85090" cy="210820"/>
          </a:xfrm>
          <a:custGeom>
            <a:avLst/>
            <a:gdLst/>
            <a:ahLst/>
            <a:cxnLst/>
            <a:rect l="l" t="t" r="r" b="b"/>
            <a:pathLst>
              <a:path w="85089" h="210819">
                <a:moveTo>
                  <a:pt x="35115" y="53759"/>
                </a:moveTo>
                <a:lnTo>
                  <a:pt x="36220" y="53759"/>
                </a:lnTo>
                <a:lnTo>
                  <a:pt x="28536" y="64731"/>
                </a:lnTo>
                <a:lnTo>
                  <a:pt x="26339" y="79006"/>
                </a:lnTo>
                <a:lnTo>
                  <a:pt x="26339" y="210680"/>
                </a:lnTo>
                <a:lnTo>
                  <a:pt x="0" y="210680"/>
                </a:lnTo>
                <a:lnTo>
                  <a:pt x="0" y="57061"/>
                </a:lnTo>
                <a:lnTo>
                  <a:pt x="2197" y="42786"/>
                </a:lnTo>
                <a:lnTo>
                  <a:pt x="9880" y="30721"/>
                </a:lnTo>
                <a:lnTo>
                  <a:pt x="19761" y="20840"/>
                </a:lnTo>
                <a:lnTo>
                  <a:pt x="32918" y="14262"/>
                </a:lnTo>
                <a:lnTo>
                  <a:pt x="84493" y="0"/>
                </a:lnTo>
                <a:lnTo>
                  <a:pt x="84493" y="30721"/>
                </a:lnTo>
                <a:lnTo>
                  <a:pt x="59258" y="38404"/>
                </a:lnTo>
                <a:lnTo>
                  <a:pt x="46088" y="43891"/>
                </a:lnTo>
                <a:lnTo>
                  <a:pt x="36220" y="5375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4803216" y="2993199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79" h="328295">
                <a:moveTo>
                  <a:pt x="259079" y="328091"/>
                </a:moveTo>
                <a:lnTo>
                  <a:pt x="259079" y="0"/>
                </a:lnTo>
                <a:lnTo>
                  <a:pt x="0" y="12"/>
                </a:lnTo>
                <a:lnTo>
                  <a:pt x="0" y="328091"/>
                </a:lnTo>
                <a:lnTo>
                  <a:pt x="259079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4803216" y="2993199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79" h="328295">
                <a:moveTo>
                  <a:pt x="259079" y="328091"/>
                </a:moveTo>
                <a:lnTo>
                  <a:pt x="0" y="328091"/>
                </a:lnTo>
                <a:lnTo>
                  <a:pt x="0" y="12"/>
                </a:lnTo>
                <a:lnTo>
                  <a:pt x="25907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4803343" y="2993199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1512049" y="328091"/>
                </a:moveTo>
                <a:lnTo>
                  <a:pt x="1512049" y="0"/>
                </a:lnTo>
                <a:lnTo>
                  <a:pt x="227139" y="0"/>
                </a:lnTo>
                <a:lnTo>
                  <a:pt x="187629" y="9880"/>
                </a:lnTo>
                <a:lnTo>
                  <a:pt x="155816" y="37312"/>
                </a:lnTo>
                <a:lnTo>
                  <a:pt x="136055" y="74612"/>
                </a:lnTo>
                <a:lnTo>
                  <a:pt x="121792" y="89979"/>
                </a:lnTo>
                <a:lnTo>
                  <a:pt x="105333" y="102044"/>
                </a:lnTo>
                <a:lnTo>
                  <a:pt x="85585" y="109728"/>
                </a:lnTo>
                <a:lnTo>
                  <a:pt x="64731" y="111925"/>
                </a:lnTo>
                <a:lnTo>
                  <a:pt x="0" y="111925"/>
                </a:lnTo>
                <a:lnTo>
                  <a:pt x="0" y="216166"/>
                </a:lnTo>
                <a:lnTo>
                  <a:pt x="64731" y="216166"/>
                </a:lnTo>
                <a:lnTo>
                  <a:pt x="85585" y="218363"/>
                </a:lnTo>
                <a:lnTo>
                  <a:pt x="105333" y="226047"/>
                </a:lnTo>
                <a:lnTo>
                  <a:pt x="121792" y="237020"/>
                </a:lnTo>
                <a:lnTo>
                  <a:pt x="136055" y="253453"/>
                </a:lnTo>
                <a:lnTo>
                  <a:pt x="155816" y="290779"/>
                </a:lnTo>
                <a:lnTo>
                  <a:pt x="170078" y="306146"/>
                </a:lnTo>
                <a:lnTo>
                  <a:pt x="187629" y="318211"/>
                </a:lnTo>
                <a:lnTo>
                  <a:pt x="206273" y="325894"/>
                </a:lnTo>
                <a:lnTo>
                  <a:pt x="227139" y="328091"/>
                </a:lnTo>
                <a:lnTo>
                  <a:pt x="1512049" y="328091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4803343" y="2993199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0" y="216166"/>
                </a:moveTo>
                <a:lnTo>
                  <a:pt x="64731" y="216166"/>
                </a:lnTo>
                <a:lnTo>
                  <a:pt x="85585" y="218363"/>
                </a:lnTo>
                <a:lnTo>
                  <a:pt x="105333" y="226047"/>
                </a:lnTo>
                <a:lnTo>
                  <a:pt x="121792" y="237020"/>
                </a:lnTo>
                <a:lnTo>
                  <a:pt x="136055" y="253453"/>
                </a:lnTo>
                <a:lnTo>
                  <a:pt x="145935" y="272122"/>
                </a:lnTo>
                <a:lnTo>
                  <a:pt x="155816" y="290779"/>
                </a:lnTo>
                <a:lnTo>
                  <a:pt x="170078" y="306146"/>
                </a:lnTo>
                <a:lnTo>
                  <a:pt x="187629" y="318211"/>
                </a:lnTo>
                <a:lnTo>
                  <a:pt x="206273" y="325894"/>
                </a:lnTo>
                <a:lnTo>
                  <a:pt x="227139" y="328091"/>
                </a:lnTo>
                <a:lnTo>
                  <a:pt x="1512049" y="328091"/>
                </a:lnTo>
                <a:lnTo>
                  <a:pt x="1512049" y="0"/>
                </a:lnTo>
                <a:lnTo>
                  <a:pt x="227139" y="0"/>
                </a:lnTo>
                <a:lnTo>
                  <a:pt x="187629" y="9880"/>
                </a:lnTo>
                <a:lnTo>
                  <a:pt x="155816" y="37312"/>
                </a:lnTo>
                <a:lnTo>
                  <a:pt x="136055" y="74612"/>
                </a:lnTo>
                <a:lnTo>
                  <a:pt x="121792" y="89979"/>
                </a:lnTo>
                <a:lnTo>
                  <a:pt x="105333" y="102044"/>
                </a:lnTo>
                <a:lnTo>
                  <a:pt x="85585" y="109728"/>
                </a:lnTo>
                <a:lnTo>
                  <a:pt x="64731" y="111925"/>
                </a:lnTo>
                <a:lnTo>
                  <a:pt x="0" y="11192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bg object 10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91516" y="3119500"/>
            <a:ext cx="75476" cy="75488"/>
          </a:xfrm>
          <a:prstGeom prst="rect">
            <a:avLst/>
          </a:prstGeom>
        </p:spPr>
      </p:pic>
      <p:pic>
        <p:nvPicPr>
          <p:cNvPr id="108" name="bg object 10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800155" y="2972473"/>
            <a:ext cx="98856" cy="108369"/>
          </a:xfrm>
          <a:prstGeom prst="rect">
            <a:avLst/>
          </a:prstGeom>
        </p:spPr>
      </p:pic>
      <p:pic>
        <p:nvPicPr>
          <p:cNvPr id="109" name="bg object 10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800155" y="3233648"/>
            <a:ext cx="98856" cy="108369"/>
          </a:xfrm>
          <a:prstGeom prst="rect">
            <a:avLst/>
          </a:prstGeom>
        </p:spPr>
      </p:pic>
      <p:sp>
        <p:nvSpPr>
          <p:cNvPr id="110" name="bg object 110"/>
          <p:cNvSpPr/>
          <p:nvPr/>
        </p:nvSpPr>
        <p:spPr>
          <a:xfrm>
            <a:off x="4751755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4751755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51574" y="0"/>
                </a:moveTo>
                <a:lnTo>
                  <a:pt x="51574" y="389534"/>
                </a:lnTo>
                <a:lnTo>
                  <a:pt x="0" y="389534"/>
                </a:lnTo>
                <a:lnTo>
                  <a:pt x="0" y="0"/>
                </a:lnTo>
                <a:lnTo>
                  <a:pt x="51574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45195" y="2993199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80" h="328295">
                <a:moveTo>
                  <a:pt x="259080" y="328091"/>
                </a:moveTo>
                <a:lnTo>
                  <a:pt x="259080" y="12"/>
                </a:lnTo>
                <a:lnTo>
                  <a:pt x="0" y="0"/>
                </a:lnTo>
                <a:lnTo>
                  <a:pt x="0" y="328091"/>
                </a:lnTo>
                <a:lnTo>
                  <a:pt x="259080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45195" y="2993199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80" h="328295">
                <a:moveTo>
                  <a:pt x="0" y="328091"/>
                </a:moveTo>
                <a:lnTo>
                  <a:pt x="259080" y="328091"/>
                </a:lnTo>
                <a:lnTo>
                  <a:pt x="259080" y="12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492086" y="2993199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1512062" y="216166"/>
                </a:moveTo>
                <a:lnTo>
                  <a:pt x="1512062" y="111925"/>
                </a:lnTo>
                <a:lnTo>
                  <a:pt x="1447317" y="111925"/>
                </a:lnTo>
                <a:lnTo>
                  <a:pt x="1426476" y="109727"/>
                </a:lnTo>
                <a:lnTo>
                  <a:pt x="1406715" y="102044"/>
                </a:lnTo>
                <a:lnTo>
                  <a:pt x="1390256" y="89979"/>
                </a:lnTo>
                <a:lnTo>
                  <a:pt x="1375994" y="74612"/>
                </a:lnTo>
                <a:lnTo>
                  <a:pt x="1356245" y="37312"/>
                </a:lnTo>
                <a:lnTo>
                  <a:pt x="1341983" y="20853"/>
                </a:lnTo>
                <a:lnTo>
                  <a:pt x="1324419" y="9880"/>
                </a:lnTo>
                <a:lnTo>
                  <a:pt x="1305788" y="2197"/>
                </a:lnTo>
                <a:lnTo>
                  <a:pt x="1284922" y="0"/>
                </a:lnTo>
                <a:lnTo>
                  <a:pt x="0" y="0"/>
                </a:lnTo>
                <a:lnTo>
                  <a:pt x="0" y="328091"/>
                </a:lnTo>
                <a:lnTo>
                  <a:pt x="1284922" y="328091"/>
                </a:lnTo>
                <a:lnTo>
                  <a:pt x="1324419" y="318211"/>
                </a:lnTo>
                <a:lnTo>
                  <a:pt x="1356245" y="290779"/>
                </a:lnTo>
                <a:lnTo>
                  <a:pt x="1375994" y="253453"/>
                </a:lnTo>
                <a:lnTo>
                  <a:pt x="1390256" y="237020"/>
                </a:lnTo>
                <a:lnTo>
                  <a:pt x="1406715" y="226047"/>
                </a:lnTo>
                <a:lnTo>
                  <a:pt x="1426476" y="218363"/>
                </a:lnTo>
                <a:lnTo>
                  <a:pt x="1447317" y="216166"/>
                </a:lnTo>
                <a:lnTo>
                  <a:pt x="1512062" y="216166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492086" y="2993199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1512062" y="216166"/>
                </a:moveTo>
                <a:lnTo>
                  <a:pt x="1447317" y="216166"/>
                </a:lnTo>
                <a:lnTo>
                  <a:pt x="1426476" y="218363"/>
                </a:lnTo>
                <a:lnTo>
                  <a:pt x="1406715" y="226047"/>
                </a:lnTo>
                <a:lnTo>
                  <a:pt x="1390256" y="237020"/>
                </a:lnTo>
                <a:lnTo>
                  <a:pt x="1375994" y="253453"/>
                </a:lnTo>
                <a:lnTo>
                  <a:pt x="1366126" y="272122"/>
                </a:lnTo>
                <a:lnTo>
                  <a:pt x="1356245" y="290779"/>
                </a:lnTo>
                <a:lnTo>
                  <a:pt x="1341983" y="306146"/>
                </a:lnTo>
                <a:lnTo>
                  <a:pt x="1324419" y="318211"/>
                </a:lnTo>
                <a:lnTo>
                  <a:pt x="1305788" y="325894"/>
                </a:lnTo>
                <a:lnTo>
                  <a:pt x="1284922" y="328091"/>
                </a:lnTo>
                <a:lnTo>
                  <a:pt x="0" y="328091"/>
                </a:lnTo>
                <a:lnTo>
                  <a:pt x="0" y="0"/>
                </a:lnTo>
                <a:lnTo>
                  <a:pt x="1284922" y="0"/>
                </a:lnTo>
                <a:lnTo>
                  <a:pt x="1324419" y="9880"/>
                </a:lnTo>
                <a:lnTo>
                  <a:pt x="1356245" y="37312"/>
                </a:lnTo>
                <a:lnTo>
                  <a:pt x="1375994" y="74612"/>
                </a:lnTo>
                <a:lnTo>
                  <a:pt x="1390256" y="89979"/>
                </a:lnTo>
                <a:lnTo>
                  <a:pt x="1406715" y="102044"/>
                </a:lnTo>
                <a:lnTo>
                  <a:pt x="1426476" y="109727"/>
                </a:lnTo>
                <a:lnTo>
                  <a:pt x="1447317" y="111925"/>
                </a:lnTo>
                <a:lnTo>
                  <a:pt x="1512062" y="11192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858583" y="2750731"/>
            <a:ext cx="346075" cy="64769"/>
          </a:xfrm>
          <a:custGeom>
            <a:avLst/>
            <a:gdLst/>
            <a:ahLst/>
            <a:cxnLst/>
            <a:rect l="l" t="t" r="r" b="b"/>
            <a:pathLst>
              <a:path w="346075" h="64769">
                <a:moveTo>
                  <a:pt x="345643" y="64744"/>
                </a:moveTo>
                <a:lnTo>
                  <a:pt x="345643" y="0"/>
                </a:lnTo>
                <a:lnTo>
                  <a:pt x="0" y="0"/>
                </a:lnTo>
                <a:lnTo>
                  <a:pt x="0" y="64744"/>
                </a:lnTo>
                <a:lnTo>
                  <a:pt x="345643" y="6474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858583" y="2750731"/>
            <a:ext cx="346075" cy="64769"/>
          </a:xfrm>
          <a:custGeom>
            <a:avLst/>
            <a:gdLst/>
            <a:ahLst/>
            <a:cxnLst/>
            <a:rect l="l" t="t" r="r" b="b"/>
            <a:pathLst>
              <a:path w="346075" h="64769">
                <a:moveTo>
                  <a:pt x="0" y="0"/>
                </a:moveTo>
                <a:lnTo>
                  <a:pt x="0" y="64744"/>
                </a:lnTo>
                <a:lnTo>
                  <a:pt x="345643" y="64744"/>
                </a:lnTo>
                <a:lnTo>
                  <a:pt x="345643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940879" y="2815462"/>
            <a:ext cx="182245" cy="347345"/>
          </a:xfrm>
          <a:custGeom>
            <a:avLst/>
            <a:gdLst/>
            <a:ahLst/>
            <a:cxnLst/>
            <a:rect l="l" t="t" r="r" b="b"/>
            <a:pathLst>
              <a:path w="182244" h="347344">
                <a:moveTo>
                  <a:pt x="182143" y="346735"/>
                </a:moveTo>
                <a:lnTo>
                  <a:pt x="182143" y="0"/>
                </a:lnTo>
                <a:lnTo>
                  <a:pt x="0" y="0"/>
                </a:lnTo>
                <a:lnTo>
                  <a:pt x="0" y="346735"/>
                </a:lnTo>
                <a:lnTo>
                  <a:pt x="182143" y="34673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940879" y="2815462"/>
            <a:ext cx="182245" cy="347345"/>
          </a:xfrm>
          <a:custGeom>
            <a:avLst/>
            <a:gdLst/>
            <a:ahLst/>
            <a:cxnLst/>
            <a:rect l="l" t="t" r="r" b="b"/>
            <a:pathLst>
              <a:path w="182244" h="347344">
                <a:moveTo>
                  <a:pt x="182143" y="0"/>
                </a:moveTo>
                <a:lnTo>
                  <a:pt x="182143" y="346735"/>
                </a:lnTo>
                <a:lnTo>
                  <a:pt x="0" y="346735"/>
                </a:lnTo>
                <a:lnTo>
                  <a:pt x="0" y="0"/>
                </a:lnTo>
                <a:lnTo>
                  <a:pt x="182143" y="0"/>
                </a:lnTo>
                <a:close/>
              </a:path>
              <a:path w="182244" h="347344">
                <a:moveTo>
                  <a:pt x="182143" y="86690"/>
                </a:moveTo>
                <a:lnTo>
                  <a:pt x="0" y="866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993546" y="2750731"/>
            <a:ext cx="76835" cy="64769"/>
          </a:xfrm>
          <a:custGeom>
            <a:avLst/>
            <a:gdLst/>
            <a:ahLst/>
            <a:cxnLst/>
            <a:rect l="l" t="t" r="r" b="b"/>
            <a:pathLst>
              <a:path w="76834" h="64769">
                <a:moveTo>
                  <a:pt x="0" y="64731"/>
                </a:moveTo>
                <a:lnTo>
                  <a:pt x="0" y="0"/>
                </a:lnTo>
              </a:path>
              <a:path w="76834" h="64769">
                <a:moveTo>
                  <a:pt x="76809" y="64731"/>
                </a:moveTo>
                <a:lnTo>
                  <a:pt x="76809" y="0"/>
                </a:lnTo>
              </a:path>
            </a:pathLst>
          </a:custGeom>
          <a:ln w="31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954049" y="2902153"/>
            <a:ext cx="156210" cy="259079"/>
          </a:xfrm>
          <a:custGeom>
            <a:avLst/>
            <a:gdLst/>
            <a:ahLst/>
            <a:cxnLst/>
            <a:rect l="l" t="t" r="r" b="b"/>
            <a:pathLst>
              <a:path w="156209" h="259080">
                <a:moveTo>
                  <a:pt x="155816" y="0"/>
                </a:moveTo>
                <a:lnTo>
                  <a:pt x="155816" y="258965"/>
                </a:lnTo>
              </a:path>
              <a:path w="156209" h="259080">
                <a:moveTo>
                  <a:pt x="0" y="0"/>
                </a:moveTo>
                <a:lnTo>
                  <a:pt x="0" y="25896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912304" y="2815462"/>
            <a:ext cx="28575" cy="26034"/>
          </a:xfrm>
          <a:custGeom>
            <a:avLst/>
            <a:gdLst/>
            <a:ahLst/>
            <a:cxnLst/>
            <a:rect l="l" t="t" r="r" b="b"/>
            <a:pathLst>
              <a:path w="28575" h="26035">
                <a:moveTo>
                  <a:pt x="28575" y="25717"/>
                </a:moveTo>
                <a:lnTo>
                  <a:pt x="28575" y="0"/>
                </a:lnTo>
                <a:lnTo>
                  <a:pt x="0" y="0"/>
                </a:lnTo>
                <a:lnTo>
                  <a:pt x="28575" y="25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912304" y="2815462"/>
            <a:ext cx="28575" cy="26034"/>
          </a:xfrm>
          <a:custGeom>
            <a:avLst/>
            <a:gdLst/>
            <a:ahLst/>
            <a:cxnLst/>
            <a:rect l="l" t="t" r="r" b="b"/>
            <a:pathLst>
              <a:path w="28575" h="26035">
                <a:moveTo>
                  <a:pt x="0" y="0"/>
                </a:moveTo>
                <a:lnTo>
                  <a:pt x="28575" y="0"/>
                </a:lnTo>
                <a:lnTo>
                  <a:pt x="28575" y="2571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23022" y="2815462"/>
            <a:ext cx="28575" cy="26034"/>
          </a:xfrm>
          <a:custGeom>
            <a:avLst/>
            <a:gdLst/>
            <a:ahLst/>
            <a:cxnLst/>
            <a:rect l="l" t="t" r="r" b="b"/>
            <a:pathLst>
              <a:path w="28575" h="26035">
                <a:moveTo>
                  <a:pt x="28575" y="0"/>
                </a:moveTo>
                <a:lnTo>
                  <a:pt x="0" y="0"/>
                </a:lnTo>
                <a:lnTo>
                  <a:pt x="0" y="25717"/>
                </a:lnTo>
                <a:lnTo>
                  <a:pt x="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123022" y="2815462"/>
            <a:ext cx="28575" cy="26034"/>
          </a:xfrm>
          <a:custGeom>
            <a:avLst/>
            <a:gdLst/>
            <a:ahLst/>
            <a:cxnLst/>
            <a:rect l="l" t="t" r="r" b="b"/>
            <a:pathLst>
              <a:path w="28575" h="26035">
                <a:moveTo>
                  <a:pt x="0" y="25717"/>
                </a:moveTo>
                <a:lnTo>
                  <a:pt x="28575" y="0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940879" y="4145381"/>
            <a:ext cx="182245" cy="334010"/>
          </a:xfrm>
          <a:custGeom>
            <a:avLst/>
            <a:gdLst/>
            <a:ahLst/>
            <a:cxnLst/>
            <a:rect l="l" t="t" r="r" b="b"/>
            <a:pathLst>
              <a:path w="182244" h="334010">
                <a:moveTo>
                  <a:pt x="182143" y="320395"/>
                </a:moveTo>
                <a:lnTo>
                  <a:pt x="182143" y="0"/>
                </a:lnTo>
                <a:lnTo>
                  <a:pt x="0" y="0"/>
                </a:lnTo>
                <a:lnTo>
                  <a:pt x="0" y="320395"/>
                </a:lnTo>
                <a:lnTo>
                  <a:pt x="13169" y="333552"/>
                </a:lnTo>
                <a:lnTo>
                  <a:pt x="168986" y="333552"/>
                </a:lnTo>
                <a:lnTo>
                  <a:pt x="182143" y="32039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940879" y="4145381"/>
            <a:ext cx="182245" cy="334010"/>
          </a:xfrm>
          <a:custGeom>
            <a:avLst/>
            <a:gdLst/>
            <a:ahLst/>
            <a:cxnLst/>
            <a:rect l="l" t="t" r="r" b="b"/>
            <a:pathLst>
              <a:path w="182244" h="334010">
                <a:moveTo>
                  <a:pt x="182143" y="0"/>
                </a:moveTo>
                <a:lnTo>
                  <a:pt x="182143" y="320395"/>
                </a:lnTo>
                <a:lnTo>
                  <a:pt x="168986" y="333552"/>
                </a:lnTo>
                <a:lnTo>
                  <a:pt x="13169" y="333552"/>
                </a:lnTo>
                <a:lnTo>
                  <a:pt x="0" y="320395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940879" y="4146473"/>
            <a:ext cx="182245" cy="332740"/>
          </a:xfrm>
          <a:custGeom>
            <a:avLst/>
            <a:gdLst/>
            <a:ahLst/>
            <a:cxnLst/>
            <a:rect l="l" t="t" r="r" b="b"/>
            <a:pathLst>
              <a:path w="182244" h="332739">
                <a:moveTo>
                  <a:pt x="13169" y="0"/>
                </a:moveTo>
                <a:lnTo>
                  <a:pt x="13169" y="332460"/>
                </a:lnTo>
              </a:path>
              <a:path w="182244" h="332739">
                <a:moveTo>
                  <a:pt x="168986" y="0"/>
                </a:moveTo>
                <a:lnTo>
                  <a:pt x="168986" y="332460"/>
                </a:lnTo>
              </a:path>
              <a:path w="182244" h="332739">
                <a:moveTo>
                  <a:pt x="0" y="319303"/>
                </a:moveTo>
                <a:lnTo>
                  <a:pt x="182143" y="31930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701675" y="2921914"/>
            <a:ext cx="85725" cy="468630"/>
          </a:xfrm>
          <a:custGeom>
            <a:avLst/>
            <a:gdLst/>
            <a:ahLst/>
            <a:cxnLst/>
            <a:rect l="l" t="t" r="r" b="b"/>
            <a:pathLst>
              <a:path w="85725" h="468629">
                <a:moveTo>
                  <a:pt x="85585" y="468541"/>
                </a:moveTo>
                <a:lnTo>
                  <a:pt x="85585" y="0"/>
                </a:lnTo>
                <a:lnTo>
                  <a:pt x="0" y="0"/>
                </a:lnTo>
                <a:lnTo>
                  <a:pt x="0" y="468541"/>
                </a:lnTo>
                <a:lnTo>
                  <a:pt x="85585" y="46854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701675" y="2921914"/>
            <a:ext cx="85725" cy="468630"/>
          </a:xfrm>
          <a:custGeom>
            <a:avLst/>
            <a:gdLst/>
            <a:ahLst/>
            <a:cxnLst/>
            <a:rect l="l" t="t" r="r" b="b"/>
            <a:pathLst>
              <a:path w="85725" h="468629">
                <a:moveTo>
                  <a:pt x="85585" y="0"/>
                </a:moveTo>
                <a:lnTo>
                  <a:pt x="85585" y="468541"/>
                </a:lnTo>
                <a:lnTo>
                  <a:pt x="0" y="468541"/>
                </a:lnTo>
                <a:lnTo>
                  <a:pt x="0" y="0"/>
                </a:lnTo>
                <a:lnTo>
                  <a:pt x="8558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744461" y="31561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2" name="bg object 1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0697" y="2796946"/>
            <a:ext cx="88658" cy="128143"/>
          </a:xfrm>
          <a:prstGeom prst="rect">
            <a:avLst/>
          </a:prstGeom>
        </p:spPr>
      </p:pic>
      <p:sp>
        <p:nvSpPr>
          <p:cNvPr id="133" name="bg object 133"/>
          <p:cNvSpPr/>
          <p:nvPr/>
        </p:nvSpPr>
        <p:spPr>
          <a:xfrm>
            <a:off x="726909" y="2991040"/>
            <a:ext cx="35560" cy="749935"/>
          </a:xfrm>
          <a:custGeom>
            <a:avLst/>
            <a:gdLst/>
            <a:ahLst/>
            <a:cxnLst/>
            <a:rect l="l" t="t" r="r" b="b"/>
            <a:pathLst>
              <a:path w="35559" h="749935">
                <a:moveTo>
                  <a:pt x="35115" y="749439"/>
                </a:moveTo>
                <a:lnTo>
                  <a:pt x="35115" y="0"/>
                </a:lnTo>
                <a:lnTo>
                  <a:pt x="0" y="0"/>
                </a:lnTo>
                <a:lnTo>
                  <a:pt x="0" y="749439"/>
                </a:lnTo>
                <a:lnTo>
                  <a:pt x="35115" y="749439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726909" y="2991040"/>
            <a:ext cx="35560" cy="749935"/>
          </a:xfrm>
          <a:custGeom>
            <a:avLst/>
            <a:gdLst/>
            <a:ahLst/>
            <a:cxnLst/>
            <a:rect l="l" t="t" r="r" b="b"/>
            <a:pathLst>
              <a:path w="35559" h="749935">
                <a:moveTo>
                  <a:pt x="0" y="0"/>
                </a:moveTo>
                <a:lnTo>
                  <a:pt x="0" y="749439"/>
                </a:lnTo>
                <a:lnTo>
                  <a:pt x="35115" y="749439"/>
                </a:lnTo>
                <a:lnTo>
                  <a:pt x="35115" y="0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783970" y="3874350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5" h="78104">
                <a:moveTo>
                  <a:pt x="96558" y="77901"/>
                </a:moveTo>
                <a:lnTo>
                  <a:pt x="96558" y="0"/>
                </a:lnTo>
                <a:lnTo>
                  <a:pt x="0" y="0"/>
                </a:lnTo>
                <a:lnTo>
                  <a:pt x="0" y="77901"/>
                </a:lnTo>
                <a:lnTo>
                  <a:pt x="96558" y="7790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783970" y="3874350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5" h="78104">
                <a:moveTo>
                  <a:pt x="0" y="0"/>
                </a:moveTo>
                <a:lnTo>
                  <a:pt x="0" y="77901"/>
                </a:lnTo>
                <a:lnTo>
                  <a:pt x="96558" y="77901"/>
                </a:lnTo>
                <a:lnTo>
                  <a:pt x="96558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783970" y="3571506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5" h="78104">
                <a:moveTo>
                  <a:pt x="96558" y="77901"/>
                </a:moveTo>
                <a:lnTo>
                  <a:pt x="96558" y="0"/>
                </a:lnTo>
                <a:lnTo>
                  <a:pt x="0" y="0"/>
                </a:lnTo>
                <a:lnTo>
                  <a:pt x="0" y="77901"/>
                </a:lnTo>
                <a:lnTo>
                  <a:pt x="96558" y="7790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783970" y="3571506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5" h="78104">
                <a:moveTo>
                  <a:pt x="0" y="0"/>
                </a:moveTo>
                <a:lnTo>
                  <a:pt x="0" y="77901"/>
                </a:lnTo>
                <a:lnTo>
                  <a:pt x="96558" y="77901"/>
                </a:lnTo>
                <a:lnTo>
                  <a:pt x="96558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784148" y="3269234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5" h="78104">
                <a:moveTo>
                  <a:pt x="96558" y="77901"/>
                </a:moveTo>
                <a:lnTo>
                  <a:pt x="96558" y="0"/>
                </a:lnTo>
                <a:lnTo>
                  <a:pt x="0" y="0"/>
                </a:lnTo>
                <a:lnTo>
                  <a:pt x="0" y="77901"/>
                </a:lnTo>
                <a:lnTo>
                  <a:pt x="96558" y="7790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784148" y="3269234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5" h="78104">
                <a:moveTo>
                  <a:pt x="0" y="0"/>
                </a:moveTo>
                <a:lnTo>
                  <a:pt x="0" y="77901"/>
                </a:lnTo>
                <a:lnTo>
                  <a:pt x="96558" y="77901"/>
                </a:lnTo>
                <a:lnTo>
                  <a:pt x="96558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762025" y="3200603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21945" y="820775"/>
                </a:moveTo>
                <a:lnTo>
                  <a:pt x="21945" y="0"/>
                </a:lnTo>
                <a:lnTo>
                  <a:pt x="0" y="0"/>
                </a:lnTo>
                <a:lnTo>
                  <a:pt x="0" y="820775"/>
                </a:lnTo>
                <a:lnTo>
                  <a:pt x="21945" y="82077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762025" y="3200603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21945" y="820775"/>
                </a:moveTo>
                <a:lnTo>
                  <a:pt x="0" y="820775"/>
                </a:lnTo>
                <a:lnTo>
                  <a:pt x="0" y="0"/>
                </a:lnTo>
                <a:lnTo>
                  <a:pt x="21945" y="0"/>
                </a:lnTo>
                <a:lnTo>
                  <a:pt x="21945" y="82077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880452" y="3200602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21945" y="756043"/>
                </a:moveTo>
                <a:lnTo>
                  <a:pt x="0" y="756043"/>
                </a:lnTo>
                <a:lnTo>
                  <a:pt x="0" y="820775"/>
                </a:lnTo>
                <a:lnTo>
                  <a:pt x="21945" y="820775"/>
                </a:lnTo>
                <a:lnTo>
                  <a:pt x="21945" y="756043"/>
                </a:lnTo>
                <a:close/>
              </a:path>
              <a:path w="22225" h="821054">
                <a:moveTo>
                  <a:pt x="21945" y="0"/>
                </a:moveTo>
                <a:lnTo>
                  <a:pt x="0" y="0"/>
                </a:lnTo>
                <a:lnTo>
                  <a:pt x="0" y="64757"/>
                </a:lnTo>
                <a:lnTo>
                  <a:pt x="21945" y="64757"/>
                </a:lnTo>
                <a:lnTo>
                  <a:pt x="21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880452" y="3200603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21945" y="820775"/>
                </a:moveTo>
                <a:lnTo>
                  <a:pt x="0" y="820775"/>
                </a:lnTo>
                <a:lnTo>
                  <a:pt x="0" y="0"/>
                </a:lnTo>
                <a:lnTo>
                  <a:pt x="21945" y="0"/>
                </a:lnTo>
                <a:lnTo>
                  <a:pt x="21945" y="82077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815784" y="3330105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80" h="259079">
                <a:moveTo>
                  <a:pt x="42799" y="258965"/>
                </a:moveTo>
                <a:lnTo>
                  <a:pt x="42799" y="0"/>
                </a:lnTo>
                <a:lnTo>
                  <a:pt x="0" y="0"/>
                </a:lnTo>
                <a:lnTo>
                  <a:pt x="0" y="258965"/>
                </a:lnTo>
                <a:lnTo>
                  <a:pt x="42799" y="258965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815784" y="3330105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80" h="259079">
                <a:moveTo>
                  <a:pt x="42799" y="0"/>
                </a:moveTo>
                <a:lnTo>
                  <a:pt x="42799" y="258965"/>
                </a:lnTo>
                <a:lnTo>
                  <a:pt x="0" y="258965"/>
                </a:lnTo>
                <a:lnTo>
                  <a:pt x="0" y="0"/>
                </a:lnTo>
                <a:lnTo>
                  <a:pt x="42799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793838" y="3359721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21945" y="199707"/>
                </a:moveTo>
                <a:lnTo>
                  <a:pt x="21945" y="0"/>
                </a:lnTo>
                <a:lnTo>
                  <a:pt x="0" y="0"/>
                </a:lnTo>
                <a:lnTo>
                  <a:pt x="0" y="199707"/>
                </a:lnTo>
                <a:lnTo>
                  <a:pt x="21945" y="199707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793838" y="3359721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21945" y="0"/>
                </a:moveTo>
                <a:lnTo>
                  <a:pt x="21945" y="199707"/>
                </a:lnTo>
                <a:lnTo>
                  <a:pt x="0" y="199707"/>
                </a:lnTo>
                <a:lnTo>
                  <a:pt x="0" y="0"/>
                </a:lnTo>
                <a:lnTo>
                  <a:pt x="2194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815784" y="3631857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80" h="259079">
                <a:moveTo>
                  <a:pt x="42799" y="258965"/>
                </a:moveTo>
                <a:lnTo>
                  <a:pt x="42799" y="0"/>
                </a:lnTo>
                <a:lnTo>
                  <a:pt x="0" y="0"/>
                </a:lnTo>
                <a:lnTo>
                  <a:pt x="0" y="258965"/>
                </a:lnTo>
                <a:lnTo>
                  <a:pt x="42799" y="258965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815784" y="3631857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80" h="259079">
                <a:moveTo>
                  <a:pt x="42799" y="0"/>
                </a:moveTo>
                <a:lnTo>
                  <a:pt x="42799" y="258965"/>
                </a:lnTo>
                <a:lnTo>
                  <a:pt x="0" y="258965"/>
                </a:lnTo>
                <a:lnTo>
                  <a:pt x="0" y="0"/>
                </a:lnTo>
                <a:lnTo>
                  <a:pt x="42799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793838" y="3661473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21945" y="199707"/>
                </a:moveTo>
                <a:lnTo>
                  <a:pt x="21945" y="0"/>
                </a:lnTo>
                <a:lnTo>
                  <a:pt x="0" y="0"/>
                </a:lnTo>
                <a:lnTo>
                  <a:pt x="0" y="199707"/>
                </a:lnTo>
                <a:lnTo>
                  <a:pt x="21945" y="199707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793838" y="3661473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21945" y="0"/>
                </a:moveTo>
                <a:lnTo>
                  <a:pt x="21945" y="199707"/>
                </a:lnTo>
                <a:lnTo>
                  <a:pt x="0" y="199707"/>
                </a:lnTo>
                <a:lnTo>
                  <a:pt x="0" y="0"/>
                </a:lnTo>
                <a:lnTo>
                  <a:pt x="2194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880529" y="3265360"/>
            <a:ext cx="302895" cy="691515"/>
          </a:xfrm>
          <a:custGeom>
            <a:avLst/>
            <a:gdLst/>
            <a:ahLst/>
            <a:cxnLst/>
            <a:rect l="l" t="t" r="r" b="b"/>
            <a:pathLst>
              <a:path w="302894" h="691514">
                <a:moveTo>
                  <a:pt x="302844" y="0"/>
                </a:moveTo>
                <a:lnTo>
                  <a:pt x="0" y="0"/>
                </a:lnTo>
                <a:lnTo>
                  <a:pt x="0" y="691286"/>
                </a:lnTo>
                <a:lnTo>
                  <a:pt x="301752" y="691286"/>
                </a:lnTo>
                <a:lnTo>
                  <a:pt x="302844" y="0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880529" y="3265360"/>
            <a:ext cx="302895" cy="691515"/>
          </a:xfrm>
          <a:custGeom>
            <a:avLst/>
            <a:gdLst/>
            <a:ahLst/>
            <a:cxnLst/>
            <a:rect l="l" t="t" r="r" b="b"/>
            <a:pathLst>
              <a:path w="302894" h="691514">
                <a:moveTo>
                  <a:pt x="0" y="0"/>
                </a:moveTo>
                <a:lnTo>
                  <a:pt x="302844" y="0"/>
                </a:lnTo>
                <a:lnTo>
                  <a:pt x="301752" y="691286"/>
                </a:lnTo>
                <a:lnTo>
                  <a:pt x="0" y="691286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542199" y="3316935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09" h="285750">
                <a:moveTo>
                  <a:pt x="16471" y="285305"/>
                </a:moveTo>
                <a:lnTo>
                  <a:pt x="16471" y="12"/>
                </a:lnTo>
                <a:lnTo>
                  <a:pt x="12" y="0"/>
                </a:lnTo>
                <a:lnTo>
                  <a:pt x="0" y="285292"/>
                </a:lnTo>
                <a:lnTo>
                  <a:pt x="16471" y="28530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542199" y="3316935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09" h="285750">
                <a:moveTo>
                  <a:pt x="12" y="0"/>
                </a:moveTo>
                <a:lnTo>
                  <a:pt x="16471" y="12"/>
                </a:lnTo>
                <a:lnTo>
                  <a:pt x="16471" y="285305"/>
                </a:lnTo>
                <a:lnTo>
                  <a:pt x="0" y="28529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7" name="bg object 15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1850" y="3555860"/>
            <a:ext cx="98856" cy="108369"/>
          </a:xfrm>
          <a:prstGeom prst="rect">
            <a:avLst/>
          </a:prstGeom>
        </p:spPr>
      </p:pic>
      <p:sp>
        <p:nvSpPr>
          <p:cNvPr id="158" name="bg object 158"/>
          <p:cNvSpPr/>
          <p:nvPr/>
        </p:nvSpPr>
        <p:spPr>
          <a:xfrm>
            <a:off x="786168" y="3394837"/>
            <a:ext cx="8255" cy="129539"/>
          </a:xfrm>
          <a:custGeom>
            <a:avLst/>
            <a:gdLst/>
            <a:ahLst/>
            <a:cxnLst/>
            <a:rect l="l" t="t" r="r" b="b"/>
            <a:pathLst>
              <a:path w="8254" h="129539">
                <a:moveTo>
                  <a:pt x="7670" y="0"/>
                </a:moveTo>
                <a:lnTo>
                  <a:pt x="7670" y="129476"/>
                </a:lnTo>
                <a:lnTo>
                  <a:pt x="0" y="129476"/>
                </a:lnTo>
                <a:lnTo>
                  <a:pt x="0" y="0"/>
                </a:lnTo>
                <a:lnTo>
                  <a:pt x="767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9" name="bg object 15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40486" y="3119500"/>
            <a:ext cx="75476" cy="75488"/>
          </a:xfrm>
          <a:prstGeom prst="rect">
            <a:avLst/>
          </a:prstGeom>
        </p:spPr>
      </p:pic>
      <p:sp>
        <p:nvSpPr>
          <p:cNvPr id="160" name="bg object 160"/>
          <p:cNvSpPr/>
          <p:nvPr/>
        </p:nvSpPr>
        <p:spPr>
          <a:xfrm>
            <a:off x="1676057" y="1250708"/>
            <a:ext cx="3455670" cy="0"/>
          </a:xfrm>
          <a:custGeom>
            <a:avLst/>
            <a:gdLst/>
            <a:ahLst/>
            <a:cxnLst/>
            <a:rect l="l" t="t" r="r" b="b"/>
            <a:pathLst>
              <a:path w="3455670">
                <a:moveTo>
                  <a:pt x="345535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1542199" y="3619792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09" h="285750">
                <a:moveTo>
                  <a:pt x="16471" y="285292"/>
                </a:moveTo>
                <a:lnTo>
                  <a:pt x="16471" y="0"/>
                </a:lnTo>
                <a:lnTo>
                  <a:pt x="0" y="0"/>
                </a:lnTo>
                <a:lnTo>
                  <a:pt x="0" y="285292"/>
                </a:lnTo>
                <a:lnTo>
                  <a:pt x="16471" y="28529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1542199" y="3619792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09" h="285750">
                <a:moveTo>
                  <a:pt x="0" y="0"/>
                </a:moveTo>
                <a:lnTo>
                  <a:pt x="16471" y="0"/>
                </a:lnTo>
                <a:lnTo>
                  <a:pt x="16471" y="285292"/>
                </a:lnTo>
                <a:lnTo>
                  <a:pt x="0" y="28529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1520240" y="3308159"/>
            <a:ext cx="22225" cy="605155"/>
          </a:xfrm>
          <a:custGeom>
            <a:avLst/>
            <a:gdLst/>
            <a:ahLst/>
            <a:cxnLst/>
            <a:rect l="l" t="t" r="r" b="b"/>
            <a:pathLst>
              <a:path w="22225" h="605154">
                <a:moveTo>
                  <a:pt x="21945" y="604608"/>
                </a:moveTo>
                <a:lnTo>
                  <a:pt x="21945" y="0"/>
                </a:lnTo>
                <a:lnTo>
                  <a:pt x="0" y="0"/>
                </a:lnTo>
                <a:lnTo>
                  <a:pt x="0" y="604608"/>
                </a:lnTo>
                <a:lnTo>
                  <a:pt x="21945" y="6046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1520240" y="3308159"/>
            <a:ext cx="22225" cy="605155"/>
          </a:xfrm>
          <a:custGeom>
            <a:avLst/>
            <a:gdLst/>
            <a:ahLst/>
            <a:cxnLst/>
            <a:rect l="l" t="t" r="r" b="b"/>
            <a:pathLst>
              <a:path w="22225" h="605154">
                <a:moveTo>
                  <a:pt x="21945" y="0"/>
                </a:moveTo>
                <a:lnTo>
                  <a:pt x="21945" y="604608"/>
                </a:lnTo>
                <a:lnTo>
                  <a:pt x="0" y="604608"/>
                </a:lnTo>
                <a:lnTo>
                  <a:pt x="0" y="0"/>
                </a:lnTo>
                <a:lnTo>
                  <a:pt x="2194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880529" y="3308159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80" h="302895">
                <a:moveTo>
                  <a:pt x="639711" y="302831"/>
                </a:moveTo>
                <a:lnTo>
                  <a:pt x="639711" y="0"/>
                </a:lnTo>
                <a:lnTo>
                  <a:pt x="0" y="0"/>
                </a:lnTo>
                <a:lnTo>
                  <a:pt x="0" y="302831"/>
                </a:lnTo>
                <a:lnTo>
                  <a:pt x="639711" y="30283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880529" y="3308159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80" h="302895">
                <a:moveTo>
                  <a:pt x="639711" y="0"/>
                </a:moveTo>
                <a:lnTo>
                  <a:pt x="639711" y="302831"/>
                </a:lnTo>
                <a:lnTo>
                  <a:pt x="0" y="302831"/>
                </a:lnTo>
                <a:lnTo>
                  <a:pt x="0" y="0"/>
                </a:lnTo>
                <a:lnTo>
                  <a:pt x="639711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7" name="bg object 16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28636" y="3371913"/>
            <a:ext cx="201663" cy="200571"/>
          </a:xfrm>
          <a:prstGeom prst="rect">
            <a:avLst/>
          </a:prstGeom>
        </p:spPr>
      </p:pic>
      <p:sp>
        <p:nvSpPr>
          <p:cNvPr id="168" name="bg object 168"/>
          <p:cNvSpPr/>
          <p:nvPr/>
        </p:nvSpPr>
        <p:spPr>
          <a:xfrm>
            <a:off x="880529" y="3610990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80" h="302895">
                <a:moveTo>
                  <a:pt x="639711" y="302831"/>
                </a:moveTo>
                <a:lnTo>
                  <a:pt x="639711" y="0"/>
                </a:lnTo>
                <a:lnTo>
                  <a:pt x="0" y="0"/>
                </a:lnTo>
                <a:lnTo>
                  <a:pt x="0" y="302831"/>
                </a:lnTo>
                <a:lnTo>
                  <a:pt x="639711" y="30283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880529" y="3610990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80" h="302895">
                <a:moveTo>
                  <a:pt x="639711" y="0"/>
                </a:moveTo>
                <a:lnTo>
                  <a:pt x="639711" y="302831"/>
                </a:lnTo>
                <a:lnTo>
                  <a:pt x="0" y="302831"/>
                </a:lnTo>
                <a:lnTo>
                  <a:pt x="0" y="0"/>
                </a:lnTo>
                <a:lnTo>
                  <a:pt x="639711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858583" y="3308159"/>
            <a:ext cx="22225" cy="605155"/>
          </a:xfrm>
          <a:custGeom>
            <a:avLst/>
            <a:gdLst/>
            <a:ahLst/>
            <a:cxnLst/>
            <a:rect l="l" t="t" r="r" b="b"/>
            <a:pathLst>
              <a:path w="22225" h="605154">
                <a:moveTo>
                  <a:pt x="21945" y="604608"/>
                </a:moveTo>
                <a:lnTo>
                  <a:pt x="21945" y="0"/>
                </a:lnTo>
                <a:lnTo>
                  <a:pt x="0" y="0"/>
                </a:lnTo>
                <a:lnTo>
                  <a:pt x="0" y="604608"/>
                </a:lnTo>
                <a:lnTo>
                  <a:pt x="21945" y="6046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786168" y="3308159"/>
            <a:ext cx="94615" cy="605155"/>
          </a:xfrm>
          <a:custGeom>
            <a:avLst/>
            <a:gdLst/>
            <a:ahLst/>
            <a:cxnLst/>
            <a:rect l="l" t="t" r="r" b="b"/>
            <a:pathLst>
              <a:path w="94615" h="605154">
                <a:moveTo>
                  <a:pt x="94360" y="0"/>
                </a:moveTo>
                <a:lnTo>
                  <a:pt x="94360" y="604608"/>
                </a:lnTo>
                <a:lnTo>
                  <a:pt x="72415" y="604608"/>
                </a:lnTo>
                <a:lnTo>
                  <a:pt x="72415" y="0"/>
                </a:lnTo>
                <a:lnTo>
                  <a:pt x="94360" y="0"/>
                </a:lnTo>
                <a:close/>
              </a:path>
              <a:path w="94615" h="605154">
                <a:moveTo>
                  <a:pt x="7670" y="389534"/>
                </a:moveTo>
                <a:lnTo>
                  <a:pt x="7670" y="519010"/>
                </a:lnTo>
                <a:lnTo>
                  <a:pt x="0" y="519010"/>
                </a:lnTo>
                <a:lnTo>
                  <a:pt x="0" y="389534"/>
                </a:lnTo>
                <a:lnTo>
                  <a:pt x="7670" y="389534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2" name="bg object 17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31850" y="3253016"/>
            <a:ext cx="98856" cy="108369"/>
          </a:xfrm>
          <a:prstGeom prst="rect">
            <a:avLst/>
          </a:prstGeom>
        </p:spPr>
      </p:pic>
      <p:pic>
        <p:nvPicPr>
          <p:cNvPr id="173" name="bg object 17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80109" y="3956646"/>
            <a:ext cx="295465" cy="193014"/>
          </a:xfrm>
          <a:prstGeom prst="rect">
            <a:avLst/>
          </a:prstGeom>
        </p:spPr>
      </p:pic>
      <p:sp>
        <p:nvSpPr>
          <p:cNvPr id="174" name="bg object 174"/>
          <p:cNvSpPr/>
          <p:nvPr/>
        </p:nvSpPr>
        <p:spPr>
          <a:xfrm>
            <a:off x="885190" y="3956646"/>
            <a:ext cx="298450" cy="16510"/>
          </a:xfrm>
          <a:custGeom>
            <a:avLst/>
            <a:gdLst/>
            <a:ahLst/>
            <a:cxnLst/>
            <a:rect l="l" t="t" r="r" b="b"/>
            <a:pathLst>
              <a:path w="298450" h="16510">
                <a:moveTo>
                  <a:pt x="298450" y="7112"/>
                </a:moveTo>
                <a:lnTo>
                  <a:pt x="297180" y="7112"/>
                </a:lnTo>
                <a:lnTo>
                  <a:pt x="297180" y="0"/>
                </a:lnTo>
                <a:lnTo>
                  <a:pt x="293370" y="0"/>
                </a:lnTo>
                <a:lnTo>
                  <a:pt x="0" y="0"/>
                </a:lnTo>
                <a:lnTo>
                  <a:pt x="0" y="16446"/>
                </a:lnTo>
                <a:lnTo>
                  <a:pt x="293370" y="16446"/>
                </a:lnTo>
                <a:lnTo>
                  <a:pt x="293370" y="15354"/>
                </a:lnTo>
                <a:lnTo>
                  <a:pt x="297180" y="15354"/>
                </a:lnTo>
                <a:lnTo>
                  <a:pt x="297180" y="13449"/>
                </a:lnTo>
                <a:lnTo>
                  <a:pt x="298450" y="13449"/>
                </a:lnTo>
                <a:lnTo>
                  <a:pt x="298450" y="711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880529" y="3956646"/>
            <a:ext cx="302895" cy="16510"/>
          </a:xfrm>
          <a:custGeom>
            <a:avLst/>
            <a:gdLst/>
            <a:ahLst/>
            <a:cxnLst/>
            <a:rect l="l" t="t" r="r" b="b"/>
            <a:pathLst>
              <a:path w="302894" h="16510">
                <a:moveTo>
                  <a:pt x="0" y="0"/>
                </a:moveTo>
                <a:lnTo>
                  <a:pt x="0" y="13169"/>
                </a:lnTo>
                <a:lnTo>
                  <a:pt x="4394" y="16446"/>
                </a:lnTo>
                <a:lnTo>
                  <a:pt x="298462" y="16446"/>
                </a:lnTo>
                <a:lnTo>
                  <a:pt x="302844" y="13169"/>
                </a:lnTo>
                <a:lnTo>
                  <a:pt x="30204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880110" y="3247796"/>
            <a:ext cx="303530" cy="16510"/>
          </a:xfrm>
          <a:custGeom>
            <a:avLst/>
            <a:gdLst/>
            <a:ahLst/>
            <a:cxnLst/>
            <a:rect l="l" t="t" r="r" b="b"/>
            <a:pathLst>
              <a:path w="303530" h="16510">
                <a:moveTo>
                  <a:pt x="303530" y="3009"/>
                </a:moveTo>
                <a:lnTo>
                  <a:pt x="302260" y="3009"/>
                </a:lnTo>
                <a:lnTo>
                  <a:pt x="302260" y="1104"/>
                </a:lnTo>
                <a:lnTo>
                  <a:pt x="298450" y="1104"/>
                </a:lnTo>
                <a:lnTo>
                  <a:pt x="298450" y="0"/>
                </a:lnTo>
                <a:lnTo>
                  <a:pt x="5080" y="0"/>
                </a:lnTo>
                <a:lnTo>
                  <a:pt x="5080" y="1701"/>
                </a:lnTo>
                <a:lnTo>
                  <a:pt x="0" y="1701"/>
                </a:lnTo>
                <a:lnTo>
                  <a:pt x="0" y="16446"/>
                </a:lnTo>
                <a:lnTo>
                  <a:pt x="5080" y="16446"/>
                </a:lnTo>
                <a:lnTo>
                  <a:pt x="298450" y="16446"/>
                </a:lnTo>
                <a:lnTo>
                  <a:pt x="302260" y="16446"/>
                </a:lnTo>
                <a:lnTo>
                  <a:pt x="302260" y="9347"/>
                </a:lnTo>
                <a:lnTo>
                  <a:pt x="303530" y="9347"/>
                </a:lnTo>
                <a:lnTo>
                  <a:pt x="303530" y="300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880529" y="3247796"/>
            <a:ext cx="302895" cy="16510"/>
          </a:xfrm>
          <a:custGeom>
            <a:avLst/>
            <a:gdLst/>
            <a:ahLst/>
            <a:cxnLst/>
            <a:rect l="l" t="t" r="r" b="b"/>
            <a:pathLst>
              <a:path w="302894" h="16510">
                <a:moveTo>
                  <a:pt x="0" y="16446"/>
                </a:moveTo>
                <a:lnTo>
                  <a:pt x="0" y="3276"/>
                </a:lnTo>
                <a:lnTo>
                  <a:pt x="4394" y="0"/>
                </a:lnTo>
                <a:lnTo>
                  <a:pt x="298462" y="0"/>
                </a:lnTo>
                <a:lnTo>
                  <a:pt x="302844" y="3276"/>
                </a:lnTo>
                <a:lnTo>
                  <a:pt x="302044" y="16446"/>
                </a:lnTo>
                <a:lnTo>
                  <a:pt x="0" y="164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8" name="bg object 17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88326" y="3157918"/>
            <a:ext cx="287248" cy="93052"/>
          </a:xfrm>
          <a:prstGeom prst="rect">
            <a:avLst/>
          </a:prstGeom>
        </p:spPr>
      </p:pic>
      <p:sp>
        <p:nvSpPr>
          <p:cNvPr id="179" name="bg object 179"/>
          <p:cNvSpPr/>
          <p:nvPr/>
        </p:nvSpPr>
        <p:spPr>
          <a:xfrm>
            <a:off x="5602147" y="2750718"/>
            <a:ext cx="346075" cy="64769"/>
          </a:xfrm>
          <a:custGeom>
            <a:avLst/>
            <a:gdLst/>
            <a:ahLst/>
            <a:cxnLst/>
            <a:rect l="l" t="t" r="r" b="b"/>
            <a:pathLst>
              <a:path w="346075" h="64769">
                <a:moveTo>
                  <a:pt x="345643" y="64744"/>
                </a:moveTo>
                <a:lnTo>
                  <a:pt x="345643" y="0"/>
                </a:lnTo>
                <a:lnTo>
                  <a:pt x="0" y="0"/>
                </a:lnTo>
                <a:lnTo>
                  <a:pt x="0" y="64744"/>
                </a:lnTo>
                <a:lnTo>
                  <a:pt x="345643" y="6474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5602147" y="2750718"/>
            <a:ext cx="346075" cy="64769"/>
          </a:xfrm>
          <a:custGeom>
            <a:avLst/>
            <a:gdLst/>
            <a:ahLst/>
            <a:cxnLst/>
            <a:rect l="l" t="t" r="r" b="b"/>
            <a:pathLst>
              <a:path w="346075" h="64769">
                <a:moveTo>
                  <a:pt x="345643" y="0"/>
                </a:moveTo>
                <a:lnTo>
                  <a:pt x="345643" y="64744"/>
                </a:lnTo>
                <a:lnTo>
                  <a:pt x="0" y="64744"/>
                </a:lnTo>
                <a:lnTo>
                  <a:pt x="0" y="0"/>
                </a:lnTo>
                <a:lnTo>
                  <a:pt x="345643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5683338" y="2815450"/>
            <a:ext cx="182245" cy="347345"/>
          </a:xfrm>
          <a:custGeom>
            <a:avLst/>
            <a:gdLst/>
            <a:ahLst/>
            <a:cxnLst/>
            <a:rect l="l" t="t" r="r" b="b"/>
            <a:pathLst>
              <a:path w="182245" h="347344">
                <a:moveTo>
                  <a:pt x="182143" y="346735"/>
                </a:moveTo>
                <a:lnTo>
                  <a:pt x="182143" y="0"/>
                </a:lnTo>
                <a:lnTo>
                  <a:pt x="0" y="0"/>
                </a:lnTo>
                <a:lnTo>
                  <a:pt x="0" y="346735"/>
                </a:lnTo>
                <a:lnTo>
                  <a:pt x="182143" y="34673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5683338" y="2815450"/>
            <a:ext cx="182245" cy="347345"/>
          </a:xfrm>
          <a:custGeom>
            <a:avLst/>
            <a:gdLst/>
            <a:ahLst/>
            <a:cxnLst/>
            <a:rect l="l" t="t" r="r" b="b"/>
            <a:pathLst>
              <a:path w="182245" h="347344">
                <a:moveTo>
                  <a:pt x="0" y="0"/>
                </a:moveTo>
                <a:lnTo>
                  <a:pt x="0" y="346735"/>
                </a:lnTo>
                <a:lnTo>
                  <a:pt x="182143" y="346735"/>
                </a:lnTo>
                <a:lnTo>
                  <a:pt x="182143" y="0"/>
                </a:lnTo>
                <a:lnTo>
                  <a:pt x="0" y="0"/>
                </a:lnTo>
                <a:close/>
              </a:path>
              <a:path w="182245" h="347344">
                <a:moveTo>
                  <a:pt x="0" y="86690"/>
                </a:moveTo>
                <a:lnTo>
                  <a:pt x="182143" y="866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5736005" y="2750718"/>
            <a:ext cx="76835" cy="64769"/>
          </a:xfrm>
          <a:custGeom>
            <a:avLst/>
            <a:gdLst/>
            <a:ahLst/>
            <a:cxnLst/>
            <a:rect l="l" t="t" r="r" b="b"/>
            <a:pathLst>
              <a:path w="76835" h="64769">
                <a:moveTo>
                  <a:pt x="76809" y="64731"/>
                </a:moveTo>
                <a:lnTo>
                  <a:pt x="76809" y="0"/>
                </a:lnTo>
              </a:path>
              <a:path w="76835" h="64769">
                <a:moveTo>
                  <a:pt x="0" y="647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5696508" y="2902140"/>
            <a:ext cx="156210" cy="259079"/>
          </a:xfrm>
          <a:custGeom>
            <a:avLst/>
            <a:gdLst/>
            <a:ahLst/>
            <a:cxnLst/>
            <a:rect l="l" t="t" r="r" b="b"/>
            <a:pathLst>
              <a:path w="156210" h="259080">
                <a:moveTo>
                  <a:pt x="0" y="0"/>
                </a:moveTo>
                <a:lnTo>
                  <a:pt x="0" y="258952"/>
                </a:lnTo>
              </a:path>
              <a:path w="156210" h="259080">
                <a:moveTo>
                  <a:pt x="155816" y="0"/>
                </a:moveTo>
                <a:lnTo>
                  <a:pt x="155816" y="25895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5865482" y="2815450"/>
            <a:ext cx="29209" cy="26034"/>
          </a:xfrm>
          <a:custGeom>
            <a:avLst/>
            <a:gdLst/>
            <a:ahLst/>
            <a:cxnLst/>
            <a:rect l="l" t="t" r="r" b="b"/>
            <a:pathLst>
              <a:path w="29210" h="26035">
                <a:moveTo>
                  <a:pt x="28587" y="0"/>
                </a:moveTo>
                <a:lnTo>
                  <a:pt x="0" y="0"/>
                </a:lnTo>
                <a:lnTo>
                  <a:pt x="0" y="25717"/>
                </a:lnTo>
                <a:lnTo>
                  <a:pt x="28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5865482" y="2815450"/>
            <a:ext cx="29209" cy="26034"/>
          </a:xfrm>
          <a:custGeom>
            <a:avLst/>
            <a:gdLst/>
            <a:ahLst/>
            <a:cxnLst/>
            <a:rect l="l" t="t" r="r" b="b"/>
            <a:pathLst>
              <a:path w="29210" h="26035">
                <a:moveTo>
                  <a:pt x="28587" y="0"/>
                </a:moveTo>
                <a:lnTo>
                  <a:pt x="0" y="0"/>
                </a:lnTo>
                <a:lnTo>
                  <a:pt x="0" y="25717"/>
                </a:lnTo>
                <a:lnTo>
                  <a:pt x="28587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5654763" y="2815450"/>
            <a:ext cx="28575" cy="26034"/>
          </a:xfrm>
          <a:custGeom>
            <a:avLst/>
            <a:gdLst/>
            <a:ahLst/>
            <a:cxnLst/>
            <a:rect l="l" t="t" r="r" b="b"/>
            <a:pathLst>
              <a:path w="28575" h="26035">
                <a:moveTo>
                  <a:pt x="28575" y="25717"/>
                </a:moveTo>
                <a:lnTo>
                  <a:pt x="28575" y="0"/>
                </a:lnTo>
                <a:lnTo>
                  <a:pt x="0" y="0"/>
                </a:lnTo>
                <a:lnTo>
                  <a:pt x="28575" y="25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5654763" y="2815450"/>
            <a:ext cx="28575" cy="26034"/>
          </a:xfrm>
          <a:custGeom>
            <a:avLst/>
            <a:gdLst/>
            <a:ahLst/>
            <a:cxnLst/>
            <a:rect l="l" t="t" r="r" b="b"/>
            <a:pathLst>
              <a:path w="28575" h="26035">
                <a:moveTo>
                  <a:pt x="28575" y="25717"/>
                </a:moveTo>
                <a:lnTo>
                  <a:pt x="0" y="0"/>
                </a:lnTo>
                <a:lnTo>
                  <a:pt x="2857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5683338" y="4145368"/>
            <a:ext cx="182245" cy="334010"/>
          </a:xfrm>
          <a:custGeom>
            <a:avLst/>
            <a:gdLst/>
            <a:ahLst/>
            <a:cxnLst/>
            <a:rect l="l" t="t" r="r" b="b"/>
            <a:pathLst>
              <a:path w="182245" h="334010">
                <a:moveTo>
                  <a:pt x="182143" y="320395"/>
                </a:moveTo>
                <a:lnTo>
                  <a:pt x="182143" y="0"/>
                </a:lnTo>
                <a:lnTo>
                  <a:pt x="0" y="0"/>
                </a:lnTo>
                <a:lnTo>
                  <a:pt x="0" y="320395"/>
                </a:lnTo>
                <a:lnTo>
                  <a:pt x="13169" y="333552"/>
                </a:lnTo>
                <a:lnTo>
                  <a:pt x="168986" y="333552"/>
                </a:lnTo>
                <a:lnTo>
                  <a:pt x="182143" y="32039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5683338" y="4145368"/>
            <a:ext cx="182245" cy="334010"/>
          </a:xfrm>
          <a:custGeom>
            <a:avLst/>
            <a:gdLst/>
            <a:ahLst/>
            <a:cxnLst/>
            <a:rect l="l" t="t" r="r" b="b"/>
            <a:pathLst>
              <a:path w="182245" h="334010">
                <a:moveTo>
                  <a:pt x="0" y="0"/>
                </a:moveTo>
                <a:lnTo>
                  <a:pt x="0" y="320395"/>
                </a:lnTo>
                <a:lnTo>
                  <a:pt x="13169" y="333552"/>
                </a:lnTo>
                <a:lnTo>
                  <a:pt x="168986" y="333552"/>
                </a:lnTo>
                <a:lnTo>
                  <a:pt x="182143" y="320395"/>
                </a:lnTo>
                <a:lnTo>
                  <a:pt x="18214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5683338" y="4146461"/>
            <a:ext cx="182245" cy="332740"/>
          </a:xfrm>
          <a:custGeom>
            <a:avLst/>
            <a:gdLst/>
            <a:ahLst/>
            <a:cxnLst/>
            <a:rect l="l" t="t" r="r" b="b"/>
            <a:pathLst>
              <a:path w="182245" h="332739">
                <a:moveTo>
                  <a:pt x="168986" y="0"/>
                </a:moveTo>
                <a:lnTo>
                  <a:pt x="168986" y="332460"/>
                </a:lnTo>
              </a:path>
              <a:path w="182245" h="332739">
                <a:moveTo>
                  <a:pt x="13169" y="0"/>
                </a:moveTo>
                <a:lnTo>
                  <a:pt x="13169" y="332460"/>
                </a:lnTo>
              </a:path>
              <a:path w="182245" h="332739">
                <a:moveTo>
                  <a:pt x="182143" y="319303"/>
                </a:moveTo>
                <a:lnTo>
                  <a:pt x="0" y="31930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6019114" y="2921901"/>
            <a:ext cx="85725" cy="468630"/>
          </a:xfrm>
          <a:custGeom>
            <a:avLst/>
            <a:gdLst/>
            <a:ahLst/>
            <a:cxnLst/>
            <a:rect l="l" t="t" r="r" b="b"/>
            <a:pathLst>
              <a:path w="85725" h="468629">
                <a:moveTo>
                  <a:pt x="85585" y="468541"/>
                </a:moveTo>
                <a:lnTo>
                  <a:pt x="85585" y="0"/>
                </a:lnTo>
                <a:lnTo>
                  <a:pt x="0" y="0"/>
                </a:lnTo>
                <a:lnTo>
                  <a:pt x="0" y="468541"/>
                </a:lnTo>
                <a:lnTo>
                  <a:pt x="85585" y="46854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6019114" y="2921901"/>
            <a:ext cx="85725" cy="468630"/>
          </a:xfrm>
          <a:custGeom>
            <a:avLst/>
            <a:gdLst/>
            <a:ahLst/>
            <a:cxnLst/>
            <a:rect l="l" t="t" r="r" b="b"/>
            <a:pathLst>
              <a:path w="85725" h="468629">
                <a:moveTo>
                  <a:pt x="0" y="0"/>
                </a:moveTo>
                <a:lnTo>
                  <a:pt x="0" y="468541"/>
                </a:lnTo>
                <a:lnTo>
                  <a:pt x="85585" y="468541"/>
                </a:lnTo>
                <a:lnTo>
                  <a:pt x="8558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6061900" y="31561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5" name="bg object 19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017018" y="2796933"/>
            <a:ext cx="88658" cy="128142"/>
          </a:xfrm>
          <a:prstGeom prst="rect">
            <a:avLst/>
          </a:prstGeom>
        </p:spPr>
      </p:pic>
      <p:sp>
        <p:nvSpPr>
          <p:cNvPr id="196" name="bg object 196"/>
          <p:cNvSpPr/>
          <p:nvPr/>
        </p:nvSpPr>
        <p:spPr>
          <a:xfrm>
            <a:off x="6044348" y="2991027"/>
            <a:ext cx="35560" cy="749935"/>
          </a:xfrm>
          <a:custGeom>
            <a:avLst/>
            <a:gdLst/>
            <a:ahLst/>
            <a:cxnLst/>
            <a:rect l="l" t="t" r="r" b="b"/>
            <a:pathLst>
              <a:path w="35560" h="749935">
                <a:moveTo>
                  <a:pt x="35115" y="749439"/>
                </a:moveTo>
                <a:lnTo>
                  <a:pt x="35115" y="0"/>
                </a:lnTo>
                <a:lnTo>
                  <a:pt x="0" y="0"/>
                </a:lnTo>
                <a:lnTo>
                  <a:pt x="0" y="749439"/>
                </a:lnTo>
                <a:lnTo>
                  <a:pt x="35115" y="749439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6044348" y="2991027"/>
            <a:ext cx="35560" cy="749935"/>
          </a:xfrm>
          <a:custGeom>
            <a:avLst/>
            <a:gdLst/>
            <a:ahLst/>
            <a:cxnLst/>
            <a:rect l="l" t="t" r="r" b="b"/>
            <a:pathLst>
              <a:path w="35560" h="749935">
                <a:moveTo>
                  <a:pt x="35115" y="0"/>
                </a:moveTo>
                <a:lnTo>
                  <a:pt x="35115" y="749439"/>
                </a:lnTo>
                <a:lnTo>
                  <a:pt x="0" y="749439"/>
                </a:lnTo>
                <a:lnTo>
                  <a:pt x="0" y="0"/>
                </a:lnTo>
                <a:lnTo>
                  <a:pt x="3511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5925845" y="3874338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4" h="78104">
                <a:moveTo>
                  <a:pt x="96558" y="77901"/>
                </a:moveTo>
                <a:lnTo>
                  <a:pt x="96558" y="0"/>
                </a:lnTo>
                <a:lnTo>
                  <a:pt x="0" y="0"/>
                </a:lnTo>
                <a:lnTo>
                  <a:pt x="0" y="77901"/>
                </a:lnTo>
                <a:lnTo>
                  <a:pt x="96558" y="7790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5925845" y="3874338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4" h="78104">
                <a:moveTo>
                  <a:pt x="96558" y="0"/>
                </a:moveTo>
                <a:lnTo>
                  <a:pt x="96558" y="77901"/>
                </a:lnTo>
                <a:lnTo>
                  <a:pt x="0" y="77901"/>
                </a:lnTo>
                <a:lnTo>
                  <a:pt x="0" y="0"/>
                </a:lnTo>
                <a:lnTo>
                  <a:pt x="96558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5925845" y="3571493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4" h="78104">
                <a:moveTo>
                  <a:pt x="96558" y="77901"/>
                </a:moveTo>
                <a:lnTo>
                  <a:pt x="96558" y="0"/>
                </a:lnTo>
                <a:lnTo>
                  <a:pt x="0" y="0"/>
                </a:lnTo>
                <a:lnTo>
                  <a:pt x="0" y="77901"/>
                </a:lnTo>
                <a:lnTo>
                  <a:pt x="96558" y="7790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5925845" y="3571493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4" h="78104">
                <a:moveTo>
                  <a:pt x="96558" y="0"/>
                </a:moveTo>
                <a:lnTo>
                  <a:pt x="96558" y="77901"/>
                </a:lnTo>
                <a:lnTo>
                  <a:pt x="0" y="77901"/>
                </a:lnTo>
                <a:lnTo>
                  <a:pt x="0" y="0"/>
                </a:lnTo>
                <a:lnTo>
                  <a:pt x="96558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5925667" y="3269221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4" h="78104">
                <a:moveTo>
                  <a:pt x="96558" y="77901"/>
                </a:moveTo>
                <a:lnTo>
                  <a:pt x="96558" y="0"/>
                </a:lnTo>
                <a:lnTo>
                  <a:pt x="0" y="0"/>
                </a:lnTo>
                <a:lnTo>
                  <a:pt x="0" y="77901"/>
                </a:lnTo>
                <a:lnTo>
                  <a:pt x="96558" y="7790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5925667" y="3269221"/>
            <a:ext cx="97155" cy="78105"/>
          </a:xfrm>
          <a:custGeom>
            <a:avLst/>
            <a:gdLst/>
            <a:ahLst/>
            <a:cxnLst/>
            <a:rect l="l" t="t" r="r" b="b"/>
            <a:pathLst>
              <a:path w="97154" h="78104">
                <a:moveTo>
                  <a:pt x="96558" y="0"/>
                </a:moveTo>
                <a:lnTo>
                  <a:pt x="96558" y="77901"/>
                </a:lnTo>
                <a:lnTo>
                  <a:pt x="0" y="77901"/>
                </a:lnTo>
                <a:lnTo>
                  <a:pt x="0" y="0"/>
                </a:lnTo>
                <a:lnTo>
                  <a:pt x="96558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6022403" y="3200590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21945" y="820775"/>
                </a:moveTo>
                <a:lnTo>
                  <a:pt x="21945" y="0"/>
                </a:lnTo>
                <a:lnTo>
                  <a:pt x="0" y="0"/>
                </a:lnTo>
                <a:lnTo>
                  <a:pt x="0" y="820775"/>
                </a:lnTo>
                <a:lnTo>
                  <a:pt x="21945" y="82077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6022403" y="3200590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0" y="820775"/>
                </a:moveTo>
                <a:lnTo>
                  <a:pt x="21945" y="820775"/>
                </a:lnTo>
                <a:lnTo>
                  <a:pt x="21945" y="0"/>
                </a:lnTo>
                <a:lnTo>
                  <a:pt x="0" y="0"/>
                </a:lnTo>
                <a:lnTo>
                  <a:pt x="0" y="82077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5903976" y="3200590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21945" y="756043"/>
                </a:moveTo>
                <a:lnTo>
                  <a:pt x="0" y="756043"/>
                </a:lnTo>
                <a:lnTo>
                  <a:pt x="0" y="820775"/>
                </a:lnTo>
                <a:lnTo>
                  <a:pt x="21945" y="820775"/>
                </a:lnTo>
                <a:lnTo>
                  <a:pt x="21945" y="756043"/>
                </a:lnTo>
                <a:close/>
              </a:path>
              <a:path w="22225" h="821054">
                <a:moveTo>
                  <a:pt x="21945" y="0"/>
                </a:moveTo>
                <a:lnTo>
                  <a:pt x="0" y="0"/>
                </a:lnTo>
                <a:lnTo>
                  <a:pt x="0" y="64757"/>
                </a:lnTo>
                <a:lnTo>
                  <a:pt x="21945" y="64757"/>
                </a:lnTo>
                <a:lnTo>
                  <a:pt x="21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5903976" y="3200590"/>
            <a:ext cx="22225" cy="821055"/>
          </a:xfrm>
          <a:custGeom>
            <a:avLst/>
            <a:gdLst/>
            <a:ahLst/>
            <a:cxnLst/>
            <a:rect l="l" t="t" r="r" b="b"/>
            <a:pathLst>
              <a:path w="22225" h="821054">
                <a:moveTo>
                  <a:pt x="0" y="820775"/>
                </a:moveTo>
                <a:lnTo>
                  <a:pt x="21945" y="820775"/>
                </a:lnTo>
                <a:lnTo>
                  <a:pt x="21945" y="0"/>
                </a:lnTo>
                <a:lnTo>
                  <a:pt x="0" y="0"/>
                </a:lnTo>
                <a:lnTo>
                  <a:pt x="0" y="82077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5947790" y="3330092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79" h="259079">
                <a:moveTo>
                  <a:pt x="42799" y="258952"/>
                </a:moveTo>
                <a:lnTo>
                  <a:pt x="42799" y="0"/>
                </a:lnTo>
                <a:lnTo>
                  <a:pt x="0" y="0"/>
                </a:lnTo>
                <a:lnTo>
                  <a:pt x="0" y="258952"/>
                </a:lnTo>
                <a:lnTo>
                  <a:pt x="42799" y="258952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5947790" y="3330092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79" h="259079">
                <a:moveTo>
                  <a:pt x="0" y="0"/>
                </a:moveTo>
                <a:lnTo>
                  <a:pt x="0" y="258952"/>
                </a:lnTo>
                <a:lnTo>
                  <a:pt x="42799" y="258952"/>
                </a:lnTo>
                <a:lnTo>
                  <a:pt x="42799" y="0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5990577" y="3359708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21945" y="199707"/>
                </a:moveTo>
                <a:lnTo>
                  <a:pt x="21945" y="0"/>
                </a:lnTo>
                <a:lnTo>
                  <a:pt x="0" y="0"/>
                </a:lnTo>
                <a:lnTo>
                  <a:pt x="0" y="199707"/>
                </a:lnTo>
                <a:lnTo>
                  <a:pt x="21945" y="199707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5990577" y="3359708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0" y="0"/>
                </a:moveTo>
                <a:lnTo>
                  <a:pt x="0" y="199707"/>
                </a:lnTo>
                <a:lnTo>
                  <a:pt x="21945" y="199707"/>
                </a:lnTo>
                <a:lnTo>
                  <a:pt x="2194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5947790" y="3631844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79" h="259079">
                <a:moveTo>
                  <a:pt x="42799" y="258965"/>
                </a:moveTo>
                <a:lnTo>
                  <a:pt x="42799" y="0"/>
                </a:lnTo>
                <a:lnTo>
                  <a:pt x="0" y="0"/>
                </a:lnTo>
                <a:lnTo>
                  <a:pt x="0" y="258965"/>
                </a:lnTo>
                <a:lnTo>
                  <a:pt x="42799" y="258965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5947790" y="3631844"/>
            <a:ext cx="43180" cy="259079"/>
          </a:xfrm>
          <a:custGeom>
            <a:avLst/>
            <a:gdLst/>
            <a:ahLst/>
            <a:cxnLst/>
            <a:rect l="l" t="t" r="r" b="b"/>
            <a:pathLst>
              <a:path w="43179" h="259079">
                <a:moveTo>
                  <a:pt x="0" y="0"/>
                </a:moveTo>
                <a:lnTo>
                  <a:pt x="0" y="258965"/>
                </a:lnTo>
                <a:lnTo>
                  <a:pt x="42799" y="258965"/>
                </a:lnTo>
                <a:lnTo>
                  <a:pt x="42799" y="0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5990577" y="3661460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21945" y="199707"/>
                </a:moveTo>
                <a:lnTo>
                  <a:pt x="21945" y="0"/>
                </a:lnTo>
                <a:lnTo>
                  <a:pt x="0" y="0"/>
                </a:lnTo>
                <a:lnTo>
                  <a:pt x="0" y="199707"/>
                </a:lnTo>
                <a:lnTo>
                  <a:pt x="21945" y="199707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5990577" y="3661460"/>
            <a:ext cx="22225" cy="200025"/>
          </a:xfrm>
          <a:custGeom>
            <a:avLst/>
            <a:gdLst/>
            <a:ahLst/>
            <a:cxnLst/>
            <a:rect l="l" t="t" r="r" b="b"/>
            <a:pathLst>
              <a:path w="22225" h="200025">
                <a:moveTo>
                  <a:pt x="0" y="0"/>
                </a:moveTo>
                <a:lnTo>
                  <a:pt x="0" y="199707"/>
                </a:lnTo>
                <a:lnTo>
                  <a:pt x="21945" y="199707"/>
                </a:lnTo>
                <a:lnTo>
                  <a:pt x="2194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5622988" y="3265347"/>
            <a:ext cx="302895" cy="691515"/>
          </a:xfrm>
          <a:custGeom>
            <a:avLst/>
            <a:gdLst/>
            <a:ahLst/>
            <a:cxnLst/>
            <a:rect l="l" t="t" r="r" b="b"/>
            <a:pathLst>
              <a:path w="302895" h="691514">
                <a:moveTo>
                  <a:pt x="302856" y="691286"/>
                </a:moveTo>
                <a:lnTo>
                  <a:pt x="302856" y="0"/>
                </a:lnTo>
                <a:lnTo>
                  <a:pt x="0" y="0"/>
                </a:lnTo>
                <a:lnTo>
                  <a:pt x="1092" y="691286"/>
                </a:lnTo>
                <a:lnTo>
                  <a:pt x="302856" y="691286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5622988" y="3265347"/>
            <a:ext cx="302895" cy="691515"/>
          </a:xfrm>
          <a:custGeom>
            <a:avLst/>
            <a:gdLst/>
            <a:ahLst/>
            <a:cxnLst/>
            <a:rect l="l" t="t" r="r" b="b"/>
            <a:pathLst>
              <a:path w="302895" h="691514">
                <a:moveTo>
                  <a:pt x="302856" y="0"/>
                </a:moveTo>
                <a:lnTo>
                  <a:pt x="0" y="0"/>
                </a:lnTo>
                <a:lnTo>
                  <a:pt x="1092" y="691286"/>
                </a:lnTo>
                <a:lnTo>
                  <a:pt x="302856" y="691286"/>
                </a:lnTo>
                <a:lnTo>
                  <a:pt x="302856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5247690" y="3316922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10" h="285750">
                <a:moveTo>
                  <a:pt x="16471" y="285292"/>
                </a:moveTo>
                <a:lnTo>
                  <a:pt x="16471" y="0"/>
                </a:lnTo>
                <a:lnTo>
                  <a:pt x="0" y="12"/>
                </a:lnTo>
                <a:lnTo>
                  <a:pt x="0" y="285305"/>
                </a:lnTo>
                <a:lnTo>
                  <a:pt x="16471" y="28529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5247690" y="3316922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10" h="285750">
                <a:moveTo>
                  <a:pt x="16471" y="0"/>
                </a:moveTo>
                <a:lnTo>
                  <a:pt x="0" y="12"/>
                </a:lnTo>
                <a:lnTo>
                  <a:pt x="0" y="285305"/>
                </a:lnTo>
                <a:lnTo>
                  <a:pt x="16471" y="28529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0" name="bg object 22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075667" y="3555847"/>
            <a:ext cx="98844" cy="108369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6012523" y="3394824"/>
            <a:ext cx="8255" cy="129539"/>
          </a:xfrm>
          <a:custGeom>
            <a:avLst/>
            <a:gdLst/>
            <a:ahLst/>
            <a:cxnLst/>
            <a:rect l="l" t="t" r="r" b="b"/>
            <a:pathLst>
              <a:path w="8254" h="129539">
                <a:moveTo>
                  <a:pt x="0" y="0"/>
                </a:moveTo>
                <a:lnTo>
                  <a:pt x="0" y="129476"/>
                </a:lnTo>
                <a:lnTo>
                  <a:pt x="7670" y="129476"/>
                </a:lnTo>
                <a:lnTo>
                  <a:pt x="7670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5247703" y="3619779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10" h="285750">
                <a:moveTo>
                  <a:pt x="16471" y="285292"/>
                </a:moveTo>
                <a:lnTo>
                  <a:pt x="16459" y="0"/>
                </a:lnTo>
                <a:lnTo>
                  <a:pt x="0" y="0"/>
                </a:lnTo>
                <a:lnTo>
                  <a:pt x="0" y="285292"/>
                </a:lnTo>
                <a:lnTo>
                  <a:pt x="16471" y="28529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5247703" y="3619779"/>
            <a:ext cx="16510" cy="285750"/>
          </a:xfrm>
          <a:custGeom>
            <a:avLst/>
            <a:gdLst/>
            <a:ahLst/>
            <a:cxnLst/>
            <a:rect l="l" t="t" r="r" b="b"/>
            <a:pathLst>
              <a:path w="16510" h="285750">
                <a:moveTo>
                  <a:pt x="16459" y="0"/>
                </a:moveTo>
                <a:lnTo>
                  <a:pt x="0" y="0"/>
                </a:lnTo>
                <a:lnTo>
                  <a:pt x="0" y="285292"/>
                </a:lnTo>
                <a:lnTo>
                  <a:pt x="16471" y="28529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5264175" y="3308146"/>
            <a:ext cx="22225" cy="605155"/>
          </a:xfrm>
          <a:custGeom>
            <a:avLst/>
            <a:gdLst/>
            <a:ahLst/>
            <a:cxnLst/>
            <a:rect l="l" t="t" r="r" b="b"/>
            <a:pathLst>
              <a:path w="22225" h="605154">
                <a:moveTo>
                  <a:pt x="21945" y="604608"/>
                </a:moveTo>
                <a:lnTo>
                  <a:pt x="21945" y="0"/>
                </a:lnTo>
                <a:lnTo>
                  <a:pt x="0" y="0"/>
                </a:lnTo>
                <a:lnTo>
                  <a:pt x="0" y="604608"/>
                </a:lnTo>
                <a:lnTo>
                  <a:pt x="21945" y="6046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5264175" y="3308146"/>
            <a:ext cx="22225" cy="605155"/>
          </a:xfrm>
          <a:custGeom>
            <a:avLst/>
            <a:gdLst/>
            <a:ahLst/>
            <a:cxnLst/>
            <a:rect l="l" t="t" r="r" b="b"/>
            <a:pathLst>
              <a:path w="22225" h="605154">
                <a:moveTo>
                  <a:pt x="0" y="0"/>
                </a:moveTo>
                <a:lnTo>
                  <a:pt x="0" y="604608"/>
                </a:lnTo>
                <a:lnTo>
                  <a:pt x="21945" y="604608"/>
                </a:lnTo>
                <a:lnTo>
                  <a:pt x="2194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5286120" y="3308146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79" h="302895">
                <a:moveTo>
                  <a:pt x="639711" y="302831"/>
                </a:moveTo>
                <a:lnTo>
                  <a:pt x="639711" y="0"/>
                </a:lnTo>
                <a:lnTo>
                  <a:pt x="0" y="0"/>
                </a:lnTo>
                <a:lnTo>
                  <a:pt x="0" y="302831"/>
                </a:lnTo>
                <a:lnTo>
                  <a:pt x="639711" y="30283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5286120" y="3308146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79" h="302895">
                <a:moveTo>
                  <a:pt x="0" y="0"/>
                </a:moveTo>
                <a:lnTo>
                  <a:pt x="0" y="302831"/>
                </a:lnTo>
                <a:lnTo>
                  <a:pt x="639711" y="302831"/>
                </a:lnTo>
                <a:lnTo>
                  <a:pt x="639711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8" name="bg object 2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476074" y="3371900"/>
            <a:ext cx="201663" cy="200571"/>
          </a:xfrm>
          <a:prstGeom prst="rect">
            <a:avLst/>
          </a:prstGeom>
        </p:spPr>
      </p:pic>
      <p:sp>
        <p:nvSpPr>
          <p:cNvPr id="229" name="bg object 229"/>
          <p:cNvSpPr/>
          <p:nvPr/>
        </p:nvSpPr>
        <p:spPr>
          <a:xfrm>
            <a:off x="5286120" y="3610978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79" h="302895">
                <a:moveTo>
                  <a:pt x="639711" y="302831"/>
                </a:moveTo>
                <a:lnTo>
                  <a:pt x="639711" y="0"/>
                </a:lnTo>
                <a:lnTo>
                  <a:pt x="0" y="0"/>
                </a:lnTo>
                <a:lnTo>
                  <a:pt x="0" y="302831"/>
                </a:lnTo>
                <a:lnTo>
                  <a:pt x="639711" y="30283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5286120" y="3610978"/>
            <a:ext cx="640080" cy="302895"/>
          </a:xfrm>
          <a:custGeom>
            <a:avLst/>
            <a:gdLst/>
            <a:ahLst/>
            <a:cxnLst/>
            <a:rect l="l" t="t" r="r" b="b"/>
            <a:pathLst>
              <a:path w="640079" h="302895">
                <a:moveTo>
                  <a:pt x="0" y="0"/>
                </a:moveTo>
                <a:lnTo>
                  <a:pt x="0" y="302831"/>
                </a:lnTo>
                <a:lnTo>
                  <a:pt x="639711" y="302831"/>
                </a:lnTo>
                <a:lnTo>
                  <a:pt x="639711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5925845" y="3308146"/>
            <a:ext cx="22225" cy="605155"/>
          </a:xfrm>
          <a:custGeom>
            <a:avLst/>
            <a:gdLst/>
            <a:ahLst/>
            <a:cxnLst/>
            <a:rect l="l" t="t" r="r" b="b"/>
            <a:pathLst>
              <a:path w="22225" h="605154">
                <a:moveTo>
                  <a:pt x="21945" y="604608"/>
                </a:moveTo>
                <a:lnTo>
                  <a:pt x="21945" y="0"/>
                </a:lnTo>
                <a:lnTo>
                  <a:pt x="0" y="0"/>
                </a:lnTo>
                <a:lnTo>
                  <a:pt x="0" y="604608"/>
                </a:lnTo>
                <a:lnTo>
                  <a:pt x="21945" y="6046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5925845" y="3308146"/>
            <a:ext cx="94615" cy="605155"/>
          </a:xfrm>
          <a:custGeom>
            <a:avLst/>
            <a:gdLst/>
            <a:ahLst/>
            <a:cxnLst/>
            <a:rect l="l" t="t" r="r" b="b"/>
            <a:pathLst>
              <a:path w="94614" h="605154">
                <a:moveTo>
                  <a:pt x="0" y="0"/>
                </a:moveTo>
                <a:lnTo>
                  <a:pt x="0" y="604608"/>
                </a:lnTo>
                <a:lnTo>
                  <a:pt x="21945" y="604608"/>
                </a:lnTo>
                <a:lnTo>
                  <a:pt x="21945" y="0"/>
                </a:lnTo>
                <a:lnTo>
                  <a:pt x="0" y="0"/>
                </a:lnTo>
                <a:close/>
              </a:path>
              <a:path w="94614" h="605154">
                <a:moveTo>
                  <a:pt x="86677" y="389534"/>
                </a:moveTo>
                <a:lnTo>
                  <a:pt x="86677" y="519010"/>
                </a:lnTo>
                <a:lnTo>
                  <a:pt x="94348" y="519010"/>
                </a:lnTo>
                <a:lnTo>
                  <a:pt x="94348" y="389534"/>
                </a:lnTo>
                <a:lnTo>
                  <a:pt x="86677" y="389534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3" name="bg object 2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075667" y="3253003"/>
            <a:ext cx="98844" cy="108369"/>
          </a:xfrm>
          <a:prstGeom prst="rect">
            <a:avLst/>
          </a:prstGeom>
        </p:spPr>
      </p:pic>
      <p:pic>
        <p:nvPicPr>
          <p:cNvPr id="234" name="bg object 23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623559" y="3956634"/>
            <a:ext cx="294487" cy="193014"/>
          </a:xfrm>
          <a:prstGeom prst="rect">
            <a:avLst/>
          </a:prstGeom>
        </p:spPr>
      </p:pic>
      <p:sp>
        <p:nvSpPr>
          <p:cNvPr id="235" name="bg object 235"/>
          <p:cNvSpPr/>
          <p:nvPr/>
        </p:nvSpPr>
        <p:spPr>
          <a:xfrm>
            <a:off x="5627370" y="3956633"/>
            <a:ext cx="298450" cy="16510"/>
          </a:xfrm>
          <a:custGeom>
            <a:avLst/>
            <a:gdLst/>
            <a:ahLst/>
            <a:cxnLst/>
            <a:rect l="l" t="t" r="r" b="b"/>
            <a:pathLst>
              <a:path w="298450" h="16510">
                <a:moveTo>
                  <a:pt x="298450" y="0"/>
                </a:moveTo>
                <a:lnTo>
                  <a:pt x="294640" y="0"/>
                </a:lnTo>
                <a:lnTo>
                  <a:pt x="0" y="0"/>
                </a:lnTo>
                <a:lnTo>
                  <a:pt x="0" y="16446"/>
                </a:lnTo>
                <a:lnTo>
                  <a:pt x="294640" y="16446"/>
                </a:lnTo>
                <a:lnTo>
                  <a:pt x="294640" y="14617"/>
                </a:lnTo>
                <a:lnTo>
                  <a:pt x="298450" y="14617"/>
                </a:lnTo>
                <a:lnTo>
                  <a:pt x="29845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5622988" y="3956634"/>
            <a:ext cx="302895" cy="16510"/>
          </a:xfrm>
          <a:custGeom>
            <a:avLst/>
            <a:gdLst/>
            <a:ahLst/>
            <a:cxnLst/>
            <a:rect l="l" t="t" r="r" b="b"/>
            <a:pathLst>
              <a:path w="302895" h="16510">
                <a:moveTo>
                  <a:pt x="302856" y="0"/>
                </a:moveTo>
                <a:lnTo>
                  <a:pt x="302856" y="13169"/>
                </a:lnTo>
                <a:lnTo>
                  <a:pt x="298462" y="16446"/>
                </a:lnTo>
                <a:lnTo>
                  <a:pt x="4394" y="16446"/>
                </a:lnTo>
                <a:lnTo>
                  <a:pt x="0" y="13169"/>
                </a:lnTo>
                <a:lnTo>
                  <a:pt x="812" y="0"/>
                </a:lnTo>
                <a:lnTo>
                  <a:pt x="302856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5623560" y="3247783"/>
            <a:ext cx="302260" cy="16510"/>
          </a:xfrm>
          <a:custGeom>
            <a:avLst/>
            <a:gdLst/>
            <a:ahLst/>
            <a:cxnLst/>
            <a:rect l="l" t="t" r="r" b="b"/>
            <a:pathLst>
              <a:path w="302260" h="16510">
                <a:moveTo>
                  <a:pt x="302260" y="1841"/>
                </a:moveTo>
                <a:lnTo>
                  <a:pt x="298450" y="1841"/>
                </a:lnTo>
                <a:lnTo>
                  <a:pt x="298450" y="0"/>
                </a:lnTo>
                <a:lnTo>
                  <a:pt x="3810" y="0"/>
                </a:lnTo>
                <a:lnTo>
                  <a:pt x="3810" y="1435"/>
                </a:lnTo>
                <a:lnTo>
                  <a:pt x="0" y="1435"/>
                </a:lnTo>
                <a:lnTo>
                  <a:pt x="0" y="16446"/>
                </a:lnTo>
                <a:lnTo>
                  <a:pt x="3810" y="16446"/>
                </a:lnTo>
                <a:lnTo>
                  <a:pt x="298450" y="16446"/>
                </a:lnTo>
                <a:lnTo>
                  <a:pt x="302260" y="16446"/>
                </a:lnTo>
                <a:lnTo>
                  <a:pt x="302260" y="184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5622988" y="3247783"/>
            <a:ext cx="302895" cy="16510"/>
          </a:xfrm>
          <a:custGeom>
            <a:avLst/>
            <a:gdLst/>
            <a:ahLst/>
            <a:cxnLst/>
            <a:rect l="l" t="t" r="r" b="b"/>
            <a:pathLst>
              <a:path w="302895" h="16510">
                <a:moveTo>
                  <a:pt x="302856" y="16446"/>
                </a:moveTo>
                <a:lnTo>
                  <a:pt x="302856" y="3276"/>
                </a:lnTo>
                <a:lnTo>
                  <a:pt x="298462" y="0"/>
                </a:lnTo>
                <a:lnTo>
                  <a:pt x="4394" y="0"/>
                </a:lnTo>
                <a:lnTo>
                  <a:pt x="0" y="3276"/>
                </a:lnTo>
                <a:lnTo>
                  <a:pt x="812" y="16446"/>
                </a:lnTo>
                <a:lnTo>
                  <a:pt x="302856" y="164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9" name="bg object 2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630786" y="3157905"/>
            <a:ext cx="287248" cy="93052"/>
          </a:xfrm>
          <a:prstGeom prst="rect">
            <a:avLst/>
          </a:prstGeom>
        </p:spPr>
      </p:pic>
      <p:pic>
        <p:nvPicPr>
          <p:cNvPr id="240" name="bg object 2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908467" y="2972473"/>
            <a:ext cx="98856" cy="108369"/>
          </a:xfrm>
          <a:prstGeom prst="rect">
            <a:avLst/>
          </a:prstGeom>
        </p:spPr>
      </p:pic>
      <p:pic>
        <p:nvPicPr>
          <p:cNvPr id="241" name="bg object 2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908467" y="3233648"/>
            <a:ext cx="98856" cy="108369"/>
          </a:xfrm>
          <a:prstGeom prst="rect">
            <a:avLst/>
          </a:prstGeom>
        </p:spPr>
      </p:pic>
      <p:sp>
        <p:nvSpPr>
          <p:cNvPr id="242" name="bg object 242"/>
          <p:cNvSpPr/>
          <p:nvPr/>
        </p:nvSpPr>
        <p:spPr>
          <a:xfrm>
            <a:off x="2004148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2004148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0" y="0"/>
                </a:moveTo>
                <a:lnTo>
                  <a:pt x="0" y="389534"/>
                </a:lnTo>
                <a:lnTo>
                  <a:pt x="51574" y="389534"/>
                </a:lnTo>
                <a:lnTo>
                  <a:pt x="51574" y="0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1031951" y="2716682"/>
            <a:ext cx="4744085" cy="1805305"/>
          </a:xfrm>
          <a:custGeom>
            <a:avLst/>
            <a:gdLst/>
            <a:ahLst/>
            <a:cxnLst/>
            <a:rect l="l" t="t" r="r" b="b"/>
            <a:pathLst>
              <a:path w="4744085" h="1805304">
                <a:moveTo>
                  <a:pt x="4743564" y="0"/>
                </a:moveTo>
                <a:lnTo>
                  <a:pt x="4743564" y="1805025"/>
                </a:lnTo>
              </a:path>
              <a:path w="4744085" h="1805304">
                <a:moveTo>
                  <a:pt x="0" y="12"/>
                </a:moveTo>
                <a:lnTo>
                  <a:pt x="0" y="1805038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4441228" y="2993199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79" h="328295">
                <a:moveTo>
                  <a:pt x="259080" y="328091"/>
                </a:moveTo>
                <a:lnTo>
                  <a:pt x="259080" y="12"/>
                </a:lnTo>
                <a:lnTo>
                  <a:pt x="0" y="0"/>
                </a:lnTo>
                <a:lnTo>
                  <a:pt x="0" y="328091"/>
                </a:lnTo>
                <a:lnTo>
                  <a:pt x="259080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4441228" y="2993199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79" h="328295">
                <a:moveTo>
                  <a:pt x="0" y="328091"/>
                </a:moveTo>
                <a:lnTo>
                  <a:pt x="259080" y="328091"/>
                </a:lnTo>
                <a:lnTo>
                  <a:pt x="259080" y="12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7" name="bg object 24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604512" y="2972473"/>
            <a:ext cx="98844" cy="108369"/>
          </a:xfrm>
          <a:prstGeom prst="rect">
            <a:avLst/>
          </a:prstGeom>
        </p:spPr>
      </p:pic>
      <p:pic>
        <p:nvPicPr>
          <p:cNvPr id="248" name="bg object 24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604512" y="3233648"/>
            <a:ext cx="98844" cy="108369"/>
          </a:xfrm>
          <a:prstGeom prst="rect">
            <a:avLst/>
          </a:prstGeom>
        </p:spPr>
      </p:pic>
      <p:sp>
        <p:nvSpPr>
          <p:cNvPr id="249" name="bg object 249"/>
          <p:cNvSpPr/>
          <p:nvPr/>
        </p:nvSpPr>
        <p:spPr>
          <a:xfrm>
            <a:off x="4700193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4700193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0" y="0"/>
                </a:moveTo>
                <a:lnTo>
                  <a:pt x="0" y="389534"/>
                </a:lnTo>
                <a:lnTo>
                  <a:pt x="51574" y="389534"/>
                </a:lnTo>
                <a:lnTo>
                  <a:pt x="5157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2107171" y="2993199"/>
            <a:ext cx="259715" cy="328295"/>
          </a:xfrm>
          <a:custGeom>
            <a:avLst/>
            <a:gdLst/>
            <a:ahLst/>
            <a:cxnLst/>
            <a:rect l="l" t="t" r="r" b="b"/>
            <a:pathLst>
              <a:path w="259714" h="328295">
                <a:moveTo>
                  <a:pt x="259092" y="328091"/>
                </a:moveTo>
                <a:lnTo>
                  <a:pt x="259092" y="0"/>
                </a:lnTo>
                <a:lnTo>
                  <a:pt x="0" y="12"/>
                </a:lnTo>
                <a:lnTo>
                  <a:pt x="0" y="328091"/>
                </a:lnTo>
                <a:lnTo>
                  <a:pt x="259092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2107171" y="2993199"/>
            <a:ext cx="259715" cy="328295"/>
          </a:xfrm>
          <a:custGeom>
            <a:avLst/>
            <a:gdLst/>
            <a:ahLst/>
            <a:cxnLst/>
            <a:rect l="l" t="t" r="r" b="b"/>
            <a:pathLst>
              <a:path w="259714" h="328295">
                <a:moveTo>
                  <a:pt x="259092" y="328091"/>
                </a:moveTo>
                <a:lnTo>
                  <a:pt x="0" y="328091"/>
                </a:lnTo>
                <a:lnTo>
                  <a:pt x="0" y="12"/>
                </a:lnTo>
                <a:lnTo>
                  <a:pt x="25909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3" name="bg object 25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104123" y="2972473"/>
            <a:ext cx="98856" cy="108369"/>
          </a:xfrm>
          <a:prstGeom prst="rect">
            <a:avLst/>
          </a:prstGeom>
        </p:spPr>
      </p:pic>
      <p:pic>
        <p:nvPicPr>
          <p:cNvPr id="254" name="bg object 25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104123" y="3233648"/>
            <a:ext cx="98856" cy="108369"/>
          </a:xfrm>
          <a:prstGeom prst="rect">
            <a:avLst/>
          </a:prstGeom>
        </p:spPr>
      </p:pic>
      <p:sp>
        <p:nvSpPr>
          <p:cNvPr id="255" name="bg object 255"/>
          <p:cNvSpPr/>
          <p:nvPr/>
        </p:nvSpPr>
        <p:spPr>
          <a:xfrm>
            <a:off x="2055723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2055723" y="2962478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51574" y="0"/>
                </a:moveTo>
                <a:lnTo>
                  <a:pt x="51574" y="389534"/>
                </a:lnTo>
                <a:lnTo>
                  <a:pt x="0" y="389534"/>
                </a:lnTo>
                <a:lnTo>
                  <a:pt x="0" y="0"/>
                </a:lnTo>
                <a:lnTo>
                  <a:pt x="51574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2107298" y="2993199"/>
            <a:ext cx="2593340" cy="328295"/>
          </a:xfrm>
          <a:custGeom>
            <a:avLst/>
            <a:gdLst/>
            <a:ahLst/>
            <a:cxnLst/>
            <a:rect l="l" t="t" r="r" b="b"/>
            <a:pathLst>
              <a:path w="2593340" h="328295">
                <a:moveTo>
                  <a:pt x="2592908" y="216166"/>
                </a:moveTo>
                <a:lnTo>
                  <a:pt x="2592908" y="111925"/>
                </a:lnTo>
                <a:lnTo>
                  <a:pt x="2528163" y="111925"/>
                </a:lnTo>
                <a:lnTo>
                  <a:pt x="2507310" y="109728"/>
                </a:lnTo>
                <a:lnTo>
                  <a:pt x="2487561" y="102044"/>
                </a:lnTo>
                <a:lnTo>
                  <a:pt x="2471102" y="89979"/>
                </a:lnTo>
                <a:lnTo>
                  <a:pt x="2456827" y="74612"/>
                </a:lnTo>
                <a:lnTo>
                  <a:pt x="2437091" y="37312"/>
                </a:lnTo>
                <a:lnTo>
                  <a:pt x="2422829" y="20853"/>
                </a:lnTo>
                <a:lnTo>
                  <a:pt x="2406370" y="9880"/>
                </a:lnTo>
                <a:lnTo>
                  <a:pt x="2386609" y="2197"/>
                </a:lnTo>
                <a:lnTo>
                  <a:pt x="2365768" y="0"/>
                </a:lnTo>
                <a:lnTo>
                  <a:pt x="227139" y="0"/>
                </a:lnTo>
                <a:lnTo>
                  <a:pt x="186537" y="9880"/>
                </a:lnTo>
                <a:lnTo>
                  <a:pt x="155816" y="37312"/>
                </a:lnTo>
                <a:lnTo>
                  <a:pt x="136080" y="74612"/>
                </a:lnTo>
                <a:lnTo>
                  <a:pt x="121793" y="89979"/>
                </a:lnTo>
                <a:lnTo>
                  <a:pt x="105346" y="102044"/>
                </a:lnTo>
                <a:lnTo>
                  <a:pt x="85585" y="109728"/>
                </a:lnTo>
                <a:lnTo>
                  <a:pt x="64744" y="111925"/>
                </a:lnTo>
                <a:lnTo>
                  <a:pt x="0" y="111925"/>
                </a:lnTo>
                <a:lnTo>
                  <a:pt x="0" y="216166"/>
                </a:lnTo>
                <a:lnTo>
                  <a:pt x="64744" y="216166"/>
                </a:lnTo>
                <a:lnTo>
                  <a:pt x="85585" y="218363"/>
                </a:lnTo>
                <a:lnTo>
                  <a:pt x="105346" y="226047"/>
                </a:lnTo>
                <a:lnTo>
                  <a:pt x="121793" y="237020"/>
                </a:lnTo>
                <a:lnTo>
                  <a:pt x="136080" y="253453"/>
                </a:lnTo>
                <a:lnTo>
                  <a:pt x="155816" y="290779"/>
                </a:lnTo>
                <a:lnTo>
                  <a:pt x="170078" y="306146"/>
                </a:lnTo>
                <a:lnTo>
                  <a:pt x="186537" y="318211"/>
                </a:lnTo>
                <a:lnTo>
                  <a:pt x="206286" y="325894"/>
                </a:lnTo>
                <a:lnTo>
                  <a:pt x="227139" y="328091"/>
                </a:lnTo>
                <a:lnTo>
                  <a:pt x="2365768" y="328091"/>
                </a:lnTo>
                <a:lnTo>
                  <a:pt x="2406370" y="318211"/>
                </a:lnTo>
                <a:lnTo>
                  <a:pt x="2437091" y="290779"/>
                </a:lnTo>
                <a:lnTo>
                  <a:pt x="2456827" y="253453"/>
                </a:lnTo>
                <a:lnTo>
                  <a:pt x="2471102" y="237020"/>
                </a:lnTo>
                <a:lnTo>
                  <a:pt x="2487561" y="226047"/>
                </a:lnTo>
                <a:lnTo>
                  <a:pt x="2507310" y="218363"/>
                </a:lnTo>
                <a:lnTo>
                  <a:pt x="2528163" y="216166"/>
                </a:lnTo>
                <a:lnTo>
                  <a:pt x="2592908" y="216166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2107298" y="2993199"/>
            <a:ext cx="2593340" cy="328295"/>
          </a:xfrm>
          <a:custGeom>
            <a:avLst/>
            <a:gdLst/>
            <a:ahLst/>
            <a:cxnLst/>
            <a:rect l="l" t="t" r="r" b="b"/>
            <a:pathLst>
              <a:path w="2593340" h="328295">
                <a:moveTo>
                  <a:pt x="227139" y="328091"/>
                </a:moveTo>
                <a:lnTo>
                  <a:pt x="186537" y="318211"/>
                </a:lnTo>
                <a:lnTo>
                  <a:pt x="155816" y="290779"/>
                </a:lnTo>
                <a:lnTo>
                  <a:pt x="136080" y="253453"/>
                </a:lnTo>
                <a:lnTo>
                  <a:pt x="121793" y="237020"/>
                </a:lnTo>
                <a:lnTo>
                  <a:pt x="105346" y="226047"/>
                </a:lnTo>
                <a:lnTo>
                  <a:pt x="85585" y="218363"/>
                </a:lnTo>
                <a:lnTo>
                  <a:pt x="64744" y="216166"/>
                </a:lnTo>
                <a:lnTo>
                  <a:pt x="0" y="216166"/>
                </a:lnTo>
                <a:lnTo>
                  <a:pt x="0" y="111925"/>
                </a:lnTo>
                <a:lnTo>
                  <a:pt x="64744" y="111925"/>
                </a:lnTo>
                <a:lnTo>
                  <a:pt x="85585" y="109728"/>
                </a:lnTo>
                <a:lnTo>
                  <a:pt x="105346" y="102044"/>
                </a:lnTo>
                <a:lnTo>
                  <a:pt x="121793" y="89979"/>
                </a:lnTo>
                <a:lnTo>
                  <a:pt x="136080" y="74612"/>
                </a:lnTo>
                <a:lnTo>
                  <a:pt x="145935" y="55968"/>
                </a:lnTo>
                <a:lnTo>
                  <a:pt x="155816" y="37312"/>
                </a:lnTo>
                <a:lnTo>
                  <a:pt x="186537" y="9880"/>
                </a:lnTo>
                <a:lnTo>
                  <a:pt x="227139" y="0"/>
                </a:lnTo>
                <a:lnTo>
                  <a:pt x="2365768" y="0"/>
                </a:lnTo>
                <a:lnTo>
                  <a:pt x="2386609" y="2197"/>
                </a:lnTo>
                <a:lnTo>
                  <a:pt x="2406370" y="9880"/>
                </a:lnTo>
                <a:lnTo>
                  <a:pt x="2422829" y="20853"/>
                </a:lnTo>
                <a:lnTo>
                  <a:pt x="2437091" y="37312"/>
                </a:lnTo>
                <a:lnTo>
                  <a:pt x="2446959" y="55968"/>
                </a:lnTo>
                <a:lnTo>
                  <a:pt x="2456827" y="74612"/>
                </a:lnTo>
                <a:lnTo>
                  <a:pt x="2471102" y="89979"/>
                </a:lnTo>
                <a:lnTo>
                  <a:pt x="2487561" y="102044"/>
                </a:lnTo>
                <a:lnTo>
                  <a:pt x="2507310" y="109728"/>
                </a:lnTo>
                <a:lnTo>
                  <a:pt x="2528163" y="111925"/>
                </a:lnTo>
                <a:lnTo>
                  <a:pt x="2592908" y="111925"/>
                </a:lnTo>
                <a:lnTo>
                  <a:pt x="2592908" y="216166"/>
                </a:lnTo>
                <a:lnTo>
                  <a:pt x="2528163" y="216166"/>
                </a:lnTo>
                <a:lnTo>
                  <a:pt x="2507310" y="218363"/>
                </a:lnTo>
                <a:lnTo>
                  <a:pt x="2487561" y="226047"/>
                </a:lnTo>
                <a:lnTo>
                  <a:pt x="2471102" y="237020"/>
                </a:lnTo>
                <a:lnTo>
                  <a:pt x="2456827" y="253453"/>
                </a:lnTo>
                <a:lnTo>
                  <a:pt x="2446959" y="272122"/>
                </a:lnTo>
                <a:lnTo>
                  <a:pt x="2437091" y="290779"/>
                </a:lnTo>
                <a:lnTo>
                  <a:pt x="2422829" y="306146"/>
                </a:lnTo>
                <a:lnTo>
                  <a:pt x="2406370" y="318211"/>
                </a:lnTo>
                <a:lnTo>
                  <a:pt x="2386609" y="325894"/>
                </a:lnTo>
                <a:lnTo>
                  <a:pt x="2365768" y="328091"/>
                </a:lnTo>
                <a:lnTo>
                  <a:pt x="227139" y="328091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3602888" y="2208644"/>
            <a:ext cx="507365" cy="121285"/>
          </a:xfrm>
          <a:custGeom>
            <a:avLst/>
            <a:gdLst/>
            <a:ahLst/>
            <a:cxnLst/>
            <a:rect l="l" t="t" r="r" b="b"/>
            <a:pathLst>
              <a:path w="507364" h="121285">
                <a:moveTo>
                  <a:pt x="506945" y="0"/>
                </a:moveTo>
                <a:lnTo>
                  <a:pt x="0" y="0"/>
                </a:lnTo>
                <a:lnTo>
                  <a:pt x="210680" y="120700"/>
                </a:lnTo>
                <a:lnTo>
                  <a:pt x="297370" y="120700"/>
                </a:lnTo>
                <a:lnTo>
                  <a:pt x="506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3602888" y="2208644"/>
            <a:ext cx="507365" cy="121285"/>
          </a:xfrm>
          <a:custGeom>
            <a:avLst/>
            <a:gdLst/>
            <a:ahLst/>
            <a:cxnLst/>
            <a:rect l="l" t="t" r="r" b="b"/>
            <a:pathLst>
              <a:path w="507364" h="121285">
                <a:moveTo>
                  <a:pt x="506945" y="0"/>
                </a:moveTo>
                <a:lnTo>
                  <a:pt x="297370" y="120700"/>
                </a:lnTo>
                <a:lnTo>
                  <a:pt x="210680" y="120700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3839895" y="2255824"/>
            <a:ext cx="34290" cy="150495"/>
          </a:xfrm>
          <a:custGeom>
            <a:avLst/>
            <a:gdLst/>
            <a:ahLst/>
            <a:cxnLst/>
            <a:rect l="l" t="t" r="r" b="b"/>
            <a:pathLst>
              <a:path w="34289" h="150494">
                <a:moveTo>
                  <a:pt x="34023" y="150329"/>
                </a:moveTo>
                <a:lnTo>
                  <a:pt x="34023" y="0"/>
                </a:lnTo>
                <a:lnTo>
                  <a:pt x="0" y="0"/>
                </a:lnTo>
                <a:lnTo>
                  <a:pt x="0" y="150329"/>
                </a:lnTo>
                <a:lnTo>
                  <a:pt x="34023" y="15032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3839895" y="2255824"/>
            <a:ext cx="34290" cy="150495"/>
          </a:xfrm>
          <a:custGeom>
            <a:avLst/>
            <a:gdLst/>
            <a:ahLst/>
            <a:cxnLst/>
            <a:rect l="l" t="t" r="r" b="b"/>
            <a:pathLst>
              <a:path w="34289" h="150494">
                <a:moveTo>
                  <a:pt x="0" y="150329"/>
                </a:moveTo>
                <a:lnTo>
                  <a:pt x="0" y="0"/>
                </a:lnTo>
                <a:lnTo>
                  <a:pt x="34023" y="0"/>
                </a:lnTo>
                <a:lnTo>
                  <a:pt x="34023" y="15032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3794937" y="2804477"/>
            <a:ext cx="125095" cy="24130"/>
          </a:xfrm>
          <a:custGeom>
            <a:avLst/>
            <a:gdLst/>
            <a:ahLst/>
            <a:cxnLst/>
            <a:rect l="l" t="t" r="r" b="b"/>
            <a:pathLst>
              <a:path w="125095" h="24130">
                <a:moveTo>
                  <a:pt x="125094" y="0"/>
                </a:moveTo>
                <a:lnTo>
                  <a:pt x="0" y="0"/>
                </a:lnTo>
                <a:lnTo>
                  <a:pt x="4406" y="2184"/>
                </a:lnTo>
                <a:lnTo>
                  <a:pt x="6591" y="5486"/>
                </a:lnTo>
                <a:lnTo>
                  <a:pt x="6591" y="24130"/>
                </a:lnTo>
                <a:lnTo>
                  <a:pt x="118529" y="24130"/>
                </a:lnTo>
                <a:lnTo>
                  <a:pt x="118529" y="5486"/>
                </a:lnTo>
                <a:lnTo>
                  <a:pt x="120700" y="2184"/>
                </a:lnTo>
                <a:lnTo>
                  <a:pt x="125094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3794937" y="2804477"/>
            <a:ext cx="125095" cy="24130"/>
          </a:xfrm>
          <a:custGeom>
            <a:avLst/>
            <a:gdLst/>
            <a:ahLst/>
            <a:cxnLst/>
            <a:rect l="l" t="t" r="r" b="b"/>
            <a:pathLst>
              <a:path w="125095" h="24130">
                <a:moveTo>
                  <a:pt x="0" y="0"/>
                </a:moveTo>
                <a:lnTo>
                  <a:pt x="4406" y="2184"/>
                </a:lnTo>
                <a:lnTo>
                  <a:pt x="6591" y="5486"/>
                </a:lnTo>
                <a:lnTo>
                  <a:pt x="6591" y="24130"/>
                </a:lnTo>
                <a:lnTo>
                  <a:pt x="118529" y="24130"/>
                </a:lnTo>
                <a:lnTo>
                  <a:pt x="118529" y="5486"/>
                </a:lnTo>
                <a:lnTo>
                  <a:pt x="120700" y="2184"/>
                </a:lnTo>
                <a:lnTo>
                  <a:pt x="1250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3781767" y="2874695"/>
            <a:ext cx="150495" cy="23495"/>
          </a:xfrm>
          <a:custGeom>
            <a:avLst/>
            <a:gdLst/>
            <a:ahLst/>
            <a:cxnLst/>
            <a:rect l="l" t="t" r="r" b="b"/>
            <a:pathLst>
              <a:path w="150495" h="23494">
                <a:moveTo>
                  <a:pt x="150329" y="23050"/>
                </a:moveTo>
                <a:lnTo>
                  <a:pt x="143751" y="20853"/>
                </a:lnTo>
                <a:lnTo>
                  <a:pt x="138264" y="17564"/>
                </a:lnTo>
                <a:lnTo>
                  <a:pt x="132791" y="13169"/>
                </a:lnTo>
                <a:lnTo>
                  <a:pt x="131699" y="6578"/>
                </a:lnTo>
                <a:lnTo>
                  <a:pt x="131699" y="1104"/>
                </a:lnTo>
                <a:lnTo>
                  <a:pt x="130594" y="1104"/>
                </a:lnTo>
                <a:lnTo>
                  <a:pt x="129489" y="0"/>
                </a:lnTo>
                <a:lnTo>
                  <a:pt x="20853" y="0"/>
                </a:lnTo>
                <a:lnTo>
                  <a:pt x="19761" y="1104"/>
                </a:lnTo>
                <a:lnTo>
                  <a:pt x="18669" y="1104"/>
                </a:lnTo>
                <a:lnTo>
                  <a:pt x="18669" y="6578"/>
                </a:lnTo>
                <a:lnTo>
                  <a:pt x="17576" y="13169"/>
                </a:lnTo>
                <a:lnTo>
                  <a:pt x="12077" y="17564"/>
                </a:lnTo>
                <a:lnTo>
                  <a:pt x="6591" y="20853"/>
                </a:lnTo>
                <a:lnTo>
                  <a:pt x="0" y="23050"/>
                </a:lnTo>
                <a:lnTo>
                  <a:pt x="150329" y="23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3781767" y="2874695"/>
            <a:ext cx="150495" cy="23495"/>
          </a:xfrm>
          <a:custGeom>
            <a:avLst/>
            <a:gdLst/>
            <a:ahLst/>
            <a:cxnLst/>
            <a:rect l="l" t="t" r="r" b="b"/>
            <a:pathLst>
              <a:path w="150495" h="23494">
                <a:moveTo>
                  <a:pt x="150329" y="23050"/>
                </a:moveTo>
                <a:lnTo>
                  <a:pt x="143751" y="20853"/>
                </a:lnTo>
                <a:lnTo>
                  <a:pt x="138264" y="17564"/>
                </a:lnTo>
                <a:lnTo>
                  <a:pt x="132791" y="13169"/>
                </a:lnTo>
                <a:lnTo>
                  <a:pt x="131699" y="6578"/>
                </a:lnTo>
                <a:lnTo>
                  <a:pt x="131699" y="1104"/>
                </a:lnTo>
                <a:lnTo>
                  <a:pt x="130594" y="1104"/>
                </a:lnTo>
                <a:lnTo>
                  <a:pt x="129489" y="0"/>
                </a:lnTo>
                <a:lnTo>
                  <a:pt x="20853" y="0"/>
                </a:lnTo>
                <a:lnTo>
                  <a:pt x="19761" y="1104"/>
                </a:lnTo>
                <a:lnTo>
                  <a:pt x="18669" y="1104"/>
                </a:lnTo>
                <a:lnTo>
                  <a:pt x="18669" y="6578"/>
                </a:lnTo>
                <a:lnTo>
                  <a:pt x="17576" y="13169"/>
                </a:lnTo>
                <a:lnTo>
                  <a:pt x="12077" y="17564"/>
                </a:lnTo>
                <a:lnTo>
                  <a:pt x="6591" y="20853"/>
                </a:lnTo>
                <a:lnTo>
                  <a:pt x="0" y="2305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3683000" y="2255824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>
                <a:moveTo>
                  <a:pt x="34673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3730193" y="2615209"/>
            <a:ext cx="8255" cy="189865"/>
          </a:xfrm>
          <a:custGeom>
            <a:avLst/>
            <a:gdLst/>
            <a:ahLst/>
            <a:cxnLst/>
            <a:rect l="l" t="t" r="r" b="b"/>
            <a:pathLst>
              <a:path w="8254" h="189864">
                <a:moveTo>
                  <a:pt x="0" y="0"/>
                </a:moveTo>
                <a:lnTo>
                  <a:pt x="0" y="189268"/>
                </a:lnTo>
                <a:lnTo>
                  <a:pt x="7658" y="189268"/>
                </a:lnTo>
                <a:lnTo>
                  <a:pt x="7658" y="411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3754361" y="2897746"/>
            <a:ext cx="204470" cy="52069"/>
          </a:xfrm>
          <a:custGeom>
            <a:avLst/>
            <a:gdLst/>
            <a:ahLst/>
            <a:cxnLst/>
            <a:rect l="l" t="t" r="r" b="b"/>
            <a:pathLst>
              <a:path w="204470" h="52069">
                <a:moveTo>
                  <a:pt x="204088" y="37299"/>
                </a:moveTo>
                <a:lnTo>
                  <a:pt x="204088" y="15354"/>
                </a:lnTo>
                <a:lnTo>
                  <a:pt x="201879" y="7670"/>
                </a:lnTo>
                <a:lnTo>
                  <a:pt x="196392" y="2184"/>
                </a:lnTo>
                <a:lnTo>
                  <a:pt x="188709" y="0"/>
                </a:lnTo>
                <a:lnTo>
                  <a:pt x="15341" y="0"/>
                </a:lnTo>
                <a:lnTo>
                  <a:pt x="7658" y="2184"/>
                </a:lnTo>
                <a:lnTo>
                  <a:pt x="2171" y="7670"/>
                </a:lnTo>
                <a:lnTo>
                  <a:pt x="0" y="15354"/>
                </a:lnTo>
                <a:lnTo>
                  <a:pt x="0" y="37299"/>
                </a:lnTo>
                <a:lnTo>
                  <a:pt x="2171" y="44983"/>
                </a:lnTo>
                <a:lnTo>
                  <a:pt x="7658" y="49377"/>
                </a:lnTo>
                <a:lnTo>
                  <a:pt x="15341" y="51562"/>
                </a:lnTo>
                <a:lnTo>
                  <a:pt x="188709" y="51562"/>
                </a:lnTo>
                <a:lnTo>
                  <a:pt x="196392" y="49377"/>
                </a:lnTo>
                <a:lnTo>
                  <a:pt x="201879" y="44983"/>
                </a:lnTo>
                <a:lnTo>
                  <a:pt x="204088" y="3729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3754361" y="2897746"/>
            <a:ext cx="204470" cy="52069"/>
          </a:xfrm>
          <a:custGeom>
            <a:avLst/>
            <a:gdLst/>
            <a:ahLst/>
            <a:cxnLst/>
            <a:rect l="l" t="t" r="r" b="b"/>
            <a:pathLst>
              <a:path w="204470" h="52069">
                <a:moveTo>
                  <a:pt x="15341" y="0"/>
                </a:moveTo>
                <a:lnTo>
                  <a:pt x="7658" y="2184"/>
                </a:lnTo>
                <a:lnTo>
                  <a:pt x="2171" y="7670"/>
                </a:lnTo>
                <a:lnTo>
                  <a:pt x="0" y="15354"/>
                </a:lnTo>
                <a:lnTo>
                  <a:pt x="0" y="37299"/>
                </a:lnTo>
                <a:lnTo>
                  <a:pt x="2171" y="44983"/>
                </a:lnTo>
                <a:lnTo>
                  <a:pt x="7658" y="49377"/>
                </a:lnTo>
                <a:lnTo>
                  <a:pt x="15341" y="51562"/>
                </a:lnTo>
                <a:lnTo>
                  <a:pt x="188709" y="51562"/>
                </a:lnTo>
                <a:lnTo>
                  <a:pt x="196392" y="49377"/>
                </a:lnTo>
                <a:lnTo>
                  <a:pt x="201879" y="44983"/>
                </a:lnTo>
                <a:lnTo>
                  <a:pt x="204088" y="37299"/>
                </a:lnTo>
                <a:lnTo>
                  <a:pt x="204088" y="15354"/>
                </a:lnTo>
                <a:lnTo>
                  <a:pt x="201879" y="7670"/>
                </a:lnTo>
                <a:lnTo>
                  <a:pt x="196392" y="2184"/>
                </a:lnTo>
                <a:lnTo>
                  <a:pt x="188709" y="0"/>
                </a:lnTo>
                <a:lnTo>
                  <a:pt x="1534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3766388" y="2949308"/>
            <a:ext cx="181610" cy="415290"/>
          </a:xfrm>
          <a:custGeom>
            <a:avLst/>
            <a:gdLst/>
            <a:ahLst/>
            <a:cxnLst/>
            <a:rect l="l" t="t" r="r" b="b"/>
            <a:pathLst>
              <a:path w="181610" h="415289">
                <a:moveTo>
                  <a:pt x="181051" y="414769"/>
                </a:moveTo>
                <a:lnTo>
                  <a:pt x="181051" y="337959"/>
                </a:lnTo>
                <a:lnTo>
                  <a:pt x="161302" y="319316"/>
                </a:lnTo>
                <a:lnTo>
                  <a:pt x="144843" y="297345"/>
                </a:lnTo>
                <a:lnTo>
                  <a:pt x="131673" y="273227"/>
                </a:lnTo>
                <a:lnTo>
                  <a:pt x="122910" y="247967"/>
                </a:lnTo>
                <a:lnTo>
                  <a:pt x="118503" y="221653"/>
                </a:lnTo>
                <a:lnTo>
                  <a:pt x="118503" y="195313"/>
                </a:lnTo>
                <a:lnTo>
                  <a:pt x="131673" y="141554"/>
                </a:lnTo>
                <a:lnTo>
                  <a:pt x="161302" y="96558"/>
                </a:lnTo>
                <a:lnTo>
                  <a:pt x="181051" y="77914"/>
                </a:lnTo>
                <a:lnTo>
                  <a:pt x="181051" y="0"/>
                </a:lnTo>
                <a:lnTo>
                  <a:pt x="0" y="0"/>
                </a:lnTo>
                <a:lnTo>
                  <a:pt x="0" y="77914"/>
                </a:lnTo>
                <a:lnTo>
                  <a:pt x="19748" y="96558"/>
                </a:lnTo>
                <a:lnTo>
                  <a:pt x="36207" y="118503"/>
                </a:lnTo>
                <a:lnTo>
                  <a:pt x="48272" y="141554"/>
                </a:lnTo>
                <a:lnTo>
                  <a:pt x="57073" y="167881"/>
                </a:lnTo>
                <a:lnTo>
                  <a:pt x="61442" y="195313"/>
                </a:lnTo>
                <a:lnTo>
                  <a:pt x="61442" y="221653"/>
                </a:lnTo>
                <a:lnTo>
                  <a:pt x="48272" y="273227"/>
                </a:lnTo>
                <a:lnTo>
                  <a:pt x="19748" y="319316"/>
                </a:lnTo>
                <a:lnTo>
                  <a:pt x="0" y="337959"/>
                </a:lnTo>
                <a:lnTo>
                  <a:pt x="0" y="414769"/>
                </a:lnTo>
                <a:lnTo>
                  <a:pt x="181051" y="41476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3766388" y="2949308"/>
            <a:ext cx="181610" cy="415290"/>
          </a:xfrm>
          <a:custGeom>
            <a:avLst/>
            <a:gdLst/>
            <a:ahLst/>
            <a:cxnLst/>
            <a:rect l="l" t="t" r="r" b="b"/>
            <a:pathLst>
              <a:path w="181610" h="415289">
                <a:moveTo>
                  <a:pt x="0" y="77914"/>
                </a:moveTo>
                <a:lnTo>
                  <a:pt x="36207" y="118503"/>
                </a:lnTo>
                <a:lnTo>
                  <a:pt x="57073" y="167881"/>
                </a:lnTo>
                <a:lnTo>
                  <a:pt x="61442" y="195313"/>
                </a:lnTo>
                <a:lnTo>
                  <a:pt x="61442" y="221653"/>
                </a:lnTo>
                <a:lnTo>
                  <a:pt x="48272" y="273227"/>
                </a:lnTo>
                <a:lnTo>
                  <a:pt x="19748" y="319316"/>
                </a:lnTo>
                <a:lnTo>
                  <a:pt x="0" y="337959"/>
                </a:lnTo>
                <a:lnTo>
                  <a:pt x="0" y="414769"/>
                </a:lnTo>
                <a:lnTo>
                  <a:pt x="181051" y="414769"/>
                </a:lnTo>
                <a:lnTo>
                  <a:pt x="181051" y="337959"/>
                </a:lnTo>
                <a:lnTo>
                  <a:pt x="161302" y="319316"/>
                </a:lnTo>
                <a:lnTo>
                  <a:pt x="144843" y="297345"/>
                </a:lnTo>
                <a:lnTo>
                  <a:pt x="131673" y="273227"/>
                </a:lnTo>
                <a:lnTo>
                  <a:pt x="122910" y="247967"/>
                </a:lnTo>
                <a:lnTo>
                  <a:pt x="118503" y="221653"/>
                </a:lnTo>
                <a:lnTo>
                  <a:pt x="118503" y="195313"/>
                </a:lnTo>
                <a:lnTo>
                  <a:pt x="131673" y="141554"/>
                </a:lnTo>
                <a:lnTo>
                  <a:pt x="161302" y="96558"/>
                </a:lnTo>
                <a:lnTo>
                  <a:pt x="181051" y="77914"/>
                </a:lnTo>
                <a:lnTo>
                  <a:pt x="181051" y="0"/>
                </a:lnTo>
                <a:lnTo>
                  <a:pt x="0" y="0"/>
                </a:lnTo>
                <a:lnTo>
                  <a:pt x="0" y="7791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3809199" y="2828620"/>
            <a:ext cx="95885" cy="46355"/>
          </a:xfrm>
          <a:custGeom>
            <a:avLst/>
            <a:gdLst/>
            <a:ahLst/>
            <a:cxnLst/>
            <a:rect l="l" t="t" r="r" b="b"/>
            <a:pathLst>
              <a:path w="95885" h="46355">
                <a:moveTo>
                  <a:pt x="95465" y="46088"/>
                </a:moveTo>
                <a:lnTo>
                  <a:pt x="95465" y="0"/>
                </a:lnTo>
                <a:lnTo>
                  <a:pt x="0" y="0"/>
                </a:lnTo>
                <a:lnTo>
                  <a:pt x="0" y="46088"/>
                </a:lnTo>
                <a:lnTo>
                  <a:pt x="95465" y="46088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3809199" y="2828620"/>
            <a:ext cx="95885" cy="46355"/>
          </a:xfrm>
          <a:custGeom>
            <a:avLst/>
            <a:gdLst/>
            <a:ahLst/>
            <a:cxnLst/>
            <a:rect l="l" t="t" r="r" b="b"/>
            <a:pathLst>
              <a:path w="95885" h="46355">
                <a:moveTo>
                  <a:pt x="95465" y="0"/>
                </a:moveTo>
                <a:lnTo>
                  <a:pt x="95465" y="46088"/>
                </a:lnTo>
                <a:lnTo>
                  <a:pt x="0" y="46088"/>
                </a:lnTo>
                <a:lnTo>
                  <a:pt x="0" y="0"/>
                </a:lnTo>
                <a:lnTo>
                  <a:pt x="9546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3737610" y="2609151"/>
            <a:ext cx="260350" cy="195580"/>
          </a:xfrm>
          <a:custGeom>
            <a:avLst/>
            <a:gdLst/>
            <a:ahLst/>
            <a:cxnLst/>
            <a:rect l="l" t="t" r="r" b="b"/>
            <a:pathLst>
              <a:path w="260350" h="195580">
                <a:moveTo>
                  <a:pt x="260350" y="3175"/>
                </a:moveTo>
                <a:lnTo>
                  <a:pt x="259080" y="3175"/>
                </a:lnTo>
                <a:lnTo>
                  <a:pt x="259080" y="1257"/>
                </a:lnTo>
                <a:lnTo>
                  <a:pt x="256540" y="1257"/>
                </a:lnTo>
                <a:lnTo>
                  <a:pt x="256540" y="0"/>
                </a:lnTo>
                <a:lnTo>
                  <a:pt x="191770" y="0"/>
                </a:lnTo>
                <a:lnTo>
                  <a:pt x="191770" y="482"/>
                </a:lnTo>
                <a:lnTo>
                  <a:pt x="5080" y="482"/>
                </a:lnTo>
                <a:lnTo>
                  <a:pt x="5080" y="977"/>
                </a:lnTo>
                <a:lnTo>
                  <a:pt x="1270" y="977"/>
                </a:lnTo>
                <a:lnTo>
                  <a:pt x="0" y="990"/>
                </a:lnTo>
                <a:lnTo>
                  <a:pt x="0" y="192011"/>
                </a:lnTo>
                <a:lnTo>
                  <a:pt x="1270" y="192011"/>
                </a:lnTo>
                <a:lnTo>
                  <a:pt x="1270" y="194830"/>
                </a:lnTo>
                <a:lnTo>
                  <a:pt x="5080" y="194830"/>
                </a:lnTo>
                <a:lnTo>
                  <a:pt x="5080" y="195326"/>
                </a:lnTo>
                <a:lnTo>
                  <a:pt x="191770" y="195326"/>
                </a:lnTo>
                <a:lnTo>
                  <a:pt x="256540" y="195326"/>
                </a:lnTo>
                <a:lnTo>
                  <a:pt x="256540" y="194703"/>
                </a:lnTo>
                <a:lnTo>
                  <a:pt x="259080" y="194703"/>
                </a:lnTo>
                <a:lnTo>
                  <a:pt x="259080" y="192773"/>
                </a:lnTo>
                <a:lnTo>
                  <a:pt x="260350" y="192773"/>
                </a:lnTo>
                <a:lnTo>
                  <a:pt x="260350" y="317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3737889" y="2609151"/>
            <a:ext cx="260350" cy="195580"/>
          </a:xfrm>
          <a:custGeom>
            <a:avLst/>
            <a:gdLst/>
            <a:ahLst/>
            <a:cxnLst/>
            <a:rect l="l" t="t" r="r" b="b"/>
            <a:pathLst>
              <a:path w="260350" h="195580">
                <a:moveTo>
                  <a:pt x="190919" y="0"/>
                </a:moveTo>
                <a:lnTo>
                  <a:pt x="255663" y="0"/>
                </a:lnTo>
                <a:lnTo>
                  <a:pt x="258952" y="2197"/>
                </a:lnTo>
                <a:lnTo>
                  <a:pt x="260045" y="4394"/>
                </a:lnTo>
                <a:lnTo>
                  <a:pt x="260045" y="190931"/>
                </a:lnTo>
                <a:lnTo>
                  <a:pt x="258952" y="194221"/>
                </a:lnTo>
                <a:lnTo>
                  <a:pt x="255663" y="195326"/>
                </a:lnTo>
                <a:lnTo>
                  <a:pt x="4381" y="195326"/>
                </a:lnTo>
                <a:lnTo>
                  <a:pt x="1092" y="194221"/>
                </a:lnTo>
                <a:lnTo>
                  <a:pt x="0" y="190931"/>
                </a:lnTo>
                <a:lnTo>
                  <a:pt x="0" y="9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7" name="bg object 27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700665" y="2405062"/>
            <a:ext cx="225920" cy="402589"/>
          </a:xfrm>
          <a:prstGeom prst="rect">
            <a:avLst/>
          </a:prstGeom>
        </p:spPr>
      </p:pic>
      <p:sp>
        <p:nvSpPr>
          <p:cNvPr id="278" name="bg object 278"/>
          <p:cNvSpPr/>
          <p:nvPr/>
        </p:nvSpPr>
        <p:spPr>
          <a:xfrm>
            <a:off x="3788333" y="2405062"/>
            <a:ext cx="138430" cy="252729"/>
          </a:xfrm>
          <a:custGeom>
            <a:avLst/>
            <a:gdLst/>
            <a:ahLst/>
            <a:cxnLst/>
            <a:rect l="l" t="t" r="r" b="b"/>
            <a:pathLst>
              <a:path w="138429" h="252730">
                <a:moveTo>
                  <a:pt x="137160" y="240296"/>
                </a:moveTo>
                <a:lnTo>
                  <a:pt x="106438" y="201879"/>
                </a:lnTo>
                <a:lnTo>
                  <a:pt x="69126" y="192023"/>
                </a:lnTo>
                <a:lnTo>
                  <a:pt x="54863" y="193116"/>
                </a:lnTo>
                <a:lnTo>
                  <a:pt x="19748" y="209575"/>
                </a:lnTo>
                <a:lnTo>
                  <a:pt x="0" y="252374"/>
                </a:lnTo>
                <a:lnTo>
                  <a:pt x="0" y="46075"/>
                </a:lnTo>
                <a:lnTo>
                  <a:pt x="29616" y="9867"/>
                </a:lnTo>
                <a:lnTo>
                  <a:pt x="60350" y="0"/>
                </a:lnTo>
                <a:lnTo>
                  <a:pt x="76809" y="0"/>
                </a:lnTo>
                <a:lnTo>
                  <a:pt x="119595" y="19748"/>
                </a:lnTo>
                <a:lnTo>
                  <a:pt x="138252" y="46075"/>
                </a:lnTo>
                <a:lnTo>
                  <a:pt x="138252" y="252374"/>
                </a:lnTo>
                <a:lnTo>
                  <a:pt x="137160" y="24029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9" name="bg object 27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85158" y="2593911"/>
            <a:ext cx="144602" cy="125945"/>
          </a:xfrm>
          <a:prstGeom prst="rect">
            <a:avLst/>
          </a:prstGeom>
        </p:spPr>
      </p:pic>
      <p:sp>
        <p:nvSpPr>
          <p:cNvPr id="280" name="bg object 280"/>
          <p:cNvSpPr/>
          <p:nvPr/>
        </p:nvSpPr>
        <p:spPr>
          <a:xfrm>
            <a:off x="3788333" y="2420429"/>
            <a:ext cx="138430" cy="56515"/>
          </a:xfrm>
          <a:custGeom>
            <a:avLst/>
            <a:gdLst/>
            <a:ahLst/>
            <a:cxnLst/>
            <a:rect l="l" t="t" r="r" b="b"/>
            <a:pathLst>
              <a:path w="138429" h="56514">
                <a:moveTo>
                  <a:pt x="138252" y="55956"/>
                </a:moveTo>
                <a:lnTo>
                  <a:pt x="138252" y="44983"/>
                </a:lnTo>
                <a:lnTo>
                  <a:pt x="130568" y="31813"/>
                </a:lnTo>
                <a:lnTo>
                  <a:pt x="119595" y="19748"/>
                </a:lnTo>
                <a:lnTo>
                  <a:pt x="106438" y="9867"/>
                </a:lnTo>
                <a:lnTo>
                  <a:pt x="92163" y="3276"/>
                </a:lnTo>
                <a:lnTo>
                  <a:pt x="76809" y="0"/>
                </a:lnTo>
                <a:lnTo>
                  <a:pt x="60350" y="0"/>
                </a:lnTo>
                <a:lnTo>
                  <a:pt x="16459" y="19748"/>
                </a:lnTo>
                <a:lnTo>
                  <a:pt x="0" y="44983"/>
                </a:lnTo>
                <a:lnTo>
                  <a:pt x="0" y="55956"/>
                </a:lnTo>
                <a:lnTo>
                  <a:pt x="7670" y="42786"/>
                </a:lnTo>
                <a:lnTo>
                  <a:pt x="16459" y="30721"/>
                </a:lnTo>
                <a:lnTo>
                  <a:pt x="29616" y="20840"/>
                </a:lnTo>
                <a:lnTo>
                  <a:pt x="44983" y="14262"/>
                </a:lnTo>
                <a:lnTo>
                  <a:pt x="60350" y="10972"/>
                </a:lnTo>
                <a:lnTo>
                  <a:pt x="76809" y="10972"/>
                </a:lnTo>
                <a:lnTo>
                  <a:pt x="92163" y="14262"/>
                </a:lnTo>
                <a:lnTo>
                  <a:pt x="106438" y="20840"/>
                </a:lnTo>
                <a:lnTo>
                  <a:pt x="119595" y="30721"/>
                </a:lnTo>
                <a:lnTo>
                  <a:pt x="130568" y="42786"/>
                </a:lnTo>
                <a:lnTo>
                  <a:pt x="138252" y="55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3788333" y="2420429"/>
            <a:ext cx="138430" cy="56515"/>
          </a:xfrm>
          <a:custGeom>
            <a:avLst/>
            <a:gdLst/>
            <a:ahLst/>
            <a:cxnLst/>
            <a:rect l="l" t="t" r="r" b="b"/>
            <a:pathLst>
              <a:path w="138429" h="56514">
                <a:moveTo>
                  <a:pt x="138252" y="44983"/>
                </a:moveTo>
                <a:lnTo>
                  <a:pt x="106438" y="9867"/>
                </a:lnTo>
                <a:lnTo>
                  <a:pt x="76809" y="0"/>
                </a:lnTo>
                <a:lnTo>
                  <a:pt x="60350" y="0"/>
                </a:lnTo>
                <a:lnTo>
                  <a:pt x="16459" y="19748"/>
                </a:lnTo>
                <a:lnTo>
                  <a:pt x="0" y="44983"/>
                </a:lnTo>
                <a:lnTo>
                  <a:pt x="0" y="55956"/>
                </a:lnTo>
                <a:lnTo>
                  <a:pt x="7670" y="42786"/>
                </a:lnTo>
                <a:lnTo>
                  <a:pt x="16459" y="30721"/>
                </a:lnTo>
                <a:lnTo>
                  <a:pt x="29616" y="20840"/>
                </a:lnTo>
                <a:lnTo>
                  <a:pt x="44983" y="14262"/>
                </a:lnTo>
                <a:lnTo>
                  <a:pt x="60350" y="10972"/>
                </a:lnTo>
                <a:lnTo>
                  <a:pt x="76809" y="10972"/>
                </a:lnTo>
                <a:lnTo>
                  <a:pt x="119595" y="30721"/>
                </a:lnTo>
                <a:lnTo>
                  <a:pt x="138252" y="55956"/>
                </a:lnTo>
                <a:lnTo>
                  <a:pt x="138252" y="44983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3598494" y="2158174"/>
            <a:ext cx="518159" cy="50800"/>
          </a:xfrm>
          <a:custGeom>
            <a:avLst/>
            <a:gdLst/>
            <a:ahLst/>
            <a:cxnLst/>
            <a:rect l="l" t="t" r="r" b="b"/>
            <a:pathLst>
              <a:path w="518160" h="50800">
                <a:moveTo>
                  <a:pt x="517918" y="50469"/>
                </a:moveTo>
                <a:lnTo>
                  <a:pt x="517918" y="0"/>
                </a:lnTo>
                <a:lnTo>
                  <a:pt x="0" y="0"/>
                </a:lnTo>
                <a:lnTo>
                  <a:pt x="0" y="50469"/>
                </a:lnTo>
                <a:lnTo>
                  <a:pt x="517918" y="50469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3598494" y="2158174"/>
            <a:ext cx="518159" cy="50800"/>
          </a:xfrm>
          <a:custGeom>
            <a:avLst/>
            <a:gdLst/>
            <a:ahLst/>
            <a:cxnLst/>
            <a:rect l="l" t="t" r="r" b="b"/>
            <a:pathLst>
              <a:path w="518160" h="50800">
                <a:moveTo>
                  <a:pt x="0" y="50469"/>
                </a:moveTo>
                <a:lnTo>
                  <a:pt x="0" y="0"/>
                </a:lnTo>
                <a:lnTo>
                  <a:pt x="517918" y="0"/>
                </a:lnTo>
                <a:lnTo>
                  <a:pt x="517918" y="50469"/>
                </a:lnTo>
                <a:lnTo>
                  <a:pt x="0" y="5046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2696565" y="2208644"/>
            <a:ext cx="507365" cy="121285"/>
          </a:xfrm>
          <a:custGeom>
            <a:avLst/>
            <a:gdLst/>
            <a:ahLst/>
            <a:cxnLst/>
            <a:rect l="l" t="t" r="r" b="b"/>
            <a:pathLst>
              <a:path w="507364" h="121285">
                <a:moveTo>
                  <a:pt x="506945" y="0"/>
                </a:moveTo>
                <a:lnTo>
                  <a:pt x="0" y="0"/>
                </a:lnTo>
                <a:lnTo>
                  <a:pt x="210680" y="120700"/>
                </a:lnTo>
                <a:lnTo>
                  <a:pt x="297357" y="120700"/>
                </a:lnTo>
                <a:lnTo>
                  <a:pt x="50694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2696565" y="2208644"/>
            <a:ext cx="507365" cy="121285"/>
          </a:xfrm>
          <a:custGeom>
            <a:avLst/>
            <a:gdLst/>
            <a:ahLst/>
            <a:cxnLst/>
            <a:rect l="l" t="t" r="r" b="b"/>
            <a:pathLst>
              <a:path w="507364" h="121285">
                <a:moveTo>
                  <a:pt x="506945" y="0"/>
                </a:moveTo>
                <a:lnTo>
                  <a:pt x="297357" y="120700"/>
                </a:lnTo>
                <a:lnTo>
                  <a:pt x="210680" y="120700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2933572" y="2255824"/>
            <a:ext cx="34290" cy="150495"/>
          </a:xfrm>
          <a:custGeom>
            <a:avLst/>
            <a:gdLst/>
            <a:ahLst/>
            <a:cxnLst/>
            <a:rect l="l" t="t" r="r" b="b"/>
            <a:pathLst>
              <a:path w="34289" h="150494">
                <a:moveTo>
                  <a:pt x="34023" y="150329"/>
                </a:moveTo>
                <a:lnTo>
                  <a:pt x="34023" y="0"/>
                </a:lnTo>
                <a:lnTo>
                  <a:pt x="0" y="0"/>
                </a:lnTo>
                <a:lnTo>
                  <a:pt x="0" y="150329"/>
                </a:lnTo>
                <a:lnTo>
                  <a:pt x="34023" y="15032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2933572" y="2255824"/>
            <a:ext cx="34290" cy="150495"/>
          </a:xfrm>
          <a:custGeom>
            <a:avLst/>
            <a:gdLst/>
            <a:ahLst/>
            <a:cxnLst/>
            <a:rect l="l" t="t" r="r" b="b"/>
            <a:pathLst>
              <a:path w="34289" h="150494">
                <a:moveTo>
                  <a:pt x="0" y="150329"/>
                </a:moveTo>
                <a:lnTo>
                  <a:pt x="0" y="0"/>
                </a:lnTo>
                <a:lnTo>
                  <a:pt x="34023" y="0"/>
                </a:lnTo>
                <a:lnTo>
                  <a:pt x="34023" y="15032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2888615" y="2804477"/>
            <a:ext cx="125095" cy="24130"/>
          </a:xfrm>
          <a:custGeom>
            <a:avLst/>
            <a:gdLst/>
            <a:ahLst/>
            <a:cxnLst/>
            <a:rect l="l" t="t" r="r" b="b"/>
            <a:pathLst>
              <a:path w="125094" h="24130">
                <a:moveTo>
                  <a:pt x="125095" y="0"/>
                </a:moveTo>
                <a:lnTo>
                  <a:pt x="0" y="0"/>
                </a:lnTo>
                <a:lnTo>
                  <a:pt x="4406" y="2184"/>
                </a:lnTo>
                <a:lnTo>
                  <a:pt x="6591" y="5486"/>
                </a:lnTo>
                <a:lnTo>
                  <a:pt x="6591" y="24130"/>
                </a:lnTo>
                <a:lnTo>
                  <a:pt x="118529" y="24130"/>
                </a:lnTo>
                <a:lnTo>
                  <a:pt x="118529" y="5486"/>
                </a:lnTo>
                <a:lnTo>
                  <a:pt x="120700" y="2184"/>
                </a:lnTo>
                <a:lnTo>
                  <a:pt x="125095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2888615" y="2804477"/>
            <a:ext cx="125095" cy="24130"/>
          </a:xfrm>
          <a:custGeom>
            <a:avLst/>
            <a:gdLst/>
            <a:ahLst/>
            <a:cxnLst/>
            <a:rect l="l" t="t" r="r" b="b"/>
            <a:pathLst>
              <a:path w="125094" h="24130">
                <a:moveTo>
                  <a:pt x="0" y="0"/>
                </a:moveTo>
                <a:lnTo>
                  <a:pt x="4406" y="2184"/>
                </a:lnTo>
                <a:lnTo>
                  <a:pt x="6591" y="5486"/>
                </a:lnTo>
                <a:lnTo>
                  <a:pt x="6591" y="24130"/>
                </a:lnTo>
                <a:lnTo>
                  <a:pt x="118529" y="24130"/>
                </a:lnTo>
                <a:lnTo>
                  <a:pt x="118529" y="5486"/>
                </a:lnTo>
                <a:lnTo>
                  <a:pt x="120700" y="2184"/>
                </a:lnTo>
                <a:lnTo>
                  <a:pt x="1250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2875445" y="2874695"/>
            <a:ext cx="150495" cy="23495"/>
          </a:xfrm>
          <a:custGeom>
            <a:avLst/>
            <a:gdLst/>
            <a:ahLst/>
            <a:cxnLst/>
            <a:rect l="l" t="t" r="r" b="b"/>
            <a:pathLst>
              <a:path w="150494" h="23494">
                <a:moveTo>
                  <a:pt x="150329" y="23050"/>
                </a:moveTo>
                <a:lnTo>
                  <a:pt x="143751" y="20853"/>
                </a:lnTo>
                <a:lnTo>
                  <a:pt x="138264" y="17564"/>
                </a:lnTo>
                <a:lnTo>
                  <a:pt x="132791" y="13169"/>
                </a:lnTo>
                <a:lnTo>
                  <a:pt x="131698" y="6578"/>
                </a:lnTo>
                <a:lnTo>
                  <a:pt x="131698" y="1104"/>
                </a:lnTo>
                <a:lnTo>
                  <a:pt x="130594" y="1104"/>
                </a:lnTo>
                <a:lnTo>
                  <a:pt x="129489" y="0"/>
                </a:lnTo>
                <a:lnTo>
                  <a:pt x="20853" y="0"/>
                </a:lnTo>
                <a:lnTo>
                  <a:pt x="19761" y="1104"/>
                </a:lnTo>
                <a:lnTo>
                  <a:pt x="18668" y="1104"/>
                </a:lnTo>
                <a:lnTo>
                  <a:pt x="18668" y="6578"/>
                </a:lnTo>
                <a:lnTo>
                  <a:pt x="17576" y="13169"/>
                </a:lnTo>
                <a:lnTo>
                  <a:pt x="12077" y="17564"/>
                </a:lnTo>
                <a:lnTo>
                  <a:pt x="6591" y="20853"/>
                </a:lnTo>
                <a:lnTo>
                  <a:pt x="0" y="23050"/>
                </a:lnTo>
                <a:lnTo>
                  <a:pt x="150329" y="23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2875445" y="2874695"/>
            <a:ext cx="150495" cy="23495"/>
          </a:xfrm>
          <a:custGeom>
            <a:avLst/>
            <a:gdLst/>
            <a:ahLst/>
            <a:cxnLst/>
            <a:rect l="l" t="t" r="r" b="b"/>
            <a:pathLst>
              <a:path w="150494" h="23494">
                <a:moveTo>
                  <a:pt x="150329" y="23050"/>
                </a:moveTo>
                <a:lnTo>
                  <a:pt x="143751" y="20853"/>
                </a:lnTo>
                <a:lnTo>
                  <a:pt x="138264" y="17564"/>
                </a:lnTo>
                <a:lnTo>
                  <a:pt x="132791" y="13169"/>
                </a:lnTo>
                <a:lnTo>
                  <a:pt x="131698" y="6578"/>
                </a:lnTo>
                <a:lnTo>
                  <a:pt x="131698" y="1104"/>
                </a:lnTo>
                <a:lnTo>
                  <a:pt x="130594" y="1104"/>
                </a:lnTo>
                <a:lnTo>
                  <a:pt x="129489" y="0"/>
                </a:lnTo>
                <a:lnTo>
                  <a:pt x="20853" y="0"/>
                </a:lnTo>
                <a:lnTo>
                  <a:pt x="19761" y="1104"/>
                </a:lnTo>
                <a:lnTo>
                  <a:pt x="18668" y="1104"/>
                </a:lnTo>
                <a:lnTo>
                  <a:pt x="18668" y="6578"/>
                </a:lnTo>
                <a:lnTo>
                  <a:pt x="17576" y="13169"/>
                </a:lnTo>
                <a:lnTo>
                  <a:pt x="12077" y="17564"/>
                </a:lnTo>
                <a:lnTo>
                  <a:pt x="6591" y="20853"/>
                </a:lnTo>
                <a:lnTo>
                  <a:pt x="0" y="2305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2776664" y="2255824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4">
                <a:moveTo>
                  <a:pt x="34674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2823870" y="2615209"/>
            <a:ext cx="8255" cy="189865"/>
          </a:xfrm>
          <a:custGeom>
            <a:avLst/>
            <a:gdLst/>
            <a:ahLst/>
            <a:cxnLst/>
            <a:rect l="l" t="t" r="r" b="b"/>
            <a:pathLst>
              <a:path w="8255" h="189864">
                <a:moveTo>
                  <a:pt x="0" y="0"/>
                </a:moveTo>
                <a:lnTo>
                  <a:pt x="0" y="189268"/>
                </a:lnTo>
                <a:lnTo>
                  <a:pt x="7658" y="189268"/>
                </a:lnTo>
                <a:lnTo>
                  <a:pt x="7658" y="411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2848038" y="2897746"/>
            <a:ext cx="204470" cy="52069"/>
          </a:xfrm>
          <a:custGeom>
            <a:avLst/>
            <a:gdLst/>
            <a:ahLst/>
            <a:cxnLst/>
            <a:rect l="l" t="t" r="r" b="b"/>
            <a:pathLst>
              <a:path w="204469" h="52069">
                <a:moveTo>
                  <a:pt x="204088" y="37299"/>
                </a:moveTo>
                <a:lnTo>
                  <a:pt x="204088" y="15354"/>
                </a:lnTo>
                <a:lnTo>
                  <a:pt x="201879" y="7670"/>
                </a:lnTo>
                <a:lnTo>
                  <a:pt x="196392" y="2184"/>
                </a:lnTo>
                <a:lnTo>
                  <a:pt x="188709" y="0"/>
                </a:lnTo>
                <a:lnTo>
                  <a:pt x="15341" y="0"/>
                </a:lnTo>
                <a:lnTo>
                  <a:pt x="7658" y="2184"/>
                </a:lnTo>
                <a:lnTo>
                  <a:pt x="2171" y="7670"/>
                </a:lnTo>
                <a:lnTo>
                  <a:pt x="0" y="15354"/>
                </a:lnTo>
                <a:lnTo>
                  <a:pt x="0" y="37299"/>
                </a:lnTo>
                <a:lnTo>
                  <a:pt x="2171" y="44983"/>
                </a:lnTo>
                <a:lnTo>
                  <a:pt x="7658" y="49377"/>
                </a:lnTo>
                <a:lnTo>
                  <a:pt x="15341" y="51562"/>
                </a:lnTo>
                <a:lnTo>
                  <a:pt x="188709" y="51562"/>
                </a:lnTo>
                <a:lnTo>
                  <a:pt x="196392" y="49377"/>
                </a:lnTo>
                <a:lnTo>
                  <a:pt x="201879" y="44983"/>
                </a:lnTo>
                <a:lnTo>
                  <a:pt x="204088" y="3729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2848038" y="2897746"/>
            <a:ext cx="204470" cy="52069"/>
          </a:xfrm>
          <a:custGeom>
            <a:avLst/>
            <a:gdLst/>
            <a:ahLst/>
            <a:cxnLst/>
            <a:rect l="l" t="t" r="r" b="b"/>
            <a:pathLst>
              <a:path w="204469" h="52069">
                <a:moveTo>
                  <a:pt x="15341" y="0"/>
                </a:moveTo>
                <a:lnTo>
                  <a:pt x="7658" y="2184"/>
                </a:lnTo>
                <a:lnTo>
                  <a:pt x="2171" y="7670"/>
                </a:lnTo>
                <a:lnTo>
                  <a:pt x="0" y="15354"/>
                </a:lnTo>
                <a:lnTo>
                  <a:pt x="0" y="37299"/>
                </a:lnTo>
                <a:lnTo>
                  <a:pt x="2171" y="44983"/>
                </a:lnTo>
                <a:lnTo>
                  <a:pt x="7658" y="49377"/>
                </a:lnTo>
                <a:lnTo>
                  <a:pt x="15341" y="51562"/>
                </a:lnTo>
                <a:lnTo>
                  <a:pt x="188709" y="51562"/>
                </a:lnTo>
                <a:lnTo>
                  <a:pt x="196392" y="49377"/>
                </a:lnTo>
                <a:lnTo>
                  <a:pt x="201879" y="44983"/>
                </a:lnTo>
                <a:lnTo>
                  <a:pt x="204088" y="37299"/>
                </a:lnTo>
                <a:lnTo>
                  <a:pt x="204088" y="15354"/>
                </a:lnTo>
                <a:lnTo>
                  <a:pt x="201879" y="7670"/>
                </a:lnTo>
                <a:lnTo>
                  <a:pt x="196392" y="2184"/>
                </a:lnTo>
                <a:lnTo>
                  <a:pt x="188709" y="0"/>
                </a:lnTo>
                <a:lnTo>
                  <a:pt x="1534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2860065" y="2949308"/>
            <a:ext cx="181610" cy="415290"/>
          </a:xfrm>
          <a:custGeom>
            <a:avLst/>
            <a:gdLst/>
            <a:ahLst/>
            <a:cxnLst/>
            <a:rect l="l" t="t" r="r" b="b"/>
            <a:pathLst>
              <a:path w="181610" h="415289">
                <a:moveTo>
                  <a:pt x="181051" y="414769"/>
                </a:moveTo>
                <a:lnTo>
                  <a:pt x="181051" y="337959"/>
                </a:lnTo>
                <a:lnTo>
                  <a:pt x="161289" y="319316"/>
                </a:lnTo>
                <a:lnTo>
                  <a:pt x="144830" y="297345"/>
                </a:lnTo>
                <a:lnTo>
                  <a:pt x="131673" y="273227"/>
                </a:lnTo>
                <a:lnTo>
                  <a:pt x="122910" y="247967"/>
                </a:lnTo>
                <a:lnTo>
                  <a:pt x="118503" y="221653"/>
                </a:lnTo>
                <a:lnTo>
                  <a:pt x="118503" y="195313"/>
                </a:lnTo>
                <a:lnTo>
                  <a:pt x="131673" y="141554"/>
                </a:lnTo>
                <a:lnTo>
                  <a:pt x="161289" y="96558"/>
                </a:lnTo>
                <a:lnTo>
                  <a:pt x="181051" y="77914"/>
                </a:lnTo>
                <a:lnTo>
                  <a:pt x="181051" y="0"/>
                </a:lnTo>
                <a:lnTo>
                  <a:pt x="0" y="0"/>
                </a:lnTo>
                <a:lnTo>
                  <a:pt x="0" y="77914"/>
                </a:lnTo>
                <a:lnTo>
                  <a:pt x="19748" y="96558"/>
                </a:lnTo>
                <a:lnTo>
                  <a:pt x="36207" y="118503"/>
                </a:lnTo>
                <a:lnTo>
                  <a:pt x="48272" y="141554"/>
                </a:lnTo>
                <a:lnTo>
                  <a:pt x="57073" y="167881"/>
                </a:lnTo>
                <a:lnTo>
                  <a:pt x="61442" y="195313"/>
                </a:lnTo>
                <a:lnTo>
                  <a:pt x="61442" y="221653"/>
                </a:lnTo>
                <a:lnTo>
                  <a:pt x="48272" y="273227"/>
                </a:lnTo>
                <a:lnTo>
                  <a:pt x="19748" y="319316"/>
                </a:lnTo>
                <a:lnTo>
                  <a:pt x="0" y="337959"/>
                </a:lnTo>
                <a:lnTo>
                  <a:pt x="0" y="414769"/>
                </a:lnTo>
                <a:lnTo>
                  <a:pt x="181051" y="41476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2860065" y="2949308"/>
            <a:ext cx="181610" cy="415290"/>
          </a:xfrm>
          <a:custGeom>
            <a:avLst/>
            <a:gdLst/>
            <a:ahLst/>
            <a:cxnLst/>
            <a:rect l="l" t="t" r="r" b="b"/>
            <a:pathLst>
              <a:path w="181610" h="415289">
                <a:moveTo>
                  <a:pt x="0" y="77914"/>
                </a:moveTo>
                <a:lnTo>
                  <a:pt x="36207" y="118503"/>
                </a:lnTo>
                <a:lnTo>
                  <a:pt x="57073" y="167881"/>
                </a:lnTo>
                <a:lnTo>
                  <a:pt x="61442" y="195313"/>
                </a:lnTo>
                <a:lnTo>
                  <a:pt x="61442" y="221653"/>
                </a:lnTo>
                <a:lnTo>
                  <a:pt x="48272" y="273227"/>
                </a:lnTo>
                <a:lnTo>
                  <a:pt x="19748" y="319316"/>
                </a:lnTo>
                <a:lnTo>
                  <a:pt x="0" y="337959"/>
                </a:lnTo>
                <a:lnTo>
                  <a:pt x="0" y="414769"/>
                </a:lnTo>
                <a:lnTo>
                  <a:pt x="181051" y="414769"/>
                </a:lnTo>
                <a:lnTo>
                  <a:pt x="181051" y="337959"/>
                </a:lnTo>
                <a:lnTo>
                  <a:pt x="161289" y="319316"/>
                </a:lnTo>
                <a:lnTo>
                  <a:pt x="144830" y="297345"/>
                </a:lnTo>
                <a:lnTo>
                  <a:pt x="131673" y="273227"/>
                </a:lnTo>
                <a:lnTo>
                  <a:pt x="122910" y="247967"/>
                </a:lnTo>
                <a:lnTo>
                  <a:pt x="118503" y="221653"/>
                </a:lnTo>
                <a:lnTo>
                  <a:pt x="118503" y="195313"/>
                </a:lnTo>
                <a:lnTo>
                  <a:pt x="131673" y="141554"/>
                </a:lnTo>
                <a:lnTo>
                  <a:pt x="161289" y="96558"/>
                </a:lnTo>
                <a:lnTo>
                  <a:pt x="181051" y="77914"/>
                </a:lnTo>
                <a:lnTo>
                  <a:pt x="181051" y="0"/>
                </a:lnTo>
                <a:lnTo>
                  <a:pt x="0" y="0"/>
                </a:lnTo>
                <a:lnTo>
                  <a:pt x="0" y="7791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2902877" y="2828620"/>
            <a:ext cx="95885" cy="46355"/>
          </a:xfrm>
          <a:custGeom>
            <a:avLst/>
            <a:gdLst/>
            <a:ahLst/>
            <a:cxnLst/>
            <a:rect l="l" t="t" r="r" b="b"/>
            <a:pathLst>
              <a:path w="95885" h="46355">
                <a:moveTo>
                  <a:pt x="95465" y="46088"/>
                </a:moveTo>
                <a:lnTo>
                  <a:pt x="95465" y="0"/>
                </a:lnTo>
                <a:lnTo>
                  <a:pt x="0" y="0"/>
                </a:lnTo>
                <a:lnTo>
                  <a:pt x="0" y="46088"/>
                </a:lnTo>
                <a:lnTo>
                  <a:pt x="95465" y="46088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2902877" y="2828620"/>
            <a:ext cx="95885" cy="46355"/>
          </a:xfrm>
          <a:custGeom>
            <a:avLst/>
            <a:gdLst/>
            <a:ahLst/>
            <a:cxnLst/>
            <a:rect l="l" t="t" r="r" b="b"/>
            <a:pathLst>
              <a:path w="95885" h="46355">
                <a:moveTo>
                  <a:pt x="95465" y="0"/>
                </a:moveTo>
                <a:lnTo>
                  <a:pt x="95465" y="46088"/>
                </a:lnTo>
                <a:lnTo>
                  <a:pt x="0" y="46088"/>
                </a:lnTo>
                <a:lnTo>
                  <a:pt x="0" y="0"/>
                </a:lnTo>
                <a:lnTo>
                  <a:pt x="9546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2832100" y="2609151"/>
            <a:ext cx="259079" cy="195580"/>
          </a:xfrm>
          <a:custGeom>
            <a:avLst/>
            <a:gdLst/>
            <a:ahLst/>
            <a:cxnLst/>
            <a:rect l="l" t="t" r="r" b="b"/>
            <a:pathLst>
              <a:path w="259080" h="195580">
                <a:moveTo>
                  <a:pt x="259080" y="2260"/>
                </a:moveTo>
                <a:lnTo>
                  <a:pt x="257810" y="2260"/>
                </a:lnTo>
                <a:lnTo>
                  <a:pt x="257810" y="952"/>
                </a:lnTo>
                <a:lnTo>
                  <a:pt x="255270" y="952"/>
                </a:lnTo>
                <a:lnTo>
                  <a:pt x="255270" y="0"/>
                </a:lnTo>
                <a:lnTo>
                  <a:pt x="190500" y="0"/>
                </a:lnTo>
                <a:lnTo>
                  <a:pt x="190500" y="495"/>
                </a:lnTo>
                <a:lnTo>
                  <a:pt x="3810" y="495"/>
                </a:lnTo>
                <a:lnTo>
                  <a:pt x="3810" y="977"/>
                </a:lnTo>
                <a:lnTo>
                  <a:pt x="0" y="977"/>
                </a:lnTo>
                <a:lnTo>
                  <a:pt x="0" y="194678"/>
                </a:lnTo>
                <a:lnTo>
                  <a:pt x="3810" y="194678"/>
                </a:lnTo>
                <a:lnTo>
                  <a:pt x="3810" y="195326"/>
                </a:lnTo>
                <a:lnTo>
                  <a:pt x="190500" y="195326"/>
                </a:lnTo>
                <a:lnTo>
                  <a:pt x="255270" y="195326"/>
                </a:lnTo>
                <a:lnTo>
                  <a:pt x="255270" y="194856"/>
                </a:lnTo>
                <a:lnTo>
                  <a:pt x="257810" y="194856"/>
                </a:lnTo>
                <a:lnTo>
                  <a:pt x="257810" y="194144"/>
                </a:lnTo>
                <a:lnTo>
                  <a:pt x="259080" y="194144"/>
                </a:lnTo>
                <a:lnTo>
                  <a:pt x="259080" y="226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2831553" y="2609151"/>
            <a:ext cx="260350" cy="195580"/>
          </a:xfrm>
          <a:custGeom>
            <a:avLst/>
            <a:gdLst/>
            <a:ahLst/>
            <a:cxnLst/>
            <a:rect l="l" t="t" r="r" b="b"/>
            <a:pathLst>
              <a:path w="260350" h="195580">
                <a:moveTo>
                  <a:pt x="190931" y="0"/>
                </a:moveTo>
                <a:lnTo>
                  <a:pt x="255676" y="0"/>
                </a:lnTo>
                <a:lnTo>
                  <a:pt x="258965" y="2197"/>
                </a:lnTo>
                <a:lnTo>
                  <a:pt x="260057" y="4394"/>
                </a:lnTo>
                <a:lnTo>
                  <a:pt x="260057" y="190931"/>
                </a:lnTo>
                <a:lnTo>
                  <a:pt x="258965" y="194221"/>
                </a:lnTo>
                <a:lnTo>
                  <a:pt x="255676" y="195326"/>
                </a:lnTo>
                <a:lnTo>
                  <a:pt x="4394" y="195326"/>
                </a:lnTo>
                <a:lnTo>
                  <a:pt x="1104" y="194221"/>
                </a:lnTo>
                <a:lnTo>
                  <a:pt x="0" y="190931"/>
                </a:lnTo>
                <a:lnTo>
                  <a:pt x="0" y="99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2" name="bg object 30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794342" y="2405062"/>
            <a:ext cx="225920" cy="402589"/>
          </a:xfrm>
          <a:prstGeom prst="rect">
            <a:avLst/>
          </a:prstGeom>
        </p:spPr>
      </p:pic>
      <p:sp>
        <p:nvSpPr>
          <p:cNvPr id="303" name="bg object 303"/>
          <p:cNvSpPr/>
          <p:nvPr/>
        </p:nvSpPr>
        <p:spPr>
          <a:xfrm>
            <a:off x="2882011" y="2405062"/>
            <a:ext cx="138430" cy="252729"/>
          </a:xfrm>
          <a:custGeom>
            <a:avLst/>
            <a:gdLst/>
            <a:ahLst/>
            <a:cxnLst/>
            <a:rect l="l" t="t" r="r" b="b"/>
            <a:pathLst>
              <a:path w="138430" h="252730">
                <a:moveTo>
                  <a:pt x="137159" y="240296"/>
                </a:moveTo>
                <a:lnTo>
                  <a:pt x="106438" y="201879"/>
                </a:lnTo>
                <a:lnTo>
                  <a:pt x="69126" y="192023"/>
                </a:lnTo>
                <a:lnTo>
                  <a:pt x="54851" y="193116"/>
                </a:lnTo>
                <a:lnTo>
                  <a:pt x="19748" y="209575"/>
                </a:lnTo>
                <a:lnTo>
                  <a:pt x="0" y="252374"/>
                </a:lnTo>
                <a:lnTo>
                  <a:pt x="0" y="46075"/>
                </a:lnTo>
                <a:lnTo>
                  <a:pt x="29616" y="9867"/>
                </a:lnTo>
                <a:lnTo>
                  <a:pt x="76809" y="0"/>
                </a:lnTo>
                <a:lnTo>
                  <a:pt x="92163" y="3289"/>
                </a:lnTo>
                <a:lnTo>
                  <a:pt x="106438" y="9867"/>
                </a:lnTo>
                <a:lnTo>
                  <a:pt x="119595" y="19748"/>
                </a:lnTo>
                <a:lnTo>
                  <a:pt x="130568" y="31813"/>
                </a:lnTo>
                <a:lnTo>
                  <a:pt x="138252" y="46075"/>
                </a:lnTo>
                <a:lnTo>
                  <a:pt x="138252" y="252374"/>
                </a:lnTo>
                <a:lnTo>
                  <a:pt x="137159" y="24029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4" name="bg object 30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878836" y="2593911"/>
            <a:ext cx="144602" cy="125945"/>
          </a:xfrm>
          <a:prstGeom prst="rect">
            <a:avLst/>
          </a:prstGeom>
        </p:spPr>
      </p:pic>
      <p:sp>
        <p:nvSpPr>
          <p:cNvPr id="305" name="bg object 305"/>
          <p:cNvSpPr/>
          <p:nvPr/>
        </p:nvSpPr>
        <p:spPr>
          <a:xfrm>
            <a:off x="2882011" y="2420429"/>
            <a:ext cx="138430" cy="56515"/>
          </a:xfrm>
          <a:custGeom>
            <a:avLst/>
            <a:gdLst/>
            <a:ahLst/>
            <a:cxnLst/>
            <a:rect l="l" t="t" r="r" b="b"/>
            <a:pathLst>
              <a:path w="138430" h="56514">
                <a:moveTo>
                  <a:pt x="138252" y="55956"/>
                </a:moveTo>
                <a:lnTo>
                  <a:pt x="138252" y="44983"/>
                </a:lnTo>
                <a:lnTo>
                  <a:pt x="130568" y="31813"/>
                </a:lnTo>
                <a:lnTo>
                  <a:pt x="119595" y="19748"/>
                </a:lnTo>
                <a:lnTo>
                  <a:pt x="106438" y="9867"/>
                </a:lnTo>
                <a:lnTo>
                  <a:pt x="92163" y="3276"/>
                </a:lnTo>
                <a:lnTo>
                  <a:pt x="76809" y="0"/>
                </a:lnTo>
                <a:lnTo>
                  <a:pt x="60350" y="0"/>
                </a:lnTo>
                <a:lnTo>
                  <a:pt x="16446" y="19748"/>
                </a:lnTo>
                <a:lnTo>
                  <a:pt x="0" y="44983"/>
                </a:lnTo>
                <a:lnTo>
                  <a:pt x="0" y="55956"/>
                </a:lnTo>
                <a:lnTo>
                  <a:pt x="7670" y="42786"/>
                </a:lnTo>
                <a:lnTo>
                  <a:pt x="16446" y="30721"/>
                </a:lnTo>
                <a:lnTo>
                  <a:pt x="29616" y="20840"/>
                </a:lnTo>
                <a:lnTo>
                  <a:pt x="44983" y="14262"/>
                </a:lnTo>
                <a:lnTo>
                  <a:pt x="60350" y="10972"/>
                </a:lnTo>
                <a:lnTo>
                  <a:pt x="76809" y="10972"/>
                </a:lnTo>
                <a:lnTo>
                  <a:pt x="92163" y="14262"/>
                </a:lnTo>
                <a:lnTo>
                  <a:pt x="106438" y="20840"/>
                </a:lnTo>
                <a:lnTo>
                  <a:pt x="119595" y="30721"/>
                </a:lnTo>
                <a:lnTo>
                  <a:pt x="130568" y="42786"/>
                </a:lnTo>
                <a:lnTo>
                  <a:pt x="138252" y="55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2882011" y="2420429"/>
            <a:ext cx="138430" cy="56515"/>
          </a:xfrm>
          <a:custGeom>
            <a:avLst/>
            <a:gdLst/>
            <a:ahLst/>
            <a:cxnLst/>
            <a:rect l="l" t="t" r="r" b="b"/>
            <a:pathLst>
              <a:path w="138430" h="56514">
                <a:moveTo>
                  <a:pt x="138252" y="44983"/>
                </a:moveTo>
                <a:lnTo>
                  <a:pt x="106438" y="9867"/>
                </a:lnTo>
                <a:lnTo>
                  <a:pt x="76809" y="0"/>
                </a:lnTo>
                <a:lnTo>
                  <a:pt x="60350" y="0"/>
                </a:lnTo>
                <a:lnTo>
                  <a:pt x="16446" y="19748"/>
                </a:lnTo>
                <a:lnTo>
                  <a:pt x="0" y="44983"/>
                </a:lnTo>
                <a:lnTo>
                  <a:pt x="0" y="55956"/>
                </a:lnTo>
                <a:lnTo>
                  <a:pt x="7670" y="42786"/>
                </a:lnTo>
                <a:lnTo>
                  <a:pt x="16446" y="30721"/>
                </a:lnTo>
                <a:lnTo>
                  <a:pt x="29616" y="20840"/>
                </a:lnTo>
                <a:lnTo>
                  <a:pt x="44983" y="14262"/>
                </a:lnTo>
                <a:lnTo>
                  <a:pt x="60350" y="10972"/>
                </a:lnTo>
                <a:lnTo>
                  <a:pt x="76809" y="10972"/>
                </a:lnTo>
                <a:lnTo>
                  <a:pt x="92163" y="14262"/>
                </a:lnTo>
                <a:lnTo>
                  <a:pt x="106438" y="20840"/>
                </a:lnTo>
                <a:lnTo>
                  <a:pt x="119595" y="30721"/>
                </a:lnTo>
                <a:lnTo>
                  <a:pt x="130568" y="42786"/>
                </a:lnTo>
                <a:lnTo>
                  <a:pt x="138252" y="55956"/>
                </a:lnTo>
                <a:lnTo>
                  <a:pt x="138252" y="44983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2692171" y="2158174"/>
            <a:ext cx="518159" cy="50800"/>
          </a:xfrm>
          <a:custGeom>
            <a:avLst/>
            <a:gdLst/>
            <a:ahLst/>
            <a:cxnLst/>
            <a:rect l="l" t="t" r="r" b="b"/>
            <a:pathLst>
              <a:path w="518160" h="50800">
                <a:moveTo>
                  <a:pt x="517918" y="50469"/>
                </a:moveTo>
                <a:lnTo>
                  <a:pt x="517918" y="0"/>
                </a:lnTo>
                <a:lnTo>
                  <a:pt x="0" y="0"/>
                </a:lnTo>
                <a:lnTo>
                  <a:pt x="0" y="50469"/>
                </a:lnTo>
                <a:lnTo>
                  <a:pt x="517918" y="50469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2692171" y="2158174"/>
            <a:ext cx="518159" cy="50800"/>
          </a:xfrm>
          <a:custGeom>
            <a:avLst/>
            <a:gdLst/>
            <a:ahLst/>
            <a:cxnLst/>
            <a:rect l="l" t="t" r="r" b="b"/>
            <a:pathLst>
              <a:path w="518160" h="50800">
                <a:moveTo>
                  <a:pt x="0" y="50469"/>
                </a:moveTo>
                <a:lnTo>
                  <a:pt x="0" y="0"/>
                </a:lnTo>
                <a:lnTo>
                  <a:pt x="517918" y="0"/>
                </a:lnTo>
                <a:lnTo>
                  <a:pt x="517918" y="50469"/>
                </a:lnTo>
                <a:lnTo>
                  <a:pt x="0" y="5046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379069" y="3156699"/>
            <a:ext cx="6023610" cy="0"/>
          </a:xfrm>
          <a:custGeom>
            <a:avLst/>
            <a:gdLst/>
            <a:ahLst/>
            <a:cxnLst/>
            <a:rect l="l" t="t" r="r" b="b"/>
            <a:pathLst>
              <a:path w="6023610">
                <a:moveTo>
                  <a:pt x="602298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7220711" y="1250645"/>
            <a:ext cx="1798320" cy="899160"/>
          </a:xfrm>
          <a:custGeom>
            <a:avLst/>
            <a:gdLst/>
            <a:ahLst/>
            <a:cxnLst/>
            <a:rect l="l" t="t" r="r" b="b"/>
            <a:pathLst>
              <a:path w="1798320" h="899160">
                <a:moveTo>
                  <a:pt x="1797977" y="0"/>
                </a:moveTo>
                <a:lnTo>
                  <a:pt x="0" y="0"/>
                </a:lnTo>
                <a:lnTo>
                  <a:pt x="1246" y="47744"/>
                </a:lnTo>
                <a:lnTo>
                  <a:pt x="4943" y="94839"/>
                </a:lnTo>
                <a:lnTo>
                  <a:pt x="11028" y="141222"/>
                </a:lnTo>
                <a:lnTo>
                  <a:pt x="19441" y="186833"/>
                </a:lnTo>
                <a:lnTo>
                  <a:pt x="30118" y="231608"/>
                </a:lnTo>
                <a:lnTo>
                  <a:pt x="42997" y="275486"/>
                </a:lnTo>
                <a:lnTo>
                  <a:pt x="58016" y="318404"/>
                </a:lnTo>
                <a:lnTo>
                  <a:pt x="75114" y="360301"/>
                </a:lnTo>
                <a:lnTo>
                  <a:pt x="94227" y="401113"/>
                </a:lnTo>
                <a:lnTo>
                  <a:pt x="115294" y="440779"/>
                </a:lnTo>
                <a:lnTo>
                  <a:pt x="138253" y="479238"/>
                </a:lnTo>
                <a:lnTo>
                  <a:pt x="163042" y="516425"/>
                </a:lnTo>
                <a:lnTo>
                  <a:pt x="189598" y="552281"/>
                </a:lnTo>
                <a:lnTo>
                  <a:pt x="217859" y="586742"/>
                </a:lnTo>
                <a:lnTo>
                  <a:pt x="247763" y="619746"/>
                </a:lnTo>
                <a:lnTo>
                  <a:pt x="279248" y="651231"/>
                </a:lnTo>
                <a:lnTo>
                  <a:pt x="312252" y="681135"/>
                </a:lnTo>
                <a:lnTo>
                  <a:pt x="346713" y="709396"/>
                </a:lnTo>
                <a:lnTo>
                  <a:pt x="382568" y="735952"/>
                </a:lnTo>
                <a:lnTo>
                  <a:pt x="419756" y="760741"/>
                </a:lnTo>
                <a:lnTo>
                  <a:pt x="458214" y="783699"/>
                </a:lnTo>
                <a:lnTo>
                  <a:pt x="497881" y="804767"/>
                </a:lnTo>
                <a:lnTo>
                  <a:pt x="538693" y="823880"/>
                </a:lnTo>
                <a:lnTo>
                  <a:pt x="580590" y="840978"/>
                </a:lnTo>
                <a:lnTo>
                  <a:pt x="623508" y="855997"/>
                </a:lnTo>
                <a:lnTo>
                  <a:pt x="667385" y="868876"/>
                </a:lnTo>
                <a:lnTo>
                  <a:pt x="712161" y="879553"/>
                </a:lnTo>
                <a:lnTo>
                  <a:pt x="757771" y="887965"/>
                </a:lnTo>
                <a:lnTo>
                  <a:pt x="804155" y="894051"/>
                </a:lnTo>
                <a:lnTo>
                  <a:pt x="851250" y="897748"/>
                </a:lnTo>
                <a:lnTo>
                  <a:pt x="898994" y="898994"/>
                </a:lnTo>
                <a:lnTo>
                  <a:pt x="946737" y="897748"/>
                </a:lnTo>
                <a:lnTo>
                  <a:pt x="993831" y="894051"/>
                </a:lnTo>
                <a:lnTo>
                  <a:pt x="1040214" y="887965"/>
                </a:lnTo>
                <a:lnTo>
                  <a:pt x="1085824" y="879553"/>
                </a:lnTo>
                <a:lnTo>
                  <a:pt x="1130598" y="868876"/>
                </a:lnTo>
                <a:lnTo>
                  <a:pt x="1174475" y="855997"/>
                </a:lnTo>
                <a:lnTo>
                  <a:pt x="1217392" y="840978"/>
                </a:lnTo>
                <a:lnTo>
                  <a:pt x="1259288" y="823880"/>
                </a:lnTo>
                <a:lnTo>
                  <a:pt x="1300100" y="804767"/>
                </a:lnTo>
                <a:lnTo>
                  <a:pt x="1339766" y="783699"/>
                </a:lnTo>
                <a:lnTo>
                  <a:pt x="1378223" y="760741"/>
                </a:lnTo>
                <a:lnTo>
                  <a:pt x="1415411" y="735952"/>
                </a:lnTo>
                <a:lnTo>
                  <a:pt x="1451266" y="709396"/>
                </a:lnTo>
                <a:lnTo>
                  <a:pt x="1485726" y="681135"/>
                </a:lnTo>
                <a:lnTo>
                  <a:pt x="1518730" y="651231"/>
                </a:lnTo>
                <a:lnTo>
                  <a:pt x="1550215" y="619746"/>
                </a:lnTo>
                <a:lnTo>
                  <a:pt x="1580119" y="586742"/>
                </a:lnTo>
                <a:lnTo>
                  <a:pt x="1608379" y="552281"/>
                </a:lnTo>
                <a:lnTo>
                  <a:pt x="1634935" y="516425"/>
                </a:lnTo>
                <a:lnTo>
                  <a:pt x="1659723" y="479238"/>
                </a:lnTo>
                <a:lnTo>
                  <a:pt x="1682682" y="440779"/>
                </a:lnTo>
                <a:lnTo>
                  <a:pt x="1703749" y="401113"/>
                </a:lnTo>
                <a:lnTo>
                  <a:pt x="1722863" y="360301"/>
                </a:lnTo>
                <a:lnTo>
                  <a:pt x="1739960" y="318404"/>
                </a:lnTo>
                <a:lnTo>
                  <a:pt x="1754979" y="275486"/>
                </a:lnTo>
                <a:lnTo>
                  <a:pt x="1767858" y="231608"/>
                </a:lnTo>
                <a:lnTo>
                  <a:pt x="1778535" y="186833"/>
                </a:lnTo>
                <a:lnTo>
                  <a:pt x="1786948" y="141222"/>
                </a:lnTo>
                <a:lnTo>
                  <a:pt x="1793033" y="94839"/>
                </a:lnTo>
                <a:lnTo>
                  <a:pt x="1796730" y="47744"/>
                </a:lnTo>
                <a:lnTo>
                  <a:pt x="1797977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7220711" y="1250645"/>
            <a:ext cx="1798320" cy="899160"/>
          </a:xfrm>
          <a:custGeom>
            <a:avLst/>
            <a:gdLst/>
            <a:ahLst/>
            <a:cxnLst/>
            <a:rect l="l" t="t" r="r" b="b"/>
            <a:pathLst>
              <a:path w="1798320" h="899160">
                <a:moveTo>
                  <a:pt x="0" y="0"/>
                </a:moveTo>
                <a:lnTo>
                  <a:pt x="1246" y="47744"/>
                </a:lnTo>
                <a:lnTo>
                  <a:pt x="4943" y="94839"/>
                </a:lnTo>
                <a:lnTo>
                  <a:pt x="11028" y="141222"/>
                </a:lnTo>
                <a:lnTo>
                  <a:pt x="19441" y="186833"/>
                </a:lnTo>
                <a:lnTo>
                  <a:pt x="30118" y="231608"/>
                </a:lnTo>
                <a:lnTo>
                  <a:pt x="42997" y="275486"/>
                </a:lnTo>
                <a:lnTo>
                  <a:pt x="58016" y="318404"/>
                </a:lnTo>
                <a:lnTo>
                  <a:pt x="75114" y="360301"/>
                </a:lnTo>
                <a:lnTo>
                  <a:pt x="94227" y="401113"/>
                </a:lnTo>
                <a:lnTo>
                  <a:pt x="115294" y="440779"/>
                </a:lnTo>
                <a:lnTo>
                  <a:pt x="138253" y="479238"/>
                </a:lnTo>
                <a:lnTo>
                  <a:pt x="163042" y="516425"/>
                </a:lnTo>
                <a:lnTo>
                  <a:pt x="189598" y="552281"/>
                </a:lnTo>
                <a:lnTo>
                  <a:pt x="217859" y="586742"/>
                </a:lnTo>
                <a:lnTo>
                  <a:pt x="247763" y="619746"/>
                </a:lnTo>
                <a:lnTo>
                  <a:pt x="279248" y="651231"/>
                </a:lnTo>
                <a:lnTo>
                  <a:pt x="312252" y="681135"/>
                </a:lnTo>
                <a:lnTo>
                  <a:pt x="346713" y="709396"/>
                </a:lnTo>
                <a:lnTo>
                  <a:pt x="382568" y="735952"/>
                </a:lnTo>
                <a:lnTo>
                  <a:pt x="419756" y="760741"/>
                </a:lnTo>
                <a:lnTo>
                  <a:pt x="458214" y="783699"/>
                </a:lnTo>
                <a:lnTo>
                  <a:pt x="497881" y="804767"/>
                </a:lnTo>
                <a:lnTo>
                  <a:pt x="538693" y="823880"/>
                </a:lnTo>
                <a:lnTo>
                  <a:pt x="580590" y="840978"/>
                </a:lnTo>
                <a:lnTo>
                  <a:pt x="623508" y="855997"/>
                </a:lnTo>
                <a:lnTo>
                  <a:pt x="667385" y="868876"/>
                </a:lnTo>
                <a:lnTo>
                  <a:pt x="712161" y="879553"/>
                </a:lnTo>
                <a:lnTo>
                  <a:pt x="757771" y="887965"/>
                </a:lnTo>
                <a:lnTo>
                  <a:pt x="804155" y="894051"/>
                </a:lnTo>
                <a:lnTo>
                  <a:pt x="851250" y="897748"/>
                </a:lnTo>
                <a:lnTo>
                  <a:pt x="898994" y="898994"/>
                </a:lnTo>
                <a:lnTo>
                  <a:pt x="946737" y="897748"/>
                </a:lnTo>
                <a:lnTo>
                  <a:pt x="993831" y="894051"/>
                </a:lnTo>
                <a:lnTo>
                  <a:pt x="1040214" y="887965"/>
                </a:lnTo>
                <a:lnTo>
                  <a:pt x="1085824" y="879553"/>
                </a:lnTo>
                <a:lnTo>
                  <a:pt x="1130598" y="868876"/>
                </a:lnTo>
                <a:lnTo>
                  <a:pt x="1174475" y="855997"/>
                </a:lnTo>
                <a:lnTo>
                  <a:pt x="1217392" y="840978"/>
                </a:lnTo>
                <a:lnTo>
                  <a:pt x="1259288" y="823880"/>
                </a:lnTo>
                <a:lnTo>
                  <a:pt x="1300100" y="804767"/>
                </a:lnTo>
                <a:lnTo>
                  <a:pt x="1339766" y="783699"/>
                </a:lnTo>
                <a:lnTo>
                  <a:pt x="1378223" y="760741"/>
                </a:lnTo>
                <a:lnTo>
                  <a:pt x="1415411" y="735952"/>
                </a:lnTo>
                <a:lnTo>
                  <a:pt x="1451266" y="709396"/>
                </a:lnTo>
                <a:lnTo>
                  <a:pt x="1485726" y="681135"/>
                </a:lnTo>
                <a:lnTo>
                  <a:pt x="1518730" y="651231"/>
                </a:lnTo>
                <a:lnTo>
                  <a:pt x="1550215" y="619746"/>
                </a:lnTo>
                <a:lnTo>
                  <a:pt x="1580119" y="586742"/>
                </a:lnTo>
                <a:lnTo>
                  <a:pt x="1608379" y="552281"/>
                </a:lnTo>
                <a:lnTo>
                  <a:pt x="1634935" y="516425"/>
                </a:lnTo>
                <a:lnTo>
                  <a:pt x="1659723" y="479238"/>
                </a:lnTo>
                <a:lnTo>
                  <a:pt x="1682682" y="440779"/>
                </a:lnTo>
                <a:lnTo>
                  <a:pt x="1703749" y="401113"/>
                </a:lnTo>
                <a:lnTo>
                  <a:pt x="1722863" y="360301"/>
                </a:lnTo>
                <a:lnTo>
                  <a:pt x="1739960" y="318404"/>
                </a:lnTo>
                <a:lnTo>
                  <a:pt x="1754979" y="275486"/>
                </a:lnTo>
                <a:lnTo>
                  <a:pt x="1767858" y="231608"/>
                </a:lnTo>
                <a:lnTo>
                  <a:pt x="1778535" y="186833"/>
                </a:lnTo>
                <a:lnTo>
                  <a:pt x="1786948" y="141222"/>
                </a:lnTo>
                <a:lnTo>
                  <a:pt x="1793033" y="94839"/>
                </a:lnTo>
                <a:lnTo>
                  <a:pt x="1796730" y="47744"/>
                </a:lnTo>
                <a:lnTo>
                  <a:pt x="1797977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6458534" y="1408887"/>
            <a:ext cx="451484" cy="451484"/>
          </a:xfrm>
          <a:custGeom>
            <a:avLst/>
            <a:gdLst/>
            <a:ahLst/>
            <a:cxnLst/>
            <a:rect l="l" t="t" r="r" b="b"/>
            <a:pathLst>
              <a:path w="451484" h="451485">
                <a:moveTo>
                  <a:pt x="450862" y="225437"/>
                </a:moveTo>
                <a:lnTo>
                  <a:pt x="446282" y="180006"/>
                </a:lnTo>
                <a:lnTo>
                  <a:pt x="433147" y="137690"/>
                </a:lnTo>
                <a:lnTo>
                  <a:pt x="412362" y="99396"/>
                </a:lnTo>
                <a:lnTo>
                  <a:pt x="384835" y="66032"/>
                </a:lnTo>
                <a:lnTo>
                  <a:pt x="351471" y="38503"/>
                </a:lnTo>
                <a:lnTo>
                  <a:pt x="313177" y="17717"/>
                </a:lnTo>
                <a:lnTo>
                  <a:pt x="270859" y="4580"/>
                </a:lnTo>
                <a:lnTo>
                  <a:pt x="225425" y="0"/>
                </a:lnTo>
                <a:lnTo>
                  <a:pt x="179994" y="4580"/>
                </a:lnTo>
                <a:lnTo>
                  <a:pt x="137679" y="17717"/>
                </a:lnTo>
                <a:lnTo>
                  <a:pt x="99388" y="38503"/>
                </a:lnTo>
                <a:lnTo>
                  <a:pt x="66025" y="66032"/>
                </a:lnTo>
                <a:lnTo>
                  <a:pt x="38499" y="99396"/>
                </a:lnTo>
                <a:lnTo>
                  <a:pt x="17715" y="137690"/>
                </a:lnTo>
                <a:lnTo>
                  <a:pt x="4579" y="180006"/>
                </a:lnTo>
                <a:lnTo>
                  <a:pt x="0" y="225437"/>
                </a:lnTo>
                <a:lnTo>
                  <a:pt x="4579" y="270869"/>
                </a:lnTo>
                <a:lnTo>
                  <a:pt x="17715" y="313184"/>
                </a:lnTo>
                <a:lnTo>
                  <a:pt x="38499" y="351478"/>
                </a:lnTo>
                <a:lnTo>
                  <a:pt x="66025" y="384843"/>
                </a:lnTo>
                <a:lnTo>
                  <a:pt x="99388" y="412372"/>
                </a:lnTo>
                <a:lnTo>
                  <a:pt x="137679" y="433158"/>
                </a:lnTo>
                <a:lnTo>
                  <a:pt x="179994" y="446294"/>
                </a:lnTo>
                <a:lnTo>
                  <a:pt x="225425" y="450875"/>
                </a:lnTo>
                <a:lnTo>
                  <a:pt x="270859" y="446294"/>
                </a:lnTo>
                <a:lnTo>
                  <a:pt x="313177" y="433158"/>
                </a:lnTo>
                <a:lnTo>
                  <a:pt x="351471" y="412372"/>
                </a:lnTo>
                <a:lnTo>
                  <a:pt x="384835" y="384843"/>
                </a:lnTo>
                <a:lnTo>
                  <a:pt x="412362" y="351478"/>
                </a:lnTo>
                <a:lnTo>
                  <a:pt x="433147" y="313184"/>
                </a:lnTo>
                <a:lnTo>
                  <a:pt x="446282" y="270869"/>
                </a:lnTo>
                <a:lnTo>
                  <a:pt x="450862" y="225437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6458534" y="1408887"/>
            <a:ext cx="451484" cy="451484"/>
          </a:xfrm>
          <a:custGeom>
            <a:avLst/>
            <a:gdLst/>
            <a:ahLst/>
            <a:cxnLst/>
            <a:rect l="l" t="t" r="r" b="b"/>
            <a:pathLst>
              <a:path w="451484" h="451485">
                <a:moveTo>
                  <a:pt x="225425" y="450875"/>
                </a:moveTo>
                <a:lnTo>
                  <a:pt x="270859" y="446294"/>
                </a:lnTo>
                <a:lnTo>
                  <a:pt x="313177" y="433158"/>
                </a:lnTo>
                <a:lnTo>
                  <a:pt x="351471" y="412372"/>
                </a:lnTo>
                <a:lnTo>
                  <a:pt x="384835" y="384843"/>
                </a:lnTo>
                <a:lnTo>
                  <a:pt x="412362" y="351478"/>
                </a:lnTo>
                <a:lnTo>
                  <a:pt x="433147" y="313184"/>
                </a:lnTo>
                <a:lnTo>
                  <a:pt x="446282" y="270869"/>
                </a:lnTo>
                <a:lnTo>
                  <a:pt x="450862" y="225437"/>
                </a:lnTo>
                <a:lnTo>
                  <a:pt x="446282" y="180006"/>
                </a:lnTo>
                <a:lnTo>
                  <a:pt x="433147" y="137690"/>
                </a:lnTo>
                <a:lnTo>
                  <a:pt x="412362" y="99396"/>
                </a:lnTo>
                <a:lnTo>
                  <a:pt x="384835" y="66032"/>
                </a:lnTo>
                <a:lnTo>
                  <a:pt x="351471" y="38503"/>
                </a:lnTo>
                <a:lnTo>
                  <a:pt x="313177" y="17717"/>
                </a:lnTo>
                <a:lnTo>
                  <a:pt x="270859" y="4580"/>
                </a:lnTo>
                <a:lnTo>
                  <a:pt x="225425" y="0"/>
                </a:lnTo>
                <a:lnTo>
                  <a:pt x="179994" y="4580"/>
                </a:lnTo>
                <a:lnTo>
                  <a:pt x="137679" y="17717"/>
                </a:lnTo>
                <a:lnTo>
                  <a:pt x="99388" y="38503"/>
                </a:lnTo>
                <a:lnTo>
                  <a:pt x="66025" y="66032"/>
                </a:lnTo>
                <a:lnTo>
                  <a:pt x="38499" y="99396"/>
                </a:lnTo>
                <a:lnTo>
                  <a:pt x="17715" y="137690"/>
                </a:lnTo>
                <a:lnTo>
                  <a:pt x="4579" y="180006"/>
                </a:lnTo>
                <a:lnTo>
                  <a:pt x="0" y="225437"/>
                </a:lnTo>
                <a:lnTo>
                  <a:pt x="4579" y="270869"/>
                </a:lnTo>
                <a:lnTo>
                  <a:pt x="17715" y="313184"/>
                </a:lnTo>
                <a:lnTo>
                  <a:pt x="38499" y="351478"/>
                </a:lnTo>
                <a:lnTo>
                  <a:pt x="66025" y="384843"/>
                </a:lnTo>
                <a:lnTo>
                  <a:pt x="99388" y="412372"/>
                </a:lnTo>
                <a:lnTo>
                  <a:pt x="137679" y="433158"/>
                </a:lnTo>
                <a:lnTo>
                  <a:pt x="179994" y="446294"/>
                </a:lnTo>
                <a:lnTo>
                  <a:pt x="225425" y="450875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6277165" y="1250645"/>
            <a:ext cx="2787015" cy="944244"/>
          </a:xfrm>
          <a:custGeom>
            <a:avLst/>
            <a:gdLst/>
            <a:ahLst/>
            <a:cxnLst/>
            <a:rect l="l" t="t" r="r" b="b"/>
            <a:pathLst>
              <a:path w="2787015" h="944244">
                <a:moveTo>
                  <a:pt x="2786646" y="0"/>
                </a:moveTo>
                <a:lnTo>
                  <a:pt x="2740926" y="0"/>
                </a:lnTo>
                <a:lnTo>
                  <a:pt x="2738640" y="64008"/>
                </a:lnTo>
                <a:lnTo>
                  <a:pt x="2731782" y="128016"/>
                </a:lnTo>
                <a:lnTo>
                  <a:pt x="2721495" y="192024"/>
                </a:lnTo>
                <a:lnTo>
                  <a:pt x="2705493" y="253746"/>
                </a:lnTo>
                <a:lnTo>
                  <a:pt x="2684919" y="314325"/>
                </a:lnTo>
                <a:lnTo>
                  <a:pt x="2659773" y="373761"/>
                </a:lnTo>
                <a:lnTo>
                  <a:pt x="2631198" y="430911"/>
                </a:lnTo>
                <a:lnTo>
                  <a:pt x="2598051" y="485775"/>
                </a:lnTo>
                <a:lnTo>
                  <a:pt x="2562618" y="539496"/>
                </a:lnTo>
                <a:lnTo>
                  <a:pt x="2521470" y="589800"/>
                </a:lnTo>
                <a:lnTo>
                  <a:pt x="2478036" y="635520"/>
                </a:lnTo>
                <a:lnTo>
                  <a:pt x="2431173" y="680085"/>
                </a:lnTo>
                <a:lnTo>
                  <a:pt x="2380869" y="720090"/>
                </a:lnTo>
                <a:lnTo>
                  <a:pt x="2328291" y="757809"/>
                </a:lnTo>
                <a:lnTo>
                  <a:pt x="2273452" y="789825"/>
                </a:lnTo>
                <a:lnTo>
                  <a:pt x="2216277" y="818400"/>
                </a:lnTo>
                <a:lnTo>
                  <a:pt x="2156841" y="842403"/>
                </a:lnTo>
                <a:lnTo>
                  <a:pt x="2095119" y="862977"/>
                </a:lnTo>
                <a:lnTo>
                  <a:pt x="2033422" y="878979"/>
                </a:lnTo>
                <a:lnTo>
                  <a:pt x="1969389" y="890409"/>
                </a:lnTo>
                <a:lnTo>
                  <a:pt x="1906524" y="898410"/>
                </a:lnTo>
                <a:lnTo>
                  <a:pt x="1842541" y="900696"/>
                </a:lnTo>
                <a:lnTo>
                  <a:pt x="1777365" y="898410"/>
                </a:lnTo>
                <a:lnTo>
                  <a:pt x="1714500" y="890409"/>
                </a:lnTo>
                <a:lnTo>
                  <a:pt x="1651660" y="878979"/>
                </a:lnTo>
                <a:lnTo>
                  <a:pt x="1587627" y="862977"/>
                </a:lnTo>
                <a:lnTo>
                  <a:pt x="1527048" y="842403"/>
                </a:lnTo>
                <a:lnTo>
                  <a:pt x="1467612" y="818400"/>
                </a:lnTo>
                <a:lnTo>
                  <a:pt x="1410462" y="789825"/>
                </a:lnTo>
                <a:lnTo>
                  <a:pt x="1352169" y="754380"/>
                </a:lnTo>
                <a:lnTo>
                  <a:pt x="1298448" y="716673"/>
                </a:lnTo>
                <a:lnTo>
                  <a:pt x="544068" y="144018"/>
                </a:lnTo>
                <a:lnTo>
                  <a:pt x="522350" y="130302"/>
                </a:lnTo>
                <a:lnTo>
                  <a:pt x="499491" y="121158"/>
                </a:lnTo>
                <a:lnTo>
                  <a:pt x="474345" y="115443"/>
                </a:lnTo>
                <a:lnTo>
                  <a:pt x="449199" y="113157"/>
                </a:lnTo>
                <a:lnTo>
                  <a:pt x="0" y="113157"/>
                </a:lnTo>
                <a:lnTo>
                  <a:pt x="0" y="157734"/>
                </a:lnTo>
                <a:lnTo>
                  <a:pt x="449199" y="157734"/>
                </a:lnTo>
                <a:lnTo>
                  <a:pt x="516636" y="180594"/>
                </a:lnTo>
                <a:lnTo>
                  <a:pt x="1271028" y="753237"/>
                </a:lnTo>
                <a:lnTo>
                  <a:pt x="1323594" y="789825"/>
                </a:lnTo>
                <a:lnTo>
                  <a:pt x="1378457" y="824115"/>
                </a:lnTo>
                <a:lnTo>
                  <a:pt x="1436751" y="852690"/>
                </a:lnTo>
                <a:lnTo>
                  <a:pt x="1495044" y="878979"/>
                </a:lnTo>
                <a:lnTo>
                  <a:pt x="1555635" y="900696"/>
                </a:lnTo>
                <a:lnTo>
                  <a:pt x="1617345" y="917841"/>
                </a:lnTo>
                <a:lnTo>
                  <a:pt x="1681352" y="930414"/>
                </a:lnTo>
                <a:lnTo>
                  <a:pt x="1744218" y="939558"/>
                </a:lnTo>
                <a:lnTo>
                  <a:pt x="1809369" y="944130"/>
                </a:lnTo>
                <a:lnTo>
                  <a:pt x="1873377" y="944130"/>
                </a:lnTo>
                <a:lnTo>
                  <a:pt x="1938553" y="939558"/>
                </a:lnTo>
                <a:lnTo>
                  <a:pt x="2002536" y="930414"/>
                </a:lnTo>
                <a:lnTo>
                  <a:pt x="2065401" y="917841"/>
                </a:lnTo>
                <a:lnTo>
                  <a:pt x="2127148" y="900696"/>
                </a:lnTo>
                <a:lnTo>
                  <a:pt x="2187702" y="878979"/>
                </a:lnTo>
                <a:lnTo>
                  <a:pt x="2247138" y="852690"/>
                </a:lnTo>
                <a:lnTo>
                  <a:pt x="2304288" y="824115"/>
                </a:lnTo>
                <a:lnTo>
                  <a:pt x="2360295" y="789825"/>
                </a:lnTo>
                <a:lnTo>
                  <a:pt x="2412898" y="753237"/>
                </a:lnTo>
                <a:lnTo>
                  <a:pt x="2462047" y="712089"/>
                </a:lnTo>
                <a:lnTo>
                  <a:pt x="2510053" y="668655"/>
                </a:lnTo>
                <a:lnTo>
                  <a:pt x="2552331" y="622935"/>
                </a:lnTo>
                <a:lnTo>
                  <a:pt x="2591193" y="574929"/>
                </a:lnTo>
                <a:lnTo>
                  <a:pt x="2627756" y="524637"/>
                </a:lnTo>
                <a:lnTo>
                  <a:pt x="2659773" y="473201"/>
                </a:lnTo>
                <a:lnTo>
                  <a:pt x="2689491" y="417194"/>
                </a:lnTo>
                <a:lnTo>
                  <a:pt x="2714637" y="361188"/>
                </a:lnTo>
                <a:lnTo>
                  <a:pt x="2736354" y="304038"/>
                </a:lnTo>
                <a:lnTo>
                  <a:pt x="2754642" y="244602"/>
                </a:lnTo>
                <a:lnTo>
                  <a:pt x="2768358" y="185166"/>
                </a:lnTo>
                <a:lnTo>
                  <a:pt x="2778645" y="122301"/>
                </a:lnTo>
                <a:lnTo>
                  <a:pt x="2784360" y="61722"/>
                </a:lnTo>
                <a:lnTo>
                  <a:pt x="2786646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6277165" y="1250645"/>
            <a:ext cx="2787015" cy="944244"/>
          </a:xfrm>
          <a:custGeom>
            <a:avLst/>
            <a:gdLst/>
            <a:ahLst/>
            <a:cxnLst/>
            <a:rect l="l" t="t" r="r" b="b"/>
            <a:pathLst>
              <a:path w="2787015" h="944244">
                <a:moveTo>
                  <a:pt x="0" y="113157"/>
                </a:moveTo>
                <a:lnTo>
                  <a:pt x="449199" y="113157"/>
                </a:lnTo>
                <a:lnTo>
                  <a:pt x="474345" y="115443"/>
                </a:lnTo>
                <a:lnTo>
                  <a:pt x="499491" y="121158"/>
                </a:lnTo>
                <a:lnTo>
                  <a:pt x="522350" y="130302"/>
                </a:lnTo>
                <a:lnTo>
                  <a:pt x="544068" y="144018"/>
                </a:lnTo>
                <a:lnTo>
                  <a:pt x="1298448" y="716673"/>
                </a:lnTo>
                <a:lnTo>
                  <a:pt x="1352169" y="754380"/>
                </a:lnTo>
                <a:lnTo>
                  <a:pt x="1410462" y="789825"/>
                </a:lnTo>
                <a:lnTo>
                  <a:pt x="1467612" y="818400"/>
                </a:lnTo>
                <a:lnTo>
                  <a:pt x="1527048" y="842403"/>
                </a:lnTo>
                <a:lnTo>
                  <a:pt x="1587627" y="862977"/>
                </a:lnTo>
                <a:lnTo>
                  <a:pt x="1651660" y="878979"/>
                </a:lnTo>
                <a:lnTo>
                  <a:pt x="1714500" y="890409"/>
                </a:lnTo>
                <a:lnTo>
                  <a:pt x="1777365" y="898410"/>
                </a:lnTo>
                <a:lnTo>
                  <a:pt x="1842541" y="900696"/>
                </a:lnTo>
                <a:lnTo>
                  <a:pt x="1906524" y="898410"/>
                </a:lnTo>
                <a:lnTo>
                  <a:pt x="1969389" y="890409"/>
                </a:lnTo>
                <a:lnTo>
                  <a:pt x="2033422" y="878979"/>
                </a:lnTo>
                <a:lnTo>
                  <a:pt x="2095119" y="862977"/>
                </a:lnTo>
                <a:lnTo>
                  <a:pt x="2156841" y="842403"/>
                </a:lnTo>
                <a:lnTo>
                  <a:pt x="2216277" y="818400"/>
                </a:lnTo>
                <a:lnTo>
                  <a:pt x="2273452" y="789825"/>
                </a:lnTo>
                <a:lnTo>
                  <a:pt x="2328291" y="757809"/>
                </a:lnTo>
                <a:lnTo>
                  <a:pt x="2380869" y="720090"/>
                </a:lnTo>
                <a:lnTo>
                  <a:pt x="2431173" y="680085"/>
                </a:lnTo>
                <a:lnTo>
                  <a:pt x="2478036" y="635520"/>
                </a:lnTo>
                <a:lnTo>
                  <a:pt x="2521470" y="589800"/>
                </a:lnTo>
                <a:lnTo>
                  <a:pt x="2562618" y="539496"/>
                </a:lnTo>
                <a:lnTo>
                  <a:pt x="2598051" y="485775"/>
                </a:lnTo>
                <a:lnTo>
                  <a:pt x="2631198" y="430911"/>
                </a:lnTo>
                <a:lnTo>
                  <a:pt x="2659773" y="373761"/>
                </a:lnTo>
                <a:lnTo>
                  <a:pt x="2684919" y="314325"/>
                </a:lnTo>
                <a:lnTo>
                  <a:pt x="2705493" y="253746"/>
                </a:lnTo>
                <a:lnTo>
                  <a:pt x="2721495" y="192024"/>
                </a:lnTo>
                <a:lnTo>
                  <a:pt x="2731782" y="128016"/>
                </a:lnTo>
                <a:lnTo>
                  <a:pt x="2738640" y="64008"/>
                </a:lnTo>
                <a:lnTo>
                  <a:pt x="2740926" y="0"/>
                </a:lnTo>
                <a:lnTo>
                  <a:pt x="2786646" y="0"/>
                </a:lnTo>
                <a:lnTo>
                  <a:pt x="2784360" y="61722"/>
                </a:lnTo>
                <a:lnTo>
                  <a:pt x="2778645" y="122301"/>
                </a:lnTo>
                <a:lnTo>
                  <a:pt x="2768358" y="185166"/>
                </a:lnTo>
                <a:lnTo>
                  <a:pt x="2754642" y="244602"/>
                </a:lnTo>
                <a:lnTo>
                  <a:pt x="2736354" y="304038"/>
                </a:lnTo>
                <a:lnTo>
                  <a:pt x="2714637" y="361188"/>
                </a:lnTo>
                <a:lnTo>
                  <a:pt x="2689491" y="417194"/>
                </a:lnTo>
                <a:lnTo>
                  <a:pt x="2659773" y="473201"/>
                </a:lnTo>
                <a:lnTo>
                  <a:pt x="2627756" y="524637"/>
                </a:lnTo>
                <a:lnTo>
                  <a:pt x="2591193" y="574929"/>
                </a:lnTo>
                <a:lnTo>
                  <a:pt x="2552331" y="622935"/>
                </a:lnTo>
                <a:lnTo>
                  <a:pt x="2510053" y="668655"/>
                </a:lnTo>
                <a:lnTo>
                  <a:pt x="2462047" y="712089"/>
                </a:lnTo>
                <a:lnTo>
                  <a:pt x="2412898" y="753237"/>
                </a:lnTo>
                <a:lnTo>
                  <a:pt x="2360295" y="789825"/>
                </a:lnTo>
                <a:lnTo>
                  <a:pt x="2304288" y="824115"/>
                </a:lnTo>
                <a:lnTo>
                  <a:pt x="2247138" y="852690"/>
                </a:lnTo>
                <a:lnTo>
                  <a:pt x="2187702" y="878979"/>
                </a:lnTo>
                <a:lnTo>
                  <a:pt x="2127148" y="900696"/>
                </a:lnTo>
                <a:lnTo>
                  <a:pt x="2065401" y="917841"/>
                </a:lnTo>
                <a:lnTo>
                  <a:pt x="2002536" y="930414"/>
                </a:lnTo>
                <a:lnTo>
                  <a:pt x="1938553" y="939558"/>
                </a:lnTo>
                <a:lnTo>
                  <a:pt x="1873377" y="944130"/>
                </a:lnTo>
                <a:lnTo>
                  <a:pt x="1809369" y="944130"/>
                </a:lnTo>
                <a:lnTo>
                  <a:pt x="1744218" y="939558"/>
                </a:lnTo>
                <a:lnTo>
                  <a:pt x="1681352" y="930414"/>
                </a:lnTo>
                <a:lnTo>
                  <a:pt x="1617345" y="917841"/>
                </a:lnTo>
                <a:lnTo>
                  <a:pt x="1555635" y="900696"/>
                </a:lnTo>
                <a:lnTo>
                  <a:pt x="1495044" y="878979"/>
                </a:lnTo>
                <a:lnTo>
                  <a:pt x="1436751" y="852690"/>
                </a:lnTo>
                <a:lnTo>
                  <a:pt x="1378457" y="824115"/>
                </a:lnTo>
                <a:lnTo>
                  <a:pt x="1323594" y="789825"/>
                </a:lnTo>
                <a:lnTo>
                  <a:pt x="1271028" y="753237"/>
                </a:lnTo>
                <a:lnTo>
                  <a:pt x="516636" y="180594"/>
                </a:lnTo>
                <a:lnTo>
                  <a:pt x="449199" y="157734"/>
                </a:lnTo>
                <a:lnTo>
                  <a:pt x="0" y="15773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9762185" y="4135577"/>
            <a:ext cx="189230" cy="413384"/>
          </a:xfrm>
          <a:custGeom>
            <a:avLst/>
            <a:gdLst/>
            <a:ahLst/>
            <a:cxnLst/>
            <a:rect l="l" t="t" r="r" b="b"/>
            <a:pathLst>
              <a:path w="189229" h="413385">
                <a:moveTo>
                  <a:pt x="188594" y="399364"/>
                </a:moveTo>
                <a:lnTo>
                  <a:pt x="188594" y="0"/>
                </a:lnTo>
                <a:lnTo>
                  <a:pt x="0" y="0"/>
                </a:lnTo>
                <a:lnTo>
                  <a:pt x="0" y="401637"/>
                </a:lnTo>
                <a:lnTo>
                  <a:pt x="469" y="399008"/>
                </a:lnTo>
                <a:lnTo>
                  <a:pt x="12369" y="412902"/>
                </a:lnTo>
                <a:lnTo>
                  <a:pt x="174091" y="412902"/>
                </a:lnTo>
                <a:lnTo>
                  <a:pt x="188594" y="399364"/>
                </a:lnTo>
                <a:close/>
              </a:path>
              <a:path w="189229" h="413385">
                <a:moveTo>
                  <a:pt x="188975" y="399008"/>
                </a:moveTo>
                <a:lnTo>
                  <a:pt x="188594" y="399364"/>
                </a:lnTo>
                <a:lnTo>
                  <a:pt x="188594" y="401637"/>
                </a:lnTo>
                <a:lnTo>
                  <a:pt x="188975" y="399008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9762185" y="4135577"/>
            <a:ext cx="189230" cy="413384"/>
          </a:xfrm>
          <a:custGeom>
            <a:avLst/>
            <a:gdLst/>
            <a:ahLst/>
            <a:cxnLst/>
            <a:rect l="l" t="t" r="r" b="b"/>
            <a:pathLst>
              <a:path w="189229" h="413385">
                <a:moveTo>
                  <a:pt x="188594" y="0"/>
                </a:moveTo>
                <a:lnTo>
                  <a:pt x="188594" y="401637"/>
                </a:lnTo>
                <a:lnTo>
                  <a:pt x="188975" y="399008"/>
                </a:lnTo>
                <a:lnTo>
                  <a:pt x="174091" y="412902"/>
                </a:lnTo>
                <a:lnTo>
                  <a:pt x="12369" y="412902"/>
                </a:lnTo>
                <a:lnTo>
                  <a:pt x="469" y="399008"/>
                </a:lnTo>
                <a:lnTo>
                  <a:pt x="0" y="401637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8" name="bg object 31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588565" y="2501214"/>
            <a:ext cx="1737766" cy="1547253"/>
          </a:xfrm>
          <a:prstGeom prst="rect">
            <a:avLst/>
          </a:prstGeom>
        </p:spPr>
      </p:pic>
      <p:sp>
        <p:nvSpPr>
          <p:cNvPr id="319" name="bg object 319"/>
          <p:cNvSpPr/>
          <p:nvPr/>
        </p:nvSpPr>
        <p:spPr>
          <a:xfrm>
            <a:off x="9728390" y="4135996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3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9937064" y="4135577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4153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6325705" y="1250645"/>
            <a:ext cx="2839085" cy="744220"/>
          </a:xfrm>
          <a:custGeom>
            <a:avLst/>
            <a:gdLst/>
            <a:ahLst/>
            <a:cxnLst/>
            <a:rect l="l" t="t" r="r" b="b"/>
            <a:pathLst>
              <a:path w="2839084" h="744219">
                <a:moveTo>
                  <a:pt x="804138" y="0"/>
                </a:moveTo>
                <a:lnTo>
                  <a:pt x="2838983" y="12"/>
                </a:lnTo>
              </a:path>
              <a:path w="2839084" h="744219">
                <a:moveTo>
                  <a:pt x="358901" y="23647"/>
                </a:moveTo>
                <a:lnTo>
                  <a:pt x="358901" y="743737"/>
                </a:lnTo>
              </a:path>
              <a:path w="2839084" h="744219">
                <a:moveTo>
                  <a:pt x="0" y="382523"/>
                </a:moveTo>
                <a:lnTo>
                  <a:pt x="720090" y="382523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2" name="bg object 32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238945" y="3072853"/>
            <a:ext cx="64643" cy="64642"/>
          </a:xfrm>
          <a:prstGeom prst="rect">
            <a:avLst/>
          </a:prstGeom>
        </p:spPr>
      </p:pic>
      <p:pic>
        <p:nvPicPr>
          <p:cNvPr id="323" name="bg object 32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222942" y="3214585"/>
            <a:ext cx="96647" cy="95503"/>
          </a:xfrm>
          <a:prstGeom prst="rect">
            <a:avLst/>
          </a:prstGeom>
        </p:spPr>
      </p:pic>
      <p:pic>
        <p:nvPicPr>
          <p:cNvPr id="324" name="bg object 32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222942" y="3528910"/>
            <a:ext cx="96647" cy="96646"/>
          </a:xfrm>
          <a:prstGeom prst="rect">
            <a:avLst/>
          </a:prstGeom>
        </p:spPr>
      </p:pic>
      <p:pic>
        <p:nvPicPr>
          <p:cNvPr id="325" name="bg object 32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482598" y="1141056"/>
            <a:ext cx="1707387" cy="2331999"/>
          </a:xfrm>
          <a:prstGeom prst="rect">
            <a:avLst/>
          </a:prstGeom>
        </p:spPr>
      </p:pic>
      <p:sp>
        <p:nvSpPr>
          <p:cNvPr id="326" name="bg object 326"/>
          <p:cNvSpPr/>
          <p:nvPr/>
        </p:nvSpPr>
        <p:spPr>
          <a:xfrm>
            <a:off x="9732416" y="2821330"/>
            <a:ext cx="29845" cy="27305"/>
          </a:xfrm>
          <a:custGeom>
            <a:avLst/>
            <a:gdLst/>
            <a:ahLst/>
            <a:cxnLst/>
            <a:rect l="l" t="t" r="r" b="b"/>
            <a:pathLst>
              <a:path w="29845" h="27305">
                <a:moveTo>
                  <a:pt x="29768" y="26784"/>
                </a:moveTo>
                <a:lnTo>
                  <a:pt x="29768" y="0"/>
                </a:lnTo>
                <a:lnTo>
                  <a:pt x="0" y="0"/>
                </a:lnTo>
                <a:lnTo>
                  <a:pt x="29768" y="26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9732416" y="2821330"/>
            <a:ext cx="29845" cy="27305"/>
          </a:xfrm>
          <a:custGeom>
            <a:avLst/>
            <a:gdLst/>
            <a:ahLst/>
            <a:cxnLst/>
            <a:rect l="l" t="t" r="r" b="b"/>
            <a:pathLst>
              <a:path w="29845" h="27305">
                <a:moveTo>
                  <a:pt x="0" y="0"/>
                </a:moveTo>
                <a:lnTo>
                  <a:pt x="29768" y="0"/>
                </a:lnTo>
                <a:lnTo>
                  <a:pt x="29768" y="2678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8" name="bg object 32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285242" y="1128699"/>
            <a:ext cx="210375" cy="141795"/>
          </a:xfrm>
          <a:prstGeom prst="rect">
            <a:avLst/>
          </a:prstGeom>
        </p:spPr>
      </p:pic>
      <p:sp>
        <p:nvSpPr>
          <p:cNvPr id="329" name="bg object 329"/>
          <p:cNvSpPr/>
          <p:nvPr/>
        </p:nvSpPr>
        <p:spPr>
          <a:xfrm>
            <a:off x="6492443" y="1200454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>
                <a:moveTo>
                  <a:pt x="404622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9950779" y="2818155"/>
            <a:ext cx="29845" cy="27305"/>
          </a:xfrm>
          <a:custGeom>
            <a:avLst/>
            <a:gdLst/>
            <a:ahLst/>
            <a:cxnLst/>
            <a:rect l="l" t="t" r="r" b="b"/>
            <a:pathLst>
              <a:path w="29845" h="27305">
                <a:moveTo>
                  <a:pt x="29768" y="0"/>
                </a:moveTo>
                <a:lnTo>
                  <a:pt x="0" y="0"/>
                </a:lnTo>
                <a:lnTo>
                  <a:pt x="0" y="26784"/>
                </a:lnTo>
                <a:lnTo>
                  <a:pt x="29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9950779" y="2818155"/>
            <a:ext cx="29845" cy="27305"/>
          </a:xfrm>
          <a:custGeom>
            <a:avLst/>
            <a:gdLst/>
            <a:ahLst/>
            <a:cxnLst/>
            <a:rect l="l" t="t" r="r" b="b"/>
            <a:pathLst>
              <a:path w="29845" h="27305">
                <a:moveTo>
                  <a:pt x="29768" y="0"/>
                </a:moveTo>
                <a:lnTo>
                  <a:pt x="0" y="0"/>
                </a:lnTo>
                <a:lnTo>
                  <a:pt x="0" y="26784"/>
                </a:lnTo>
                <a:lnTo>
                  <a:pt x="29768" y="0"/>
                </a:lnTo>
                <a:close/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9686823" y="4045356"/>
            <a:ext cx="337185" cy="90805"/>
          </a:xfrm>
          <a:custGeom>
            <a:avLst/>
            <a:gdLst/>
            <a:ahLst/>
            <a:cxnLst/>
            <a:rect l="l" t="t" r="r" b="b"/>
            <a:pathLst>
              <a:path w="337184" h="90804">
                <a:moveTo>
                  <a:pt x="337185" y="76593"/>
                </a:moveTo>
                <a:lnTo>
                  <a:pt x="337185" y="13728"/>
                </a:lnTo>
                <a:lnTo>
                  <a:pt x="323469" y="5715"/>
                </a:lnTo>
                <a:lnTo>
                  <a:pt x="310896" y="1155"/>
                </a:lnTo>
                <a:lnTo>
                  <a:pt x="294894" y="0"/>
                </a:lnTo>
                <a:lnTo>
                  <a:pt x="280035" y="1155"/>
                </a:lnTo>
                <a:lnTo>
                  <a:pt x="265175" y="5715"/>
                </a:lnTo>
                <a:lnTo>
                  <a:pt x="252602" y="13728"/>
                </a:lnTo>
                <a:lnTo>
                  <a:pt x="219456" y="4572"/>
                </a:lnTo>
                <a:lnTo>
                  <a:pt x="185166" y="0"/>
                </a:lnTo>
                <a:lnTo>
                  <a:pt x="152019" y="0"/>
                </a:lnTo>
                <a:lnTo>
                  <a:pt x="116586" y="4572"/>
                </a:lnTo>
                <a:lnTo>
                  <a:pt x="84582" y="13728"/>
                </a:lnTo>
                <a:lnTo>
                  <a:pt x="70866" y="5715"/>
                </a:lnTo>
                <a:lnTo>
                  <a:pt x="57150" y="1155"/>
                </a:lnTo>
                <a:lnTo>
                  <a:pt x="41148" y="0"/>
                </a:lnTo>
                <a:lnTo>
                  <a:pt x="27432" y="1155"/>
                </a:lnTo>
                <a:lnTo>
                  <a:pt x="12573" y="5715"/>
                </a:lnTo>
                <a:lnTo>
                  <a:pt x="0" y="13728"/>
                </a:lnTo>
                <a:lnTo>
                  <a:pt x="0" y="76593"/>
                </a:lnTo>
                <a:lnTo>
                  <a:pt x="12573" y="83438"/>
                </a:lnTo>
                <a:lnTo>
                  <a:pt x="27432" y="87998"/>
                </a:lnTo>
                <a:lnTo>
                  <a:pt x="41148" y="90297"/>
                </a:lnTo>
                <a:lnTo>
                  <a:pt x="57150" y="87998"/>
                </a:lnTo>
                <a:lnTo>
                  <a:pt x="70866" y="83438"/>
                </a:lnTo>
                <a:lnTo>
                  <a:pt x="84582" y="76593"/>
                </a:lnTo>
                <a:lnTo>
                  <a:pt x="116586" y="84569"/>
                </a:lnTo>
                <a:lnTo>
                  <a:pt x="152019" y="89141"/>
                </a:lnTo>
                <a:lnTo>
                  <a:pt x="185166" y="89141"/>
                </a:lnTo>
                <a:lnTo>
                  <a:pt x="219456" y="84569"/>
                </a:lnTo>
                <a:lnTo>
                  <a:pt x="252602" y="76593"/>
                </a:lnTo>
                <a:lnTo>
                  <a:pt x="265175" y="83438"/>
                </a:lnTo>
                <a:lnTo>
                  <a:pt x="280035" y="87998"/>
                </a:lnTo>
                <a:lnTo>
                  <a:pt x="294894" y="90297"/>
                </a:lnTo>
                <a:lnTo>
                  <a:pt x="310896" y="87998"/>
                </a:lnTo>
                <a:lnTo>
                  <a:pt x="323469" y="83438"/>
                </a:lnTo>
                <a:lnTo>
                  <a:pt x="337185" y="7659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9686823" y="4045356"/>
            <a:ext cx="337185" cy="90805"/>
          </a:xfrm>
          <a:custGeom>
            <a:avLst/>
            <a:gdLst/>
            <a:ahLst/>
            <a:cxnLst/>
            <a:rect l="l" t="t" r="r" b="b"/>
            <a:pathLst>
              <a:path w="337184" h="90804">
                <a:moveTo>
                  <a:pt x="116586" y="4572"/>
                </a:moveTo>
                <a:lnTo>
                  <a:pt x="84582" y="13728"/>
                </a:lnTo>
                <a:lnTo>
                  <a:pt x="70866" y="5715"/>
                </a:lnTo>
                <a:lnTo>
                  <a:pt x="57150" y="1155"/>
                </a:lnTo>
                <a:lnTo>
                  <a:pt x="41148" y="0"/>
                </a:lnTo>
                <a:lnTo>
                  <a:pt x="27432" y="1155"/>
                </a:lnTo>
                <a:lnTo>
                  <a:pt x="12573" y="5715"/>
                </a:lnTo>
                <a:lnTo>
                  <a:pt x="0" y="13728"/>
                </a:lnTo>
                <a:lnTo>
                  <a:pt x="0" y="76593"/>
                </a:lnTo>
                <a:lnTo>
                  <a:pt x="12573" y="83438"/>
                </a:lnTo>
                <a:lnTo>
                  <a:pt x="27432" y="87998"/>
                </a:lnTo>
                <a:lnTo>
                  <a:pt x="41148" y="90297"/>
                </a:lnTo>
                <a:lnTo>
                  <a:pt x="57150" y="87998"/>
                </a:lnTo>
                <a:lnTo>
                  <a:pt x="70866" y="83438"/>
                </a:lnTo>
                <a:lnTo>
                  <a:pt x="84582" y="76593"/>
                </a:lnTo>
                <a:lnTo>
                  <a:pt x="116586" y="84569"/>
                </a:lnTo>
                <a:lnTo>
                  <a:pt x="152019" y="89141"/>
                </a:lnTo>
                <a:lnTo>
                  <a:pt x="185166" y="89141"/>
                </a:lnTo>
                <a:lnTo>
                  <a:pt x="219456" y="84569"/>
                </a:lnTo>
                <a:lnTo>
                  <a:pt x="252602" y="76593"/>
                </a:lnTo>
                <a:lnTo>
                  <a:pt x="265175" y="83438"/>
                </a:lnTo>
                <a:lnTo>
                  <a:pt x="280035" y="87998"/>
                </a:lnTo>
                <a:lnTo>
                  <a:pt x="294894" y="90297"/>
                </a:lnTo>
                <a:lnTo>
                  <a:pt x="310896" y="87998"/>
                </a:lnTo>
                <a:lnTo>
                  <a:pt x="323469" y="83438"/>
                </a:lnTo>
                <a:lnTo>
                  <a:pt x="337185" y="76593"/>
                </a:lnTo>
                <a:lnTo>
                  <a:pt x="337185" y="13728"/>
                </a:lnTo>
                <a:lnTo>
                  <a:pt x="323469" y="5715"/>
                </a:lnTo>
                <a:lnTo>
                  <a:pt x="310896" y="1155"/>
                </a:lnTo>
                <a:lnTo>
                  <a:pt x="294894" y="0"/>
                </a:lnTo>
                <a:lnTo>
                  <a:pt x="280035" y="1155"/>
                </a:lnTo>
                <a:lnTo>
                  <a:pt x="265175" y="5715"/>
                </a:lnTo>
                <a:lnTo>
                  <a:pt x="252602" y="13728"/>
                </a:lnTo>
                <a:lnTo>
                  <a:pt x="252602" y="76593"/>
                </a:lnTo>
                <a:lnTo>
                  <a:pt x="252602" y="13728"/>
                </a:lnTo>
                <a:lnTo>
                  <a:pt x="219456" y="4572"/>
                </a:lnTo>
                <a:lnTo>
                  <a:pt x="185166" y="0"/>
                </a:lnTo>
                <a:lnTo>
                  <a:pt x="152019" y="0"/>
                </a:lnTo>
                <a:lnTo>
                  <a:pt x="116586" y="4572"/>
                </a:lnTo>
              </a:path>
              <a:path w="337184" h="90804">
                <a:moveTo>
                  <a:pt x="84582" y="13728"/>
                </a:moveTo>
                <a:lnTo>
                  <a:pt x="84582" y="76593"/>
                </a:lnTo>
                <a:lnTo>
                  <a:pt x="84582" y="1372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9775901" y="4135577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37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9762654" y="4534585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188506" y="0"/>
                </a:moveTo>
                <a:lnTo>
                  <a:pt x="0" y="0"/>
                </a:lnTo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9762654" y="4534585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50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7" name="bg object 33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752577" y="1462112"/>
            <a:ext cx="104076" cy="121831"/>
          </a:xfrm>
          <a:prstGeom prst="rect">
            <a:avLst/>
          </a:prstGeom>
        </p:spPr>
      </p:pic>
      <p:sp>
        <p:nvSpPr>
          <p:cNvPr id="338" name="bg object 338"/>
          <p:cNvSpPr/>
          <p:nvPr/>
        </p:nvSpPr>
        <p:spPr>
          <a:xfrm>
            <a:off x="9857053" y="2715285"/>
            <a:ext cx="0" cy="1880870"/>
          </a:xfrm>
          <a:custGeom>
            <a:avLst/>
            <a:gdLst/>
            <a:ahLst/>
            <a:cxnLst/>
            <a:rect l="l" t="t" r="r" b="b"/>
            <a:pathLst>
              <a:path h="1880870">
                <a:moveTo>
                  <a:pt x="0" y="188024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9" name="bg object 339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628371" y="1578737"/>
            <a:ext cx="111175" cy="111175"/>
          </a:xfrm>
          <a:prstGeom prst="rect">
            <a:avLst/>
          </a:prstGeom>
        </p:spPr>
      </p:pic>
      <p:sp>
        <p:nvSpPr>
          <p:cNvPr id="340" name="bg object 340"/>
          <p:cNvSpPr/>
          <p:nvPr/>
        </p:nvSpPr>
        <p:spPr>
          <a:xfrm>
            <a:off x="3403193" y="1142695"/>
            <a:ext cx="0" cy="2310765"/>
          </a:xfrm>
          <a:custGeom>
            <a:avLst/>
            <a:gdLst/>
            <a:ahLst/>
            <a:cxnLst/>
            <a:rect l="l" t="t" r="r" b="b"/>
            <a:pathLst>
              <a:path h="2310765">
                <a:moveTo>
                  <a:pt x="0" y="231024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1745195" y="5313146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80" h="328295">
                <a:moveTo>
                  <a:pt x="259080" y="328091"/>
                </a:moveTo>
                <a:lnTo>
                  <a:pt x="259080" y="12"/>
                </a:lnTo>
                <a:lnTo>
                  <a:pt x="0" y="0"/>
                </a:lnTo>
                <a:lnTo>
                  <a:pt x="0" y="328091"/>
                </a:lnTo>
                <a:lnTo>
                  <a:pt x="259080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1745195" y="5313146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80" h="328295">
                <a:moveTo>
                  <a:pt x="0" y="328091"/>
                </a:moveTo>
                <a:lnTo>
                  <a:pt x="259080" y="328091"/>
                </a:lnTo>
                <a:lnTo>
                  <a:pt x="259080" y="12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492086" y="5313146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1512061" y="216166"/>
                </a:moveTo>
                <a:lnTo>
                  <a:pt x="1512061" y="111925"/>
                </a:lnTo>
                <a:lnTo>
                  <a:pt x="1447317" y="111925"/>
                </a:lnTo>
                <a:lnTo>
                  <a:pt x="1426476" y="109727"/>
                </a:lnTo>
                <a:lnTo>
                  <a:pt x="1406728" y="102044"/>
                </a:lnTo>
                <a:lnTo>
                  <a:pt x="1390269" y="89979"/>
                </a:lnTo>
                <a:lnTo>
                  <a:pt x="1375994" y="74612"/>
                </a:lnTo>
                <a:lnTo>
                  <a:pt x="1356245" y="37312"/>
                </a:lnTo>
                <a:lnTo>
                  <a:pt x="1341983" y="20840"/>
                </a:lnTo>
                <a:lnTo>
                  <a:pt x="1324432" y="9867"/>
                </a:lnTo>
                <a:lnTo>
                  <a:pt x="1305788" y="2197"/>
                </a:lnTo>
                <a:lnTo>
                  <a:pt x="1284922" y="0"/>
                </a:lnTo>
                <a:lnTo>
                  <a:pt x="0" y="0"/>
                </a:lnTo>
                <a:lnTo>
                  <a:pt x="0" y="328091"/>
                </a:lnTo>
                <a:lnTo>
                  <a:pt x="1284922" y="328091"/>
                </a:lnTo>
                <a:lnTo>
                  <a:pt x="1324432" y="318211"/>
                </a:lnTo>
                <a:lnTo>
                  <a:pt x="1356245" y="290779"/>
                </a:lnTo>
                <a:lnTo>
                  <a:pt x="1375994" y="253453"/>
                </a:lnTo>
                <a:lnTo>
                  <a:pt x="1390269" y="237007"/>
                </a:lnTo>
                <a:lnTo>
                  <a:pt x="1406728" y="226034"/>
                </a:lnTo>
                <a:lnTo>
                  <a:pt x="1426476" y="218363"/>
                </a:lnTo>
                <a:lnTo>
                  <a:pt x="1447317" y="216166"/>
                </a:lnTo>
                <a:lnTo>
                  <a:pt x="1512061" y="216166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492086" y="5313146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1512061" y="216166"/>
                </a:moveTo>
                <a:lnTo>
                  <a:pt x="1447317" y="216166"/>
                </a:lnTo>
                <a:lnTo>
                  <a:pt x="1426476" y="218363"/>
                </a:lnTo>
                <a:lnTo>
                  <a:pt x="1406728" y="226034"/>
                </a:lnTo>
                <a:lnTo>
                  <a:pt x="1390269" y="237007"/>
                </a:lnTo>
                <a:lnTo>
                  <a:pt x="1375994" y="253453"/>
                </a:lnTo>
                <a:lnTo>
                  <a:pt x="1366126" y="272122"/>
                </a:lnTo>
                <a:lnTo>
                  <a:pt x="1356245" y="290779"/>
                </a:lnTo>
                <a:lnTo>
                  <a:pt x="1341983" y="306146"/>
                </a:lnTo>
                <a:lnTo>
                  <a:pt x="1324432" y="318211"/>
                </a:lnTo>
                <a:lnTo>
                  <a:pt x="1305788" y="325894"/>
                </a:lnTo>
                <a:lnTo>
                  <a:pt x="1284922" y="328091"/>
                </a:lnTo>
                <a:lnTo>
                  <a:pt x="0" y="328091"/>
                </a:lnTo>
                <a:lnTo>
                  <a:pt x="0" y="0"/>
                </a:lnTo>
                <a:lnTo>
                  <a:pt x="1284922" y="0"/>
                </a:lnTo>
                <a:lnTo>
                  <a:pt x="1324432" y="9867"/>
                </a:lnTo>
                <a:lnTo>
                  <a:pt x="1356245" y="37312"/>
                </a:lnTo>
                <a:lnTo>
                  <a:pt x="1375994" y="74612"/>
                </a:lnTo>
                <a:lnTo>
                  <a:pt x="1390269" y="89979"/>
                </a:lnTo>
                <a:lnTo>
                  <a:pt x="1406728" y="102044"/>
                </a:lnTo>
                <a:lnTo>
                  <a:pt x="1426476" y="109727"/>
                </a:lnTo>
                <a:lnTo>
                  <a:pt x="1447317" y="111925"/>
                </a:lnTo>
                <a:lnTo>
                  <a:pt x="1512061" y="11192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5" name="bg object 345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908467" y="5292407"/>
            <a:ext cx="98856" cy="108381"/>
          </a:xfrm>
          <a:prstGeom prst="rect">
            <a:avLst/>
          </a:prstGeom>
        </p:spPr>
      </p:pic>
      <p:pic>
        <p:nvPicPr>
          <p:cNvPr id="346" name="bg object 346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08467" y="5553595"/>
            <a:ext cx="98856" cy="108369"/>
          </a:xfrm>
          <a:prstGeom prst="rect">
            <a:avLst/>
          </a:prstGeom>
        </p:spPr>
      </p:pic>
      <p:sp>
        <p:nvSpPr>
          <p:cNvPr id="347" name="bg object 347"/>
          <p:cNvSpPr/>
          <p:nvPr/>
        </p:nvSpPr>
        <p:spPr>
          <a:xfrm>
            <a:off x="2004148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2004148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0" y="0"/>
                </a:moveTo>
                <a:lnTo>
                  <a:pt x="0" y="389534"/>
                </a:lnTo>
                <a:lnTo>
                  <a:pt x="51574" y="389534"/>
                </a:lnTo>
                <a:lnTo>
                  <a:pt x="5157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4803203" y="5313146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79" h="328295">
                <a:moveTo>
                  <a:pt x="259080" y="328091"/>
                </a:moveTo>
                <a:lnTo>
                  <a:pt x="259080" y="0"/>
                </a:lnTo>
                <a:lnTo>
                  <a:pt x="0" y="12"/>
                </a:lnTo>
                <a:lnTo>
                  <a:pt x="0" y="328091"/>
                </a:lnTo>
                <a:lnTo>
                  <a:pt x="259080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4803203" y="5313146"/>
            <a:ext cx="259079" cy="328295"/>
          </a:xfrm>
          <a:custGeom>
            <a:avLst/>
            <a:gdLst/>
            <a:ahLst/>
            <a:cxnLst/>
            <a:rect l="l" t="t" r="r" b="b"/>
            <a:pathLst>
              <a:path w="259079" h="328295">
                <a:moveTo>
                  <a:pt x="259080" y="328091"/>
                </a:moveTo>
                <a:lnTo>
                  <a:pt x="0" y="328091"/>
                </a:lnTo>
                <a:lnTo>
                  <a:pt x="0" y="12"/>
                </a:lnTo>
                <a:lnTo>
                  <a:pt x="25908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4803330" y="5313146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1512062" y="328091"/>
                </a:moveTo>
                <a:lnTo>
                  <a:pt x="1512062" y="0"/>
                </a:lnTo>
                <a:lnTo>
                  <a:pt x="227139" y="0"/>
                </a:lnTo>
                <a:lnTo>
                  <a:pt x="187642" y="9867"/>
                </a:lnTo>
                <a:lnTo>
                  <a:pt x="155816" y="37312"/>
                </a:lnTo>
                <a:lnTo>
                  <a:pt x="136067" y="74612"/>
                </a:lnTo>
                <a:lnTo>
                  <a:pt x="121793" y="89979"/>
                </a:lnTo>
                <a:lnTo>
                  <a:pt x="105333" y="102044"/>
                </a:lnTo>
                <a:lnTo>
                  <a:pt x="85585" y="109728"/>
                </a:lnTo>
                <a:lnTo>
                  <a:pt x="64744" y="111925"/>
                </a:lnTo>
                <a:lnTo>
                  <a:pt x="0" y="111925"/>
                </a:lnTo>
                <a:lnTo>
                  <a:pt x="0" y="216166"/>
                </a:lnTo>
                <a:lnTo>
                  <a:pt x="64744" y="216166"/>
                </a:lnTo>
                <a:lnTo>
                  <a:pt x="85585" y="218363"/>
                </a:lnTo>
                <a:lnTo>
                  <a:pt x="105333" y="226034"/>
                </a:lnTo>
                <a:lnTo>
                  <a:pt x="121793" y="237007"/>
                </a:lnTo>
                <a:lnTo>
                  <a:pt x="136067" y="253453"/>
                </a:lnTo>
                <a:lnTo>
                  <a:pt x="155816" y="290779"/>
                </a:lnTo>
                <a:lnTo>
                  <a:pt x="170078" y="306146"/>
                </a:lnTo>
                <a:lnTo>
                  <a:pt x="187642" y="318211"/>
                </a:lnTo>
                <a:lnTo>
                  <a:pt x="206273" y="325894"/>
                </a:lnTo>
                <a:lnTo>
                  <a:pt x="227139" y="328091"/>
                </a:lnTo>
                <a:lnTo>
                  <a:pt x="1512062" y="328091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4803330" y="5313146"/>
            <a:ext cx="1512570" cy="328295"/>
          </a:xfrm>
          <a:custGeom>
            <a:avLst/>
            <a:gdLst/>
            <a:ahLst/>
            <a:cxnLst/>
            <a:rect l="l" t="t" r="r" b="b"/>
            <a:pathLst>
              <a:path w="1512570" h="328295">
                <a:moveTo>
                  <a:pt x="0" y="216166"/>
                </a:moveTo>
                <a:lnTo>
                  <a:pt x="64744" y="216166"/>
                </a:lnTo>
                <a:lnTo>
                  <a:pt x="85585" y="218363"/>
                </a:lnTo>
                <a:lnTo>
                  <a:pt x="105333" y="226034"/>
                </a:lnTo>
                <a:lnTo>
                  <a:pt x="121793" y="237007"/>
                </a:lnTo>
                <a:lnTo>
                  <a:pt x="136067" y="253453"/>
                </a:lnTo>
                <a:lnTo>
                  <a:pt x="145935" y="272122"/>
                </a:lnTo>
                <a:lnTo>
                  <a:pt x="155816" y="290779"/>
                </a:lnTo>
                <a:lnTo>
                  <a:pt x="170078" y="306146"/>
                </a:lnTo>
                <a:lnTo>
                  <a:pt x="187642" y="318211"/>
                </a:lnTo>
                <a:lnTo>
                  <a:pt x="206273" y="325894"/>
                </a:lnTo>
                <a:lnTo>
                  <a:pt x="227139" y="328091"/>
                </a:lnTo>
                <a:lnTo>
                  <a:pt x="1512062" y="328091"/>
                </a:lnTo>
                <a:lnTo>
                  <a:pt x="1512062" y="0"/>
                </a:lnTo>
                <a:lnTo>
                  <a:pt x="227139" y="0"/>
                </a:lnTo>
                <a:lnTo>
                  <a:pt x="187642" y="9867"/>
                </a:lnTo>
                <a:lnTo>
                  <a:pt x="155816" y="37312"/>
                </a:lnTo>
                <a:lnTo>
                  <a:pt x="136067" y="74612"/>
                </a:lnTo>
                <a:lnTo>
                  <a:pt x="121793" y="89979"/>
                </a:lnTo>
                <a:lnTo>
                  <a:pt x="105333" y="102044"/>
                </a:lnTo>
                <a:lnTo>
                  <a:pt x="85585" y="109728"/>
                </a:lnTo>
                <a:lnTo>
                  <a:pt x="64744" y="111925"/>
                </a:lnTo>
                <a:lnTo>
                  <a:pt x="0" y="11192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3" name="bg object 353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800155" y="5292407"/>
            <a:ext cx="98856" cy="108381"/>
          </a:xfrm>
          <a:prstGeom prst="rect">
            <a:avLst/>
          </a:prstGeom>
        </p:spPr>
      </p:pic>
      <p:pic>
        <p:nvPicPr>
          <p:cNvPr id="354" name="bg object 354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800155" y="5553595"/>
            <a:ext cx="98856" cy="108369"/>
          </a:xfrm>
          <a:prstGeom prst="rect">
            <a:avLst/>
          </a:prstGeom>
        </p:spPr>
      </p:pic>
      <p:sp>
        <p:nvSpPr>
          <p:cNvPr id="355" name="bg object 355"/>
          <p:cNvSpPr/>
          <p:nvPr/>
        </p:nvSpPr>
        <p:spPr>
          <a:xfrm>
            <a:off x="4751755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1070876" y="5282425"/>
            <a:ext cx="3732529" cy="633730"/>
          </a:xfrm>
          <a:custGeom>
            <a:avLst/>
            <a:gdLst/>
            <a:ahLst/>
            <a:cxnLst/>
            <a:rect l="l" t="t" r="r" b="b"/>
            <a:pathLst>
              <a:path w="3732529" h="633729">
                <a:moveTo>
                  <a:pt x="3732453" y="0"/>
                </a:moveTo>
                <a:lnTo>
                  <a:pt x="3732453" y="389534"/>
                </a:lnTo>
                <a:lnTo>
                  <a:pt x="3680879" y="389534"/>
                </a:lnTo>
                <a:lnTo>
                  <a:pt x="3680879" y="0"/>
                </a:lnTo>
                <a:lnTo>
                  <a:pt x="3732453" y="0"/>
                </a:lnTo>
                <a:close/>
              </a:path>
              <a:path w="3732529" h="633729">
                <a:moveTo>
                  <a:pt x="97650" y="503656"/>
                </a:moveTo>
                <a:lnTo>
                  <a:pt x="97650" y="633133"/>
                </a:lnTo>
                <a:lnTo>
                  <a:pt x="108623" y="633133"/>
                </a:lnTo>
                <a:lnTo>
                  <a:pt x="108623" y="503656"/>
                </a:lnTo>
                <a:lnTo>
                  <a:pt x="97650" y="503656"/>
                </a:lnTo>
                <a:close/>
              </a:path>
              <a:path w="3732529" h="633729">
                <a:moveTo>
                  <a:pt x="0" y="503656"/>
                </a:moveTo>
                <a:lnTo>
                  <a:pt x="0" y="633133"/>
                </a:lnTo>
                <a:lnTo>
                  <a:pt x="10972" y="633133"/>
                </a:lnTo>
                <a:lnTo>
                  <a:pt x="10972" y="503656"/>
                </a:lnTo>
                <a:lnTo>
                  <a:pt x="0" y="50365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1081849" y="5752071"/>
            <a:ext cx="86995" cy="1093470"/>
          </a:xfrm>
          <a:custGeom>
            <a:avLst/>
            <a:gdLst/>
            <a:ahLst/>
            <a:cxnLst/>
            <a:rect l="l" t="t" r="r" b="b"/>
            <a:pathLst>
              <a:path w="86994" h="1093470">
                <a:moveTo>
                  <a:pt x="86677" y="194221"/>
                </a:moveTo>
                <a:lnTo>
                  <a:pt x="86677" y="4381"/>
                </a:lnTo>
                <a:lnTo>
                  <a:pt x="82296" y="0"/>
                </a:lnTo>
                <a:lnTo>
                  <a:pt x="4381" y="0"/>
                </a:lnTo>
                <a:lnTo>
                  <a:pt x="0" y="4381"/>
                </a:lnTo>
                <a:lnTo>
                  <a:pt x="0" y="194221"/>
                </a:lnTo>
                <a:lnTo>
                  <a:pt x="4381" y="198602"/>
                </a:lnTo>
                <a:lnTo>
                  <a:pt x="15354" y="198602"/>
                </a:lnTo>
                <a:lnTo>
                  <a:pt x="19748" y="199707"/>
                </a:lnTo>
                <a:lnTo>
                  <a:pt x="21945" y="205193"/>
                </a:lnTo>
                <a:lnTo>
                  <a:pt x="21945" y="1092898"/>
                </a:lnTo>
                <a:lnTo>
                  <a:pt x="62534" y="1092898"/>
                </a:lnTo>
                <a:lnTo>
                  <a:pt x="64731" y="1090701"/>
                </a:lnTo>
                <a:lnTo>
                  <a:pt x="64731" y="205193"/>
                </a:lnTo>
                <a:lnTo>
                  <a:pt x="66928" y="199707"/>
                </a:lnTo>
                <a:lnTo>
                  <a:pt x="71323" y="198602"/>
                </a:lnTo>
                <a:lnTo>
                  <a:pt x="82296" y="198602"/>
                </a:lnTo>
                <a:lnTo>
                  <a:pt x="86677" y="19422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1081849" y="5752071"/>
            <a:ext cx="86995" cy="1093470"/>
          </a:xfrm>
          <a:custGeom>
            <a:avLst/>
            <a:gdLst/>
            <a:ahLst/>
            <a:cxnLst/>
            <a:rect l="l" t="t" r="r" b="b"/>
            <a:pathLst>
              <a:path w="86994" h="1093470">
                <a:moveTo>
                  <a:pt x="0" y="194221"/>
                </a:moveTo>
                <a:lnTo>
                  <a:pt x="4381" y="198602"/>
                </a:lnTo>
                <a:lnTo>
                  <a:pt x="15354" y="198602"/>
                </a:lnTo>
                <a:lnTo>
                  <a:pt x="19748" y="199707"/>
                </a:lnTo>
                <a:lnTo>
                  <a:pt x="21945" y="205193"/>
                </a:lnTo>
                <a:lnTo>
                  <a:pt x="21945" y="1092898"/>
                </a:lnTo>
                <a:lnTo>
                  <a:pt x="62534" y="1092898"/>
                </a:lnTo>
                <a:lnTo>
                  <a:pt x="63639" y="1091793"/>
                </a:lnTo>
                <a:lnTo>
                  <a:pt x="64731" y="1090701"/>
                </a:lnTo>
                <a:lnTo>
                  <a:pt x="64731" y="205193"/>
                </a:lnTo>
                <a:lnTo>
                  <a:pt x="66928" y="199707"/>
                </a:lnTo>
                <a:lnTo>
                  <a:pt x="71323" y="198602"/>
                </a:lnTo>
                <a:lnTo>
                  <a:pt x="82296" y="198602"/>
                </a:lnTo>
                <a:lnTo>
                  <a:pt x="86677" y="194221"/>
                </a:lnTo>
                <a:lnTo>
                  <a:pt x="86677" y="4381"/>
                </a:lnTo>
                <a:lnTo>
                  <a:pt x="82296" y="0"/>
                </a:lnTo>
                <a:lnTo>
                  <a:pt x="4381" y="0"/>
                </a:lnTo>
                <a:lnTo>
                  <a:pt x="0" y="4381"/>
                </a:lnTo>
                <a:lnTo>
                  <a:pt x="0" y="194221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9" name="bg object 35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916978" y="5795683"/>
            <a:ext cx="98844" cy="108369"/>
          </a:xfrm>
          <a:prstGeom prst="rect">
            <a:avLst/>
          </a:prstGeom>
        </p:spPr>
      </p:pic>
      <p:pic>
        <p:nvPicPr>
          <p:cNvPr id="360" name="bg object 36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46848" y="5740120"/>
            <a:ext cx="252539" cy="222516"/>
          </a:xfrm>
          <a:prstGeom prst="rect">
            <a:avLst/>
          </a:prstGeom>
        </p:spPr>
      </p:pic>
      <p:sp>
        <p:nvSpPr>
          <p:cNvPr id="361" name="bg object 361"/>
          <p:cNvSpPr/>
          <p:nvPr/>
        </p:nvSpPr>
        <p:spPr>
          <a:xfrm>
            <a:off x="1146581" y="6568452"/>
            <a:ext cx="35560" cy="293370"/>
          </a:xfrm>
          <a:custGeom>
            <a:avLst/>
            <a:gdLst/>
            <a:ahLst/>
            <a:cxnLst/>
            <a:rect l="l" t="t" r="r" b="b"/>
            <a:pathLst>
              <a:path w="35559" h="293370">
                <a:moveTo>
                  <a:pt x="35115" y="292976"/>
                </a:moveTo>
                <a:lnTo>
                  <a:pt x="35115" y="0"/>
                </a:lnTo>
                <a:lnTo>
                  <a:pt x="0" y="0"/>
                </a:lnTo>
                <a:lnTo>
                  <a:pt x="0" y="292976"/>
                </a:lnTo>
                <a:lnTo>
                  <a:pt x="35115" y="2929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1146581" y="6568452"/>
            <a:ext cx="35560" cy="293370"/>
          </a:xfrm>
          <a:custGeom>
            <a:avLst/>
            <a:gdLst/>
            <a:ahLst/>
            <a:cxnLst/>
            <a:rect l="l" t="t" r="r" b="b"/>
            <a:pathLst>
              <a:path w="35559" h="293370">
                <a:moveTo>
                  <a:pt x="0" y="0"/>
                </a:moveTo>
                <a:lnTo>
                  <a:pt x="0" y="292976"/>
                </a:lnTo>
                <a:lnTo>
                  <a:pt x="35115" y="292976"/>
                </a:lnTo>
                <a:lnTo>
                  <a:pt x="3511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1181696" y="6564058"/>
            <a:ext cx="640080" cy="302260"/>
          </a:xfrm>
          <a:custGeom>
            <a:avLst/>
            <a:gdLst/>
            <a:ahLst/>
            <a:cxnLst/>
            <a:rect l="l" t="t" r="r" b="b"/>
            <a:pathLst>
              <a:path w="640080" h="302259">
                <a:moveTo>
                  <a:pt x="639711" y="301751"/>
                </a:moveTo>
                <a:lnTo>
                  <a:pt x="639711" y="0"/>
                </a:lnTo>
                <a:lnTo>
                  <a:pt x="0" y="0"/>
                </a:lnTo>
                <a:lnTo>
                  <a:pt x="0" y="301751"/>
                </a:lnTo>
                <a:lnTo>
                  <a:pt x="639711" y="30175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bg object 364"/>
          <p:cNvSpPr/>
          <p:nvPr/>
        </p:nvSpPr>
        <p:spPr>
          <a:xfrm>
            <a:off x="1181696" y="6564058"/>
            <a:ext cx="673100" cy="302260"/>
          </a:xfrm>
          <a:custGeom>
            <a:avLst/>
            <a:gdLst/>
            <a:ahLst/>
            <a:cxnLst/>
            <a:rect l="l" t="t" r="r" b="b"/>
            <a:pathLst>
              <a:path w="673100" h="302259">
                <a:moveTo>
                  <a:pt x="639711" y="0"/>
                </a:moveTo>
                <a:lnTo>
                  <a:pt x="639711" y="301751"/>
                </a:lnTo>
                <a:lnTo>
                  <a:pt x="0" y="301751"/>
                </a:lnTo>
                <a:lnTo>
                  <a:pt x="0" y="0"/>
                </a:lnTo>
                <a:lnTo>
                  <a:pt x="639711" y="0"/>
                </a:lnTo>
                <a:close/>
              </a:path>
              <a:path w="673100" h="302259">
                <a:moveTo>
                  <a:pt x="639711" y="4394"/>
                </a:moveTo>
                <a:lnTo>
                  <a:pt x="639711" y="292976"/>
                </a:lnTo>
                <a:lnTo>
                  <a:pt x="672630" y="292976"/>
                </a:lnTo>
                <a:lnTo>
                  <a:pt x="672630" y="4394"/>
                </a:lnTo>
                <a:lnTo>
                  <a:pt x="639711" y="4394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bg object 365"/>
          <p:cNvSpPr/>
          <p:nvPr/>
        </p:nvSpPr>
        <p:spPr>
          <a:xfrm>
            <a:off x="1854326" y="6571742"/>
            <a:ext cx="17780" cy="285750"/>
          </a:xfrm>
          <a:custGeom>
            <a:avLst/>
            <a:gdLst/>
            <a:ahLst/>
            <a:cxnLst/>
            <a:rect l="l" t="t" r="r" b="b"/>
            <a:pathLst>
              <a:path w="17780" h="285750">
                <a:moveTo>
                  <a:pt x="17551" y="285292"/>
                </a:moveTo>
                <a:lnTo>
                  <a:pt x="17551" y="0"/>
                </a:lnTo>
                <a:lnTo>
                  <a:pt x="0" y="0"/>
                </a:lnTo>
                <a:lnTo>
                  <a:pt x="0" y="285292"/>
                </a:lnTo>
                <a:lnTo>
                  <a:pt x="17551" y="28529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bg object 366"/>
          <p:cNvSpPr/>
          <p:nvPr/>
        </p:nvSpPr>
        <p:spPr>
          <a:xfrm>
            <a:off x="1854326" y="6571742"/>
            <a:ext cx="17780" cy="285750"/>
          </a:xfrm>
          <a:custGeom>
            <a:avLst/>
            <a:gdLst/>
            <a:ahLst/>
            <a:cxnLst/>
            <a:rect l="l" t="t" r="r" b="b"/>
            <a:pathLst>
              <a:path w="17780" h="285750">
                <a:moveTo>
                  <a:pt x="0" y="0"/>
                </a:moveTo>
                <a:lnTo>
                  <a:pt x="0" y="285292"/>
                </a:lnTo>
                <a:lnTo>
                  <a:pt x="17551" y="285292"/>
                </a:lnTo>
                <a:lnTo>
                  <a:pt x="17551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bg object 367"/>
          <p:cNvSpPr/>
          <p:nvPr/>
        </p:nvSpPr>
        <p:spPr>
          <a:xfrm>
            <a:off x="1159763" y="6002248"/>
            <a:ext cx="346075" cy="821055"/>
          </a:xfrm>
          <a:custGeom>
            <a:avLst/>
            <a:gdLst/>
            <a:ahLst/>
            <a:cxnLst/>
            <a:rect l="l" t="t" r="r" b="b"/>
            <a:pathLst>
              <a:path w="346075" h="821054">
                <a:moveTo>
                  <a:pt x="345630" y="820775"/>
                </a:moveTo>
                <a:lnTo>
                  <a:pt x="345630" y="0"/>
                </a:lnTo>
                <a:lnTo>
                  <a:pt x="0" y="0"/>
                </a:lnTo>
                <a:lnTo>
                  <a:pt x="0" y="820775"/>
                </a:lnTo>
                <a:lnTo>
                  <a:pt x="345630" y="82077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bg object 368"/>
          <p:cNvSpPr/>
          <p:nvPr/>
        </p:nvSpPr>
        <p:spPr>
          <a:xfrm>
            <a:off x="1159763" y="6002248"/>
            <a:ext cx="346075" cy="821055"/>
          </a:xfrm>
          <a:custGeom>
            <a:avLst/>
            <a:gdLst/>
            <a:ahLst/>
            <a:cxnLst/>
            <a:rect l="l" t="t" r="r" b="b"/>
            <a:pathLst>
              <a:path w="346075" h="821054">
                <a:moveTo>
                  <a:pt x="0" y="0"/>
                </a:moveTo>
                <a:lnTo>
                  <a:pt x="0" y="820775"/>
                </a:lnTo>
                <a:lnTo>
                  <a:pt x="345630" y="820775"/>
                </a:lnTo>
                <a:lnTo>
                  <a:pt x="345630" y="0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bg object 369"/>
          <p:cNvSpPr/>
          <p:nvPr/>
        </p:nvSpPr>
        <p:spPr>
          <a:xfrm>
            <a:off x="1192669" y="6249136"/>
            <a:ext cx="281305" cy="326390"/>
          </a:xfrm>
          <a:custGeom>
            <a:avLst/>
            <a:gdLst/>
            <a:ahLst/>
            <a:cxnLst/>
            <a:rect l="l" t="t" r="r" b="b"/>
            <a:pathLst>
              <a:path w="281305" h="326390">
                <a:moveTo>
                  <a:pt x="140449" y="325894"/>
                </a:moveTo>
                <a:lnTo>
                  <a:pt x="280911" y="244703"/>
                </a:lnTo>
                <a:lnTo>
                  <a:pt x="280911" y="82296"/>
                </a:lnTo>
                <a:lnTo>
                  <a:pt x="140449" y="0"/>
                </a:lnTo>
                <a:lnTo>
                  <a:pt x="0" y="82296"/>
                </a:lnTo>
                <a:lnTo>
                  <a:pt x="0" y="244703"/>
                </a:lnTo>
                <a:lnTo>
                  <a:pt x="140449" y="325894"/>
                </a:lnTo>
              </a:path>
            </a:pathLst>
          </a:custGeom>
          <a:ln w="31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0" name="bg object 37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240459" y="6319977"/>
            <a:ext cx="184226" cy="185318"/>
          </a:xfrm>
          <a:prstGeom prst="rect">
            <a:avLst/>
          </a:prstGeom>
        </p:spPr>
      </p:pic>
      <p:sp>
        <p:nvSpPr>
          <p:cNvPr id="371" name="bg object 371"/>
          <p:cNvSpPr/>
          <p:nvPr/>
        </p:nvSpPr>
        <p:spPr>
          <a:xfrm>
            <a:off x="1192669" y="6272187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4">
                <a:moveTo>
                  <a:pt x="140449" y="280898"/>
                </a:moveTo>
                <a:lnTo>
                  <a:pt x="187642" y="272122"/>
                </a:lnTo>
                <a:lnTo>
                  <a:pt x="229336" y="246887"/>
                </a:lnTo>
                <a:lnTo>
                  <a:pt x="261150" y="210667"/>
                </a:lnTo>
                <a:lnTo>
                  <a:pt x="278714" y="164592"/>
                </a:lnTo>
                <a:lnTo>
                  <a:pt x="280911" y="140449"/>
                </a:lnTo>
                <a:lnTo>
                  <a:pt x="278714" y="115214"/>
                </a:lnTo>
                <a:lnTo>
                  <a:pt x="261150" y="70218"/>
                </a:lnTo>
                <a:lnTo>
                  <a:pt x="229336" y="32918"/>
                </a:lnTo>
                <a:lnTo>
                  <a:pt x="187642" y="7670"/>
                </a:lnTo>
                <a:lnTo>
                  <a:pt x="140449" y="0"/>
                </a:lnTo>
                <a:lnTo>
                  <a:pt x="115214" y="2184"/>
                </a:lnTo>
                <a:lnTo>
                  <a:pt x="70231" y="18643"/>
                </a:lnTo>
                <a:lnTo>
                  <a:pt x="31826" y="49377"/>
                </a:lnTo>
                <a:lnTo>
                  <a:pt x="7683" y="92163"/>
                </a:lnTo>
                <a:lnTo>
                  <a:pt x="0" y="140449"/>
                </a:lnTo>
                <a:lnTo>
                  <a:pt x="2197" y="164592"/>
                </a:lnTo>
                <a:lnTo>
                  <a:pt x="18656" y="210667"/>
                </a:lnTo>
                <a:lnTo>
                  <a:pt x="49377" y="246887"/>
                </a:lnTo>
                <a:lnTo>
                  <a:pt x="91071" y="272122"/>
                </a:lnTo>
                <a:lnTo>
                  <a:pt x="140449" y="280898"/>
                </a:lnTo>
              </a:path>
            </a:pathLst>
          </a:custGeom>
          <a:ln w="31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2" name="bg object 372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290447" y="6068212"/>
            <a:ext cx="84251" cy="84251"/>
          </a:xfrm>
          <a:prstGeom prst="rect">
            <a:avLst/>
          </a:prstGeom>
        </p:spPr>
      </p:pic>
      <p:pic>
        <p:nvPicPr>
          <p:cNvPr id="373" name="bg object 37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290447" y="6672821"/>
            <a:ext cx="84251" cy="84251"/>
          </a:xfrm>
          <a:prstGeom prst="rect">
            <a:avLst/>
          </a:prstGeom>
        </p:spPr>
      </p:pic>
      <p:sp>
        <p:nvSpPr>
          <p:cNvPr id="374" name="bg object 374"/>
          <p:cNvSpPr/>
          <p:nvPr/>
        </p:nvSpPr>
        <p:spPr>
          <a:xfrm>
            <a:off x="1056601" y="5959449"/>
            <a:ext cx="494030" cy="906780"/>
          </a:xfrm>
          <a:custGeom>
            <a:avLst/>
            <a:gdLst/>
            <a:ahLst/>
            <a:cxnLst/>
            <a:rect l="l" t="t" r="r" b="b"/>
            <a:pathLst>
              <a:path w="494030" h="906779">
                <a:moveTo>
                  <a:pt x="276517" y="0"/>
                </a:moveTo>
                <a:lnTo>
                  <a:pt x="276517" y="906360"/>
                </a:lnTo>
              </a:path>
              <a:path w="494030" h="906779">
                <a:moveTo>
                  <a:pt x="219468" y="756031"/>
                </a:moveTo>
                <a:lnTo>
                  <a:pt x="332485" y="756031"/>
                </a:lnTo>
              </a:path>
              <a:path w="494030" h="906779">
                <a:moveTo>
                  <a:pt x="0" y="453186"/>
                </a:moveTo>
                <a:lnTo>
                  <a:pt x="493788" y="453186"/>
                </a:lnTo>
              </a:path>
              <a:path w="494030" h="906779">
                <a:moveTo>
                  <a:pt x="332485" y="150329"/>
                </a:moveTo>
                <a:lnTo>
                  <a:pt x="219468" y="150329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bg object 375"/>
          <p:cNvSpPr/>
          <p:nvPr/>
        </p:nvSpPr>
        <p:spPr>
          <a:xfrm>
            <a:off x="1050023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25234" y="71310"/>
                </a:moveTo>
                <a:lnTo>
                  <a:pt x="25234" y="0"/>
                </a:lnTo>
                <a:lnTo>
                  <a:pt x="0" y="26327"/>
                </a:lnTo>
                <a:lnTo>
                  <a:pt x="0" y="97650"/>
                </a:lnTo>
                <a:lnTo>
                  <a:pt x="25234" y="71310"/>
                </a:lnTo>
                <a:close/>
              </a:path>
            </a:pathLst>
          </a:custGeom>
          <a:solidFill>
            <a:srgbClr val="C415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bg object 376"/>
          <p:cNvSpPr/>
          <p:nvPr/>
        </p:nvSpPr>
        <p:spPr>
          <a:xfrm>
            <a:off x="1050023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25234" y="0"/>
                </a:moveTo>
                <a:lnTo>
                  <a:pt x="0" y="26327"/>
                </a:lnTo>
                <a:lnTo>
                  <a:pt x="0" y="97650"/>
                </a:lnTo>
                <a:lnTo>
                  <a:pt x="25234" y="71310"/>
                </a:lnTo>
                <a:lnTo>
                  <a:pt x="25234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bg object 377"/>
          <p:cNvSpPr/>
          <p:nvPr/>
        </p:nvSpPr>
        <p:spPr>
          <a:xfrm>
            <a:off x="989672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25234" y="97650"/>
                </a:moveTo>
                <a:lnTo>
                  <a:pt x="25234" y="26327"/>
                </a:lnTo>
                <a:lnTo>
                  <a:pt x="0" y="0"/>
                </a:lnTo>
                <a:lnTo>
                  <a:pt x="0" y="71310"/>
                </a:lnTo>
                <a:lnTo>
                  <a:pt x="25234" y="97650"/>
                </a:lnTo>
                <a:close/>
              </a:path>
            </a:pathLst>
          </a:custGeom>
          <a:solidFill>
            <a:srgbClr val="C415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bg object 378"/>
          <p:cNvSpPr/>
          <p:nvPr/>
        </p:nvSpPr>
        <p:spPr>
          <a:xfrm>
            <a:off x="989672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25234" y="97650"/>
                </a:moveTo>
                <a:lnTo>
                  <a:pt x="25234" y="26327"/>
                </a:lnTo>
                <a:lnTo>
                  <a:pt x="0" y="0"/>
                </a:lnTo>
                <a:lnTo>
                  <a:pt x="0" y="71310"/>
                </a:lnTo>
                <a:lnTo>
                  <a:pt x="25234" y="9765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bg object 379"/>
          <p:cNvSpPr/>
          <p:nvPr/>
        </p:nvSpPr>
        <p:spPr>
          <a:xfrm>
            <a:off x="989672" y="5244020"/>
            <a:ext cx="85725" cy="715645"/>
          </a:xfrm>
          <a:custGeom>
            <a:avLst/>
            <a:gdLst/>
            <a:ahLst/>
            <a:cxnLst/>
            <a:rect l="l" t="t" r="r" b="b"/>
            <a:pathLst>
              <a:path w="85725" h="715645">
                <a:moveTo>
                  <a:pt x="85585" y="393928"/>
                </a:moveTo>
                <a:lnTo>
                  <a:pt x="85585" y="0"/>
                </a:lnTo>
                <a:lnTo>
                  <a:pt x="0" y="0"/>
                </a:lnTo>
                <a:lnTo>
                  <a:pt x="0" y="393928"/>
                </a:lnTo>
                <a:lnTo>
                  <a:pt x="25234" y="420255"/>
                </a:lnTo>
                <a:lnTo>
                  <a:pt x="25234" y="715429"/>
                </a:lnTo>
                <a:lnTo>
                  <a:pt x="60350" y="715429"/>
                </a:lnTo>
                <a:lnTo>
                  <a:pt x="60350" y="420255"/>
                </a:lnTo>
                <a:lnTo>
                  <a:pt x="85585" y="393928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bg object 380"/>
          <p:cNvSpPr/>
          <p:nvPr/>
        </p:nvSpPr>
        <p:spPr>
          <a:xfrm>
            <a:off x="989672" y="5242687"/>
            <a:ext cx="85725" cy="716915"/>
          </a:xfrm>
          <a:custGeom>
            <a:avLst/>
            <a:gdLst/>
            <a:ahLst/>
            <a:cxnLst/>
            <a:rect l="l" t="t" r="r" b="b"/>
            <a:pathLst>
              <a:path w="85725" h="716914">
                <a:moveTo>
                  <a:pt x="85585" y="0"/>
                </a:moveTo>
                <a:lnTo>
                  <a:pt x="85585" y="395262"/>
                </a:lnTo>
                <a:lnTo>
                  <a:pt x="60350" y="421589"/>
                </a:lnTo>
                <a:lnTo>
                  <a:pt x="60350" y="716762"/>
                </a:lnTo>
                <a:lnTo>
                  <a:pt x="25234" y="716762"/>
                </a:lnTo>
                <a:lnTo>
                  <a:pt x="25234" y="421589"/>
                </a:lnTo>
                <a:lnTo>
                  <a:pt x="0" y="395262"/>
                </a:lnTo>
                <a:lnTo>
                  <a:pt x="0" y="1333"/>
                </a:lnTo>
                <a:lnTo>
                  <a:pt x="85585" y="133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bg object 381"/>
          <p:cNvSpPr/>
          <p:nvPr/>
        </p:nvSpPr>
        <p:spPr>
          <a:xfrm>
            <a:off x="1001572" y="5638863"/>
            <a:ext cx="62865" cy="0"/>
          </a:xfrm>
          <a:custGeom>
            <a:avLst/>
            <a:gdLst/>
            <a:ahLst/>
            <a:cxnLst/>
            <a:rect l="l" t="t" r="r" b="b"/>
            <a:pathLst>
              <a:path w="62865">
                <a:moveTo>
                  <a:pt x="0" y="0"/>
                </a:moveTo>
                <a:lnTo>
                  <a:pt x="625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2" name="bg object 38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87425" y="5237073"/>
            <a:ext cx="90093" cy="165938"/>
          </a:xfrm>
          <a:prstGeom prst="rect">
            <a:avLst/>
          </a:prstGeom>
        </p:spPr>
      </p:pic>
      <p:sp>
        <p:nvSpPr>
          <p:cNvPr id="383" name="bg object 383"/>
          <p:cNvSpPr/>
          <p:nvPr/>
        </p:nvSpPr>
        <p:spPr>
          <a:xfrm>
            <a:off x="5914872" y="5786081"/>
            <a:ext cx="109220" cy="129539"/>
          </a:xfrm>
          <a:custGeom>
            <a:avLst/>
            <a:gdLst/>
            <a:ahLst/>
            <a:cxnLst/>
            <a:rect l="l" t="t" r="r" b="b"/>
            <a:pathLst>
              <a:path w="109220" h="129539">
                <a:moveTo>
                  <a:pt x="10972" y="12"/>
                </a:moveTo>
                <a:lnTo>
                  <a:pt x="10972" y="129489"/>
                </a:lnTo>
                <a:lnTo>
                  <a:pt x="0" y="129489"/>
                </a:lnTo>
                <a:lnTo>
                  <a:pt x="0" y="12"/>
                </a:lnTo>
                <a:lnTo>
                  <a:pt x="10972" y="12"/>
                </a:lnTo>
                <a:close/>
              </a:path>
              <a:path w="109220" h="129539">
                <a:moveTo>
                  <a:pt x="108623" y="0"/>
                </a:moveTo>
                <a:lnTo>
                  <a:pt x="108623" y="129476"/>
                </a:lnTo>
                <a:lnTo>
                  <a:pt x="97650" y="129476"/>
                </a:lnTo>
                <a:lnTo>
                  <a:pt x="97650" y="0"/>
                </a:lnTo>
                <a:lnTo>
                  <a:pt x="108623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bg object 384"/>
          <p:cNvSpPr/>
          <p:nvPr/>
        </p:nvSpPr>
        <p:spPr>
          <a:xfrm>
            <a:off x="5925845" y="5752071"/>
            <a:ext cx="86995" cy="1093470"/>
          </a:xfrm>
          <a:custGeom>
            <a:avLst/>
            <a:gdLst/>
            <a:ahLst/>
            <a:cxnLst/>
            <a:rect l="l" t="t" r="r" b="b"/>
            <a:pathLst>
              <a:path w="86995" h="1093470">
                <a:moveTo>
                  <a:pt x="86677" y="194221"/>
                </a:moveTo>
                <a:lnTo>
                  <a:pt x="86677" y="4394"/>
                </a:lnTo>
                <a:lnTo>
                  <a:pt x="82296" y="0"/>
                </a:lnTo>
                <a:lnTo>
                  <a:pt x="4381" y="0"/>
                </a:lnTo>
                <a:lnTo>
                  <a:pt x="0" y="4394"/>
                </a:lnTo>
                <a:lnTo>
                  <a:pt x="0" y="194221"/>
                </a:lnTo>
                <a:lnTo>
                  <a:pt x="4381" y="198615"/>
                </a:lnTo>
                <a:lnTo>
                  <a:pt x="15354" y="198615"/>
                </a:lnTo>
                <a:lnTo>
                  <a:pt x="19748" y="199707"/>
                </a:lnTo>
                <a:lnTo>
                  <a:pt x="21945" y="205193"/>
                </a:lnTo>
                <a:lnTo>
                  <a:pt x="21945" y="1090701"/>
                </a:lnTo>
                <a:lnTo>
                  <a:pt x="24130" y="1092898"/>
                </a:lnTo>
                <a:lnTo>
                  <a:pt x="64731" y="1092898"/>
                </a:lnTo>
                <a:lnTo>
                  <a:pt x="64731" y="205193"/>
                </a:lnTo>
                <a:lnTo>
                  <a:pt x="66929" y="199707"/>
                </a:lnTo>
                <a:lnTo>
                  <a:pt x="71323" y="198615"/>
                </a:lnTo>
                <a:lnTo>
                  <a:pt x="82296" y="198615"/>
                </a:lnTo>
                <a:lnTo>
                  <a:pt x="86677" y="19422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bg object 385"/>
          <p:cNvSpPr/>
          <p:nvPr/>
        </p:nvSpPr>
        <p:spPr>
          <a:xfrm>
            <a:off x="5925845" y="5752071"/>
            <a:ext cx="86995" cy="1093470"/>
          </a:xfrm>
          <a:custGeom>
            <a:avLst/>
            <a:gdLst/>
            <a:ahLst/>
            <a:cxnLst/>
            <a:rect l="l" t="t" r="r" b="b"/>
            <a:pathLst>
              <a:path w="86995" h="1093470">
                <a:moveTo>
                  <a:pt x="86677" y="194221"/>
                </a:moveTo>
                <a:lnTo>
                  <a:pt x="82296" y="198615"/>
                </a:lnTo>
                <a:lnTo>
                  <a:pt x="71323" y="198615"/>
                </a:lnTo>
                <a:lnTo>
                  <a:pt x="66929" y="199707"/>
                </a:lnTo>
                <a:lnTo>
                  <a:pt x="64731" y="205193"/>
                </a:lnTo>
                <a:lnTo>
                  <a:pt x="64731" y="1092898"/>
                </a:lnTo>
                <a:lnTo>
                  <a:pt x="24130" y="1092898"/>
                </a:lnTo>
                <a:lnTo>
                  <a:pt x="21945" y="1090701"/>
                </a:lnTo>
                <a:lnTo>
                  <a:pt x="21945" y="205193"/>
                </a:lnTo>
                <a:lnTo>
                  <a:pt x="19748" y="199707"/>
                </a:lnTo>
                <a:lnTo>
                  <a:pt x="15354" y="198615"/>
                </a:lnTo>
                <a:lnTo>
                  <a:pt x="4381" y="198615"/>
                </a:lnTo>
                <a:lnTo>
                  <a:pt x="0" y="194221"/>
                </a:lnTo>
                <a:lnTo>
                  <a:pt x="0" y="4394"/>
                </a:lnTo>
                <a:lnTo>
                  <a:pt x="4381" y="0"/>
                </a:lnTo>
                <a:lnTo>
                  <a:pt x="82296" y="0"/>
                </a:lnTo>
                <a:lnTo>
                  <a:pt x="86677" y="4394"/>
                </a:lnTo>
                <a:lnTo>
                  <a:pt x="86677" y="19422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6" name="bg object 386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078537" y="5795683"/>
            <a:ext cx="98856" cy="108369"/>
          </a:xfrm>
          <a:prstGeom prst="rect">
            <a:avLst/>
          </a:prstGeom>
        </p:spPr>
      </p:pic>
      <p:pic>
        <p:nvPicPr>
          <p:cNvPr id="387" name="bg object 387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794984" y="5740120"/>
            <a:ext cx="252539" cy="222516"/>
          </a:xfrm>
          <a:prstGeom prst="rect">
            <a:avLst/>
          </a:prstGeom>
        </p:spPr>
      </p:pic>
      <p:sp>
        <p:nvSpPr>
          <p:cNvPr id="388" name="bg object 388"/>
          <p:cNvSpPr/>
          <p:nvPr/>
        </p:nvSpPr>
        <p:spPr>
          <a:xfrm>
            <a:off x="5912675" y="6568452"/>
            <a:ext cx="35560" cy="293370"/>
          </a:xfrm>
          <a:custGeom>
            <a:avLst/>
            <a:gdLst/>
            <a:ahLst/>
            <a:cxnLst/>
            <a:rect l="l" t="t" r="r" b="b"/>
            <a:pathLst>
              <a:path w="35560" h="293370">
                <a:moveTo>
                  <a:pt x="35115" y="292976"/>
                </a:moveTo>
                <a:lnTo>
                  <a:pt x="35115" y="0"/>
                </a:lnTo>
                <a:lnTo>
                  <a:pt x="0" y="0"/>
                </a:lnTo>
                <a:lnTo>
                  <a:pt x="0" y="292976"/>
                </a:lnTo>
                <a:lnTo>
                  <a:pt x="35115" y="2929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bg object 389"/>
          <p:cNvSpPr/>
          <p:nvPr/>
        </p:nvSpPr>
        <p:spPr>
          <a:xfrm>
            <a:off x="5912675" y="6568452"/>
            <a:ext cx="35560" cy="293370"/>
          </a:xfrm>
          <a:custGeom>
            <a:avLst/>
            <a:gdLst/>
            <a:ahLst/>
            <a:cxnLst/>
            <a:rect l="l" t="t" r="r" b="b"/>
            <a:pathLst>
              <a:path w="35560" h="293370">
                <a:moveTo>
                  <a:pt x="35115" y="0"/>
                </a:moveTo>
                <a:lnTo>
                  <a:pt x="35115" y="292976"/>
                </a:lnTo>
                <a:lnTo>
                  <a:pt x="0" y="292976"/>
                </a:lnTo>
                <a:lnTo>
                  <a:pt x="0" y="0"/>
                </a:lnTo>
                <a:lnTo>
                  <a:pt x="35115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bg object 390"/>
          <p:cNvSpPr/>
          <p:nvPr/>
        </p:nvSpPr>
        <p:spPr>
          <a:xfrm>
            <a:off x="5272951" y="6564058"/>
            <a:ext cx="640080" cy="302260"/>
          </a:xfrm>
          <a:custGeom>
            <a:avLst/>
            <a:gdLst/>
            <a:ahLst/>
            <a:cxnLst/>
            <a:rect l="l" t="t" r="r" b="b"/>
            <a:pathLst>
              <a:path w="640079" h="302259">
                <a:moveTo>
                  <a:pt x="639711" y="301751"/>
                </a:moveTo>
                <a:lnTo>
                  <a:pt x="639711" y="0"/>
                </a:lnTo>
                <a:lnTo>
                  <a:pt x="0" y="0"/>
                </a:lnTo>
                <a:lnTo>
                  <a:pt x="0" y="301751"/>
                </a:lnTo>
                <a:lnTo>
                  <a:pt x="639711" y="301751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bg object 391"/>
          <p:cNvSpPr/>
          <p:nvPr/>
        </p:nvSpPr>
        <p:spPr>
          <a:xfrm>
            <a:off x="5240032" y="6564058"/>
            <a:ext cx="673100" cy="302260"/>
          </a:xfrm>
          <a:custGeom>
            <a:avLst/>
            <a:gdLst/>
            <a:ahLst/>
            <a:cxnLst/>
            <a:rect l="l" t="t" r="r" b="b"/>
            <a:pathLst>
              <a:path w="673100" h="302259">
                <a:moveTo>
                  <a:pt x="32918" y="0"/>
                </a:moveTo>
                <a:lnTo>
                  <a:pt x="32918" y="301751"/>
                </a:lnTo>
                <a:lnTo>
                  <a:pt x="672630" y="301751"/>
                </a:lnTo>
                <a:lnTo>
                  <a:pt x="672630" y="0"/>
                </a:lnTo>
                <a:lnTo>
                  <a:pt x="32918" y="0"/>
                </a:lnTo>
                <a:close/>
              </a:path>
              <a:path w="673100" h="302259">
                <a:moveTo>
                  <a:pt x="32918" y="4394"/>
                </a:moveTo>
                <a:lnTo>
                  <a:pt x="32918" y="292976"/>
                </a:lnTo>
                <a:lnTo>
                  <a:pt x="0" y="292976"/>
                </a:lnTo>
                <a:lnTo>
                  <a:pt x="0" y="4394"/>
                </a:lnTo>
                <a:lnTo>
                  <a:pt x="32918" y="4394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bg object 392"/>
          <p:cNvSpPr/>
          <p:nvPr/>
        </p:nvSpPr>
        <p:spPr>
          <a:xfrm>
            <a:off x="5222481" y="6571742"/>
            <a:ext cx="17780" cy="285750"/>
          </a:xfrm>
          <a:custGeom>
            <a:avLst/>
            <a:gdLst/>
            <a:ahLst/>
            <a:cxnLst/>
            <a:rect l="l" t="t" r="r" b="b"/>
            <a:pathLst>
              <a:path w="17779" h="285750">
                <a:moveTo>
                  <a:pt x="17551" y="285292"/>
                </a:moveTo>
                <a:lnTo>
                  <a:pt x="17551" y="0"/>
                </a:lnTo>
                <a:lnTo>
                  <a:pt x="0" y="0"/>
                </a:lnTo>
                <a:lnTo>
                  <a:pt x="0" y="285292"/>
                </a:lnTo>
                <a:lnTo>
                  <a:pt x="17551" y="28529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bg object 393"/>
          <p:cNvSpPr/>
          <p:nvPr/>
        </p:nvSpPr>
        <p:spPr>
          <a:xfrm>
            <a:off x="5222481" y="6571742"/>
            <a:ext cx="17780" cy="285750"/>
          </a:xfrm>
          <a:custGeom>
            <a:avLst/>
            <a:gdLst/>
            <a:ahLst/>
            <a:cxnLst/>
            <a:rect l="l" t="t" r="r" b="b"/>
            <a:pathLst>
              <a:path w="17779" h="285750">
                <a:moveTo>
                  <a:pt x="17551" y="0"/>
                </a:moveTo>
                <a:lnTo>
                  <a:pt x="17551" y="285292"/>
                </a:lnTo>
                <a:lnTo>
                  <a:pt x="0" y="285292"/>
                </a:lnTo>
                <a:lnTo>
                  <a:pt x="0" y="0"/>
                </a:lnTo>
                <a:lnTo>
                  <a:pt x="17551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bg object 394"/>
          <p:cNvSpPr/>
          <p:nvPr/>
        </p:nvSpPr>
        <p:spPr>
          <a:xfrm>
            <a:off x="5588977" y="6002248"/>
            <a:ext cx="346075" cy="821055"/>
          </a:xfrm>
          <a:custGeom>
            <a:avLst/>
            <a:gdLst/>
            <a:ahLst/>
            <a:cxnLst/>
            <a:rect l="l" t="t" r="r" b="b"/>
            <a:pathLst>
              <a:path w="346075" h="821054">
                <a:moveTo>
                  <a:pt x="345630" y="820775"/>
                </a:moveTo>
                <a:lnTo>
                  <a:pt x="345630" y="0"/>
                </a:lnTo>
                <a:lnTo>
                  <a:pt x="0" y="0"/>
                </a:lnTo>
                <a:lnTo>
                  <a:pt x="0" y="820775"/>
                </a:lnTo>
                <a:lnTo>
                  <a:pt x="345630" y="820775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bg object 395"/>
          <p:cNvSpPr/>
          <p:nvPr/>
        </p:nvSpPr>
        <p:spPr>
          <a:xfrm>
            <a:off x="5588977" y="6002248"/>
            <a:ext cx="346075" cy="821055"/>
          </a:xfrm>
          <a:custGeom>
            <a:avLst/>
            <a:gdLst/>
            <a:ahLst/>
            <a:cxnLst/>
            <a:rect l="l" t="t" r="r" b="b"/>
            <a:pathLst>
              <a:path w="346075" h="821054">
                <a:moveTo>
                  <a:pt x="345630" y="0"/>
                </a:moveTo>
                <a:lnTo>
                  <a:pt x="345630" y="820775"/>
                </a:lnTo>
                <a:lnTo>
                  <a:pt x="0" y="820775"/>
                </a:lnTo>
                <a:lnTo>
                  <a:pt x="0" y="0"/>
                </a:lnTo>
                <a:lnTo>
                  <a:pt x="34563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bg object 396"/>
          <p:cNvSpPr/>
          <p:nvPr/>
        </p:nvSpPr>
        <p:spPr>
          <a:xfrm>
            <a:off x="5620791" y="6249136"/>
            <a:ext cx="281305" cy="326390"/>
          </a:xfrm>
          <a:custGeom>
            <a:avLst/>
            <a:gdLst/>
            <a:ahLst/>
            <a:cxnLst/>
            <a:rect l="l" t="t" r="r" b="b"/>
            <a:pathLst>
              <a:path w="281304" h="326390">
                <a:moveTo>
                  <a:pt x="140449" y="325894"/>
                </a:moveTo>
                <a:lnTo>
                  <a:pt x="0" y="244703"/>
                </a:lnTo>
                <a:lnTo>
                  <a:pt x="0" y="82296"/>
                </a:lnTo>
                <a:lnTo>
                  <a:pt x="140449" y="0"/>
                </a:lnTo>
                <a:lnTo>
                  <a:pt x="280911" y="82295"/>
                </a:lnTo>
                <a:lnTo>
                  <a:pt x="280911" y="244703"/>
                </a:lnTo>
                <a:lnTo>
                  <a:pt x="140449" y="325894"/>
                </a:lnTo>
              </a:path>
            </a:pathLst>
          </a:custGeom>
          <a:ln w="31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7" name="bg object 39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5669686" y="6319977"/>
            <a:ext cx="184226" cy="185318"/>
          </a:xfrm>
          <a:prstGeom prst="rect">
            <a:avLst/>
          </a:prstGeom>
        </p:spPr>
      </p:pic>
      <p:sp>
        <p:nvSpPr>
          <p:cNvPr id="398" name="bg object 398"/>
          <p:cNvSpPr/>
          <p:nvPr/>
        </p:nvSpPr>
        <p:spPr>
          <a:xfrm>
            <a:off x="5620791" y="6272187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140449" y="280898"/>
                </a:moveTo>
                <a:lnTo>
                  <a:pt x="93268" y="272122"/>
                </a:lnTo>
                <a:lnTo>
                  <a:pt x="51574" y="246887"/>
                </a:lnTo>
                <a:lnTo>
                  <a:pt x="19748" y="210680"/>
                </a:lnTo>
                <a:lnTo>
                  <a:pt x="2197" y="164592"/>
                </a:lnTo>
                <a:lnTo>
                  <a:pt x="0" y="140449"/>
                </a:lnTo>
                <a:lnTo>
                  <a:pt x="2197" y="115214"/>
                </a:lnTo>
                <a:lnTo>
                  <a:pt x="19748" y="70218"/>
                </a:lnTo>
                <a:lnTo>
                  <a:pt x="51574" y="32918"/>
                </a:lnTo>
                <a:lnTo>
                  <a:pt x="93268" y="7683"/>
                </a:lnTo>
                <a:lnTo>
                  <a:pt x="140449" y="0"/>
                </a:lnTo>
                <a:lnTo>
                  <a:pt x="165696" y="2197"/>
                </a:lnTo>
                <a:lnTo>
                  <a:pt x="210680" y="18656"/>
                </a:lnTo>
                <a:lnTo>
                  <a:pt x="249085" y="49377"/>
                </a:lnTo>
                <a:lnTo>
                  <a:pt x="273227" y="92163"/>
                </a:lnTo>
                <a:lnTo>
                  <a:pt x="280911" y="140449"/>
                </a:lnTo>
                <a:lnTo>
                  <a:pt x="278714" y="164591"/>
                </a:lnTo>
                <a:lnTo>
                  <a:pt x="262255" y="210680"/>
                </a:lnTo>
                <a:lnTo>
                  <a:pt x="231533" y="246887"/>
                </a:lnTo>
                <a:lnTo>
                  <a:pt x="189826" y="272122"/>
                </a:lnTo>
                <a:lnTo>
                  <a:pt x="140449" y="280898"/>
                </a:lnTo>
              </a:path>
            </a:pathLst>
          </a:custGeom>
          <a:ln w="31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9" name="bg object 399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719661" y="6068212"/>
            <a:ext cx="84264" cy="84264"/>
          </a:xfrm>
          <a:prstGeom prst="rect">
            <a:avLst/>
          </a:prstGeom>
        </p:spPr>
      </p:pic>
      <p:pic>
        <p:nvPicPr>
          <p:cNvPr id="400" name="bg object 400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719661" y="6672821"/>
            <a:ext cx="84264" cy="84251"/>
          </a:xfrm>
          <a:prstGeom prst="rect">
            <a:avLst/>
          </a:prstGeom>
        </p:spPr>
      </p:pic>
      <p:sp>
        <p:nvSpPr>
          <p:cNvPr id="401" name="bg object 401"/>
          <p:cNvSpPr/>
          <p:nvPr/>
        </p:nvSpPr>
        <p:spPr>
          <a:xfrm>
            <a:off x="5543981" y="5959462"/>
            <a:ext cx="494030" cy="906780"/>
          </a:xfrm>
          <a:custGeom>
            <a:avLst/>
            <a:gdLst/>
            <a:ahLst/>
            <a:cxnLst/>
            <a:rect l="l" t="t" r="r" b="b"/>
            <a:pathLst>
              <a:path w="494029" h="906779">
                <a:moveTo>
                  <a:pt x="217258" y="0"/>
                </a:moveTo>
                <a:lnTo>
                  <a:pt x="217258" y="906348"/>
                </a:lnTo>
              </a:path>
              <a:path w="494029" h="906779">
                <a:moveTo>
                  <a:pt x="274320" y="756030"/>
                </a:moveTo>
                <a:lnTo>
                  <a:pt x="161302" y="756030"/>
                </a:lnTo>
              </a:path>
              <a:path w="494029" h="906779">
                <a:moveTo>
                  <a:pt x="493775" y="453174"/>
                </a:moveTo>
                <a:lnTo>
                  <a:pt x="0" y="453174"/>
                </a:lnTo>
              </a:path>
              <a:path w="494029" h="906779">
                <a:moveTo>
                  <a:pt x="161302" y="150329"/>
                </a:moveTo>
                <a:lnTo>
                  <a:pt x="274320" y="150329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bg object 402"/>
          <p:cNvSpPr/>
          <p:nvPr/>
        </p:nvSpPr>
        <p:spPr>
          <a:xfrm>
            <a:off x="6019114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25234" y="97650"/>
                </a:moveTo>
                <a:lnTo>
                  <a:pt x="25234" y="26327"/>
                </a:lnTo>
                <a:lnTo>
                  <a:pt x="0" y="0"/>
                </a:lnTo>
                <a:lnTo>
                  <a:pt x="0" y="71323"/>
                </a:lnTo>
                <a:lnTo>
                  <a:pt x="25234" y="97650"/>
                </a:lnTo>
                <a:close/>
              </a:path>
            </a:pathLst>
          </a:custGeom>
          <a:solidFill>
            <a:srgbClr val="C415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bg object 403"/>
          <p:cNvSpPr/>
          <p:nvPr/>
        </p:nvSpPr>
        <p:spPr>
          <a:xfrm>
            <a:off x="6019114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0" y="0"/>
                </a:moveTo>
                <a:lnTo>
                  <a:pt x="25234" y="26327"/>
                </a:lnTo>
                <a:lnTo>
                  <a:pt x="25234" y="97650"/>
                </a:lnTo>
                <a:lnTo>
                  <a:pt x="0" y="71323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bg object 404"/>
          <p:cNvSpPr/>
          <p:nvPr/>
        </p:nvSpPr>
        <p:spPr>
          <a:xfrm>
            <a:off x="6079464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25234" y="71323"/>
                </a:moveTo>
                <a:lnTo>
                  <a:pt x="25234" y="0"/>
                </a:lnTo>
                <a:lnTo>
                  <a:pt x="0" y="26327"/>
                </a:lnTo>
                <a:lnTo>
                  <a:pt x="0" y="97650"/>
                </a:lnTo>
                <a:lnTo>
                  <a:pt x="25234" y="71323"/>
                </a:lnTo>
                <a:close/>
              </a:path>
            </a:pathLst>
          </a:custGeom>
          <a:solidFill>
            <a:srgbClr val="C415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bg object 405"/>
          <p:cNvSpPr/>
          <p:nvPr/>
        </p:nvSpPr>
        <p:spPr>
          <a:xfrm>
            <a:off x="6079464" y="5637949"/>
            <a:ext cx="25400" cy="97790"/>
          </a:xfrm>
          <a:custGeom>
            <a:avLst/>
            <a:gdLst/>
            <a:ahLst/>
            <a:cxnLst/>
            <a:rect l="l" t="t" r="r" b="b"/>
            <a:pathLst>
              <a:path w="25400" h="97789">
                <a:moveTo>
                  <a:pt x="0" y="97650"/>
                </a:moveTo>
                <a:lnTo>
                  <a:pt x="0" y="26327"/>
                </a:lnTo>
                <a:lnTo>
                  <a:pt x="25234" y="0"/>
                </a:lnTo>
                <a:lnTo>
                  <a:pt x="25234" y="71323"/>
                </a:lnTo>
                <a:lnTo>
                  <a:pt x="0" y="9765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bg object 406"/>
          <p:cNvSpPr/>
          <p:nvPr/>
        </p:nvSpPr>
        <p:spPr>
          <a:xfrm>
            <a:off x="6019114" y="5244020"/>
            <a:ext cx="85725" cy="715645"/>
          </a:xfrm>
          <a:custGeom>
            <a:avLst/>
            <a:gdLst/>
            <a:ahLst/>
            <a:cxnLst/>
            <a:rect l="l" t="t" r="r" b="b"/>
            <a:pathLst>
              <a:path w="85725" h="715645">
                <a:moveTo>
                  <a:pt x="85585" y="393928"/>
                </a:moveTo>
                <a:lnTo>
                  <a:pt x="85585" y="0"/>
                </a:lnTo>
                <a:lnTo>
                  <a:pt x="0" y="0"/>
                </a:lnTo>
                <a:lnTo>
                  <a:pt x="0" y="393928"/>
                </a:lnTo>
                <a:lnTo>
                  <a:pt x="25234" y="420255"/>
                </a:lnTo>
                <a:lnTo>
                  <a:pt x="25234" y="715429"/>
                </a:lnTo>
                <a:lnTo>
                  <a:pt x="60350" y="715429"/>
                </a:lnTo>
                <a:lnTo>
                  <a:pt x="60350" y="420255"/>
                </a:lnTo>
                <a:lnTo>
                  <a:pt x="85585" y="393928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bg object 407"/>
          <p:cNvSpPr/>
          <p:nvPr/>
        </p:nvSpPr>
        <p:spPr>
          <a:xfrm>
            <a:off x="6019114" y="5242687"/>
            <a:ext cx="85725" cy="716915"/>
          </a:xfrm>
          <a:custGeom>
            <a:avLst/>
            <a:gdLst/>
            <a:ahLst/>
            <a:cxnLst/>
            <a:rect l="l" t="t" r="r" b="b"/>
            <a:pathLst>
              <a:path w="85725" h="716914">
                <a:moveTo>
                  <a:pt x="0" y="0"/>
                </a:moveTo>
                <a:lnTo>
                  <a:pt x="0" y="395262"/>
                </a:lnTo>
                <a:lnTo>
                  <a:pt x="25234" y="421589"/>
                </a:lnTo>
                <a:lnTo>
                  <a:pt x="25234" y="716762"/>
                </a:lnTo>
                <a:lnTo>
                  <a:pt x="60350" y="716762"/>
                </a:lnTo>
                <a:lnTo>
                  <a:pt x="60350" y="421589"/>
                </a:lnTo>
                <a:lnTo>
                  <a:pt x="85585" y="395262"/>
                </a:lnTo>
                <a:lnTo>
                  <a:pt x="85585" y="1333"/>
                </a:lnTo>
                <a:lnTo>
                  <a:pt x="0" y="133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bg object 408"/>
          <p:cNvSpPr/>
          <p:nvPr/>
        </p:nvSpPr>
        <p:spPr>
          <a:xfrm>
            <a:off x="6030252" y="5638863"/>
            <a:ext cx="62865" cy="0"/>
          </a:xfrm>
          <a:custGeom>
            <a:avLst/>
            <a:gdLst/>
            <a:ahLst/>
            <a:cxnLst/>
            <a:rect l="l" t="t" r="r" b="b"/>
            <a:pathLst>
              <a:path w="62864">
                <a:moveTo>
                  <a:pt x="6254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9" name="bg object 409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016853" y="5237073"/>
            <a:ext cx="90093" cy="165938"/>
          </a:xfrm>
          <a:prstGeom prst="rect">
            <a:avLst/>
          </a:prstGeom>
        </p:spPr>
      </p:pic>
      <p:sp>
        <p:nvSpPr>
          <p:cNvPr id="410" name="bg object 410"/>
          <p:cNvSpPr/>
          <p:nvPr/>
        </p:nvSpPr>
        <p:spPr>
          <a:xfrm>
            <a:off x="4441228" y="5313146"/>
            <a:ext cx="259715" cy="328295"/>
          </a:xfrm>
          <a:custGeom>
            <a:avLst/>
            <a:gdLst/>
            <a:ahLst/>
            <a:cxnLst/>
            <a:rect l="l" t="t" r="r" b="b"/>
            <a:pathLst>
              <a:path w="259714" h="328295">
                <a:moveTo>
                  <a:pt x="259092" y="328091"/>
                </a:moveTo>
                <a:lnTo>
                  <a:pt x="259092" y="12"/>
                </a:lnTo>
                <a:lnTo>
                  <a:pt x="0" y="0"/>
                </a:lnTo>
                <a:lnTo>
                  <a:pt x="0" y="328091"/>
                </a:lnTo>
                <a:lnTo>
                  <a:pt x="259092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bg object 411"/>
          <p:cNvSpPr/>
          <p:nvPr/>
        </p:nvSpPr>
        <p:spPr>
          <a:xfrm>
            <a:off x="4441228" y="5313146"/>
            <a:ext cx="259715" cy="328295"/>
          </a:xfrm>
          <a:custGeom>
            <a:avLst/>
            <a:gdLst/>
            <a:ahLst/>
            <a:cxnLst/>
            <a:rect l="l" t="t" r="r" b="b"/>
            <a:pathLst>
              <a:path w="259714" h="328295">
                <a:moveTo>
                  <a:pt x="0" y="328091"/>
                </a:moveTo>
                <a:lnTo>
                  <a:pt x="259092" y="328091"/>
                </a:lnTo>
                <a:lnTo>
                  <a:pt x="259092" y="12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2" name="bg object 412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604512" y="5292407"/>
            <a:ext cx="98856" cy="108381"/>
          </a:xfrm>
          <a:prstGeom prst="rect">
            <a:avLst/>
          </a:prstGeom>
        </p:spPr>
      </p:pic>
      <p:pic>
        <p:nvPicPr>
          <p:cNvPr id="413" name="bg object 413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4604512" y="5553595"/>
            <a:ext cx="98856" cy="108369"/>
          </a:xfrm>
          <a:prstGeom prst="rect">
            <a:avLst/>
          </a:prstGeom>
        </p:spPr>
      </p:pic>
      <p:sp>
        <p:nvSpPr>
          <p:cNvPr id="414" name="bg object 414"/>
          <p:cNvSpPr/>
          <p:nvPr/>
        </p:nvSpPr>
        <p:spPr>
          <a:xfrm>
            <a:off x="4700193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bg object 415"/>
          <p:cNvSpPr/>
          <p:nvPr/>
        </p:nvSpPr>
        <p:spPr>
          <a:xfrm>
            <a:off x="4700193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70" h="389889">
                <a:moveTo>
                  <a:pt x="0" y="0"/>
                </a:moveTo>
                <a:lnTo>
                  <a:pt x="0" y="389534"/>
                </a:lnTo>
                <a:lnTo>
                  <a:pt x="51574" y="389534"/>
                </a:lnTo>
                <a:lnTo>
                  <a:pt x="5157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bg object 416"/>
          <p:cNvSpPr/>
          <p:nvPr/>
        </p:nvSpPr>
        <p:spPr>
          <a:xfrm>
            <a:off x="2107171" y="5313146"/>
            <a:ext cx="259715" cy="328295"/>
          </a:xfrm>
          <a:custGeom>
            <a:avLst/>
            <a:gdLst/>
            <a:ahLst/>
            <a:cxnLst/>
            <a:rect l="l" t="t" r="r" b="b"/>
            <a:pathLst>
              <a:path w="259714" h="328295">
                <a:moveTo>
                  <a:pt x="259092" y="328091"/>
                </a:moveTo>
                <a:lnTo>
                  <a:pt x="259092" y="0"/>
                </a:lnTo>
                <a:lnTo>
                  <a:pt x="0" y="12"/>
                </a:lnTo>
                <a:lnTo>
                  <a:pt x="0" y="328091"/>
                </a:lnTo>
                <a:lnTo>
                  <a:pt x="259092" y="3280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bg object 417"/>
          <p:cNvSpPr/>
          <p:nvPr/>
        </p:nvSpPr>
        <p:spPr>
          <a:xfrm>
            <a:off x="2107171" y="5313146"/>
            <a:ext cx="259715" cy="328295"/>
          </a:xfrm>
          <a:custGeom>
            <a:avLst/>
            <a:gdLst/>
            <a:ahLst/>
            <a:cxnLst/>
            <a:rect l="l" t="t" r="r" b="b"/>
            <a:pathLst>
              <a:path w="259714" h="328295">
                <a:moveTo>
                  <a:pt x="259092" y="328091"/>
                </a:moveTo>
                <a:lnTo>
                  <a:pt x="0" y="328091"/>
                </a:lnTo>
                <a:lnTo>
                  <a:pt x="0" y="12"/>
                </a:lnTo>
                <a:lnTo>
                  <a:pt x="25909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8" name="bg object 418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104123" y="5292407"/>
            <a:ext cx="98856" cy="108381"/>
          </a:xfrm>
          <a:prstGeom prst="rect">
            <a:avLst/>
          </a:prstGeom>
        </p:spPr>
      </p:pic>
      <p:pic>
        <p:nvPicPr>
          <p:cNvPr id="419" name="bg object 419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104123" y="5553595"/>
            <a:ext cx="98856" cy="108369"/>
          </a:xfrm>
          <a:prstGeom prst="rect">
            <a:avLst/>
          </a:prstGeom>
        </p:spPr>
      </p:pic>
      <p:sp>
        <p:nvSpPr>
          <p:cNvPr id="420" name="bg object 420"/>
          <p:cNvSpPr/>
          <p:nvPr/>
        </p:nvSpPr>
        <p:spPr>
          <a:xfrm>
            <a:off x="2055723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51574" y="389534"/>
                </a:moveTo>
                <a:lnTo>
                  <a:pt x="51574" y="0"/>
                </a:lnTo>
                <a:lnTo>
                  <a:pt x="0" y="0"/>
                </a:lnTo>
                <a:lnTo>
                  <a:pt x="0" y="389534"/>
                </a:lnTo>
                <a:lnTo>
                  <a:pt x="51574" y="38953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bg object 421"/>
          <p:cNvSpPr/>
          <p:nvPr/>
        </p:nvSpPr>
        <p:spPr>
          <a:xfrm>
            <a:off x="2055723" y="5282425"/>
            <a:ext cx="52069" cy="389890"/>
          </a:xfrm>
          <a:custGeom>
            <a:avLst/>
            <a:gdLst/>
            <a:ahLst/>
            <a:cxnLst/>
            <a:rect l="l" t="t" r="r" b="b"/>
            <a:pathLst>
              <a:path w="52069" h="389889">
                <a:moveTo>
                  <a:pt x="51574" y="0"/>
                </a:moveTo>
                <a:lnTo>
                  <a:pt x="51574" y="389534"/>
                </a:lnTo>
                <a:lnTo>
                  <a:pt x="0" y="389534"/>
                </a:lnTo>
                <a:lnTo>
                  <a:pt x="0" y="0"/>
                </a:lnTo>
                <a:lnTo>
                  <a:pt x="51574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bg object 422"/>
          <p:cNvSpPr/>
          <p:nvPr/>
        </p:nvSpPr>
        <p:spPr>
          <a:xfrm>
            <a:off x="2107298" y="5313146"/>
            <a:ext cx="2593340" cy="328295"/>
          </a:xfrm>
          <a:custGeom>
            <a:avLst/>
            <a:gdLst/>
            <a:ahLst/>
            <a:cxnLst/>
            <a:rect l="l" t="t" r="r" b="b"/>
            <a:pathLst>
              <a:path w="2593340" h="328295">
                <a:moveTo>
                  <a:pt x="2592908" y="216166"/>
                </a:moveTo>
                <a:lnTo>
                  <a:pt x="2592908" y="111925"/>
                </a:lnTo>
                <a:lnTo>
                  <a:pt x="2528163" y="111925"/>
                </a:lnTo>
                <a:lnTo>
                  <a:pt x="2507322" y="109727"/>
                </a:lnTo>
                <a:lnTo>
                  <a:pt x="2487561" y="102044"/>
                </a:lnTo>
                <a:lnTo>
                  <a:pt x="2471115" y="89979"/>
                </a:lnTo>
                <a:lnTo>
                  <a:pt x="2456827" y="74612"/>
                </a:lnTo>
                <a:lnTo>
                  <a:pt x="2437091" y="37312"/>
                </a:lnTo>
                <a:lnTo>
                  <a:pt x="2422829" y="20840"/>
                </a:lnTo>
                <a:lnTo>
                  <a:pt x="2406370" y="9867"/>
                </a:lnTo>
                <a:lnTo>
                  <a:pt x="2386622" y="2197"/>
                </a:lnTo>
                <a:lnTo>
                  <a:pt x="2365768" y="0"/>
                </a:lnTo>
                <a:lnTo>
                  <a:pt x="227139" y="0"/>
                </a:lnTo>
                <a:lnTo>
                  <a:pt x="186537" y="9867"/>
                </a:lnTo>
                <a:lnTo>
                  <a:pt x="155816" y="37312"/>
                </a:lnTo>
                <a:lnTo>
                  <a:pt x="136080" y="74612"/>
                </a:lnTo>
                <a:lnTo>
                  <a:pt x="121805" y="89979"/>
                </a:lnTo>
                <a:lnTo>
                  <a:pt x="105346" y="102044"/>
                </a:lnTo>
                <a:lnTo>
                  <a:pt x="85598" y="109727"/>
                </a:lnTo>
                <a:lnTo>
                  <a:pt x="64744" y="111925"/>
                </a:lnTo>
                <a:lnTo>
                  <a:pt x="0" y="111925"/>
                </a:lnTo>
                <a:lnTo>
                  <a:pt x="0" y="216166"/>
                </a:lnTo>
                <a:lnTo>
                  <a:pt x="64744" y="216166"/>
                </a:lnTo>
                <a:lnTo>
                  <a:pt x="85598" y="218363"/>
                </a:lnTo>
                <a:lnTo>
                  <a:pt x="105346" y="226034"/>
                </a:lnTo>
                <a:lnTo>
                  <a:pt x="121805" y="237007"/>
                </a:lnTo>
                <a:lnTo>
                  <a:pt x="136080" y="253453"/>
                </a:lnTo>
                <a:lnTo>
                  <a:pt x="155816" y="290779"/>
                </a:lnTo>
                <a:lnTo>
                  <a:pt x="170078" y="306146"/>
                </a:lnTo>
                <a:lnTo>
                  <a:pt x="186537" y="318211"/>
                </a:lnTo>
                <a:lnTo>
                  <a:pt x="206298" y="325894"/>
                </a:lnTo>
                <a:lnTo>
                  <a:pt x="227139" y="328091"/>
                </a:lnTo>
                <a:lnTo>
                  <a:pt x="2365768" y="328091"/>
                </a:lnTo>
                <a:lnTo>
                  <a:pt x="2406370" y="318211"/>
                </a:lnTo>
                <a:lnTo>
                  <a:pt x="2437091" y="290779"/>
                </a:lnTo>
                <a:lnTo>
                  <a:pt x="2456827" y="253453"/>
                </a:lnTo>
                <a:lnTo>
                  <a:pt x="2471102" y="237007"/>
                </a:lnTo>
                <a:lnTo>
                  <a:pt x="2487561" y="226034"/>
                </a:lnTo>
                <a:lnTo>
                  <a:pt x="2507322" y="218363"/>
                </a:lnTo>
                <a:lnTo>
                  <a:pt x="2528163" y="216166"/>
                </a:lnTo>
                <a:lnTo>
                  <a:pt x="2592908" y="216166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bg object 423"/>
          <p:cNvSpPr/>
          <p:nvPr/>
        </p:nvSpPr>
        <p:spPr>
          <a:xfrm>
            <a:off x="2107298" y="5313146"/>
            <a:ext cx="2593340" cy="328295"/>
          </a:xfrm>
          <a:custGeom>
            <a:avLst/>
            <a:gdLst/>
            <a:ahLst/>
            <a:cxnLst/>
            <a:rect l="l" t="t" r="r" b="b"/>
            <a:pathLst>
              <a:path w="2593340" h="328295">
                <a:moveTo>
                  <a:pt x="227139" y="328091"/>
                </a:moveTo>
                <a:lnTo>
                  <a:pt x="186537" y="318211"/>
                </a:lnTo>
                <a:lnTo>
                  <a:pt x="155816" y="290779"/>
                </a:lnTo>
                <a:lnTo>
                  <a:pt x="136080" y="253453"/>
                </a:lnTo>
                <a:lnTo>
                  <a:pt x="121805" y="237007"/>
                </a:lnTo>
                <a:lnTo>
                  <a:pt x="105346" y="226034"/>
                </a:lnTo>
                <a:lnTo>
                  <a:pt x="85598" y="218363"/>
                </a:lnTo>
                <a:lnTo>
                  <a:pt x="64744" y="216166"/>
                </a:lnTo>
                <a:lnTo>
                  <a:pt x="0" y="216166"/>
                </a:lnTo>
                <a:lnTo>
                  <a:pt x="0" y="111925"/>
                </a:lnTo>
                <a:lnTo>
                  <a:pt x="64744" y="111925"/>
                </a:lnTo>
                <a:lnTo>
                  <a:pt x="85598" y="109727"/>
                </a:lnTo>
                <a:lnTo>
                  <a:pt x="105346" y="102044"/>
                </a:lnTo>
                <a:lnTo>
                  <a:pt x="121805" y="89979"/>
                </a:lnTo>
                <a:lnTo>
                  <a:pt x="136080" y="74612"/>
                </a:lnTo>
                <a:lnTo>
                  <a:pt x="145948" y="55956"/>
                </a:lnTo>
                <a:lnTo>
                  <a:pt x="155816" y="37312"/>
                </a:lnTo>
                <a:lnTo>
                  <a:pt x="170078" y="20840"/>
                </a:lnTo>
                <a:lnTo>
                  <a:pt x="186537" y="9867"/>
                </a:lnTo>
                <a:lnTo>
                  <a:pt x="206298" y="2197"/>
                </a:lnTo>
                <a:lnTo>
                  <a:pt x="227139" y="0"/>
                </a:lnTo>
                <a:lnTo>
                  <a:pt x="2365768" y="0"/>
                </a:lnTo>
                <a:lnTo>
                  <a:pt x="2406370" y="9867"/>
                </a:lnTo>
                <a:lnTo>
                  <a:pt x="2437091" y="37312"/>
                </a:lnTo>
                <a:lnTo>
                  <a:pt x="2456827" y="74612"/>
                </a:lnTo>
                <a:lnTo>
                  <a:pt x="2471115" y="89979"/>
                </a:lnTo>
                <a:lnTo>
                  <a:pt x="2487561" y="102044"/>
                </a:lnTo>
                <a:lnTo>
                  <a:pt x="2507322" y="109727"/>
                </a:lnTo>
                <a:lnTo>
                  <a:pt x="2528163" y="111925"/>
                </a:lnTo>
                <a:lnTo>
                  <a:pt x="2592908" y="111925"/>
                </a:lnTo>
                <a:lnTo>
                  <a:pt x="2592908" y="216166"/>
                </a:lnTo>
                <a:lnTo>
                  <a:pt x="2528163" y="216166"/>
                </a:lnTo>
                <a:lnTo>
                  <a:pt x="2507322" y="218363"/>
                </a:lnTo>
                <a:lnTo>
                  <a:pt x="2487561" y="226034"/>
                </a:lnTo>
                <a:lnTo>
                  <a:pt x="2471102" y="237007"/>
                </a:lnTo>
                <a:lnTo>
                  <a:pt x="2456827" y="253453"/>
                </a:lnTo>
                <a:lnTo>
                  <a:pt x="2446972" y="272122"/>
                </a:lnTo>
                <a:lnTo>
                  <a:pt x="2437091" y="290779"/>
                </a:lnTo>
                <a:lnTo>
                  <a:pt x="2422829" y="306146"/>
                </a:lnTo>
                <a:lnTo>
                  <a:pt x="2406370" y="318211"/>
                </a:lnTo>
                <a:lnTo>
                  <a:pt x="2386622" y="325894"/>
                </a:lnTo>
                <a:lnTo>
                  <a:pt x="2365768" y="328091"/>
                </a:lnTo>
                <a:lnTo>
                  <a:pt x="227139" y="328091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bg object 424"/>
          <p:cNvSpPr/>
          <p:nvPr/>
        </p:nvSpPr>
        <p:spPr>
          <a:xfrm>
            <a:off x="4192143" y="5276938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258965" y="194221"/>
                </a:moveTo>
                <a:lnTo>
                  <a:pt x="258965" y="0"/>
                </a:lnTo>
                <a:lnTo>
                  <a:pt x="0" y="0"/>
                </a:lnTo>
                <a:lnTo>
                  <a:pt x="0" y="194221"/>
                </a:lnTo>
                <a:lnTo>
                  <a:pt x="258965" y="19422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bg object 425"/>
          <p:cNvSpPr/>
          <p:nvPr/>
        </p:nvSpPr>
        <p:spPr>
          <a:xfrm>
            <a:off x="4192143" y="5276938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0" y="0"/>
                </a:moveTo>
                <a:lnTo>
                  <a:pt x="0" y="194221"/>
                </a:lnTo>
                <a:lnTo>
                  <a:pt x="258965" y="194221"/>
                </a:lnTo>
                <a:lnTo>
                  <a:pt x="25896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6" name="bg object 426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4153852" y="5273763"/>
            <a:ext cx="90843" cy="315798"/>
          </a:xfrm>
          <a:prstGeom prst="rect">
            <a:avLst/>
          </a:prstGeom>
        </p:spPr>
      </p:pic>
      <p:sp>
        <p:nvSpPr>
          <p:cNvPr id="427" name="bg object 427"/>
          <p:cNvSpPr/>
          <p:nvPr/>
        </p:nvSpPr>
        <p:spPr>
          <a:xfrm>
            <a:off x="4241520" y="5312054"/>
            <a:ext cx="138430" cy="370205"/>
          </a:xfrm>
          <a:custGeom>
            <a:avLst/>
            <a:gdLst/>
            <a:ahLst/>
            <a:cxnLst/>
            <a:rect l="l" t="t" r="r" b="b"/>
            <a:pathLst>
              <a:path w="138429" h="370204">
                <a:moveTo>
                  <a:pt x="138252" y="334670"/>
                </a:moveTo>
                <a:lnTo>
                  <a:pt x="138252" y="0"/>
                </a:lnTo>
                <a:lnTo>
                  <a:pt x="137160" y="6591"/>
                </a:lnTo>
                <a:lnTo>
                  <a:pt x="133870" y="13169"/>
                </a:lnTo>
                <a:lnTo>
                  <a:pt x="126187" y="20853"/>
                </a:lnTo>
                <a:lnTo>
                  <a:pt x="117411" y="26339"/>
                </a:lnTo>
                <a:lnTo>
                  <a:pt x="97662" y="34023"/>
                </a:lnTo>
                <a:lnTo>
                  <a:pt x="69126" y="37312"/>
                </a:lnTo>
                <a:lnTo>
                  <a:pt x="41694" y="34023"/>
                </a:lnTo>
                <a:lnTo>
                  <a:pt x="4381" y="13169"/>
                </a:lnTo>
                <a:lnTo>
                  <a:pt x="0" y="0"/>
                </a:lnTo>
                <a:lnTo>
                  <a:pt x="0" y="334670"/>
                </a:lnTo>
                <a:lnTo>
                  <a:pt x="41694" y="366496"/>
                </a:lnTo>
                <a:lnTo>
                  <a:pt x="69126" y="369785"/>
                </a:lnTo>
                <a:lnTo>
                  <a:pt x="97662" y="366496"/>
                </a:lnTo>
                <a:lnTo>
                  <a:pt x="117411" y="359905"/>
                </a:lnTo>
                <a:lnTo>
                  <a:pt x="126187" y="354418"/>
                </a:lnTo>
                <a:lnTo>
                  <a:pt x="133870" y="346748"/>
                </a:lnTo>
                <a:lnTo>
                  <a:pt x="138252" y="33467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bg object 428"/>
          <p:cNvSpPr/>
          <p:nvPr/>
        </p:nvSpPr>
        <p:spPr>
          <a:xfrm>
            <a:off x="4241520" y="5309857"/>
            <a:ext cx="138430" cy="372110"/>
          </a:xfrm>
          <a:custGeom>
            <a:avLst/>
            <a:gdLst/>
            <a:ahLst/>
            <a:cxnLst/>
            <a:rect l="l" t="t" r="r" b="b"/>
            <a:pathLst>
              <a:path w="138429" h="372110">
                <a:moveTo>
                  <a:pt x="126187" y="23050"/>
                </a:moveTo>
                <a:lnTo>
                  <a:pt x="133870" y="15367"/>
                </a:lnTo>
                <a:lnTo>
                  <a:pt x="137160" y="8788"/>
                </a:lnTo>
                <a:lnTo>
                  <a:pt x="138252" y="2197"/>
                </a:lnTo>
                <a:lnTo>
                  <a:pt x="138252" y="0"/>
                </a:lnTo>
                <a:lnTo>
                  <a:pt x="138252" y="336867"/>
                </a:lnTo>
                <a:lnTo>
                  <a:pt x="97662" y="368693"/>
                </a:lnTo>
                <a:lnTo>
                  <a:pt x="69126" y="371983"/>
                </a:lnTo>
                <a:lnTo>
                  <a:pt x="41694" y="368693"/>
                </a:lnTo>
                <a:lnTo>
                  <a:pt x="19748" y="362102"/>
                </a:lnTo>
                <a:lnTo>
                  <a:pt x="10972" y="356615"/>
                </a:lnTo>
                <a:lnTo>
                  <a:pt x="4381" y="348945"/>
                </a:lnTo>
                <a:lnTo>
                  <a:pt x="0" y="336867"/>
                </a:lnTo>
                <a:lnTo>
                  <a:pt x="0" y="0"/>
                </a:lnTo>
                <a:lnTo>
                  <a:pt x="0" y="2197"/>
                </a:lnTo>
                <a:lnTo>
                  <a:pt x="41694" y="36220"/>
                </a:lnTo>
                <a:lnTo>
                  <a:pt x="69126" y="39509"/>
                </a:lnTo>
                <a:lnTo>
                  <a:pt x="97662" y="36220"/>
                </a:lnTo>
                <a:lnTo>
                  <a:pt x="117411" y="28536"/>
                </a:lnTo>
                <a:lnTo>
                  <a:pt x="126187" y="2305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9" name="bg object 429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4238345" y="5271579"/>
            <a:ext cx="144602" cy="124853"/>
          </a:xfrm>
          <a:prstGeom prst="rect">
            <a:avLst/>
          </a:prstGeom>
        </p:spPr>
      </p:pic>
      <p:sp>
        <p:nvSpPr>
          <p:cNvPr id="430" name="bg object 430"/>
          <p:cNvSpPr/>
          <p:nvPr/>
        </p:nvSpPr>
        <p:spPr>
          <a:xfrm>
            <a:off x="4292600" y="5068455"/>
            <a:ext cx="35560" cy="267970"/>
          </a:xfrm>
          <a:custGeom>
            <a:avLst/>
            <a:gdLst/>
            <a:ahLst/>
            <a:cxnLst/>
            <a:rect l="l" t="t" r="r" b="b"/>
            <a:pathLst>
              <a:path w="35560" h="267970">
                <a:moveTo>
                  <a:pt x="35560" y="0"/>
                </a:moveTo>
                <a:lnTo>
                  <a:pt x="26670" y="0"/>
                </a:lnTo>
                <a:lnTo>
                  <a:pt x="17780" y="0"/>
                </a:lnTo>
                <a:lnTo>
                  <a:pt x="7620" y="0"/>
                </a:lnTo>
                <a:lnTo>
                  <a:pt x="0" y="0"/>
                </a:lnTo>
                <a:lnTo>
                  <a:pt x="0" y="264147"/>
                </a:lnTo>
                <a:lnTo>
                  <a:pt x="7620" y="264147"/>
                </a:lnTo>
                <a:lnTo>
                  <a:pt x="7620" y="267652"/>
                </a:lnTo>
                <a:lnTo>
                  <a:pt x="17780" y="267652"/>
                </a:lnTo>
                <a:lnTo>
                  <a:pt x="17780" y="267792"/>
                </a:lnTo>
                <a:lnTo>
                  <a:pt x="26670" y="267792"/>
                </a:lnTo>
                <a:lnTo>
                  <a:pt x="26670" y="264502"/>
                </a:lnTo>
                <a:lnTo>
                  <a:pt x="35560" y="264502"/>
                </a:lnTo>
                <a:lnTo>
                  <a:pt x="355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bg object 431"/>
          <p:cNvSpPr/>
          <p:nvPr/>
        </p:nvSpPr>
        <p:spPr>
          <a:xfrm>
            <a:off x="4293095" y="5068455"/>
            <a:ext cx="35560" cy="269240"/>
          </a:xfrm>
          <a:custGeom>
            <a:avLst/>
            <a:gdLst/>
            <a:ahLst/>
            <a:cxnLst/>
            <a:rect l="l" t="t" r="r" b="b"/>
            <a:pathLst>
              <a:path w="35560" h="269239">
                <a:moveTo>
                  <a:pt x="35102" y="0"/>
                </a:moveTo>
                <a:lnTo>
                  <a:pt x="35102" y="262254"/>
                </a:lnTo>
                <a:lnTo>
                  <a:pt x="26327" y="266636"/>
                </a:lnTo>
                <a:lnTo>
                  <a:pt x="17551" y="268833"/>
                </a:lnTo>
                <a:lnTo>
                  <a:pt x="7696" y="266636"/>
                </a:lnTo>
                <a:lnTo>
                  <a:pt x="0" y="262254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bg object 432"/>
          <p:cNvSpPr/>
          <p:nvPr/>
        </p:nvSpPr>
        <p:spPr>
          <a:xfrm>
            <a:off x="4050576" y="4976291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29" h="55245">
                <a:moveTo>
                  <a:pt x="519023" y="54863"/>
                </a:moveTo>
                <a:lnTo>
                  <a:pt x="302844" y="0"/>
                </a:lnTo>
                <a:lnTo>
                  <a:pt x="216166" y="0"/>
                </a:lnTo>
                <a:lnTo>
                  <a:pt x="0" y="54863"/>
                </a:lnTo>
                <a:lnTo>
                  <a:pt x="519023" y="5486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bg object 433"/>
          <p:cNvSpPr/>
          <p:nvPr/>
        </p:nvSpPr>
        <p:spPr>
          <a:xfrm>
            <a:off x="4050576" y="4976291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29" h="55245">
                <a:moveTo>
                  <a:pt x="519023" y="54863"/>
                </a:moveTo>
                <a:lnTo>
                  <a:pt x="302844" y="0"/>
                </a:lnTo>
                <a:lnTo>
                  <a:pt x="216166" y="0"/>
                </a:lnTo>
                <a:lnTo>
                  <a:pt x="0" y="5486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bg object 434"/>
          <p:cNvSpPr/>
          <p:nvPr/>
        </p:nvSpPr>
        <p:spPr>
          <a:xfrm>
            <a:off x="4050576" y="5031155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29" h="37464">
                <a:moveTo>
                  <a:pt x="519036" y="37299"/>
                </a:moveTo>
                <a:lnTo>
                  <a:pt x="519036" y="0"/>
                </a:lnTo>
                <a:lnTo>
                  <a:pt x="0" y="0"/>
                </a:lnTo>
                <a:lnTo>
                  <a:pt x="0" y="37299"/>
                </a:lnTo>
                <a:lnTo>
                  <a:pt x="519036" y="3729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bg object 435"/>
          <p:cNvSpPr/>
          <p:nvPr/>
        </p:nvSpPr>
        <p:spPr>
          <a:xfrm>
            <a:off x="4050576" y="5031155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29" h="37464">
                <a:moveTo>
                  <a:pt x="519036" y="0"/>
                </a:moveTo>
                <a:lnTo>
                  <a:pt x="519036" y="37299"/>
                </a:lnTo>
                <a:lnTo>
                  <a:pt x="0" y="37299"/>
                </a:lnTo>
                <a:lnTo>
                  <a:pt x="0" y="0"/>
                </a:lnTo>
                <a:lnTo>
                  <a:pt x="51903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bg object 436"/>
          <p:cNvSpPr/>
          <p:nvPr/>
        </p:nvSpPr>
        <p:spPr>
          <a:xfrm>
            <a:off x="4050576" y="5059680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29" h="8889">
                <a:moveTo>
                  <a:pt x="519036" y="8775"/>
                </a:moveTo>
                <a:lnTo>
                  <a:pt x="519036" y="0"/>
                </a:lnTo>
                <a:lnTo>
                  <a:pt x="0" y="0"/>
                </a:lnTo>
                <a:lnTo>
                  <a:pt x="0" y="8775"/>
                </a:lnTo>
                <a:lnTo>
                  <a:pt x="519036" y="877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bg object 437"/>
          <p:cNvSpPr/>
          <p:nvPr/>
        </p:nvSpPr>
        <p:spPr>
          <a:xfrm>
            <a:off x="4050576" y="5059680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29" h="8889">
                <a:moveTo>
                  <a:pt x="519036" y="0"/>
                </a:moveTo>
                <a:lnTo>
                  <a:pt x="519036" y="8775"/>
                </a:lnTo>
                <a:lnTo>
                  <a:pt x="0" y="8775"/>
                </a:lnTo>
                <a:lnTo>
                  <a:pt x="0" y="0"/>
                </a:lnTo>
                <a:lnTo>
                  <a:pt x="519036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bg object 438"/>
          <p:cNvSpPr/>
          <p:nvPr/>
        </p:nvSpPr>
        <p:spPr>
          <a:xfrm>
            <a:off x="3738956" y="5481027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258965" y="194221"/>
                </a:moveTo>
                <a:lnTo>
                  <a:pt x="258965" y="0"/>
                </a:lnTo>
                <a:lnTo>
                  <a:pt x="0" y="0"/>
                </a:lnTo>
                <a:lnTo>
                  <a:pt x="0" y="194221"/>
                </a:lnTo>
                <a:lnTo>
                  <a:pt x="258965" y="19422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bg object 439"/>
          <p:cNvSpPr/>
          <p:nvPr/>
        </p:nvSpPr>
        <p:spPr>
          <a:xfrm>
            <a:off x="3738956" y="5481027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0" y="0"/>
                </a:moveTo>
                <a:lnTo>
                  <a:pt x="0" y="194221"/>
                </a:lnTo>
                <a:lnTo>
                  <a:pt x="258965" y="194221"/>
                </a:lnTo>
                <a:lnTo>
                  <a:pt x="25896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0" name="bg object 440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3700678" y="5477852"/>
            <a:ext cx="90830" cy="315785"/>
          </a:xfrm>
          <a:prstGeom prst="rect">
            <a:avLst/>
          </a:prstGeom>
        </p:spPr>
      </p:pic>
      <p:sp>
        <p:nvSpPr>
          <p:cNvPr id="441" name="bg object 441"/>
          <p:cNvSpPr/>
          <p:nvPr/>
        </p:nvSpPr>
        <p:spPr>
          <a:xfrm>
            <a:off x="3788333" y="5516143"/>
            <a:ext cx="138430" cy="370205"/>
          </a:xfrm>
          <a:custGeom>
            <a:avLst/>
            <a:gdLst/>
            <a:ahLst/>
            <a:cxnLst/>
            <a:rect l="l" t="t" r="r" b="b"/>
            <a:pathLst>
              <a:path w="138429" h="370204">
                <a:moveTo>
                  <a:pt x="138264" y="334670"/>
                </a:moveTo>
                <a:lnTo>
                  <a:pt x="138264" y="0"/>
                </a:lnTo>
                <a:lnTo>
                  <a:pt x="137160" y="6578"/>
                </a:lnTo>
                <a:lnTo>
                  <a:pt x="133870" y="13169"/>
                </a:lnTo>
                <a:lnTo>
                  <a:pt x="126187" y="20853"/>
                </a:lnTo>
                <a:lnTo>
                  <a:pt x="117411" y="26339"/>
                </a:lnTo>
                <a:lnTo>
                  <a:pt x="97662" y="34010"/>
                </a:lnTo>
                <a:lnTo>
                  <a:pt x="69138" y="37312"/>
                </a:lnTo>
                <a:lnTo>
                  <a:pt x="41706" y="34010"/>
                </a:lnTo>
                <a:lnTo>
                  <a:pt x="4394" y="13169"/>
                </a:lnTo>
                <a:lnTo>
                  <a:pt x="0" y="0"/>
                </a:lnTo>
                <a:lnTo>
                  <a:pt x="0" y="334670"/>
                </a:lnTo>
                <a:lnTo>
                  <a:pt x="41706" y="366496"/>
                </a:lnTo>
                <a:lnTo>
                  <a:pt x="69138" y="369785"/>
                </a:lnTo>
                <a:lnTo>
                  <a:pt x="97662" y="366496"/>
                </a:lnTo>
                <a:lnTo>
                  <a:pt x="117411" y="359905"/>
                </a:lnTo>
                <a:lnTo>
                  <a:pt x="126187" y="354418"/>
                </a:lnTo>
                <a:lnTo>
                  <a:pt x="133870" y="346735"/>
                </a:lnTo>
                <a:lnTo>
                  <a:pt x="138264" y="33467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bg object 442"/>
          <p:cNvSpPr/>
          <p:nvPr/>
        </p:nvSpPr>
        <p:spPr>
          <a:xfrm>
            <a:off x="3788333" y="5513946"/>
            <a:ext cx="138430" cy="372110"/>
          </a:xfrm>
          <a:custGeom>
            <a:avLst/>
            <a:gdLst/>
            <a:ahLst/>
            <a:cxnLst/>
            <a:rect l="l" t="t" r="r" b="b"/>
            <a:pathLst>
              <a:path w="138429" h="372110">
                <a:moveTo>
                  <a:pt x="126187" y="23050"/>
                </a:moveTo>
                <a:lnTo>
                  <a:pt x="133870" y="15367"/>
                </a:lnTo>
                <a:lnTo>
                  <a:pt x="137160" y="8775"/>
                </a:lnTo>
                <a:lnTo>
                  <a:pt x="138264" y="2197"/>
                </a:lnTo>
                <a:lnTo>
                  <a:pt x="138264" y="0"/>
                </a:lnTo>
                <a:lnTo>
                  <a:pt x="138264" y="336867"/>
                </a:lnTo>
                <a:lnTo>
                  <a:pt x="97662" y="368693"/>
                </a:lnTo>
                <a:lnTo>
                  <a:pt x="69138" y="371983"/>
                </a:lnTo>
                <a:lnTo>
                  <a:pt x="41706" y="368693"/>
                </a:lnTo>
                <a:lnTo>
                  <a:pt x="19761" y="362102"/>
                </a:lnTo>
                <a:lnTo>
                  <a:pt x="10985" y="356616"/>
                </a:lnTo>
                <a:lnTo>
                  <a:pt x="4394" y="348932"/>
                </a:lnTo>
                <a:lnTo>
                  <a:pt x="0" y="336867"/>
                </a:lnTo>
                <a:lnTo>
                  <a:pt x="0" y="0"/>
                </a:lnTo>
                <a:lnTo>
                  <a:pt x="0" y="2197"/>
                </a:lnTo>
                <a:lnTo>
                  <a:pt x="41706" y="36207"/>
                </a:lnTo>
                <a:lnTo>
                  <a:pt x="69138" y="39509"/>
                </a:lnTo>
                <a:lnTo>
                  <a:pt x="97662" y="36207"/>
                </a:lnTo>
                <a:lnTo>
                  <a:pt x="117411" y="28536"/>
                </a:lnTo>
                <a:lnTo>
                  <a:pt x="126187" y="2305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3" name="bg object 443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3785158" y="5475668"/>
            <a:ext cx="144614" cy="124853"/>
          </a:xfrm>
          <a:prstGeom prst="rect">
            <a:avLst/>
          </a:prstGeom>
        </p:spPr>
      </p:pic>
      <p:sp>
        <p:nvSpPr>
          <p:cNvPr id="444" name="bg object 444"/>
          <p:cNvSpPr/>
          <p:nvPr/>
        </p:nvSpPr>
        <p:spPr>
          <a:xfrm>
            <a:off x="3840480" y="5272544"/>
            <a:ext cx="34290" cy="267970"/>
          </a:xfrm>
          <a:custGeom>
            <a:avLst/>
            <a:gdLst/>
            <a:ahLst/>
            <a:cxnLst/>
            <a:rect l="l" t="t" r="r" b="b"/>
            <a:pathLst>
              <a:path w="34289" h="267970">
                <a:moveTo>
                  <a:pt x="34290" y="0"/>
                </a:moveTo>
                <a:lnTo>
                  <a:pt x="25400" y="0"/>
                </a:lnTo>
                <a:lnTo>
                  <a:pt x="16510" y="0"/>
                </a:lnTo>
                <a:lnTo>
                  <a:pt x="7620" y="0"/>
                </a:lnTo>
                <a:lnTo>
                  <a:pt x="0" y="0"/>
                </a:lnTo>
                <a:lnTo>
                  <a:pt x="0" y="264744"/>
                </a:lnTo>
                <a:lnTo>
                  <a:pt x="7620" y="264744"/>
                </a:lnTo>
                <a:lnTo>
                  <a:pt x="7620" y="267741"/>
                </a:lnTo>
                <a:lnTo>
                  <a:pt x="16510" y="267741"/>
                </a:lnTo>
                <a:lnTo>
                  <a:pt x="25400" y="267843"/>
                </a:lnTo>
                <a:lnTo>
                  <a:pt x="25400" y="264604"/>
                </a:lnTo>
                <a:lnTo>
                  <a:pt x="34290" y="264604"/>
                </a:lnTo>
                <a:lnTo>
                  <a:pt x="3429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bg object 445"/>
          <p:cNvSpPr/>
          <p:nvPr/>
        </p:nvSpPr>
        <p:spPr>
          <a:xfrm>
            <a:off x="3839908" y="5272544"/>
            <a:ext cx="35560" cy="269240"/>
          </a:xfrm>
          <a:custGeom>
            <a:avLst/>
            <a:gdLst/>
            <a:ahLst/>
            <a:cxnLst/>
            <a:rect l="l" t="t" r="r" b="b"/>
            <a:pathLst>
              <a:path w="35560" h="269239">
                <a:moveTo>
                  <a:pt x="35115" y="0"/>
                </a:moveTo>
                <a:lnTo>
                  <a:pt x="35115" y="262242"/>
                </a:lnTo>
                <a:lnTo>
                  <a:pt x="26339" y="266636"/>
                </a:lnTo>
                <a:lnTo>
                  <a:pt x="17564" y="268833"/>
                </a:lnTo>
                <a:lnTo>
                  <a:pt x="7696" y="266636"/>
                </a:lnTo>
                <a:lnTo>
                  <a:pt x="0" y="262242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bg object 446"/>
          <p:cNvSpPr/>
          <p:nvPr/>
        </p:nvSpPr>
        <p:spPr>
          <a:xfrm>
            <a:off x="3597389" y="5180368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29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  <a:lnTo>
                  <a:pt x="519036" y="5486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bg object 447"/>
          <p:cNvSpPr/>
          <p:nvPr/>
        </p:nvSpPr>
        <p:spPr>
          <a:xfrm>
            <a:off x="3597389" y="5180368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29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bg object 448"/>
          <p:cNvSpPr/>
          <p:nvPr/>
        </p:nvSpPr>
        <p:spPr>
          <a:xfrm>
            <a:off x="3597401" y="5235232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29" h="37464">
                <a:moveTo>
                  <a:pt x="519023" y="37312"/>
                </a:moveTo>
                <a:lnTo>
                  <a:pt x="519023" y="0"/>
                </a:lnTo>
                <a:lnTo>
                  <a:pt x="0" y="0"/>
                </a:lnTo>
                <a:lnTo>
                  <a:pt x="0" y="37312"/>
                </a:lnTo>
                <a:lnTo>
                  <a:pt x="519023" y="3731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bg object 449"/>
          <p:cNvSpPr/>
          <p:nvPr/>
        </p:nvSpPr>
        <p:spPr>
          <a:xfrm>
            <a:off x="3597401" y="5235232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29" h="37464">
                <a:moveTo>
                  <a:pt x="519023" y="0"/>
                </a:moveTo>
                <a:lnTo>
                  <a:pt x="519023" y="37312"/>
                </a:lnTo>
                <a:lnTo>
                  <a:pt x="0" y="37312"/>
                </a:lnTo>
                <a:lnTo>
                  <a:pt x="0" y="0"/>
                </a:lnTo>
                <a:lnTo>
                  <a:pt x="519023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bg object 450"/>
          <p:cNvSpPr/>
          <p:nvPr/>
        </p:nvSpPr>
        <p:spPr>
          <a:xfrm>
            <a:off x="3597401" y="5263769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29" h="8889">
                <a:moveTo>
                  <a:pt x="519023" y="8775"/>
                </a:moveTo>
                <a:lnTo>
                  <a:pt x="519023" y="0"/>
                </a:lnTo>
                <a:lnTo>
                  <a:pt x="0" y="0"/>
                </a:lnTo>
                <a:lnTo>
                  <a:pt x="0" y="8775"/>
                </a:lnTo>
                <a:lnTo>
                  <a:pt x="519023" y="877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bg object 451"/>
          <p:cNvSpPr/>
          <p:nvPr/>
        </p:nvSpPr>
        <p:spPr>
          <a:xfrm>
            <a:off x="3597401" y="5263769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29" h="8889">
                <a:moveTo>
                  <a:pt x="519023" y="0"/>
                </a:moveTo>
                <a:lnTo>
                  <a:pt x="519023" y="8775"/>
                </a:lnTo>
                <a:lnTo>
                  <a:pt x="0" y="8775"/>
                </a:lnTo>
                <a:lnTo>
                  <a:pt x="0" y="0"/>
                </a:lnTo>
                <a:lnTo>
                  <a:pt x="519023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bg object 452"/>
          <p:cNvSpPr/>
          <p:nvPr/>
        </p:nvSpPr>
        <p:spPr>
          <a:xfrm>
            <a:off x="3284397" y="5277218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258952" y="194221"/>
                </a:moveTo>
                <a:lnTo>
                  <a:pt x="258952" y="0"/>
                </a:lnTo>
                <a:lnTo>
                  <a:pt x="0" y="0"/>
                </a:lnTo>
                <a:lnTo>
                  <a:pt x="0" y="194221"/>
                </a:lnTo>
                <a:lnTo>
                  <a:pt x="258952" y="19422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bg object 453"/>
          <p:cNvSpPr/>
          <p:nvPr/>
        </p:nvSpPr>
        <p:spPr>
          <a:xfrm>
            <a:off x="3284397" y="5277218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0" y="0"/>
                </a:moveTo>
                <a:lnTo>
                  <a:pt x="0" y="194221"/>
                </a:lnTo>
                <a:lnTo>
                  <a:pt x="258952" y="194221"/>
                </a:lnTo>
                <a:lnTo>
                  <a:pt x="258952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4" name="bg object 454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246107" y="5274056"/>
            <a:ext cx="90843" cy="315785"/>
          </a:xfrm>
          <a:prstGeom prst="rect">
            <a:avLst/>
          </a:prstGeom>
        </p:spPr>
      </p:pic>
      <p:sp>
        <p:nvSpPr>
          <p:cNvPr id="455" name="bg object 455"/>
          <p:cNvSpPr/>
          <p:nvPr/>
        </p:nvSpPr>
        <p:spPr>
          <a:xfrm>
            <a:off x="3333775" y="5312333"/>
            <a:ext cx="138430" cy="370205"/>
          </a:xfrm>
          <a:custGeom>
            <a:avLst/>
            <a:gdLst/>
            <a:ahLst/>
            <a:cxnLst/>
            <a:rect l="l" t="t" r="r" b="b"/>
            <a:pathLst>
              <a:path w="138429" h="370204">
                <a:moveTo>
                  <a:pt x="138252" y="334670"/>
                </a:moveTo>
                <a:lnTo>
                  <a:pt x="138252" y="0"/>
                </a:lnTo>
                <a:lnTo>
                  <a:pt x="137160" y="6591"/>
                </a:lnTo>
                <a:lnTo>
                  <a:pt x="133870" y="13169"/>
                </a:lnTo>
                <a:lnTo>
                  <a:pt x="126187" y="20853"/>
                </a:lnTo>
                <a:lnTo>
                  <a:pt x="117411" y="26339"/>
                </a:lnTo>
                <a:lnTo>
                  <a:pt x="97662" y="34023"/>
                </a:lnTo>
                <a:lnTo>
                  <a:pt x="69126" y="37312"/>
                </a:lnTo>
                <a:lnTo>
                  <a:pt x="41694" y="34023"/>
                </a:lnTo>
                <a:lnTo>
                  <a:pt x="4394" y="13169"/>
                </a:lnTo>
                <a:lnTo>
                  <a:pt x="0" y="0"/>
                </a:lnTo>
                <a:lnTo>
                  <a:pt x="0" y="334670"/>
                </a:lnTo>
                <a:lnTo>
                  <a:pt x="41694" y="366496"/>
                </a:lnTo>
                <a:lnTo>
                  <a:pt x="69126" y="369785"/>
                </a:lnTo>
                <a:lnTo>
                  <a:pt x="97662" y="366496"/>
                </a:lnTo>
                <a:lnTo>
                  <a:pt x="117411" y="359918"/>
                </a:lnTo>
                <a:lnTo>
                  <a:pt x="126187" y="354431"/>
                </a:lnTo>
                <a:lnTo>
                  <a:pt x="133870" y="346748"/>
                </a:lnTo>
                <a:lnTo>
                  <a:pt x="138252" y="33467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bg object 456"/>
          <p:cNvSpPr/>
          <p:nvPr/>
        </p:nvSpPr>
        <p:spPr>
          <a:xfrm>
            <a:off x="3333775" y="5310136"/>
            <a:ext cx="138430" cy="372110"/>
          </a:xfrm>
          <a:custGeom>
            <a:avLst/>
            <a:gdLst/>
            <a:ahLst/>
            <a:cxnLst/>
            <a:rect l="l" t="t" r="r" b="b"/>
            <a:pathLst>
              <a:path w="138429" h="372110">
                <a:moveTo>
                  <a:pt x="126187" y="23050"/>
                </a:moveTo>
                <a:lnTo>
                  <a:pt x="133870" y="15367"/>
                </a:lnTo>
                <a:lnTo>
                  <a:pt x="137160" y="8788"/>
                </a:lnTo>
                <a:lnTo>
                  <a:pt x="138252" y="2197"/>
                </a:lnTo>
                <a:lnTo>
                  <a:pt x="138252" y="0"/>
                </a:lnTo>
                <a:lnTo>
                  <a:pt x="138252" y="336867"/>
                </a:lnTo>
                <a:lnTo>
                  <a:pt x="97662" y="368693"/>
                </a:lnTo>
                <a:lnTo>
                  <a:pt x="69126" y="371983"/>
                </a:lnTo>
                <a:lnTo>
                  <a:pt x="41694" y="368693"/>
                </a:lnTo>
                <a:lnTo>
                  <a:pt x="19748" y="362115"/>
                </a:lnTo>
                <a:lnTo>
                  <a:pt x="10972" y="356628"/>
                </a:lnTo>
                <a:lnTo>
                  <a:pt x="4394" y="348945"/>
                </a:lnTo>
                <a:lnTo>
                  <a:pt x="0" y="336867"/>
                </a:lnTo>
                <a:lnTo>
                  <a:pt x="0" y="0"/>
                </a:lnTo>
                <a:lnTo>
                  <a:pt x="0" y="2197"/>
                </a:lnTo>
                <a:lnTo>
                  <a:pt x="41694" y="36220"/>
                </a:lnTo>
                <a:lnTo>
                  <a:pt x="69126" y="39509"/>
                </a:lnTo>
                <a:lnTo>
                  <a:pt x="97662" y="36220"/>
                </a:lnTo>
                <a:lnTo>
                  <a:pt x="117411" y="28536"/>
                </a:lnTo>
                <a:lnTo>
                  <a:pt x="126187" y="2305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7" name="bg object 457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330600" y="5271859"/>
            <a:ext cx="144602" cy="124853"/>
          </a:xfrm>
          <a:prstGeom prst="rect">
            <a:avLst/>
          </a:prstGeom>
        </p:spPr>
      </p:pic>
      <p:sp>
        <p:nvSpPr>
          <p:cNvPr id="458" name="bg object 458"/>
          <p:cNvSpPr/>
          <p:nvPr/>
        </p:nvSpPr>
        <p:spPr>
          <a:xfrm>
            <a:off x="3385820" y="5068735"/>
            <a:ext cx="34290" cy="267970"/>
          </a:xfrm>
          <a:custGeom>
            <a:avLst/>
            <a:gdLst/>
            <a:ahLst/>
            <a:cxnLst/>
            <a:rect l="l" t="t" r="r" b="b"/>
            <a:pathLst>
              <a:path w="34289" h="267970">
                <a:moveTo>
                  <a:pt x="34290" y="0"/>
                </a:moveTo>
                <a:lnTo>
                  <a:pt x="25400" y="0"/>
                </a:lnTo>
                <a:lnTo>
                  <a:pt x="16510" y="0"/>
                </a:lnTo>
                <a:lnTo>
                  <a:pt x="7620" y="0"/>
                </a:lnTo>
                <a:lnTo>
                  <a:pt x="0" y="0"/>
                </a:lnTo>
                <a:lnTo>
                  <a:pt x="0" y="264693"/>
                </a:lnTo>
                <a:lnTo>
                  <a:pt x="7620" y="264693"/>
                </a:lnTo>
                <a:lnTo>
                  <a:pt x="7620" y="267716"/>
                </a:lnTo>
                <a:lnTo>
                  <a:pt x="16510" y="267716"/>
                </a:lnTo>
                <a:lnTo>
                  <a:pt x="16510" y="267868"/>
                </a:lnTo>
                <a:lnTo>
                  <a:pt x="25400" y="267868"/>
                </a:lnTo>
                <a:lnTo>
                  <a:pt x="25400" y="264655"/>
                </a:lnTo>
                <a:lnTo>
                  <a:pt x="34290" y="264655"/>
                </a:lnTo>
                <a:lnTo>
                  <a:pt x="3429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bg object 459"/>
          <p:cNvSpPr/>
          <p:nvPr/>
        </p:nvSpPr>
        <p:spPr>
          <a:xfrm>
            <a:off x="3385350" y="5068735"/>
            <a:ext cx="35560" cy="269240"/>
          </a:xfrm>
          <a:custGeom>
            <a:avLst/>
            <a:gdLst/>
            <a:ahLst/>
            <a:cxnLst/>
            <a:rect l="l" t="t" r="r" b="b"/>
            <a:pathLst>
              <a:path w="35560" h="269239">
                <a:moveTo>
                  <a:pt x="35115" y="0"/>
                </a:moveTo>
                <a:lnTo>
                  <a:pt x="35115" y="262254"/>
                </a:lnTo>
                <a:lnTo>
                  <a:pt x="26327" y="266636"/>
                </a:lnTo>
                <a:lnTo>
                  <a:pt x="17551" y="268833"/>
                </a:lnTo>
                <a:lnTo>
                  <a:pt x="7696" y="266636"/>
                </a:lnTo>
                <a:lnTo>
                  <a:pt x="0" y="262254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bg object 460"/>
          <p:cNvSpPr/>
          <p:nvPr/>
        </p:nvSpPr>
        <p:spPr>
          <a:xfrm>
            <a:off x="3142830" y="4976571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29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  <a:lnTo>
                  <a:pt x="519036" y="5486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bg object 461"/>
          <p:cNvSpPr/>
          <p:nvPr/>
        </p:nvSpPr>
        <p:spPr>
          <a:xfrm>
            <a:off x="3142830" y="4976571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29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bg object 462"/>
          <p:cNvSpPr/>
          <p:nvPr/>
        </p:nvSpPr>
        <p:spPr>
          <a:xfrm>
            <a:off x="3142830" y="5031435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29" h="37464">
                <a:moveTo>
                  <a:pt x="519036" y="37299"/>
                </a:moveTo>
                <a:lnTo>
                  <a:pt x="519036" y="0"/>
                </a:lnTo>
                <a:lnTo>
                  <a:pt x="0" y="0"/>
                </a:lnTo>
                <a:lnTo>
                  <a:pt x="0" y="37299"/>
                </a:lnTo>
                <a:lnTo>
                  <a:pt x="519036" y="3729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bg object 463"/>
          <p:cNvSpPr/>
          <p:nvPr/>
        </p:nvSpPr>
        <p:spPr>
          <a:xfrm>
            <a:off x="3142830" y="5031435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29" h="37464">
                <a:moveTo>
                  <a:pt x="519036" y="0"/>
                </a:moveTo>
                <a:lnTo>
                  <a:pt x="519036" y="37299"/>
                </a:lnTo>
                <a:lnTo>
                  <a:pt x="0" y="37299"/>
                </a:lnTo>
                <a:lnTo>
                  <a:pt x="0" y="0"/>
                </a:lnTo>
                <a:lnTo>
                  <a:pt x="51903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bg object 464"/>
          <p:cNvSpPr/>
          <p:nvPr/>
        </p:nvSpPr>
        <p:spPr>
          <a:xfrm>
            <a:off x="3142830" y="5059959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29" h="8889">
                <a:moveTo>
                  <a:pt x="519036" y="8775"/>
                </a:moveTo>
                <a:lnTo>
                  <a:pt x="519036" y="0"/>
                </a:lnTo>
                <a:lnTo>
                  <a:pt x="0" y="0"/>
                </a:lnTo>
                <a:lnTo>
                  <a:pt x="0" y="8775"/>
                </a:lnTo>
                <a:lnTo>
                  <a:pt x="519036" y="877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bg object 465"/>
          <p:cNvSpPr/>
          <p:nvPr/>
        </p:nvSpPr>
        <p:spPr>
          <a:xfrm>
            <a:off x="3142830" y="5059959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29" h="8889">
                <a:moveTo>
                  <a:pt x="519036" y="0"/>
                </a:moveTo>
                <a:lnTo>
                  <a:pt x="519036" y="8775"/>
                </a:lnTo>
                <a:lnTo>
                  <a:pt x="0" y="8775"/>
                </a:lnTo>
                <a:lnTo>
                  <a:pt x="0" y="0"/>
                </a:lnTo>
                <a:lnTo>
                  <a:pt x="519036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bg object 466"/>
          <p:cNvSpPr/>
          <p:nvPr/>
        </p:nvSpPr>
        <p:spPr>
          <a:xfrm>
            <a:off x="2831503" y="5481027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258965" y="194221"/>
                </a:moveTo>
                <a:lnTo>
                  <a:pt x="258965" y="0"/>
                </a:lnTo>
                <a:lnTo>
                  <a:pt x="0" y="0"/>
                </a:lnTo>
                <a:lnTo>
                  <a:pt x="0" y="194221"/>
                </a:lnTo>
                <a:lnTo>
                  <a:pt x="258965" y="19422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bg object 467"/>
          <p:cNvSpPr/>
          <p:nvPr/>
        </p:nvSpPr>
        <p:spPr>
          <a:xfrm>
            <a:off x="2831503" y="5481027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0" y="0"/>
                </a:moveTo>
                <a:lnTo>
                  <a:pt x="0" y="194221"/>
                </a:lnTo>
                <a:lnTo>
                  <a:pt x="258965" y="194221"/>
                </a:lnTo>
                <a:lnTo>
                  <a:pt x="258965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8" name="bg object 468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793225" y="5477852"/>
            <a:ext cx="90843" cy="315785"/>
          </a:xfrm>
          <a:prstGeom prst="rect">
            <a:avLst/>
          </a:prstGeom>
        </p:spPr>
      </p:pic>
      <p:sp>
        <p:nvSpPr>
          <p:cNvPr id="469" name="bg object 469"/>
          <p:cNvSpPr/>
          <p:nvPr/>
        </p:nvSpPr>
        <p:spPr>
          <a:xfrm>
            <a:off x="2880893" y="5516143"/>
            <a:ext cx="138430" cy="370205"/>
          </a:xfrm>
          <a:custGeom>
            <a:avLst/>
            <a:gdLst/>
            <a:ahLst/>
            <a:cxnLst/>
            <a:rect l="l" t="t" r="r" b="b"/>
            <a:pathLst>
              <a:path w="138430" h="370204">
                <a:moveTo>
                  <a:pt x="138252" y="334670"/>
                </a:moveTo>
                <a:lnTo>
                  <a:pt x="138252" y="0"/>
                </a:lnTo>
                <a:lnTo>
                  <a:pt x="137147" y="6578"/>
                </a:lnTo>
                <a:lnTo>
                  <a:pt x="133857" y="13169"/>
                </a:lnTo>
                <a:lnTo>
                  <a:pt x="126174" y="20853"/>
                </a:lnTo>
                <a:lnTo>
                  <a:pt x="117398" y="26339"/>
                </a:lnTo>
                <a:lnTo>
                  <a:pt x="97650" y="34010"/>
                </a:lnTo>
                <a:lnTo>
                  <a:pt x="69126" y="37312"/>
                </a:lnTo>
                <a:lnTo>
                  <a:pt x="41694" y="34010"/>
                </a:lnTo>
                <a:lnTo>
                  <a:pt x="4381" y="13169"/>
                </a:lnTo>
                <a:lnTo>
                  <a:pt x="0" y="0"/>
                </a:lnTo>
                <a:lnTo>
                  <a:pt x="0" y="334670"/>
                </a:lnTo>
                <a:lnTo>
                  <a:pt x="41694" y="366496"/>
                </a:lnTo>
                <a:lnTo>
                  <a:pt x="69126" y="369785"/>
                </a:lnTo>
                <a:lnTo>
                  <a:pt x="97650" y="366496"/>
                </a:lnTo>
                <a:lnTo>
                  <a:pt x="117398" y="359905"/>
                </a:lnTo>
                <a:lnTo>
                  <a:pt x="126174" y="354418"/>
                </a:lnTo>
                <a:lnTo>
                  <a:pt x="133857" y="346735"/>
                </a:lnTo>
                <a:lnTo>
                  <a:pt x="138252" y="33467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bg object 470"/>
          <p:cNvSpPr/>
          <p:nvPr/>
        </p:nvSpPr>
        <p:spPr>
          <a:xfrm>
            <a:off x="2880893" y="5513946"/>
            <a:ext cx="138430" cy="372110"/>
          </a:xfrm>
          <a:custGeom>
            <a:avLst/>
            <a:gdLst/>
            <a:ahLst/>
            <a:cxnLst/>
            <a:rect l="l" t="t" r="r" b="b"/>
            <a:pathLst>
              <a:path w="138430" h="372110">
                <a:moveTo>
                  <a:pt x="126174" y="23050"/>
                </a:moveTo>
                <a:lnTo>
                  <a:pt x="133857" y="15367"/>
                </a:lnTo>
                <a:lnTo>
                  <a:pt x="137147" y="8775"/>
                </a:lnTo>
                <a:lnTo>
                  <a:pt x="138252" y="2197"/>
                </a:lnTo>
                <a:lnTo>
                  <a:pt x="138252" y="0"/>
                </a:lnTo>
                <a:lnTo>
                  <a:pt x="138252" y="336867"/>
                </a:lnTo>
                <a:lnTo>
                  <a:pt x="97650" y="368693"/>
                </a:lnTo>
                <a:lnTo>
                  <a:pt x="69126" y="371983"/>
                </a:lnTo>
                <a:lnTo>
                  <a:pt x="41694" y="368693"/>
                </a:lnTo>
                <a:lnTo>
                  <a:pt x="19748" y="362102"/>
                </a:lnTo>
                <a:lnTo>
                  <a:pt x="10972" y="356616"/>
                </a:lnTo>
                <a:lnTo>
                  <a:pt x="4381" y="348932"/>
                </a:lnTo>
                <a:lnTo>
                  <a:pt x="0" y="336867"/>
                </a:lnTo>
                <a:lnTo>
                  <a:pt x="0" y="0"/>
                </a:lnTo>
                <a:lnTo>
                  <a:pt x="0" y="2197"/>
                </a:lnTo>
                <a:lnTo>
                  <a:pt x="41694" y="36207"/>
                </a:lnTo>
                <a:lnTo>
                  <a:pt x="69126" y="39509"/>
                </a:lnTo>
                <a:lnTo>
                  <a:pt x="97650" y="36207"/>
                </a:lnTo>
                <a:lnTo>
                  <a:pt x="117398" y="28536"/>
                </a:lnTo>
                <a:lnTo>
                  <a:pt x="126174" y="2305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1" name="bg object 471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877718" y="5475668"/>
            <a:ext cx="144602" cy="124853"/>
          </a:xfrm>
          <a:prstGeom prst="rect">
            <a:avLst/>
          </a:prstGeom>
        </p:spPr>
      </p:pic>
      <p:sp>
        <p:nvSpPr>
          <p:cNvPr id="472" name="bg object 472"/>
          <p:cNvSpPr/>
          <p:nvPr/>
        </p:nvSpPr>
        <p:spPr>
          <a:xfrm>
            <a:off x="2932430" y="5272544"/>
            <a:ext cx="35560" cy="267970"/>
          </a:xfrm>
          <a:custGeom>
            <a:avLst/>
            <a:gdLst/>
            <a:ahLst/>
            <a:cxnLst/>
            <a:rect l="l" t="t" r="r" b="b"/>
            <a:pathLst>
              <a:path w="35560" h="267970">
                <a:moveTo>
                  <a:pt x="35560" y="0"/>
                </a:moveTo>
                <a:lnTo>
                  <a:pt x="26670" y="0"/>
                </a:lnTo>
                <a:lnTo>
                  <a:pt x="17780" y="0"/>
                </a:lnTo>
                <a:lnTo>
                  <a:pt x="7620" y="0"/>
                </a:lnTo>
                <a:lnTo>
                  <a:pt x="0" y="0"/>
                </a:lnTo>
                <a:lnTo>
                  <a:pt x="0" y="264414"/>
                </a:lnTo>
                <a:lnTo>
                  <a:pt x="7620" y="264414"/>
                </a:lnTo>
                <a:lnTo>
                  <a:pt x="7620" y="267754"/>
                </a:lnTo>
                <a:lnTo>
                  <a:pt x="17780" y="267754"/>
                </a:lnTo>
                <a:lnTo>
                  <a:pt x="26670" y="267677"/>
                </a:lnTo>
                <a:lnTo>
                  <a:pt x="26670" y="264261"/>
                </a:lnTo>
                <a:lnTo>
                  <a:pt x="35560" y="264261"/>
                </a:lnTo>
                <a:lnTo>
                  <a:pt x="355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bg object 473"/>
          <p:cNvSpPr/>
          <p:nvPr/>
        </p:nvSpPr>
        <p:spPr>
          <a:xfrm>
            <a:off x="2932455" y="5272544"/>
            <a:ext cx="35560" cy="269240"/>
          </a:xfrm>
          <a:custGeom>
            <a:avLst/>
            <a:gdLst/>
            <a:ahLst/>
            <a:cxnLst/>
            <a:rect l="l" t="t" r="r" b="b"/>
            <a:pathLst>
              <a:path w="35560" h="269239">
                <a:moveTo>
                  <a:pt x="35115" y="0"/>
                </a:moveTo>
                <a:lnTo>
                  <a:pt x="35115" y="262242"/>
                </a:lnTo>
                <a:lnTo>
                  <a:pt x="26339" y="266636"/>
                </a:lnTo>
                <a:lnTo>
                  <a:pt x="17564" y="268833"/>
                </a:lnTo>
                <a:lnTo>
                  <a:pt x="7696" y="266636"/>
                </a:lnTo>
                <a:lnTo>
                  <a:pt x="0" y="262242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bg object 474"/>
          <p:cNvSpPr/>
          <p:nvPr/>
        </p:nvSpPr>
        <p:spPr>
          <a:xfrm>
            <a:off x="2689936" y="5180368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30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  <a:lnTo>
                  <a:pt x="519036" y="5486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bg object 475"/>
          <p:cNvSpPr/>
          <p:nvPr/>
        </p:nvSpPr>
        <p:spPr>
          <a:xfrm>
            <a:off x="2689936" y="5180368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30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bg object 476"/>
          <p:cNvSpPr/>
          <p:nvPr/>
        </p:nvSpPr>
        <p:spPr>
          <a:xfrm>
            <a:off x="2689948" y="5235232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30" h="37464">
                <a:moveTo>
                  <a:pt x="519023" y="37312"/>
                </a:moveTo>
                <a:lnTo>
                  <a:pt x="519023" y="0"/>
                </a:lnTo>
                <a:lnTo>
                  <a:pt x="0" y="0"/>
                </a:lnTo>
                <a:lnTo>
                  <a:pt x="0" y="37312"/>
                </a:lnTo>
                <a:lnTo>
                  <a:pt x="519023" y="3731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bg object 477"/>
          <p:cNvSpPr/>
          <p:nvPr/>
        </p:nvSpPr>
        <p:spPr>
          <a:xfrm>
            <a:off x="2689948" y="5235232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30" h="37464">
                <a:moveTo>
                  <a:pt x="519023" y="0"/>
                </a:moveTo>
                <a:lnTo>
                  <a:pt x="519023" y="37312"/>
                </a:lnTo>
                <a:lnTo>
                  <a:pt x="0" y="37312"/>
                </a:lnTo>
                <a:lnTo>
                  <a:pt x="0" y="0"/>
                </a:lnTo>
                <a:lnTo>
                  <a:pt x="51902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bg object 478"/>
          <p:cNvSpPr/>
          <p:nvPr/>
        </p:nvSpPr>
        <p:spPr>
          <a:xfrm>
            <a:off x="2689936" y="5263769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30" h="8889">
                <a:moveTo>
                  <a:pt x="519036" y="8775"/>
                </a:moveTo>
                <a:lnTo>
                  <a:pt x="519036" y="0"/>
                </a:lnTo>
                <a:lnTo>
                  <a:pt x="0" y="0"/>
                </a:lnTo>
                <a:lnTo>
                  <a:pt x="0" y="8775"/>
                </a:lnTo>
                <a:lnTo>
                  <a:pt x="519036" y="877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bg object 479"/>
          <p:cNvSpPr/>
          <p:nvPr/>
        </p:nvSpPr>
        <p:spPr>
          <a:xfrm>
            <a:off x="2689936" y="5263769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30" h="8889">
                <a:moveTo>
                  <a:pt x="519036" y="0"/>
                </a:moveTo>
                <a:lnTo>
                  <a:pt x="519036" y="8775"/>
                </a:lnTo>
                <a:lnTo>
                  <a:pt x="0" y="8775"/>
                </a:lnTo>
                <a:lnTo>
                  <a:pt x="0" y="0"/>
                </a:lnTo>
                <a:lnTo>
                  <a:pt x="519036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bg object 480"/>
          <p:cNvSpPr/>
          <p:nvPr/>
        </p:nvSpPr>
        <p:spPr>
          <a:xfrm>
            <a:off x="2378329" y="5276938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258953" y="194221"/>
                </a:moveTo>
                <a:lnTo>
                  <a:pt x="258953" y="0"/>
                </a:lnTo>
                <a:lnTo>
                  <a:pt x="0" y="0"/>
                </a:lnTo>
                <a:lnTo>
                  <a:pt x="0" y="194221"/>
                </a:lnTo>
                <a:lnTo>
                  <a:pt x="258953" y="19422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bg object 481"/>
          <p:cNvSpPr/>
          <p:nvPr/>
        </p:nvSpPr>
        <p:spPr>
          <a:xfrm>
            <a:off x="2378329" y="5276938"/>
            <a:ext cx="259079" cy="19431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0" y="0"/>
                </a:moveTo>
                <a:lnTo>
                  <a:pt x="0" y="194221"/>
                </a:lnTo>
                <a:lnTo>
                  <a:pt x="258953" y="194221"/>
                </a:lnTo>
                <a:lnTo>
                  <a:pt x="258953" y="0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2" name="bg object 482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2340038" y="5273763"/>
            <a:ext cx="90843" cy="315785"/>
          </a:xfrm>
          <a:prstGeom prst="rect">
            <a:avLst/>
          </a:prstGeom>
        </p:spPr>
      </p:pic>
      <p:sp>
        <p:nvSpPr>
          <p:cNvPr id="483" name="bg object 483"/>
          <p:cNvSpPr/>
          <p:nvPr/>
        </p:nvSpPr>
        <p:spPr>
          <a:xfrm>
            <a:off x="2427706" y="5312041"/>
            <a:ext cx="138430" cy="370205"/>
          </a:xfrm>
          <a:custGeom>
            <a:avLst/>
            <a:gdLst/>
            <a:ahLst/>
            <a:cxnLst/>
            <a:rect l="l" t="t" r="r" b="b"/>
            <a:pathLst>
              <a:path w="138430" h="370204">
                <a:moveTo>
                  <a:pt x="138252" y="334683"/>
                </a:moveTo>
                <a:lnTo>
                  <a:pt x="138252" y="0"/>
                </a:lnTo>
                <a:lnTo>
                  <a:pt x="137160" y="6591"/>
                </a:lnTo>
                <a:lnTo>
                  <a:pt x="133870" y="13169"/>
                </a:lnTo>
                <a:lnTo>
                  <a:pt x="126187" y="20853"/>
                </a:lnTo>
                <a:lnTo>
                  <a:pt x="117411" y="26339"/>
                </a:lnTo>
                <a:lnTo>
                  <a:pt x="97663" y="34023"/>
                </a:lnTo>
                <a:lnTo>
                  <a:pt x="69126" y="37312"/>
                </a:lnTo>
                <a:lnTo>
                  <a:pt x="41694" y="34023"/>
                </a:lnTo>
                <a:lnTo>
                  <a:pt x="4394" y="13169"/>
                </a:lnTo>
                <a:lnTo>
                  <a:pt x="0" y="0"/>
                </a:lnTo>
                <a:lnTo>
                  <a:pt x="0" y="334683"/>
                </a:lnTo>
                <a:lnTo>
                  <a:pt x="41694" y="366496"/>
                </a:lnTo>
                <a:lnTo>
                  <a:pt x="69126" y="369785"/>
                </a:lnTo>
                <a:lnTo>
                  <a:pt x="97663" y="366496"/>
                </a:lnTo>
                <a:lnTo>
                  <a:pt x="117411" y="359917"/>
                </a:lnTo>
                <a:lnTo>
                  <a:pt x="126187" y="354431"/>
                </a:lnTo>
                <a:lnTo>
                  <a:pt x="133870" y="346748"/>
                </a:lnTo>
                <a:lnTo>
                  <a:pt x="138252" y="334683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bg object 484"/>
          <p:cNvSpPr/>
          <p:nvPr/>
        </p:nvSpPr>
        <p:spPr>
          <a:xfrm>
            <a:off x="2427706" y="5309857"/>
            <a:ext cx="138430" cy="372110"/>
          </a:xfrm>
          <a:custGeom>
            <a:avLst/>
            <a:gdLst/>
            <a:ahLst/>
            <a:cxnLst/>
            <a:rect l="l" t="t" r="r" b="b"/>
            <a:pathLst>
              <a:path w="138430" h="372110">
                <a:moveTo>
                  <a:pt x="126187" y="23037"/>
                </a:moveTo>
                <a:lnTo>
                  <a:pt x="133870" y="15354"/>
                </a:lnTo>
                <a:lnTo>
                  <a:pt x="137160" y="8775"/>
                </a:lnTo>
                <a:lnTo>
                  <a:pt x="138252" y="2184"/>
                </a:lnTo>
                <a:lnTo>
                  <a:pt x="138252" y="0"/>
                </a:lnTo>
                <a:lnTo>
                  <a:pt x="138252" y="336867"/>
                </a:lnTo>
                <a:lnTo>
                  <a:pt x="97663" y="368681"/>
                </a:lnTo>
                <a:lnTo>
                  <a:pt x="69126" y="371970"/>
                </a:lnTo>
                <a:lnTo>
                  <a:pt x="41694" y="368681"/>
                </a:lnTo>
                <a:lnTo>
                  <a:pt x="19748" y="362102"/>
                </a:lnTo>
                <a:lnTo>
                  <a:pt x="10972" y="356615"/>
                </a:lnTo>
                <a:lnTo>
                  <a:pt x="4394" y="348932"/>
                </a:lnTo>
                <a:lnTo>
                  <a:pt x="0" y="336867"/>
                </a:lnTo>
                <a:lnTo>
                  <a:pt x="0" y="0"/>
                </a:lnTo>
                <a:lnTo>
                  <a:pt x="0" y="2184"/>
                </a:lnTo>
                <a:lnTo>
                  <a:pt x="41694" y="36207"/>
                </a:lnTo>
                <a:lnTo>
                  <a:pt x="69126" y="39497"/>
                </a:lnTo>
                <a:lnTo>
                  <a:pt x="97663" y="36207"/>
                </a:lnTo>
                <a:lnTo>
                  <a:pt x="117411" y="28524"/>
                </a:lnTo>
                <a:lnTo>
                  <a:pt x="126187" y="230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5" name="bg object 485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2424531" y="5271566"/>
            <a:ext cx="144602" cy="124853"/>
          </a:xfrm>
          <a:prstGeom prst="rect">
            <a:avLst/>
          </a:prstGeom>
        </p:spPr>
      </p:pic>
      <p:sp>
        <p:nvSpPr>
          <p:cNvPr id="486" name="bg object 486"/>
          <p:cNvSpPr/>
          <p:nvPr/>
        </p:nvSpPr>
        <p:spPr>
          <a:xfrm>
            <a:off x="2479040" y="5068442"/>
            <a:ext cx="35560" cy="267970"/>
          </a:xfrm>
          <a:custGeom>
            <a:avLst/>
            <a:gdLst/>
            <a:ahLst/>
            <a:cxnLst/>
            <a:rect l="l" t="t" r="r" b="b"/>
            <a:pathLst>
              <a:path w="35560" h="267970">
                <a:moveTo>
                  <a:pt x="35560" y="0"/>
                </a:moveTo>
                <a:lnTo>
                  <a:pt x="26670" y="0"/>
                </a:lnTo>
                <a:lnTo>
                  <a:pt x="17780" y="0"/>
                </a:lnTo>
                <a:lnTo>
                  <a:pt x="7620" y="0"/>
                </a:lnTo>
                <a:lnTo>
                  <a:pt x="0" y="0"/>
                </a:lnTo>
                <a:lnTo>
                  <a:pt x="0" y="264287"/>
                </a:lnTo>
                <a:lnTo>
                  <a:pt x="7620" y="264287"/>
                </a:lnTo>
                <a:lnTo>
                  <a:pt x="7620" y="267703"/>
                </a:lnTo>
                <a:lnTo>
                  <a:pt x="17780" y="267703"/>
                </a:lnTo>
                <a:lnTo>
                  <a:pt x="26670" y="267728"/>
                </a:lnTo>
                <a:lnTo>
                  <a:pt x="26670" y="264375"/>
                </a:lnTo>
                <a:lnTo>
                  <a:pt x="35560" y="264375"/>
                </a:lnTo>
                <a:lnTo>
                  <a:pt x="355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bg object 487"/>
          <p:cNvSpPr/>
          <p:nvPr/>
        </p:nvSpPr>
        <p:spPr>
          <a:xfrm>
            <a:off x="2479281" y="5068443"/>
            <a:ext cx="35560" cy="269240"/>
          </a:xfrm>
          <a:custGeom>
            <a:avLst/>
            <a:gdLst/>
            <a:ahLst/>
            <a:cxnLst/>
            <a:rect l="l" t="t" r="r" b="b"/>
            <a:pathLst>
              <a:path w="35560" h="269239">
                <a:moveTo>
                  <a:pt x="35115" y="0"/>
                </a:moveTo>
                <a:lnTo>
                  <a:pt x="35115" y="262255"/>
                </a:lnTo>
                <a:lnTo>
                  <a:pt x="26327" y="266636"/>
                </a:lnTo>
                <a:lnTo>
                  <a:pt x="17551" y="268833"/>
                </a:lnTo>
                <a:lnTo>
                  <a:pt x="7696" y="266636"/>
                </a:lnTo>
                <a:lnTo>
                  <a:pt x="0" y="262255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bg object 488"/>
          <p:cNvSpPr/>
          <p:nvPr/>
        </p:nvSpPr>
        <p:spPr>
          <a:xfrm>
            <a:off x="2236762" y="4976279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30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  <a:lnTo>
                  <a:pt x="519036" y="5486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bg object 489"/>
          <p:cNvSpPr/>
          <p:nvPr/>
        </p:nvSpPr>
        <p:spPr>
          <a:xfrm>
            <a:off x="2236762" y="4976279"/>
            <a:ext cx="519430" cy="55244"/>
          </a:xfrm>
          <a:custGeom>
            <a:avLst/>
            <a:gdLst/>
            <a:ahLst/>
            <a:cxnLst/>
            <a:rect l="l" t="t" r="r" b="b"/>
            <a:pathLst>
              <a:path w="519430" h="55245">
                <a:moveTo>
                  <a:pt x="519036" y="54863"/>
                </a:moveTo>
                <a:lnTo>
                  <a:pt x="302856" y="0"/>
                </a:lnTo>
                <a:lnTo>
                  <a:pt x="216166" y="0"/>
                </a:lnTo>
                <a:lnTo>
                  <a:pt x="0" y="5486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bg object 490"/>
          <p:cNvSpPr/>
          <p:nvPr/>
        </p:nvSpPr>
        <p:spPr>
          <a:xfrm>
            <a:off x="2236762" y="5031143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30" h="37464">
                <a:moveTo>
                  <a:pt x="519036" y="37312"/>
                </a:moveTo>
                <a:lnTo>
                  <a:pt x="519036" y="0"/>
                </a:lnTo>
                <a:lnTo>
                  <a:pt x="0" y="0"/>
                </a:lnTo>
                <a:lnTo>
                  <a:pt x="0" y="37312"/>
                </a:lnTo>
                <a:lnTo>
                  <a:pt x="519036" y="3731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bg object 491"/>
          <p:cNvSpPr/>
          <p:nvPr/>
        </p:nvSpPr>
        <p:spPr>
          <a:xfrm>
            <a:off x="2236762" y="5031143"/>
            <a:ext cx="519430" cy="37465"/>
          </a:xfrm>
          <a:custGeom>
            <a:avLst/>
            <a:gdLst/>
            <a:ahLst/>
            <a:cxnLst/>
            <a:rect l="l" t="t" r="r" b="b"/>
            <a:pathLst>
              <a:path w="519430" h="37464">
                <a:moveTo>
                  <a:pt x="519036" y="0"/>
                </a:moveTo>
                <a:lnTo>
                  <a:pt x="519036" y="37312"/>
                </a:lnTo>
                <a:lnTo>
                  <a:pt x="0" y="37312"/>
                </a:lnTo>
                <a:lnTo>
                  <a:pt x="0" y="0"/>
                </a:lnTo>
                <a:lnTo>
                  <a:pt x="519036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bg object 492"/>
          <p:cNvSpPr/>
          <p:nvPr/>
        </p:nvSpPr>
        <p:spPr>
          <a:xfrm>
            <a:off x="2236774" y="5059667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30" h="8889">
                <a:moveTo>
                  <a:pt x="519023" y="8775"/>
                </a:moveTo>
                <a:lnTo>
                  <a:pt x="519023" y="0"/>
                </a:lnTo>
                <a:lnTo>
                  <a:pt x="0" y="0"/>
                </a:lnTo>
                <a:lnTo>
                  <a:pt x="0" y="8775"/>
                </a:lnTo>
                <a:lnTo>
                  <a:pt x="519023" y="877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bg object 493"/>
          <p:cNvSpPr/>
          <p:nvPr/>
        </p:nvSpPr>
        <p:spPr>
          <a:xfrm>
            <a:off x="2236774" y="5059667"/>
            <a:ext cx="519430" cy="8890"/>
          </a:xfrm>
          <a:custGeom>
            <a:avLst/>
            <a:gdLst/>
            <a:ahLst/>
            <a:cxnLst/>
            <a:rect l="l" t="t" r="r" b="b"/>
            <a:pathLst>
              <a:path w="519430" h="8889">
                <a:moveTo>
                  <a:pt x="519023" y="0"/>
                </a:moveTo>
                <a:lnTo>
                  <a:pt x="519023" y="8775"/>
                </a:lnTo>
                <a:lnTo>
                  <a:pt x="0" y="8775"/>
                </a:lnTo>
                <a:lnTo>
                  <a:pt x="0" y="0"/>
                </a:lnTo>
                <a:lnTo>
                  <a:pt x="519023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bg object 494"/>
          <p:cNvSpPr/>
          <p:nvPr/>
        </p:nvSpPr>
        <p:spPr>
          <a:xfrm>
            <a:off x="405409" y="5476646"/>
            <a:ext cx="5996940" cy="0"/>
          </a:xfrm>
          <a:custGeom>
            <a:avLst/>
            <a:gdLst/>
            <a:ahLst/>
            <a:cxnLst/>
            <a:rect l="l" t="t" r="r" b="b"/>
            <a:pathLst>
              <a:path w="5996940">
                <a:moveTo>
                  <a:pt x="599666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19905" y="422051"/>
            <a:ext cx="2514600" cy="364490"/>
          </a:xfrm>
          <a:custGeom>
            <a:avLst/>
            <a:gdLst/>
            <a:ahLst/>
            <a:cxnLst/>
            <a:rect l="l" t="t" r="r" b="b"/>
            <a:pathLst>
              <a:path w="2514600" h="364490">
                <a:moveTo>
                  <a:pt x="2514470" y="191005"/>
                </a:moveTo>
                <a:lnTo>
                  <a:pt x="2510235" y="149333"/>
                </a:lnTo>
                <a:lnTo>
                  <a:pt x="2473032" y="83227"/>
                </a:lnTo>
                <a:lnTo>
                  <a:pt x="2442732" y="58675"/>
                </a:lnTo>
                <a:lnTo>
                  <a:pt x="2390738" y="39580"/>
                </a:lnTo>
                <a:lnTo>
                  <a:pt x="2333490" y="37789"/>
                </a:lnTo>
                <a:lnTo>
                  <a:pt x="2333629" y="12249"/>
                </a:lnTo>
                <a:lnTo>
                  <a:pt x="2198158" y="11564"/>
                </a:lnTo>
                <a:lnTo>
                  <a:pt x="2197663" y="37802"/>
                </a:lnTo>
                <a:lnTo>
                  <a:pt x="2060427" y="37103"/>
                </a:lnTo>
                <a:lnTo>
                  <a:pt x="2060198" y="12630"/>
                </a:lnTo>
                <a:lnTo>
                  <a:pt x="1928626" y="11957"/>
                </a:lnTo>
                <a:lnTo>
                  <a:pt x="1928499" y="37840"/>
                </a:lnTo>
                <a:lnTo>
                  <a:pt x="1857214" y="37484"/>
                </a:lnTo>
                <a:lnTo>
                  <a:pt x="1813048" y="15582"/>
                </a:lnTo>
                <a:lnTo>
                  <a:pt x="1764834" y="4033"/>
                </a:lnTo>
                <a:lnTo>
                  <a:pt x="1711233" y="609"/>
                </a:lnTo>
                <a:lnTo>
                  <a:pt x="1692495" y="819"/>
                </a:lnTo>
                <a:lnTo>
                  <a:pt x="1657831" y="3768"/>
                </a:lnTo>
                <a:lnTo>
                  <a:pt x="1624010" y="10311"/>
                </a:lnTo>
                <a:lnTo>
                  <a:pt x="1591761" y="21252"/>
                </a:lnTo>
                <a:lnTo>
                  <a:pt x="1561812" y="37395"/>
                </a:lnTo>
                <a:lnTo>
                  <a:pt x="1418175" y="37370"/>
                </a:lnTo>
                <a:lnTo>
                  <a:pt x="1376037" y="17469"/>
                </a:lnTo>
                <a:lnTo>
                  <a:pt x="1330393" y="6065"/>
                </a:lnTo>
                <a:lnTo>
                  <a:pt x="1322159" y="5121"/>
                </a:lnTo>
                <a:lnTo>
                  <a:pt x="1314264" y="3850"/>
                </a:lnTo>
                <a:lnTo>
                  <a:pt x="1306368" y="2848"/>
                </a:lnTo>
                <a:lnTo>
                  <a:pt x="1298135" y="2712"/>
                </a:lnTo>
                <a:lnTo>
                  <a:pt x="1283671" y="1830"/>
                </a:lnTo>
                <a:lnTo>
                  <a:pt x="1240337" y="2051"/>
                </a:lnTo>
                <a:lnTo>
                  <a:pt x="1174497" y="12138"/>
                </a:lnTo>
                <a:lnTo>
                  <a:pt x="1114963" y="37942"/>
                </a:lnTo>
                <a:lnTo>
                  <a:pt x="1114607" y="38297"/>
                </a:lnTo>
                <a:lnTo>
                  <a:pt x="995087" y="38043"/>
                </a:lnTo>
                <a:lnTo>
                  <a:pt x="947378" y="14921"/>
                </a:lnTo>
                <a:lnTo>
                  <a:pt x="894554" y="3486"/>
                </a:lnTo>
                <a:lnTo>
                  <a:pt x="839047" y="0"/>
                </a:lnTo>
                <a:lnTo>
                  <a:pt x="784704" y="3366"/>
                </a:lnTo>
                <a:lnTo>
                  <a:pt x="733111" y="15124"/>
                </a:lnTo>
                <a:lnTo>
                  <a:pt x="685855" y="36811"/>
                </a:lnTo>
                <a:lnTo>
                  <a:pt x="637976" y="37281"/>
                </a:lnTo>
                <a:lnTo>
                  <a:pt x="598263" y="37078"/>
                </a:lnTo>
                <a:lnTo>
                  <a:pt x="598035" y="11894"/>
                </a:lnTo>
                <a:lnTo>
                  <a:pt x="470019" y="11233"/>
                </a:lnTo>
                <a:lnTo>
                  <a:pt x="469879" y="38196"/>
                </a:lnTo>
                <a:lnTo>
                  <a:pt x="324477" y="37091"/>
                </a:lnTo>
                <a:lnTo>
                  <a:pt x="324248" y="12262"/>
                </a:lnTo>
                <a:lnTo>
                  <a:pt x="192676" y="11945"/>
                </a:lnTo>
                <a:lnTo>
                  <a:pt x="192193" y="38196"/>
                </a:lnTo>
                <a:lnTo>
                  <a:pt x="174124" y="38339"/>
                </a:lnTo>
                <a:lnTo>
                  <a:pt x="155889" y="38049"/>
                </a:lnTo>
                <a:lnTo>
                  <a:pt x="137985" y="38360"/>
                </a:lnTo>
                <a:lnTo>
                  <a:pt x="84171" y="52146"/>
                </a:lnTo>
                <a:lnTo>
                  <a:pt x="51041" y="74443"/>
                </a:lnTo>
                <a:lnTo>
                  <a:pt x="24523" y="104353"/>
                </a:lnTo>
                <a:lnTo>
                  <a:pt x="7624" y="139034"/>
                </a:lnTo>
                <a:lnTo>
                  <a:pt x="0" y="181501"/>
                </a:lnTo>
                <a:lnTo>
                  <a:pt x="657" y="203676"/>
                </a:lnTo>
                <a:lnTo>
                  <a:pt x="18342" y="259542"/>
                </a:lnTo>
                <a:lnTo>
                  <a:pt x="41868" y="290410"/>
                </a:lnTo>
                <a:lnTo>
                  <a:pt x="72212" y="314598"/>
                </a:lnTo>
                <a:lnTo>
                  <a:pt x="126667" y="333189"/>
                </a:lnTo>
                <a:lnTo>
                  <a:pt x="191736" y="335020"/>
                </a:lnTo>
                <a:lnTo>
                  <a:pt x="191647" y="354172"/>
                </a:lnTo>
                <a:lnTo>
                  <a:pt x="325340" y="354502"/>
                </a:lnTo>
                <a:lnTo>
                  <a:pt x="325797" y="333928"/>
                </a:lnTo>
                <a:lnTo>
                  <a:pt x="469066" y="335020"/>
                </a:lnTo>
                <a:lnTo>
                  <a:pt x="469320" y="354527"/>
                </a:lnTo>
                <a:lnTo>
                  <a:pt x="595926" y="355175"/>
                </a:lnTo>
                <a:lnTo>
                  <a:pt x="596993" y="354464"/>
                </a:lnTo>
                <a:lnTo>
                  <a:pt x="597095" y="334614"/>
                </a:lnTo>
                <a:lnTo>
                  <a:pt x="703127" y="334791"/>
                </a:lnTo>
                <a:lnTo>
                  <a:pt x="749366" y="351608"/>
                </a:lnTo>
                <a:lnTo>
                  <a:pt x="799101" y="360471"/>
                </a:lnTo>
                <a:lnTo>
                  <a:pt x="806911" y="360509"/>
                </a:lnTo>
                <a:lnTo>
                  <a:pt x="814354" y="361258"/>
                </a:lnTo>
                <a:lnTo>
                  <a:pt x="821796" y="362350"/>
                </a:lnTo>
                <a:lnTo>
                  <a:pt x="859540" y="361634"/>
                </a:lnTo>
                <a:lnTo>
                  <a:pt x="896334" y="358083"/>
                </a:lnTo>
                <a:lnTo>
                  <a:pt x="931615" y="350999"/>
                </a:lnTo>
                <a:lnTo>
                  <a:pt x="964823" y="339681"/>
                </a:lnTo>
                <a:lnTo>
                  <a:pt x="967312" y="339694"/>
                </a:lnTo>
                <a:lnTo>
                  <a:pt x="968735" y="337928"/>
                </a:lnTo>
                <a:lnTo>
                  <a:pt x="970513" y="336874"/>
                </a:lnTo>
                <a:lnTo>
                  <a:pt x="971580" y="335820"/>
                </a:lnTo>
                <a:lnTo>
                  <a:pt x="974069" y="336176"/>
                </a:lnTo>
                <a:lnTo>
                  <a:pt x="974780" y="334410"/>
                </a:lnTo>
                <a:lnTo>
                  <a:pt x="1123014" y="334817"/>
                </a:lnTo>
                <a:lnTo>
                  <a:pt x="1162440" y="349293"/>
                </a:lnTo>
                <a:lnTo>
                  <a:pt x="1203761" y="357931"/>
                </a:lnTo>
                <a:lnTo>
                  <a:pt x="1257687" y="362990"/>
                </a:lnTo>
                <a:lnTo>
                  <a:pt x="1285670" y="364030"/>
                </a:lnTo>
                <a:lnTo>
                  <a:pt x="1314022" y="363811"/>
                </a:lnTo>
                <a:lnTo>
                  <a:pt x="1369018" y="357615"/>
                </a:lnTo>
                <a:lnTo>
                  <a:pt x="1419813" y="341294"/>
                </a:lnTo>
                <a:lnTo>
                  <a:pt x="1423725" y="338830"/>
                </a:lnTo>
                <a:lnTo>
                  <a:pt x="1428703" y="337446"/>
                </a:lnTo>
                <a:lnTo>
                  <a:pt x="1431561" y="334258"/>
                </a:lnTo>
                <a:lnTo>
                  <a:pt x="1536882" y="335160"/>
                </a:lnTo>
                <a:lnTo>
                  <a:pt x="1579084" y="335020"/>
                </a:lnTo>
                <a:lnTo>
                  <a:pt x="1626379" y="352992"/>
                </a:lnTo>
                <a:lnTo>
                  <a:pt x="1677179" y="361411"/>
                </a:lnTo>
                <a:lnTo>
                  <a:pt x="1720640" y="362154"/>
                </a:lnTo>
                <a:lnTo>
                  <a:pt x="1763193" y="358569"/>
                </a:lnTo>
                <a:lnTo>
                  <a:pt x="1803913" y="349788"/>
                </a:lnTo>
                <a:lnTo>
                  <a:pt x="1841873" y="334944"/>
                </a:lnTo>
                <a:lnTo>
                  <a:pt x="1928042" y="335388"/>
                </a:lnTo>
                <a:lnTo>
                  <a:pt x="1927940" y="354527"/>
                </a:lnTo>
                <a:lnTo>
                  <a:pt x="2060935" y="355213"/>
                </a:lnTo>
                <a:lnTo>
                  <a:pt x="2061646" y="354857"/>
                </a:lnTo>
                <a:lnTo>
                  <a:pt x="2061748" y="334652"/>
                </a:lnTo>
                <a:lnTo>
                  <a:pt x="2196863" y="335337"/>
                </a:lnTo>
                <a:lnTo>
                  <a:pt x="2196761" y="354489"/>
                </a:lnTo>
                <a:lnTo>
                  <a:pt x="2333286" y="354832"/>
                </a:lnTo>
                <a:lnTo>
                  <a:pt x="2333401" y="334258"/>
                </a:lnTo>
                <a:lnTo>
                  <a:pt x="2380213" y="334144"/>
                </a:lnTo>
                <a:lnTo>
                  <a:pt x="2419621" y="325127"/>
                </a:lnTo>
                <a:lnTo>
                  <a:pt x="2453684" y="306514"/>
                </a:lnTo>
                <a:lnTo>
                  <a:pt x="2482007" y="279124"/>
                </a:lnTo>
                <a:lnTo>
                  <a:pt x="2502513" y="245510"/>
                </a:lnTo>
                <a:lnTo>
                  <a:pt x="2513499" y="206458"/>
                </a:lnTo>
                <a:lnTo>
                  <a:pt x="2511734" y="205378"/>
                </a:lnTo>
                <a:lnTo>
                  <a:pt x="2513512" y="204680"/>
                </a:lnTo>
                <a:lnTo>
                  <a:pt x="2514470" y="191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27238" y="439076"/>
            <a:ext cx="2111375" cy="329565"/>
          </a:xfrm>
          <a:custGeom>
            <a:avLst/>
            <a:gdLst/>
            <a:ahLst/>
            <a:cxnLst/>
            <a:rect l="l" t="t" r="r" b="b"/>
            <a:pathLst>
              <a:path w="2111375" h="329565">
                <a:moveTo>
                  <a:pt x="374307" y="10388"/>
                </a:moveTo>
                <a:lnTo>
                  <a:pt x="279273" y="9906"/>
                </a:lnTo>
                <a:lnTo>
                  <a:pt x="278257" y="138988"/>
                </a:lnTo>
                <a:lnTo>
                  <a:pt x="100228" y="137718"/>
                </a:lnTo>
                <a:lnTo>
                  <a:pt x="100876" y="10769"/>
                </a:lnTo>
                <a:lnTo>
                  <a:pt x="1587" y="10261"/>
                </a:lnTo>
                <a:lnTo>
                  <a:pt x="0" y="321271"/>
                </a:lnTo>
                <a:lnTo>
                  <a:pt x="101066" y="321779"/>
                </a:lnTo>
                <a:lnTo>
                  <a:pt x="102057" y="197307"/>
                </a:lnTo>
                <a:lnTo>
                  <a:pt x="278663" y="198208"/>
                </a:lnTo>
                <a:lnTo>
                  <a:pt x="278028" y="321271"/>
                </a:lnTo>
                <a:lnTo>
                  <a:pt x="372719" y="321754"/>
                </a:lnTo>
                <a:lnTo>
                  <a:pt x="374307" y="10388"/>
                </a:lnTo>
                <a:close/>
              </a:path>
              <a:path w="2111375" h="329565">
                <a:moveTo>
                  <a:pt x="840181" y="156883"/>
                </a:moveTo>
                <a:lnTo>
                  <a:pt x="833793" y="112115"/>
                </a:lnTo>
                <a:lnTo>
                  <a:pt x="799820" y="52705"/>
                </a:lnTo>
                <a:lnTo>
                  <a:pt x="762774" y="26301"/>
                </a:lnTo>
                <a:lnTo>
                  <a:pt x="719353" y="10096"/>
                </a:lnTo>
                <a:lnTo>
                  <a:pt x="673671" y="1993"/>
                </a:lnTo>
                <a:lnTo>
                  <a:pt x="630415" y="0"/>
                </a:lnTo>
                <a:lnTo>
                  <a:pt x="595845" y="1612"/>
                </a:lnTo>
                <a:lnTo>
                  <a:pt x="529983" y="14554"/>
                </a:lnTo>
                <a:lnTo>
                  <a:pt x="471195" y="46850"/>
                </a:lnTo>
                <a:lnTo>
                  <a:pt x="434035" y="102565"/>
                </a:lnTo>
                <a:lnTo>
                  <a:pt x="424878" y="179006"/>
                </a:lnTo>
                <a:lnTo>
                  <a:pt x="433247" y="220510"/>
                </a:lnTo>
                <a:lnTo>
                  <a:pt x="452158" y="257606"/>
                </a:lnTo>
                <a:lnTo>
                  <a:pt x="482473" y="288264"/>
                </a:lnTo>
                <a:lnTo>
                  <a:pt x="518147" y="308165"/>
                </a:lnTo>
                <a:lnTo>
                  <a:pt x="556641" y="320484"/>
                </a:lnTo>
                <a:lnTo>
                  <a:pt x="597623" y="326567"/>
                </a:lnTo>
                <a:lnTo>
                  <a:pt x="640791" y="327736"/>
                </a:lnTo>
                <a:lnTo>
                  <a:pt x="683907" y="324535"/>
                </a:lnTo>
                <a:lnTo>
                  <a:pt x="726147" y="315277"/>
                </a:lnTo>
                <a:lnTo>
                  <a:pt x="765175" y="298551"/>
                </a:lnTo>
                <a:lnTo>
                  <a:pt x="798652" y="272986"/>
                </a:lnTo>
                <a:lnTo>
                  <a:pt x="824242" y="237172"/>
                </a:lnTo>
                <a:lnTo>
                  <a:pt x="837577" y="195262"/>
                </a:lnTo>
                <a:lnTo>
                  <a:pt x="840181" y="156883"/>
                </a:lnTo>
                <a:close/>
              </a:path>
              <a:path w="2111375" h="329565">
                <a:moveTo>
                  <a:pt x="1261059" y="216560"/>
                </a:moveTo>
                <a:lnTo>
                  <a:pt x="1233131" y="170815"/>
                </a:lnTo>
                <a:lnTo>
                  <a:pt x="1180312" y="149809"/>
                </a:lnTo>
                <a:lnTo>
                  <a:pt x="1131938" y="140652"/>
                </a:lnTo>
                <a:lnTo>
                  <a:pt x="1078712" y="133248"/>
                </a:lnTo>
                <a:lnTo>
                  <a:pt x="1056055" y="129540"/>
                </a:lnTo>
                <a:lnTo>
                  <a:pt x="1012825" y="116497"/>
                </a:lnTo>
                <a:lnTo>
                  <a:pt x="996276" y="93687"/>
                </a:lnTo>
                <a:lnTo>
                  <a:pt x="996327" y="83794"/>
                </a:lnTo>
                <a:lnTo>
                  <a:pt x="1029068" y="49707"/>
                </a:lnTo>
                <a:lnTo>
                  <a:pt x="1054239" y="46418"/>
                </a:lnTo>
                <a:lnTo>
                  <a:pt x="1067092" y="46558"/>
                </a:lnTo>
                <a:lnTo>
                  <a:pt x="1085126" y="51536"/>
                </a:lnTo>
                <a:lnTo>
                  <a:pt x="1101674" y="60477"/>
                </a:lnTo>
                <a:lnTo>
                  <a:pt x="1116228" y="72745"/>
                </a:lnTo>
                <a:lnTo>
                  <a:pt x="1128229" y="87655"/>
                </a:lnTo>
                <a:lnTo>
                  <a:pt x="1246670" y="88265"/>
                </a:lnTo>
                <a:lnTo>
                  <a:pt x="1249159" y="87566"/>
                </a:lnTo>
                <a:lnTo>
                  <a:pt x="1248803" y="86144"/>
                </a:lnTo>
                <a:lnTo>
                  <a:pt x="1216850" y="47078"/>
                </a:lnTo>
                <a:lnTo>
                  <a:pt x="1175410" y="21628"/>
                </a:lnTo>
                <a:lnTo>
                  <a:pt x="1127874" y="7378"/>
                </a:lnTo>
                <a:lnTo>
                  <a:pt x="1077595" y="1930"/>
                </a:lnTo>
                <a:lnTo>
                  <a:pt x="1035710" y="2095"/>
                </a:lnTo>
                <a:lnTo>
                  <a:pt x="994410" y="6870"/>
                </a:lnTo>
                <a:lnTo>
                  <a:pt x="954938" y="17322"/>
                </a:lnTo>
                <a:lnTo>
                  <a:pt x="918552" y="34455"/>
                </a:lnTo>
                <a:lnTo>
                  <a:pt x="888987" y="65786"/>
                </a:lnTo>
                <a:lnTo>
                  <a:pt x="880554" y="114757"/>
                </a:lnTo>
                <a:lnTo>
                  <a:pt x="883005" y="120802"/>
                </a:lnTo>
                <a:lnTo>
                  <a:pt x="884034" y="127190"/>
                </a:lnTo>
                <a:lnTo>
                  <a:pt x="920038" y="167233"/>
                </a:lnTo>
                <a:lnTo>
                  <a:pt x="973480" y="182613"/>
                </a:lnTo>
                <a:lnTo>
                  <a:pt x="1076007" y="201396"/>
                </a:lnTo>
                <a:lnTo>
                  <a:pt x="1109878" y="207784"/>
                </a:lnTo>
                <a:lnTo>
                  <a:pt x="1149108" y="234937"/>
                </a:lnTo>
                <a:lnTo>
                  <a:pt x="1150924" y="244652"/>
                </a:lnTo>
                <a:lnTo>
                  <a:pt x="1150467" y="254546"/>
                </a:lnTo>
                <a:lnTo>
                  <a:pt x="1147406" y="263753"/>
                </a:lnTo>
                <a:lnTo>
                  <a:pt x="1141476" y="271424"/>
                </a:lnTo>
                <a:lnTo>
                  <a:pt x="1121346" y="283552"/>
                </a:lnTo>
                <a:lnTo>
                  <a:pt x="1098245" y="288366"/>
                </a:lnTo>
                <a:lnTo>
                  <a:pt x="1074305" y="286994"/>
                </a:lnTo>
                <a:lnTo>
                  <a:pt x="1037653" y="272529"/>
                </a:lnTo>
                <a:lnTo>
                  <a:pt x="1012583" y="231406"/>
                </a:lnTo>
                <a:lnTo>
                  <a:pt x="880668" y="230720"/>
                </a:lnTo>
                <a:lnTo>
                  <a:pt x="899337" y="283387"/>
                </a:lnTo>
                <a:lnTo>
                  <a:pt x="939279" y="308673"/>
                </a:lnTo>
                <a:lnTo>
                  <a:pt x="993686" y="322948"/>
                </a:lnTo>
                <a:lnTo>
                  <a:pt x="1028776" y="326529"/>
                </a:lnTo>
                <a:lnTo>
                  <a:pt x="1034440" y="328333"/>
                </a:lnTo>
                <a:lnTo>
                  <a:pt x="1113155" y="329438"/>
                </a:lnTo>
                <a:lnTo>
                  <a:pt x="1116355" y="328752"/>
                </a:lnTo>
                <a:lnTo>
                  <a:pt x="1136624" y="327215"/>
                </a:lnTo>
                <a:lnTo>
                  <a:pt x="1175740" y="319328"/>
                </a:lnTo>
                <a:lnTo>
                  <a:pt x="1217980" y="301574"/>
                </a:lnTo>
                <a:lnTo>
                  <a:pt x="1253413" y="261531"/>
                </a:lnTo>
                <a:lnTo>
                  <a:pt x="1260462" y="235864"/>
                </a:lnTo>
                <a:lnTo>
                  <a:pt x="1261059" y="216560"/>
                </a:lnTo>
                <a:close/>
              </a:path>
              <a:path w="2111375" h="329565">
                <a:moveTo>
                  <a:pt x="1695373" y="210070"/>
                </a:moveTo>
                <a:lnTo>
                  <a:pt x="1602816" y="210299"/>
                </a:lnTo>
                <a:lnTo>
                  <a:pt x="1597406" y="221615"/>
                </a:lnTo>
                <a:lnTo>
                  <a:pt x="1590814" y="232587"/>
                </a:lnTo>
                <a:lnTo>
                  <a:pt x="1552460" y="268503"/>
                </a:lnTo>
                <a:lnTo>
                  <a:pt x="1502498" y="281279"/>
                </a:lnTo>
                <a:lnTo>
                  <a:pt x="1476578" y="276682"/>
                </a:lnTo>
                <a:lnTo>
                  <a:pt x="1426438" y="240398"/>
                </a:lnTo>
                <a:lnTo>
                  <a:pt x="1402219" y="183743"/>
                </a:lnTo>
                <a:lnTo>
                  <a:pt x="1401368" y="166598"/>
                </a:lnTo>
                <a:lnTo>
                  <a:pt x="1402080" y="149529"/>
                </a:lnTo>
                <a:lnTo>
                  <a:pt x="1425054" y="90754"/>
                </a:lnTo>
                <a:lnTo>
                  <a:pt x="1475447" y="55118"/>
                </a:lnTo>
                <a:lnTo>
                  <a:pt x="1506105" y="50215"/>
                </a:lnTo>
                <a:lnTo>
                  <a:pt x="1535277" y="54317"/>
                </a:lnTo>
                <a:lnTo>
                  <a:pt x="1561642" y="67132"/>
                </a:lnTo>
                <a:lnTo>
                  <a:pt x="1583664" y="86779"/>
                </a:lnTo>
                <a:lnTo>
                  <a:pt x="1599768" y="111340"/>
                </a:lnTo>
                <a:lnTo>
                  <a:pt x="1686661" y="111785"/>
                </a:lnTo>
                <a:lnTo>
                  <a:pt x="1691982" y="111455"/>
                </a:lnTo>
                <a:lnTo>
                  <a:pt x="1689239" y="101955"/>
                </a:lnTo>
                <a:lnTo>
                  <a:pt x="1685734" y="92684"/>
                </a:lnTo>
                <a:lnTo>
                  <a:pt x="1648815" y="42557"/>
                </a:lnTo>
                <a:lnTo>
                  <a:pt x="1613750" y="20675"/>
                </a:lnTo>
                <a:lnTo>
                  <a:pt x="1573911" y="7607"/>
                </a:lnTo>
                <a:lnTo>
                  <a:pt x="1531886" y="1409"/>
                </a:lnTo>
                <a:lnTo>
                  <a:pt x="1504238" y="203"/>
                </a:lnTo>
                <a:lnTo>
                  <a:pt x="1451000" y="3911"/>
                </a:lnTo>
                <a:lnTo>
                  <a:pt x="1400289" y="16256"/>
                </a:lnTo>
                <a:lnTo>
                  <a:pt x="1355953" y="40741"/>
                </a:lnTo>
                <a:lnTo>
                  <a:pt x="1321892" y="80835"/>
                </a:lnTo>
                <a:lnTo>
                  <a:pt x="1303172" y="151599"/>
                </a:lnTo>
                <a:lnTo>
                  <a:pt x="1304671" y="189585"/>
                </a:lnTo>
                <a:lnTo>
                  <a:pt x="1327404" y="255333"/>
                </a:lnTo>
                <a:lnTo>
                  <a:pt x="1377873" y="301713"/>
                </a:lnTo>
                <a:lnTo>
                  <a:pt x="1408290" y="314629"/>
                </a:lnTo>
                <a:lnTo>
                  <a:pt x="1409357" y="315709"/>
                </a:lnTo>
                <a:lnTo>
                  <a:pt x="1409357" y="316052"/>
                </a:lnTo>
                <a:lnTo>
                  <a:pt x="1410766" y="315709"/>
                </a:lnTo>
                <a:lnTo>
                  <a:pt x="1426629" y="319811"/>
                </a:lnTo>
                <a:lnTo>
                  <a:pt x="1442872" y="323278"/>
                </a:lnTo>
                <a:lnTo>
                  <a:pt x="1459445" y="325882"/>
                </a:lnTo>
                <a:lnTo>
                  <a:pt x="1476324" y="327393"/>
                </a:lnTo>
                <a:lnTo>
                  <a:pt x="1515808" y="327799"/>
                </a:lnTo>
                <a:lnTo>
                  <a:pt x="1554530" y="324345"/>
                </a:lnTo>
                <a:lnTo>
                  <a:pt x="1626463" y="302628"/>
                </a:lnTo>
                <a:lnTo>
                  <a:pt x="1670570" y="265709"/>
                </a:lnTo>
                <a:lnTo>
                  <a:pt x="1694294" y="214312"/>
                </a:lnTo>
                <a:lnTo>
                  <a:pt x="1695005" y="212902"/>
                </a:lnTo>
                <a:lnTo>
                  <a:pt x="1695373" y="210070"/>
                </a:lnTo>
                <a:close/>
              </a:path>
              <a:path w="2111375" h="329565">
                <a:moveTo>
                  <a:pt x="2111311" y="11468"/>
                </a:moveTo>
                <a:lnTo>
                  <a:pt x="2009533" y="10947"/>
                </a:lnTo>
                <a:lnTo>
                  <a:pt x="2008530" y="139674"/>
                </a:lnTo>
                <a:lnTo>
                  <a:pt x="1836534" y="138798"/>
                </a:lnTo>
                <a:lnTo>
                  <a:pt x="1837182" y="10426"/>
                </a:lnTo>
                <a:lnTo>
                  <a:pt x="1737893" y="9918"/>
                </a:lnTo>
                <a:lnTo>
                  <a:pt x="1736293" y="321627"/>
                </a:lnTo>
                <a:lnTo>
                  <a:pt x="1838071" y="322148"/>
                </a:lnTo>
                <a:lnTo>
                  <a:pt x="1839061" y="197675"/>
                </a:lnTo>
                <a:lnTo>
                  <a:pt x="2008581" y="198894"/>
                </a:lnTo>
                <a:lnTo>
                  <a:pt x="2007946" y="321602"/>
                </a:lnTo>
                <a:lnTo>
                  <a:pt x="2109724" y="322122"/>
                </a:lnTo>
                <a:lnTo>
                  <a:pt x="2111311" y="11468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36750" y="475106"/>
            <a:ext cx="2480945" cy="266065"/>
          </a:xfrm>
          <a:custGeom>
            <a:avLst/>
            <a:gdLst/>
            <a:ahLst/>
            <a:cxnLst/>
            <a:rect l="l" t="t" r="r" b="b"/>
            <a:pathLst>
              <a:path w="2480945" h="266065">
                <a:moveTo>
                  <a:pt x="175272" y="1447"/>
                </a:moveTo>
                <a:lnTo>
                  <a:pt x="123494" y="1181"/>
                </a:lnTo>
                <a:lnTo>
                  <a:pt x="116395" y="2209"/>
                </a:lnTo>
                <a:lnTo>
                  <a:pt x="108585" y="4305"/>
                </a:lnTo>
                <a:lnTo>
                  <a:pt x="101130" y="5321"/>
                </a:lnTo>
                <a:lnTo>
                  <a:pt x="44577" y="35229"/>
                </a:lnTo>
                <a:lnTo>
                  <a:pt x="8140" y="87833"/>
                </a:lnTo>
                <a:lnTo>
                  <a:pt x="0" y="136779"/>
                </a:lnTo>
                <a:lnTo>
                  <a:pt x="2971" y="161975"/>
                </a:lnTo>
                <a:lnTo>
                  <a:pt x="29718" y="216865"/>
                </a:lnTo>
                <a:lnTo>
                  <a:pt x="91046" y="258343"/>
                </a:lnTo>
                <a:lnTo>
                  <a:pt x="128181" y="264350"/>
                </a:lnTo>
                <a:lnTo>
                  <a:pt x="128168" y="264706"/>
                </a:lnTo>
                <a:lnTo>
                  <a:pt x="174269" y="264934"/>
                </a:lnTo>
                <a:lnTo>
                  <a:pt x="174332" y="252882"/>
                </a:lnTo>
                <a:lnTo>
                  <a:pt x="134975" y="252679"/>
                </a:lnTo>
                <a:lnTo>
                  <a:pt x="106375" y="250405"/>
                </a:lnTo>
                <a:lnTo>
                  <a:pt x="57251" y="227647"/>
                </a:lnTo>
                <a:lnTo>
                  <a:pt x="25247" y="189064"/>
                </a:lnTo>
                <a:lnTo>
                  <a:pt x="12293" y="146634"/>
                </a:lnTo>
                <a:lnTo>
                  <a:pt x="12217" y="123317"/>
                </a:lnTo>
                <a:lnTo>
                  <a:pt x="19926" y="89776"/>
                </a:lnTo>
                <a:lnTo>
                  <a:pt x="62687" y="35318"/>
                </a:lnTo>
                <a:lnTo>
                  <a:pt x="112509" y="15455"/>
                </a:lnTo>
                <a:lnTo>
                  <a:pt x="133045" y="14274"/>
                </a:lnTo>
                <a:lnTo>
                  <a:pt x="154165" y="14554"/>
                </a:lnTo>
                <a:lnTo>
                  <a:pt x="175196" y="14566"/>
                </a:lnTo>
                <a:lnTo>
                  <a:pt x="175272" y="1447"/>
                </a:lnTo>
                <a:close/>
              </a:path>
              <a:path w="2480945" h="266065">
                <a:moveTo>
                  <a:pt x="452945" y="736"/>
                </a:moveTo>
                <a:lnTo>
                  <a:pt x="307555" y="0"/>
                </a:lnTo>
                <a:lnTo>
                  <a:pt x="307479" y="13830"/>
                </a:lnTo>
                <a:lnTo>
                  <a:pt x="452882" y="14566"/>
                </a:lnTo>
                <a:lnTo>
                  <a:pt x="452945" y="736"/>
                </a:lnTo>
                <a:close/>
              </a:path>
              <a:path w="2480945" h="266065">
                <a:moveTo>
                  <a:pt x="645160" y="1371"/>
                </a:moveTo>
                <a:lnTo>
                  <a:pt x="581685" y="685"/>
                </a:lnTo>
                <a:lnTo>
                  <a:pt x="581266" y="13449"/>
                </a:lnTo>
                <a:lnTo>
                  <a:pt x="634809" y="13373"/>
                </a:lnTo>
                <a:lnTo>
                  <a:pt x="645160" y="2438"/>
                </a:lnTo>
                <a:lnTo>
                  <a:pt x="645160" y="1371"/>
                </a:lnTo>
                <a:close/>
              </a:path>
              <a:path w="2480945" h="266065">
                <a:moveTo>
                  <a:pt x="1076756" y="1803"/>
                </a:moveTo>
                <a:lnTo>
                  <a:pt x="1006894" y="1092"/>
                </a:lnTo>
                <a:lnTo>
                  <a:pt x="1001572" y="1778"/>
                </a:lnTo>
                <a:lnTo>
                  <a:pt x="1005090" y="6045"/>
                </a:lnTo>
                <a:lnTo>
                  <a:pt x="1007198" y="9956"/>
                </a:lnTo>
                <a:lnTo>
                  <a:pt x="1011796" y="13525"/>
                </a:lnTo>
                <a:lnTo>
                  <a:pt x="1067828" y="13817"/>
                </a:lnTo>
                <a:lnTo>
                  <a:pt x="1070686" y="9931"/>
                </a:lnTo>
                <a:lnTo>
                  <a:pt x="1074953" y="6400"/>
                </a:lnTo>
                <a:lnTo>
                  <a:pt x="1076756" y="1803"/>
                </a:lnTo>
                <a:close/>
              </a:path>
              <a:path w="2480945" h="266065">
                <a:moveTo>
                  <a:pt x="1521117" y="1943"/>
                </a:moveTo>
                <a:lnTo>
                  <a:pt x="1429969" y="1130"/>
                </a:lnTo>
                <a:lnTo>
                  <a:pt x="1428559" y="1828"/>
                </a:lnTo>
                <a:lnTo>
                  <a:pt x="1426070" y="749"/>
                </a:lnTo>
                <a:lnTo>
                  <a:pt x="1425003" y="2159"/>
                </a:lnTo>
                <a:lnTo>
                  <a:pt x="1435239" y="12852"/>
                </a:lnTo>
                <a:lnTo>
                  <a:pt x="1511477" y="13957"/>
                </a:lnTo>
                <a:lnTo>
                  <a:pt x="1521104" y="3009"/>
                </a:lnTo>
                <a:lnTo>
                  <a:pt x="1521117" y="1943"/>
                </a:lnTo>
                <a:close/>
              </a:path>
              <a:path w="2480945" h="266065">
                <a:moveTo>
                  <a:pt x="1911565" y="1460"/>
                </a:moveTo>
                <a:lnTo>
                  <a:pt x="1868297" y="1231"/>
                </a:lnTo>
                <a:lnTo>
                  <a:pt x="1866176" y="1943"/>
                </a:lnTo>
                <a:lnTo>
                  <a:pt x="1861921" y="139"/>
                </a:lnTo>
                <a:lnTo>
                  <a:pt x="1861197" y="2971"/>
                </a:lnTo>
                <a:lnTo>
                  <a:pt x="1870722" y="13309"/>
                </a:lnTo>
                <a:lnTo>
                  <a:pt x="1911502" y="13868"/>
                </a:lnTo>
                <a:lnTo>
                  <a:pt x="1911565" y="1460"/>
                </a:lnTo>
                <a:close/>
              </a:path>
              <a:path w="2480945" h="266065">
                <a:moveTo>
                  <a:pt x="2181098" y="1066"/>
                </a:moveTo>
                <a:lnTo>
                  <a:pt x="2043849" y="368"/>
                </a:lnTo>
                <a:lnTo>
                  <a:pt x="2043785" y="13843"/>
                </a:lnTo>
                <a:lnTo>
                  <a:pt x="2181021" y="14541"/>
                </a:lnTo>
                <a:lnTo>
                  <a:pt x="2181098" y="1066"/>
                </a:lnTo>
                <a:close/>
              </a:path>
              <a:path w="2480945" h="266065">
                <a:moveTo>
                  <a:pt x="2480500" y="122821"/>
                </a:moveTo>
                <a:lnTo>
                  <a:pt x="2479459" y="116420"/>
                </a:lnTo>
                <a:lnTo>
                  <a:pt x="2479141" y="110045"/>
                </a:lnTo>
                <a:lnTo>
                  <a:pt x="2477401" y="104000"/>
                </a:lnTo>
                <a:lnTo>
                  <a:pt x="2443086" y="41770"/>
                </a:lnTo>
                <a:lnTo>
                  <a:pt x="2381796" y="5994"/>
                </a:lnTo>
                <a:lnTo>
                  <a:pt x="2317280" y="1409"/>
                </a:lnTo>
                <a:lnTo>
                  <a:pt x="2317204" y="14173"/>
                </a:lnTo>
                <a:lnTo>
                  <a:pt x="2339200" y="14262"/>
                </a:lnTo>
                <a:lnTo>
                  <a:pt x="2361044" y="14935"/>
                </a:lnTo>
                <a:lnTo>
                  <a:pt x="2400846" y="25234"/>
                </a:lnTo>
                <a:lnTo>
                  <a:pt x="2449474" y="67906"/>
                </a:lnTo>
                <a:lnTo>
                  <a:pt x="2468753" y="129844"/>
                </a:lnTo>
                <a:lnTo>
                  <a:pt x="2470505" y="135178"/>
                </a:lnTo>
                <a:lnTo>
                  <a:pt x="2467292" y="139065"/>
                </a:lnTo>
                <a:lnTo>
                  <a:pt x="2468321" y="144386"/>
                </a:lnTo>
                <a:lnTo>
                  <a:pt x="2460587" y="177126"/>
                </a:lnTo>
                <a:lnTo>
                  <a:pt x="2419007" y="231013"/>
                </a:lnTo>
                <a:lnTo>
                  <a:pt x="2372461" y="251231"/>
                </a:lnTo>
                <a:lnTo>
                  <a:pt x="2354415" y="252857"/>
                </a:lnTo>
                <a:lnTo>
                  <a:pt x="2317051" y="252844"/>
                </a:lnTo>
                <a:lnTo>
                  <a:pt x="2316988" y="265252"/>
                </a:lnTo>
                <a:lnTo>
                  <a:pt x="2360257" y="265125"/>
                </a:lnTo>
                <a:lnTo>
                  <a:pt x="2361323" y="264058"/>
                </a:lnTo>
                <a:lnTo>
                  <a:pt x="2364511" y="265493"/>
                </a:lnTo>
                <a:lnTo>
                  <a:pt x="2364867" y="264083"/>
                </a:lnTo>
                <a:lnTo>
                  <a:pt x="2377109" y="261874"/>
                </a:lnTo>
                <a:lnTo>
                  <a:pt x="2388870" y="258749"/>
                </a:lnTo>
                <a:lnTo>
                  <a:pt x="2442006" y="226352"/>
                </a:lnTo>
                <a:lnTo>
                  <a:pt x="2477566" y="161594"/>
                </a:lnTo>
                <a:lnTo>
                  <a:pt x="2480500" y="1228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52596" y="489604"/>
            <a:ext cx="214629" cy="227329"/>
          </a:xfrm>
          <a:custGeom>
            <a:avLst/>
            <a:gdLst/>
            <a:ahLst/>
            <a:cxnLst/>
            <a:rect l="l" t="t" r="r" b="b"/>
            <a:pathLst>
              <a:path w="214629" h="227329">
                <a:moveTo>
                  <a:pt x="214147" y="105752"/>
                </a:moveTo>
                <a:lnTo>
                  <a:pt x="204827" y="65233"/>
                </a:lnTo>
                <a:lnTo>
                  <a:pt x="183089" y="32232"/>
                </a:lnTo>
                <a:lnTo>
                  <a:pt x="151207" y="9290"/>
                </a:lnTo>
                <a:lnTo>
                  <a:pt x="112639" y="0"/>
                </a:lnTo>
                <a:lnTo>
                  <a:pt x="92548" y="756"/>
                </a:lnTo>
                <a:lnTo>
                  <a:pt x="47591" y="18681"/>
                </a:lnTo>
                <a:lnTo>
                  <a:pt x="9962" y="63917"/>
                </a:lnTo>
                <a:lnTo>
                  <a:pt x="0" y="118510"/>
                </a:lnTo>
                <a:lnTo>
                  <a:pt x="3692" y="144313"/>
                </a:lnTo>
                <a:lnTo>
                  <a:pt x="26862" y="189515"/>
                </a:lnTo>
                <a:lnTo>
                  <a:pt x="74088" y="221808"/>
                </a:lnTo>
                <a:lnTo>
                  <a:pt x="102127" y="227156"/>
                </a:lnTo>
                <a:lnTo>
                  <a:pt x="131307" y="224097"/>
                </a:lnTo>
                <a:lnTo>
                  <a:pt x="180387" y="196238"/>
                </a:lnTo>
                <a:lnTo>
                  <a:pt x="209361" y="147529"/>
                </a:lnTo>
                <a:lnTo>
                  <a:pt x="214147" y="105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58201" y="497458"/>
            <a:ext cx="2437765" cy="222250"/>
          </a:xfrm>
          <a:custGeom>
            <a:avLst/>
            <a:gdLst/>
            <a:ahLst/>
            <a:cxnLst/>
            <a:rect l="l" t="t" r="r" b="b"/>
            <a:pathLst>
              <a:path w="2437765" h="222250">
                <a:moveTo>
                  <a:pt x="153708" y="1079"/>
                </a:moveTo>
                <a:lnTo>
                  <a:pt x="109728" y="1079"/>
                </a:lnTo>
                <a:lnTo>
                  <a:pt x="88760" y="3009"/>
                </a:lnTo>
                <a:lnTo>
                  <a:pt x="43268" y="23482"/>
                </a:lnTo>
                <a:lnTo>
                  <a:pt x="6946" y="71234"/>
                </a:lnTo>
                <a:lnTo>
                  <a:pt x="0" y="99949"/>
                </a:lnTo>
                <a:lnTo>
                  <a:pt x="1524" y="132410"/>
                </a:lnTo>
                <a:lnTo>
                  <a:pt x="30962" y="187883"/>
                </a:lnTo>
                <a:lnTo>
                  <a:pt x="78346" y="216839"/>
                </a:lnTo>
                <a:lnTo>
                  <a:pt x="127431" y="221322"/>
                </a:lnTo>
                <a:lnTo>
                  <a:pt x="152933" y="221310"/>
                </a:lnTo>
                <a:lnTo>
                  <a:pt x="152984" y="210312"/>
                </a:lnTo>
                <a:lnTo>
                  <a:pt x="98031" y="209321"/>
                </a:lnTo>
                <a:lnTo>
                  <a:pt x="85813" y="207264"/>
                </a:lnTo>
                <a:lnTo>
                  <a:pt x="31915" y="173316"/>
                </a:lnTo>
                <a:lnTo>
                  <a:pt x="11239" y="122262"/>
                </a:lnTo>
                <a:lnTo>
                  <a:pt x="12090" y="92925"/>
                </a:lnTo>
                <a:lnTo>
                  <a:pt x="35598" y="44907"/>
                </a:lnTo>
                <a:lnTo>
                  <a:pt x="80568" y="15608"/>
                </a:lnTo>
                <a:lnTo>
                  <a:pt x="115925" y="11137"/>
                </a:lnTo>
                <a:lnTo>
                  <a:pt x="134899" y="11747"/>
                </a:lnTo>
                <a:lnTo>
                  <a:pt x="153644" y="11722"/>
                </a:lnTo>
                <a:lnTo>
                  <a:pt x="153708" y="1079"/>
                </a:lnTo>
                <a:close/>
              </a:path>
              <a:path w="2437765" h="222250">
                <a:moveTo>
                  <a:pt x="153962" y="20942"/>
                </a:moveTo>
                <a:lnTo>
                  <a:pt x="133997" y="20942"/>
                </a:lnTo>
                <a:lnTo>
                  <a:pt x="114020" y="20472"/>
                </a:lnTo>
                <a:lnTo>
                  <a:pt x="94754" y="21742"/>
                </a:lnTo>
                <a:lnTo>
                  <a:pt x="56832" y="38404"/>
                </a:lnTo>
                <a:lnTo>
                  <a:pt x="27406" y="74269"/>
                </a:lnTo>
                <a:lnTo>
                  <a:pt x="20497" y="123418"/>
                </a:lnTo>
                <a:lnTo>
                  <a:pt x="27711" y="148551"/>
                </a:lnTo>
                <a:lnTo>
                  <a:pt x="62318" y="187515"/>
                </a:lnTo>
                <a:lnTo>
                  <a:pt x="105244" y="200418"/>
                </a:lnTo>
                <a:lnTo>
                  <a:pt x="153035" y="201091"/>
                </a:lnTo>
                <a:lnTo>
                  <a:pt x="153085" y="191516"/>
                </a:lnTo>
                <a:lnTo>
                  <a:pt x="125069" y="191554"/>
                </a:lnTo>
                <a:lnTo>
                  <a:pt x="111086" y="191312"/>
                </a:lnTo>
                <a:lnTo>
                  <a:pt x="97053" y="190525"/>
                </a:lnTo>
                <a:lnTo>
                  <a:pt x="95643" y="189103"/>
                </a:lnTo>
                <a:lnTo>
                  <a:pt x="92798" y="190855"/>
                </a:lnTo>
                <a:lnTo>
                  <a:pt x="92100" y="188722"/>
                </a:lnTo>
                <a:lnTo>
                  <a:pt x="87490" y="189052"/>
                </a:lnTo>
                <a:lnTo>
                  <a:pt x="82892" y="186905"/>
                </a:lnTo>
                <a:lnTo>
                  <a:pt x="45212" y="159854"/>
                </a:lnTo>
                <a:lnTo>
                  <a:pt x="30035" y="121031"/>
                </a:lnTo>
                <a:lnTo>
                  <a:pt x="30734" y="95758"/>
                </a:lnTo>
                <a:lnTo>
                  <a:pt x="53365" y="53428"/>
                </a:lnTo>
                <a:lnTo>
                  <a:pt x="91808" y="32054"/>
                </a:lnTo>
                <a:lnTo>
                  <a:pt x="112191" y="30175"/>
                </a:lnTo>
                <a:lnTo>
                  <a:pt x="133299" y="30505"/>
                </a:lnTo>
                <a:lnTo>
                  <a:pt x="153911" y="30518"/>
                </a:lnTo>
                <a:lnTo>
                  <a:pt x="153962" y="20942"/>
                </a:lnTo>
                <a:close/>
              </a:path>
              <a:path w="2437765" h="222250">
                <a:moveTo>
                  <a:pt x="431190" y="39382"/>
                </a:moveTo>
                <a:lnTo>
                  <a:pt x="286499" y="38646"/>
                </a:lnTo>
                <a:lnTo>
                  <a:pt x="285750" y="46799"/>
                </a:lnTo>
                <a:lnTo>
                  <a:pt x="286791" y="51054"/>
                </a:lnTo>
                <a:lnTo>
                  <a:pt x="431126" y="51803"/>
                </a:lnTo>
                <a:lnTo>
                  <a:pt x="431190" y="39382"/>
                </a:lnTo>
                <a:close/>
              </a:path>
              <a:path w="2437765" h="222250">
                <a:moveTo>
                  <a:pt x="431292" y="20586"/>
                </a:moveTo>
                <a:lnTo>
                  <a:pt x="285889" y="19850"/>
                </a:lnTo>
                <a:lnTo>
                  <a:pt x="285838" y="29781"/>
                </a:lnTo>
                <a:lnTo>
                  <a:pt x="431241" y="30518"/>
                </a:lnTo>
                <a:lnTo>
                  <a:pt x="431292" y="20586"/>
                </a:lnTo>
                <a:close/>
              </a:path>
              <a:path w="2437765" h="222250">
                <a:moveTo>
                  <a:pt x="431380" y="1079"/>
                </a:moveTo>
                <a:lnTo>
                  <a:pt x="285991" y="342"/>
                </a:lnTo>
                <a:lnTo>
                  <a:pt x="285927" y="10985"/>
                </a:lnTo>
                <a:lnTo>
                  <a:pt x="431330" y="11722"/>
                </a:lnTo>
                <a:lnTo>
                  <a:pt x="431380" y="1079"/>
                </a:lnTo>
                <a:close/>
              </a:path>
              <a:path w="2437765" h="222250">
                <a:moveTo>
                  <a:pt x="585812" y="39471"/>
                </a:moveTo>
                <a:lnTo>
                  <a:pt x="559930" y="38976"/>
                </a:lnTo>
                <a:lnTo>
                  <a:pt x="559866" y="50685"/>
                </a:lnTo>
                <a:lnTo>
                  <a:pt x="580428" y="50787"/>
                </a:lnTo>
                <a:lnTo>
                  <a:pt x="582917" y="49733"/>
                </a:lnTo>
                <a:lnTo>
                  <a:pt x="585812" y="39471"/>
                </a:lnTo>
                <a:close/>
              </a:path>
              <a:path w="2437765" h="222250">
                <a:moveTo>
                  <a:pt x="593356" y="21412"/>
                </a:moveTo>
                <a:lnTo>
                  <a:pt x="593001" y="20358"/>
                </a:lnTo>
                <a:lnTo>
                  <a:pt x="560019" y="19824"/>
                </a:lnTo>
                <a:lnTo>
                  <a:pt x="559968" y="29400"/>
                </a:lnTo>
                <a:lnTo>
                  <a:pt x="588340" y="29552"/>
                </a:lnTo>
                <a:lnTo>
                  <a:pt x="592251" y="28498"/>
                </a:lnTo>
                <a:lnTo>
                  <a:pt x="591566" y="23888"/>
                </a:lnTo>
                <a:lnTo>
                  <a:pt x="593356" y="21412"/>
                </a:lnTo>
                <a:close/>
              </a:path>
              <a:path w="2437765" h="222250">
                <a:moveTo>
                  <a:pt x="605155" y="914"/>
                </a:moveTo>
                <a:lnTo>
                  <a:pt x="560120" y="330"/>
                </a:lnTo>
                <a:lnTo>
                  <a:pt x="560070" y="10604"/>
                </a:lnTo>
                <a:lnTo>
                  <a:pt x="598728" y="10807"/>
                </a:lnTo>
                <a:lnTo>
                  <a:pt x="601218" y="8331"/>
                </a:lnTo>
                <a:lnTo>
                  <a:pt x="603719" y="4445"/>
                </a:lnTo>
                <a:lnTo>
                  <a:pt x="605155" y="914"/>
                </a:lnTo>
                <a:close/>
              </a:path>
              <a:path w="2437765" h="222250">
                <a:moveTo>
                  <a:pt x="807974" y="9398"/>
                </a:moveTo>
                <a:lnTo>
                  <a:pt x="804418" y="9639"/>
                </a:lnTo>
                <a:lnTo>
                  <a:pt x="802995" y="9728"/>
                </a:lnTo>
                <a:lnTo>
                  <a:pt x="797687" y="8280"/>
                </a:lnTo>
                <a:lnTo>
                  <a:pt x="793419" y="10388"/>
                </a:lnTo>
                <a:lnTo>
                  <a:pt x="799096" y="10414"/>
                </a:lnTo>
                <a:lnTo>
                  <a:pt x="802995" y="10693"/>
                </a:lnTo>
                <a:lnTo>
                  <a:pt x="804418" y="10795"/>
                </a:lnTo>
                <a:lnTo>
                  <a:pt x="807974" y="10312"/>
                </a:lnTo>
                <a:lnTo>
                  <a:pt x="807974" y="9398"/>
                </a:lnTo>
                <a:close/>
              </a:path>
              <a:path w="2437765" h="222250">
                <a:moveTo>
                  <a:pt x="809383" y="10109"/>
                </a:moveTo>
                <a:lnTo>
                  <a:pt x="808583" y="10223"/>
                </a:lnTo>
                <a:lnTo>
                  <a:pt x="808583" y="10515"/>
                </a:lnTo>
                <a:lnTo>
                  <a:pt x="809383" y="10109"/>
                </a:lnTo>
                <a:close/>
              </a:path>
              <a:path w="2437765" h="222250">
                <a:moveTo>
                  <a:pt x="855383" y="28790"/>
                </a:moveTo>
                <a:lnTo>
                  <a:pt x="852563" y="25577"/>
                </a:lnTo>
                <a:lnTo>
                  <a:pt x="845146" y="21285"/>
                </a:lnTo>
                <a:lnTo>
                  <a:pt x="782726" y="20256"/>
                </a:lnTo>
                <a:lnTo>
                  <a:pt x="760742" y="20497"/>
                </a:lnTo>
                <a:lnTo>
                  <a:pt x="755777" y="21894"/>
                </a:lnTo>
                <a:lnTo>
                  <a:pt x="751497" y="25412"/>
                </a:lnTo>
                <a:lnTo>
                  <a:pt x="747572" y="29298"/>
                </a:lnTo>
                <a:lnTo>
                  <a:pt x="801293" y="29933"/>
                </a:lnTo>
                <a:lnTo>
                  <a:pt x="828255" y="29921"/>
                </a:lnTo>
                <a:lnTo>
                  <a:pt x="855027" y="29489"/>
                </a:lnTo>
                <a:lnTo>
                  <a:pt x="855383" y="28790"/>
                </a:lnTo>
                <a:close/>
              </a:path>
              <a:path w="2437765" h="222250">
                <a:moveTo>
                  <a:pt x="875131" y="51231"/>
                </a:moveTo>
                <a:lnTo>
                  <a:pt x="873734" y="46609"/>
                </a:lnTo>
                <a:lnTo>
                  <a:pt x="870204" y="43751"/>
                </a:lnTo>
                <a:lnTo>
                  <a:pt x="867384" y="39839"/>
                </a:lnTo>
                <a:lnTo>
                  <a:pt x="830503" y="39293"/>
                </a:lnTo>
                <a:lnTo>
                  <a:pt x="736892" y="39179"/>
                </a:lnTo>
                <a:lnTo>
                  <a:pt x="732612" y="42341"/>
                </a:lnTo>
                <a:lnTo>
                  <a:pt x="727964" y="51193"/>
                </a:lnTo>
                <a:lnTo>
                  <a:pt x="815555" y="51993"/>
                </a:lnTo>
                <a:lnTo>
                  <a:pt x="871943" y="51917"/>
                </a:lnTo>
                <a:lnTo>
                  <a:pt x="875131" y="51231"/>
                </a:lnTo>
                <a:close/>
              </a:path>
              <a:path w="2437765" h="222250">
                <a:moveTo>
                  <a:pt x="1032649" y="39268"/>
                </a:moveTo>
                <a:lnTo>
                  <a:pt x="1027684" y="39598"/>
                </a:lnTo>
                <a:lnTo>
                  <a:pt x="1021664" y="38506"/>
                </a:lnTo>
                <a:lnTo>
                  <a:pt x="1017397" y="40259"/>
                </a:lnTo>
                <a:lnTo>
                  <a:pt x="1019492" y="47713"/>
                </a:lnTo>
                <a:lnTo>
                  <a:pt x="1019810" y="53746"/>
                </a:lnTo>
                <a:lnTo>
                  <a:pt x="1027988" y="49885"/>
                </a:lnTo>
                <a:lnTo>
                  <a:pt x="1032598" y="50965"/>
                </a:lnTo>
                <a:lnTo>
                  <a:pt x="1032649" y="39268"/>
                </a:lnTo>
                <a:close/>
              </a:path>
              <a:path w="2437765" h="222250">
                <a:moveTo>
                  <a:pt x="1034478" y="28994"/>
                </a:moveTo>
                <a:lnTo>
                  <a:pt x="1032738" y="23660"/>
                </a:lnTo>
                <a:lnTo>
                  <a:pt x="1033805" y="21183"/>
                </a:lnTo>
                <a:lnTo>
                  <a:pt x="1026007" y="20434"/>
                </a:lnTo>
                <a:lnTo>
                  <a:pt x="1017511" y="20040"/>
                </a:lnTo>
                <a:lnTo>
                  <a:pt x="1010043" y="21069"/>
                </a:lnTo>
                <a:lnTo>
                  <a:pt x="1010742" y="23901"/>
                </a:lnTo>
                <a:lnTo>
                  <a:pt x="1011796" y="26746"/>
                </a:lnTo>
                <a:lnTo>
                  <a:pt x="1013206" y="29235"/>
                </a:lnTo>
                <a:lnTo>
                  <a:pt x="1030935" y="30035"/>
                </a:lnTo>
                <a:lnTo>
                  <a:pt x="1034478" y="28994"/>
                </a:lnTo>
                <a:close/>
              </a:path>
              <a:path w="2437765" h="222250">
                <a:moveTo>
                  <a:pt x="1040295" y="1003"/>
                </a:moveTo>
                <a:lnTo>
                  <a:pt x="1029462" y="1016"/>
                </a:lnTo>
                <a:lnTo>
                  <a:pt x="1018527" y="901"/>
                </a:lnTo>
                <a:lnTo>
                  <a:pt x="1007922" y="1041"/>
                </a:lnTo>
                <a:lnTo>
                  <a:pt x="998093" y="1854"/>
                </a:lnTo>
                <a:lnTo>
                  <a:pt x="1000201" y="4699"/>
                </a:lnTo>
                <a:lnTo>
                  <a:pt x="1001610" y="7899"/>
                </a:lnTo>
                <a:lnTo>
                  <a:pt x="1004074" y="10756"/>
                </a:lnTo>
                <a:lnTo>
                  <a:pt x="1037056" y="10566"/>
                </a:lnTo>
                <a:lnTo>
                  <a:pt x="1040282" y="4191"/>
                </a:lnTo>
                <a:lnTo>
                  <a:pt x="1040295" y="1003"/>
                </a:lnTo>
                <a:close/>
              </a:path>
              <a:path w="2437765" h="222250">
                <a:moveTo>
                  <a:pt x="1248067" y="10223"/>
                </a:moveTo>
                <a:lnTo>
                  <a:pt x="1241907" y="7429"/>
                </a:lnTo>
                <a:lnTo>
                  <a:pt x="1235189" y="5816"/>
                </a:lnTo>
                <a:lnTo>
                  <a:pt x="1227988" y="5143"/>
                </a:lnTo>
                <a:lnTo>
                  <a:pt x="1220431" y="5118"/>
                </a:lnTo>
                <a:lnTo>
                  <a:pt x="1212977" y="6502"/>
                </a:lnTo>
                <a:lnTo>
                  <a:pt x="1204468" y="6807"/>
                </a:lnTo>
                <a:lnTo>
                  <a:pt x="1198422" y="10325"/>
                </a:lnTo>
                <a:lnTo>
                  <a:pt x="1210602" y="10629"/>
                </a:lnTo>
                <a:lnTo>
                  <a:pt x="1223098" y="10807"/>
                </a:lnTo>
                <a:lnTo>
                  <a:pt x="1235659" y="10718"/>
                </a:lnTo>
                <a:lnTo>
                  <a:pt x="1248067" y="10223"/>
                </a:lnTo>
                <a:close/>
              </a:path>
              <a:path w="2437765" h="222250">
                <a:moveTo>
                  <a:pt x="1274216" y="28448"/>
                </a:moveTo>
                <a:lnTo>
                  <a:pt x="1271752" y="25946"/>
                </a:lnTo>
                <a:lnTo>
                  <a:pt x="1265034" y="20243"/>
                </a:lnTo>
                <a:lnTo>
                  <a:pt x="1244815" y="20408"/>
                </a:lnTo>
                <a:lnTo>
                  <a:pt x="1203833" y="20332"/>
                </a:lnTo>
                <a:lnTo>
                  <a:pt x="1183817" y="20891"/>
                </a:lnTo>
                <a:lnTo>
                  <a:pt x="1183449" y="23723"/>
                </a:lnTo>
                <a:lnTo>
                  <a:pt x="1180960" y="26555"/>
                </a:lnTo>
                <a:lnTo>
                  <a:pt x="1182712" y="29400"/>
                </a:lnTo>
                <a:lnTo>
                  <a:pt x="1205865" y="29705"/>
                </a:lnTo>
                <a:lnTo>
                  <a:pt x="1228369" y="29806"/>
                </a:lnTo>
                <a:lnTo>
                  <a:pt x="1250734" y="29654"/>
                </a:lnTo>
                <a:lnTo>
                  <a:pt x="1273505" y="29146"/>
                </a:lnTo>
                <a:lnTo>
                  <a:pt x="1274216" y="28448"/>
                </a:lnTo>
                <a:close/>
              </a:path>
              <a:path w="2437765" h="222250">
                <a:moveTo>
                  <a:pt x="1463878" y="43243"/>
                </a:moveTo>
                <a:lnTo>
                  <a:pt x="1463535" y="39700"/>
                </a:lnTo>
                <a:lnTo>
                  <a:pt x="1446161" y="39255"/>
                </a:lnTo>
                <a:lnTo>
                  <a:pt x="1442250" y="41008"/>
                </a:lnTo>
                <a:lnTo>
                  <a:pt x="1449324" y="45656"/>
                </a:lnTo>
                <a:lnTo>
                  <a:pt x="1443990" y="47040"/>
                </a:lnTo>
                <a:lnTo>
                  <a:pt x="1285481" y="45885"/>
                </a:lnTo>
                <a:lnTo>
                  <a:pt x="1282319" y="39484"/>
                </a:lnTo>
                <a:lnTo>
                  <a:pt x="1188694" y="39357"/>
                </a:lnTo>
                <a:lnTo>
                  <a:pt x="1459217" y="51384"/>
                </a:lnTo>
                <a:lnTo>
                  <a:pt x="1460995" y="50317"/>
                </a:lnTo>
                <a:lnTo>
                  <a:pt x="1462074" y="46786"/>
                </a:lnTo>
                <a:lnTo>
                  <a:pt x="1463878" y="43243"/>
                </a:lnTo>
                <a:close/>
              </a:path>
              <a:path w="2437765" h="222250">
                <a:moveTo>
                  <a:pt x="1471079" y="21297"/>
                </a:moveTo>
                <a:lnTo>
                  <a:pt x="1462087" y="20815"/>
                </a:lnTo>
                <a:lnTo>
                  <a:pt x="1452905" y="20586"/>
                </a:lnTo>
                <a:lnTo>
                  <a:pt x="1443850" y="20764"/>
                </a:lnTo>
                <a:lnTo>
                  <a:pt x="1435252" y="21463"/>
                </a:lnTo>
                <a:lnTo>
                  <a:pt x="1439468" y="29641"/>
                </a:lnTo>
                <a:lnTo>
                  <a:pt x="1446733" y="29933"/>
                </a:lnTo>
                <a:lnTo>
                  <a:pt x="1453781" y="30073"/>
                </a:lnTo>
                <a:lnTo>
                  <a:pt x="1460754" y="29959"/>
                </a:lnTo>
                <a:lnTo>
                  <a:pt x="1467840" y="29438"/>
                </a:lnTo>
                <a:lnTo>
                  <a:pt x="1471079" y="21297"/>
                </a:lnTo>
                <a:close/>
              </a:path>
              <a:path w="2437765" h="222250">
                <a:moveTo>
                  <a:pt x="1481823" y="1485"/>
                </a:moveTo>
                <a:lnTo>
                  <a:pt x="1452562" y="952"/>
                </a:lnTo>
                <a:lnTo>
                  <a:pt x="1437830" y="927"/>
                </a:lnTo>
                <a:lnTo>
                  <a:pt x="1423301" y="1193"/>
                </a:lnTo>
                <a:lnTo>
                  <a:pt x="1424355" y="4737"/>
                </a:lnTo>
                <a:lnTo>
                  <a:pt x="1426819" y="7594"/>
                </a:lnTo>
                <a:lnTo>
                  <a:pt x="1428927" y="10795"/>
                </a:lnTo>
                <a:lnTo>
                  <a:pt x="1476806" y="11036"/>
                </a:lnTo>
                <a:lnTo>
                  <a:pt x="1481442" y="5029"/>
                </a:lnTo>
                <a:lnTo>
                  <a:pt x="1481823" y="1485"/>
                </a:lnTo>
                <a:close/>
              </a:path>
              <a:path w="2437765" h="222250">
                <a:moveTo>
                  <a:pt x="1683562" y="10325"/>
                </a:moveTo>
                <a:lnTo>
                  <a:pt x="1682496" y="10312"/>
                </a:lnTo>
                <a:lnTo>
                  <a:pt x="1682140" y="9956"/>
                </a:lnTo>
                <a:lnTo>
                  <a:pt x="1677530" y="9588"/>
                </a:lnTo>
                <a:lnTo>
                  <a:pt x="1671154" y="8483"/>
                </a:lnTo>
                <a:lnTo>
                  <a:pt x="1666887" y="10591"/>
                </a:lnTo>
                <a:lnTo>
                  <a:pt x="1672209" y="10972"/>
                </a:lnTo>
                <a:lnTo>
                  <a:pt x="1678241" y="11353"/>
                </a:lnTo>
                <a:lnTo>
                  <a:pt x="1683562" y="10325"/>
                </a:lnTo>
                <a:close/>
              </a:path>
              <a:path w="2437765" h="222250">
                <a:moveTo>
                  <a:pt x="1727809" y="27216"/>
                </a:moveTo>
                <a:lnTo>
                  <a:pt x="1723555" y="26492"/>
                </a:lnTo>
                <a:lnTo>
                  <a:pt x="1722145" y="24345"/>
                </a:lnTo>
                <a:lnTo>
                  <a:pt x="1716493" y="20777"/>
                </a:lnTo>
                <a:lnTo>
                  <a:pt x="1696199" y="20586"/>
                </a:lnTo>
                <a:lnTo>
                  <a:pt x="1633855" y="20713"/>
                </a:lnTo>
                <a:lnTo>
                  <a:pt x="1629587" y="23164"/>
                </a:lnTo>
                <a:lnTo>
                  <a:pt x="1625320" y="25984"/>
                </a:lnTo>
                <a:lnTo>
                  <a:pt x="1621751" y="29514"/>
                </a:lnTo>
                <a:lnTo>
                  <a:pt x="1622107" y="29870"/>
                </a:lnTo>
                <a:lnTo>
                  <a:pt x="1727428" y="30403"/>
                </a:lnTo>
                <a:lnTo>
                  <a:pt x="1727809" y="27216"/>
                </a:lnTo>
                <a:close/>
              </a:path>
              <a:path w="2437765" h="222250">
                <a:moveTo>
                  <a:pt x="1747177" y="52146"/>
                </a:moveTo>
                <a:lnTo>
                  <a:pt x="1745780" y="47523"/>
                </a:lnTo>
                <a:lnTo>
                  <a:pt x="1742262" y="43599"/>
                </a:lnTo>
                <a:lnTo>
                  <a:pt x="1738731" y="40043"/>
                </a:lnTo>
                <a:lnTo>
                  <a:pt x="1611426" y="39039"/>
                </a:lnTo>
                <a:lnTo>
                  <a:pt x="1611414" y="39738"/>
                </a:lnTo>
                <a:lnTo>
                  <a:pt x="1608213" y="42557"/>
                </a:lnTo>
                <a:lnTo>
                  <a:pt x="1605000" y="46799"/>
                </a:lnTo>
                <a:lnTo>
                  <a:pt x="1603565" y="51054"/>
                </a:lnTo>
                <a:lnTo>
                  <a:pt x="1747177" y="52146"/>
                </a:lnTo>
                <a:close/>
              </a:path>
              <a:path w="2437765" h="222250">
                <a:moveTo>
                  <a:pt x="1890014" y="736"/>
                </a:moveTo>
                <a:lnTo>
                  <a:pt x="1881771" y="1016"/>
                </a:lnTo>
                <a:lnTo>
                  <a:pt x="1873605" y="749"/>
                </a:lnTo>
                <a:lnTo>
                  <a:pt x="1865566" y="622"/>
                </a:lnTo>
                <a:lnTo>
                  <a:pt x="1857730" y="1282"/>
                </a:lnTo>
                <a:lnTo>
                  <a:pt x="1863001" y="10528"/>
                </a:lnTo>
                <a:lnTo>
                  <a:pt x="1889950" y="11023"/>
                </a:lnTo>
                <a:lnTo>
                  <a:pt x="1890014" y="736"/>
                </a:lnTo>
                <a:close/>
              </a:path>
              <a:path w="2437765" h="222250">
                <a:moveTo>
                  <a:pt x="1890166" y="39395"/>
                </a:moveTo>
                <a:lnTo>
                  <a:pt x="1885556" y="39370"/>
                </a:lnTo>
                <a:lnTo>
                  <a:pt x="1881301" y="39700"/>
                </a:lnTo>
                <a:lnTo>
                  <a:pt x="1877047" y="39687"/>
                </a:lnTo>
                <a:lnTo>
                  <a:pt x="1876679" y="42519"/>
                </a:lnTo>
                <a:lnTo>
                  <a:pt x="1878431" y="45364"/>
                </a:lnTo>
                <a:lnTo>
                  <a:pt x="1878418" y="48196"/>
                </a:lnTo>
                <a:lnTo>
                  <a:pt x="1879447" y="53530"/>
                </a:lnTo>
                <a:lnTo>
                  <a:pt x="1886204" y="50012"/>
                </a:lnTo>
                <a:lnTo>
                  <a:pt x="1890102" y="51092"/>
                </a:lnTo>
                <a:lnTo>
                  <a:pt x="1890166" y="39395"/>
                </a:lnTo>
                <a:close/>
              </a:path>
              <a:path w="2437765" h="222250">
                <a:moveTo>
                  <a:pt x="1890268" y="20599"/>
                </a:moveTo>
                <a:lnTo>
                  <a:pt x="1870405" y="20497"/>
                </a:lnTo>
                <a:lnTo>
                  <a:pt x="1868982" y="21551"/>
                </a:lnTo>
                <a:lnTo>
                  <a:pt x="1870024" y="24396"/>
                </a:lnTo>
                <a:lnTo>
                  <a:pt x="1870367" y="27584"/>
                </a:lnTo>
                <a:lnTo>
                  <a:pt x="1872843" y="29730"/>
                </a:lnTo>
                <a:lnTo>
                  <a:pt x="1890217" y="29819"/>
                </a:lnTo>
                <a:lnTo>
                  <a:pt x="1890268" y="20599"/>
                </a:lnTo>
                <a:close/>
              </a:path>
              <a:path w="2437765" h="222250">
                <a:moveTo>
                  <a:pt x="2158974" y="39700"/>
                </a:moveTo>
                <a:lnTo>
                  <a:pt x="2022094" y="39001"/>
                </a:lnTo>
                <a:lnTo>
                  <a:pt x="2022030" y="51066"/>
                </a:lnTo>
                <a:lnTo>
                  <a:pt x="2158923" y="51765"/>
                </a:lnTo>
                <a:lnTo>
                  <a:pt x="2158974" y="39700"/>
                </a:lnTo>
                <a:close/>
              </a:path>
              <a:path w="2437765" h="222250">
                <a:moveTo>
                  <a:pt x="2159076" y="20904"/>
                </a:moveTo>
                <a:lnTo>
                  <a:pt x="2022182" y="20218"/>
                </a:lnTo>
                <a:lnTo>
                  <a:pt x="2022144" y="29781"/>
                </a:lnTo>
                <a:lnTo>
                  <a:pt x="2159025" y="30480"/>
                </a:lnTo>
                <a:lnTo>
                  <a:pt x="2159076" y="20904"/>
                </a:lnTo>
                <a:close/>
              </a:path>
              <a:path w="2437765" h="222250">
                <a:moveTo>
                  <a:pt x="2159177" y="698"/>
                </a:moveTo>
                <a:lnTo>
                  <a:pt x="2022297" y="0"/>
                </a:lnTo>
                <a:lnTo>
                  <a:pt x="2022233" y="11341"/>
                </a:lnTo>
                <a:lnTo>
                  <a:pt x="2159127" y="12039"/>
                </a:lnTo>
                <a:lnTo>
                  <a:pt x="2159177" y="698"/>
                </a:lnTo>
                <a:close/>
              </a:path>
              <a:path w="2437765" h="222250">
                <a:moveTo>
                  <a:pt x="2399080" y="105117"/>
                </a:moveTo>
                <a:lnTo>
                  <a:pt x="2385568" y="69278"/>
                </a:lnTo>
                <a:lnTo>
                  <a:pt x="2355773" y="45326"/>
                </a:lnTo>
                <a:lnTo>
                  <a:pt x="2326843" y="39725"/>
                </a:lnTo>
                <a:lnTo>
                  <a:pt x="2311057" y="39966"/>
                </a:lnTo>
                <a:lnTo>
                  <a:pt x="2295512" y="39700"/>
                </a:lnTo>
                <a:lnTo>
                  <a:pt x="2295448" y="51396"/>
                </a:lnTo>
                <a:lnTo>
                  <a:pt x="2309723" y="51638"/>
                </a:lnTo>
                <a:lnTo>
                  <a:pt x="2324303" y="51282"/>
                </a:lnTo>
                <a:lnTo>
                  <a:pt x="2338286" y="52120"/>
                </a:lnTo>
                <a:lnTo>
                  <a:pt x="2373846" y="73748"/>
                </a:lnTo>
                <a:lnTo>
                  <a:pt x="2386546" y="116827"/>
                </a:lnTo>
                <a:lnTo>
                  <a:pt x="2382977" y="132930"/>
                </a:lnTo>
                <a:lnTo>
                  <a:pt x="2348179" y="166890"/>
                </a:lnTo>
                <a:lnTo>
                  <a:pt x="2313698" y="170713"/>
                </a:lnTo>
                <a:lnTo>
                  <a:pt x="2295550" y="170561"/>
                </a:lnTo>
                <a:lnTo>
                  <a:pt x="2295499" y="182257"/>
                </a:lnTo>
                <a:lnTo>
                  <a:pt x="2341829" y="180949"/>
                </a:lnTo>
                <a:lnTo>
                  <a:pt x="2383117" y="155816"/>
                </a:lnTo>
                <a:lnTo>
                  <a:pt x="2398179" y="123380"/>
                </a:lnTo>
                <a:lnTo>
                  <a:pt x="2399080" y="105117"/>
                </a:lnTo>
                <a:close/>
              </a:path>
              <a:path w="2437765" h="222250">
                <a:moveTo>
                  <a:pt x="2417546" y="101676"/>
                </a:moveTo>
                <a:lnTo>
                  <a:pt x="2398585" y="55168"/>
                </a:lnTo>
                <a:lnTo>
                  <a:pt x="2357996" y="25831"/>
                </a:lnTo>
                <a:lnTo>
                  <a:pt x="2327872" y="20802"/>
                </a:lnTo>
                <a:lnTo>
                  <a:pt x="2311743" y="20815"/>
                </a:lnTo>
                <a:lnTo>
                  <a:pt x="2295614" y="20548"/>
                </a:lnTo>
                <a:lnTo>
                  <a:pt x="2295563" y="30480"/>
                </a:lnTo>
                <a:lnTo>
                  <a:pt x="2320734" y="30518"/>
                </a:lnTo>
                <a:lnTo>
                  <a:pt x="2333053" y="30873"/>
                </a:lnTo>
                <a:lnTo>
                  <a:pt x="2382062" y="51219"/>
                </a:lnTo>
                <a:lnTo>
                  <a:pt x="2404859" y="86715"/>
                </a:lnTo>
                <a:lnTo>
                  <a:pt x="2408237" y="110578"/>
                </a:lnTo>
                <a:lnTo>
                  <a:pt x="2405011" y="134061"/>
                </a:lnTo>
                <a:lnTo>
                  <a:pt x="2379942" y="172758"/>
                </a:lnTo>
                <a:lnTo>
                  <a:pt x="2341105" y="190296"/>
                </a:lnTo>
                <a:lnTo>
                  <a:pt x="2318804" y="192201"/>
                </a:lnTo>
                <a:lnTo>
                  <a:pt x="2295448" y="191833"/>
                </a:lnTo>
                <a:lnTo>
                  <a:pt x="2295398" y="201409"/>
                </a:lnTo>
                <a:lnTo>
                  <a:pt x="2334133" y="200812"/>
                </a:lnTo>
                <a:lnTo>
                  <a:pt x="2391524" y="175107"/>
                </a:lnTo>
                <a:lnTo>
                  <a:pt x="2416302" y="128803"/>
                </a:lnTo>
                <a:lnTo>
                  <a:pt x="2417546" y="101676"/>
                </a:lnTo>
                <a:close/>
              </a:path>
              <a:path w="2437765" h="222250">
                <a:moveTo>
                  <a:pt x="2437371" y="126111"/>
                </a:moveTo>
                <a:lnTo>
                  <a:pt x="2428621" y="65341"/>
                </a:lnTo>
                <a:lnTo>
                  <a:pt x="2388743" y="19113"/>
                </a:lnTo>
                <a:lnTo>
                  <a:pt x="2346312" y="2603"/>
                </a:lnTo>
                <a:lnTo>
                  <a:pt x="2295715" y="1041"/>
                </a:lnTo>
                <a:lnTo>
                  <a:pt x="2295652" y="11684"/>
                </a:lnTo>
                <a:lnTo>
                  <a:pt x="2328634" y="11849"/>
                </a:lnTo>
                <a:lnTo>
                  <a:pt x="2350236" y="14046"/>
                </a:lnTo>
                <a:lnTo>
                  <a:pt x="2388082" y="31559"/>
                </a:lnTo>
                <a:lnTo>
                  <a:pt x="2414117" y="61226"/>
                </a:lnTo>
                <a:lnTo>
                  <a:pt x="2420861" y="77216"/>
                </a:lnTo>
                <a:lnTo>
                  <a:pt x="2422982" y="80060"/>
                </a:lnTo>
                <a:lnTo>
                  <a:pt x="2423668" y="83972"/>
                </a:lnTo>
                <a:lnTo>
                  <a:pt x="2424709" y="87871"/>
                </a:lnTo>
                <a:lnTo>
                  <a:pt x="2427046" y="118427"/>
                </a:lnTo>
                <a:lnTo>
                  <a:pt x="2405570" y="173012"/>
                </a:lnTo>
                <a:lnTo>
                  <a:pt x="2363495" y="204254"/>
                </a:lnTo>
                <a:lnTo>
                  <a:pt x="2319197" y="211035"/>
                </a:lnTo>
                <a:lnTo>
                  <a:pt x="2295347" y="210629"/>
                </a:lnTo>
                <a:lnTo>
                  <a:pt x="2295296" y="221970"/>
                </a:lnTo>
                <a:lnTo>
                  <a:pt x="2346668" y="219659"/>
                </a:lnTo>
                <a:lnTo>
                  <a:pt x="2388298" y="203657"/>
                </a:lnTo>
                <a:lnTo>
                  <a:pt x="2428887" y="155816"/>
                </a:lnTo>
                <a:lnTo>
                  <a:pt x="2437371" y="126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74" y="536575"/>
            <a:ext cx="114831" cy="1431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3802" y="558076"/>
            <a:ext cx="81980" cy="1005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144598" y="556996"/>
            <a:ext cx="1872614" cy="15240"/>
          </a:xfrm>
          <a:custGeom>
            <a:avLst/>
            <a:gdLst/>
            <a:ahLst/>
            <a:cxnLst/>
            <a:rect l="l" t="t" r="r" b="b"/>
            <a:pathLst>
              <a:path w="1872615" h="15240">
                <a:moveTo>
                  <a:pt x="144678" y="1130"/>
                </a:moveTo>
                <a:lnTo>
                  <a:pt x="0" y="381"/>
                </a:lnTo>
                <a:lnTo>
                  <a:pt x="330" y="3937"/>
                </a:lnTo>
                <a:lnTo>
                  <a:pt x="144665" y="4673"/>
                </a:lnTo>
                <a:lnTo>
                  <a:pt x="144678" y="1130"/>
                </a:lnTo>
                <a:close/>
              </a:path>
              <a:path w="1872615" h="15240">
                <a:moveTo>
                  <a:pt x="293624" y="1892"/>
                </a:moveTo>
                <a:lnTo>
                  <a:pt x="292925" y="812"/>
                </a:lnTo>
                <a:lnTo>
                  <a:pt x="273418" y="723"/>
                </a:lnTo>
                <a:lnTo>
                  <a:pt x="273354" y="12420"/>
                </a:lnTo>
                <a:lnTo>
                  <a:pt x="279387" y="12458"/>
                </a:lnTo>
                <a:lnTo>
                  <a:pt x="286118" y="12839"/>
                </a:lnTo>
                <a:lnTo>
                  <a:pt x="291795" y="12166"/>
                </a:lnTo>
                <a:lnTo>
                  <a:pt x="293624" y="1892"/>
                </a:lnTo>
                <a:close/>
              </a:path>
              <a:path w="1872615" h="15240">
                <a:moveTo>
                  <a:pt x="598919" y="12306"/>
                </a:moveTo>
                <a:lnTo>
                  <a:pt x="598576" y="8407"/>
                </a:lnTo>
                <a:lnTo>
                  <a:pt x="596468" y="5562"/>
                </a:lnTo>
                <a:lnTo>
                  <a:pt x="594715" y="2006"/>
                </a:lnTo>
                <a:lnTo>
                  <a:pt x="436549" y="838"/>
                </a:lnTo>
                <a:lnTo>
                  <a:pt x="435127" y="1905"/>
                </a:lnTo>
                <a:lnTo>
                  <a:pt x="433692" y="5080"/>
                </a:lnTo>
                <a:lnTo>
                  <a:pt x="431190" y="8623"/>
                </a:lnTo>
                <a:lnTo>
                  <a:pt x="431876" y="12166"/>
                </a:lnTo>
                <a:lnTo>
                  <a:pt x="597496" y="13373"/>
                </a:lnTo>
                <a:lnTo>
                  <a:pt x="597141" y="12306"/>
                </a:lnTo>
                <a:lnTo>
                  <a:pt x="598208" y="12661"/>
                </a:lnTo>
                <a:lnTo>
                  <a:pt x="598919" y="12306"/>
                </a:lnTo>
                <a:close/>
              </a:path>
              <a:path w="1872615" h="15240">
                <a:moveTo>
                  <a:pt x="748944" y="9182"/>
                </a:moveTo>
                <a:lnTo>
                  <a:pt x="747890" y="6337"/>
                </a:lnTo>
                <a:lnTo>
                  <a:pt x="747560" y="3492"/>
                </a:lnTo>
                <a:lnTo>
                  <a:pt x="746506" y="1358"/>
                </a:lnTo>
                <a:lnTo>
                  <a:pt x="743305" y="990"/>
                </a:lnTo>
                <a:lnTo>
                  <a:pt x="740473" y="622"/>
                </a:lnTo>
                <a:lnTo>
                  <a:pt x="736930" y="1663"/>
                </a:lnTo>
                <a:lnTo>
                  <a:pt x="736892" y="9118"/>
                </a:lnTo>
                <a:lnTo>
                  <a:pt x="738644" y="12319"/>
                </a:lnTo>
                <a:lnTo>
                  <a:pt x="741832" y="13042"/>
                </a:lnTo>
                <a:lnTo>
                  <a:pt x="745731" y="13068"/>
                </a:lnTo>
                <a:lnTo>
                  <a:pt x="748931" y="12014"/>
                </a:lnTo>
                <a:lnTo>
                  <a:pt x="748944" y="9182"/>
                </a:lnTo>
                <a:close/>
              </a:path>
              <a:path w="1872615" h="15240">
                <a:moveTo>
                  <a:pt x="1172400" y="5664"/>
                </a:moveTo>
                <a:lnTo>
                  <a:pt x="1172057" y="1765"/>
                </a:lnTo>
                <a:lnTo>
                  <a:pt x="1056106" y="469"/>
                </a:lnTo>
                <a:lnTo>
                  <a:pt x="992974" y="1562"/>
                </a:lnTo>
                <a:lnTo>
                  <a:pt x="1009256" y="4305"/>
                </a:lnTo>
                <a:lnTo>
                  <a:pt x="1025042" y="6515"/>
                </a:lnTo>
                <a:lnTo>
                  <a:pt x="1040815" y="8991"/>
                </a:lnTo>
                <a:lnTo>
                  <a:pt x="1056398" y="12522"/>
                </a:lnTo>
                <a:lnTo>
                  <a:pt x="1169517" y="13462"/>
                </a:lnTo>
                <a:lnTo>
                  <a:pt x="1172400" y="5664"/>
                </a:lnTo>
                <a:close/>
              </a:path>
              <a:path w="1872615" h="15240">
                <a:moveTo>
                  <a:pt x="1604010" y="1143"/>
                </a:moveTo>
                <a:lnTo>
                  <a:pt x="1601177" y="1473"/>
                </a:lnTo>
                <a:lnTo>
                  <a:pt x="1598345" y="749"/>
                </a:lnTo>
                <a:lnTo>
                  <a:pt x="1595856" y="1803"/>
                </a:lnTo>
                <a:lnTo>
                  <a:pt x="1595843" y="4991"/>
                </a:lnTo>
                <a:lnTo>
                  <a:pt x="1597952" y="8204"/>
                </a:lnTo>
                <a:lnTo>
                  <a:pt x="1596872" y="11036"/>
                </a:lnTo>
                <a:lnTo>
                  <a:pt x="1470621" y="10388"/>
                </a:lnTo>
                <a:lnTo>
                  <a:pt x="1466062" y="1498"/>
                </a:lnTo>
                <a:lnTo>
                  <a:pt x="1312506" y="0"/>
                </a:lnTo>
                <a:lnTo>
                  <a:pt x="1309662" y="3175"/>
                </a:lnTo>
                <a:lnTo>
                  <a:pt x="1307503" y="8128"/>
                </a:lnTo>
                <a:lnTo>
                  <a:pt x="1306766" y="12738"/>
                </a:lnTo>
                <a:lnTo>
                  <a:pt x="1603946" y="14617"/>
                </a:lnTo>
                <a:lnTo>
                  <a:pt x="1604010" y="1143"/>
                </a:lnTo>
                <a:close/>
              </a:path>
              <a:path w="1872615" h="15240">
                <a:moveTo>
                  <a:pt x="1872475" y="1447"/>
                </a:moveTo>
                <a:lnTo>
                  <a:pt x="1735937" y="749"/>
                </a:lnTo>
                <a:lnTo>
                  <a:pt x="1735924" y="4292"/>
                </a:lnTo>
                <a:lnTo>
                  <a:pt x="1872449" y="4991"/>
                </a:lnTo>
                <a:lnTo>
                  <a:pt x="1872475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8181" y="556806"/>
            <a:ext cx="93422" cy="101698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939125" y="577875"/>
            <a:ext cx="2275840" cy="163195"/>
          </a:xfrm>
          <a:custGeom>
            <a:avLst/>
            <a:gdLst/>
            <a:ahLst/>
            <a:cxnLst/>
            <a:rect l="l" t="t" r="r" b="b"/>
            <a:pathLst>
              <a:path w="2275840" h="163195">
                <a:moveTo>
                  <a:pt x="72364" y="1168"/>
                </a:moveTo>
                <a:lnTo>
                  <a:pt x="24853" y="927"/>
                </a:lnTo>
                <a:lnTo>
                  <a:pt x="20942" y="1968"/>
                </a:lnTo>
                <a:lnTo>
                  <a:pt x="17386" y="4076"/>
                </a:lnTo>
                <a:lnTo>
                  <a:pt x="13830" y="5473"/>
                </a:lnTo>
                <a:lnTo>
                  <a:pt x="6997" y="11582"/>
                </a:lnTo>
                <a:lnTo>
                  <a:pt x="2273" y="19126"/>
                </a:lnTo>
                <a:lnTo>
                  <a:pt x="0" y="27800"/>
                </a:lnTo>
                <a:lnTo>
                  <a:pt x="546" y="37325"/>
                </a:lnTo>
                <a:lnTo>
                  <a:pt x="72072" y="59321"/>
                </a:lnTo>
                <a:lnTo>
                  <a:pt x="72148" y="45135"/>
                </a:lnTo>
                <a:lnTo>
                  <a:pt x="23202" y="44538"/>
                </a:lnTo>
                <a:lnTo>
                  <a:pt x="17538" y="42379"/>
                </a:lnTo>
                <a:lnTo>
                  <a:pt x="14376" y="36690"/>
                </a:lnTo>
                <a:lnTo>
                  <a:pt x="13703" y="31013"/>
                </a:lnTo>
                <a:lnTo>
                  <a:pt x="14084" y="25336"/>
                </a:lnTo>
                <a:lnTo>
                  <a:pt x="16598" y="18618"/>
                </a:lnTo>
                <a:lnTo>
                  <a:pt x="22644" y="16522"/>
                </a:lnTo>
                <a:lnTo>
                  <a:pt x="72288" y="16421"/>
                </a:lnTo>
                <a:lnTo>
                  <a:pt x="72364" y="1168"/>
                </a:lnTo>
                <a:close/>
              </a:path>
              <a:path w="2275840" h="163195">
                <a:moveTo>
                  <a:pt x="349389" y="129895"/>
                </a:moveTo>
                <a:lnTo>
                  <a:pt x="206832" y="129171"/>
                </a:lnTo>
                <a:lnTo>
                  <a:pt x="206768" y="140868"/>
                </a:lnTo>
                <a:lnTo>
                  <a:pt x="349326" y="141605"/>
                </a:lnTo>
                <a:lnTo>
                  <a:pt x="349389" y="129895"/>
                </a:lnTo>
                <a:close/>
              </a:path>
              <a:path w="2275840" h="163195">
                <a:moveTo>
                  <a:pt x="349491" y="111099"/>
                </a:moveTo>
                <a:lnTo>
                  <a:pt x="206921" y="110375"/>
                </a:lnTo>
                <a:lnTo>
                  <a:pt x="206870" y="120307"/>
                </a:lnTo>
                <a:lnTo>
                  <a:pt x="349440" y="121031"/>
                </a:lnTo>
                <a:lnTo>
                  <a:pt x="349491" y="111099"/>
                </a:lnTo>
                <a:close/>
              </a:path>
              <a:path w="2275840" h="163195">
                <a:moveTo>
                  <a:pt x="349592" y="89827"/>
                </a:moveTo>
                <a:lnTo>
                  <a:pt x="207035" y="89103"/>
                </a:lnTo>
                <a:lnTo>
                  <a:pt x="206971" y="101511"/>
                </a:lnTo>
                <a:lnTo>
                  <a:pt x="349529" y="102235"/>
                </a:lnTo>
                <a:lnTo>
                  <a:pt x="349592" y="89827"/>
                </a:lnTo>
                <a:close/>
              </a:path>
              <a:path w="2275840" h="163195">
                <a:moveTo>
                  <a:pt x="349643" y="149758"/>
                </a:moveTo>
                <a:lnTo>
                  <a:pt x="206730" y="149034"/>
                </a:lnTo>
                <a:lnTo>
                  <a:pt x="206667" y="162153"/>
                </a:lnTo>
                <a:lnTo>
                  <a:pt x="349580" y="162877"/>
                </a:lnTo>
                <a:lnTo>
                  <a:pt x="349643" y="149758"/>
                </a:lnTo>
                <a:close/>
              </a:path>
              <a:path w="2275840" h="163195">
                <a:moveTo>
                  <a:pt x="349669" y="75285"/>
                </a:moveTo>
                <a:lnTo>
                  <a:pt x="207111" y="74561"/>
                </a:lnTo>
                <a:lnTo>
                  <a:pt x="207086" y="80238"/>
                </a:lnTo>
                <a:lnTo>
                  <a:pt x="349643" y="80962"/>
                </a:lnTo>
                <a:lnTo>
                  <a:pt x="349669" y="75285"/>
                </a:lnTo>
                <a:close/>
              </a:path>
              <a:path w="2275840" h="163195">
                <a:moveTo>
                  <a:pt x="496023" y="27444"/>
                </a:moveTo>
                <a:lnTo>
                  <a:pt x="494626" y="23901"/>
                </a:lnTo>
                <a:lnTo>
                  <a:pt x="478663" y="23812"/>
                </a:lnTo>
                <a:lnTo>
                  <a:pt x="478599" y="36220"/>
                </a:lnTo>
                <a:lnTo>
                  <a:pt x="484276" y="35902"/>
                </a:lnTo>
                <a:lnTo>
                  <a:pt x="490296" y="36995"/>
                </a:lnTo>
                <a:lnTo>
                  <a:pt x="495274" y="35598"/>
                </a:lnTo>
                <a:lnTo>
                  <a:pt x="494944" y="31699"/>
                </a:lnTo>
                <a:lnTo>
                  <a:pt x="496023" y="27444"/>
                </a:lnTo>
                <a:close/>
              </a:path>
              <a:path w="2275840" h="163195">
                <a:moveTo>
                  <a:pt x="496150" y="2273"/>
                </a:moveTo>
                <a:lnTo>
                  <a:pt x="495096" y="1206"/>
                </a:lnTo>
                <a:lnTo>
                  <a:pt x="478777" y="1117"/>
                </a:lnTo>
                <a:lnTo>
                  <a:pt x="478764" y="5372"/>
                </a:lnTo>
                <a:lnTo>
                  <a:pt x="478028" y="10693"/>
                </a:lnTo>
                <a:lnTo>
                  <a:pt x="479069" y="14236"/>
                </a:lnTo>
                <a:lnTo>
                  <a:pt x="484746" y="14274"/>
                </a:lnTo>
                <a:lnTo>
                  <a:pt x="490410" y="15011"/>
                </a:lnTo>
                <a:lnTo>
                  <a:pt x="495033" y="13970"/>
                </a:lnTo>
                <a:lnTo>
                  <a:pt x="496150" y="2273"/>
                </a:lnTo>
                <a:close/>
              </a:path>
              <a:path w="2275840" h="163195">
                <a:moveTo>
                  <a:pt x="497281" y="58305"/>
                </a:moveTo>
                <a:lnTo>
                  <a:pt x="496608" y="51219"/>
                </a:lnTo>
                <a:lnTo>
                  <a:pt x="495554" y="49784"/>
                </a:lnTo>
                <a:lnTo>
                  <a:pt x="496989" y="47307"/>
                </a:lnTo>
                <a:lnTo>
                  <a:pt x="495223" y="45885"/>
                </a:lnTo>
                <a:lnTo>
                  <a:pt x="478548" y="45796"/>
                </a:lnTo>
                <a:lnTo>
                  <a:pt x="478485" y="58928"/>
                </a:lnTo>
                <a:lnTo>
                  <a:pt x="484873" y="58953"/>
                </a:lnTo>
                <a:lnTo>
                  <a:pt x="491248" y="59702"/>
                </a:lnTo>
                <a:lnTo>
                  <a:pt x="497281" y="58305"/>
                </a:lnTo>
                <a:close/>
              </a:path>
              <a:path w="2275840" h="163195">
                <a:moveTo>
                  <a:pt x="501789" y="79616"/>
                </a:moveTo>
                <a:lnTo>
                  <a:pt x="501446" y="75704"/>
                </a:lnTo>
                <a:lnTo>
                  <a:pt x="500405" y="72161"/>
                </a:lnTo>
                <a:lnTo>
                  <a:pt x="499008" y="68961"/>
                </a:lnTo>
                <a:lnTo>
                  <a:pt x="478434" y="68503"/>
                </a:lnTo>
                <a:lnTo>
                  <a:pt x="478383" y="80200"/>
                </a:lnTo>
                <a:lnTo>
                  <a:pt x="486892" y="79883"/>
                </a:lnTo>
                <a:lnTo>
                  <a:pt x="493979" y="80632"/>
                </a:lnTo>
                <a:lnTo>
                  <a:pt x="501789" y="79616"/>
                </a:lnTo>
                <a:close/>
              </a:path>
              <a:path w="2275840" h="163195">
                <a:moveTo>
                  <a:pt x="509485" y="100215"/>
                </a:moveTo>
                <a:lnTo>
                  <a:pt x="508431" y="96672"/>
                </a:lnTo>
                <a:lnTo>
                  <a:pt x="506679" y="93472"/>
                </a:lnTo>
                <a:lnTo>
                  <a:pt x="504926" y="89916"/>
                </a:lnTo>
                <a:lnTo>
                  <a:pt x="478332" y="89776"/>
                </a:lnTo>
                <a:lnTo>
                  <a:pt x="478269" y="101117"/>
                </a:lnTo>
                <a:lnTo>
                  <a:pt x="508419" y="101282"/>
                </a:lnTo>
                <a:lnTo>
                  <a:pt x="509485" y="100215"/>
                </a:lnTo>
                <a:close/>
              </a:path>
              <a:path w="2275840" h="163195">
                <a:moveTo>
                  <a:pt x="518960" y="119773"/>
                </a:moveTo>
                <a:lnTo>
                  <a:pt x="517563" y="116573"/>
                </a:lnTo>
                <a:lnTo>
                  <a:pt x="516509" y="112661"/>
                </a:lnTo>
                <a:lnTo>
                  <a:pt x="513334" y="110883"/>
                </a:lnTo>
                <a:lnTo>
                  <a:pt x="476453" y="111048"/>
                </a:lnTo>
                <a:lnTo>
                  <a:pt x="479259" y="117081"/>
                </a:lnTo>
                <a:lnTo>
                  <a:pt x="478523" y="120269"/>
                </a:lnTo>
                <a:lnTo>
                  <a:pt x="498602" y="120561"/>
                </a:lnTo>
                <a:lnTo>
                  <a:pt x="508990" y="120434"/>
                </a:lnTo>
                <a:lnTo>
                  <a:pt x="518960" y="119773"/>
                </a:lnTo>
                <a:close/>
              </a:path>
              <a:path w="2275840" h="163195">
                <a:moveTo>
                  <a:pt x="533755" y="140055"/>
                </a:moveTo>
                <a:lnTo>
                  <a:pt x="526707" y="130454"/>
                </a:lnTo>
                <a:lnTo>
                  <a:pt x="478485" y="129844"/>
                </a:lnTo>
                <a:lnTo>
                  <a:pt x="478421" y="140843"/>
                </a:lnTo>
                <a:lnTo>
                  <a:pt x="532333" y="140766"/>
                </a:lnTo>
                <a:lnTo>
                  <a:pt x="533755" y="140055"/>
                </a:lnTo>
                <a:close/>
              </a:path>
              <a:path w="2275840" h="163195">
                <a:moveTo>
                  <a:pt x="556336" y="161099"/>
                </a:moveTo>
                <a:lnTo>
                  <a:pt x="552805" y="157886"/>
                </a:lnTo>
                <a:lnTo>
                  <a:pt x="548563" y="155028"/>
                </a:lnTo>
                <a:lnTo>
                  <a:pt x="545045" y="150761"/>
                </a:lnTo>
                <a:lnTo>
                  <a:pt x="478370" y="150063"/>
                </a:lnTo>
                <a:lnTo>
                  <a:pt x="478358" y="153962"/>
                </a:lnTo>
                <a:lnTo>
                  <a:pt x="477621" y="158572"/>
                </a:lnTo>
                <a:lnTo>
                  <a:pt x="479031" y="161772"/>
                </a:lnTo>
                <a:lnTo>
                  <a:pt x="498221" y="162179"/>
                </a:lnTo>
                <a:lnTo>
                  <a:pt x="555269" y="162153"/>
                </a:lnTo>
                <a:lnTo>
                  <a:pt x="556336" y="161099"/>
                </a:lnTo>
                <a:close/>
              </a:path>
              <a:path w="2275840" h="163195">
                <a:moveTo>
                  <a:pt x="758380" y="111417"/>
                </a:moveTo>
                <a:lnTo>
                  <a:pt x="740283" y="110998"/>
                </a:lnTo>
                <a:lnTo>
                  <a:pt x="721093" y="110921"/>
                </a:lnTo>
                <a:lnTo>
                  <a:pt x="701573" y="111188"/>
                </a:lnTo>
                <a:lnTo>
                  <a:pt x="682485" y="111747"/>
                </a:lnTo>
                <a:lnTo>
                  <a:pt x="684606" y="113880"/>
                </a:lnTo>
                <a:lnTo>
                  <a:pt x="689559" y="115328"/>
                </a:lnTo>
                <a:lnTo>
                  <a:pt x="699820" y="119100"/>
                </a:lnTo>
                <a:lnTo>
                  <a:pt x="711161" y="120446"/>
                </a:lnTo>
                <a:lnTo>
                  <a:pt x="734923" y="120523"/>
                </a:lnTo>
                <a:lnTo>
                  <a:pt x="751624" y="116357"/>
                </a:lnTo>
                <a:lnTo>
                  <a:pt x="758380" y="111417"/>
                </a:lnTo>
                <a:close/>
              </a:path>
              <a:path w="2275840" h="163195">
                <a:moveTo>
                  <a:pt x="785799" y="90284"/>
                </a:moveTo>
                <a:lnTo>
                  <a:pt x="660260" y="89281"/>
                </a:lnTo>
                <a:lnTo>
                  <a:pt x="659193" y="90703"/>
                </a:lnTo>
                <a:lnTo>
                  <a:pt x="655650" y="88912"/>
                </a:lnTo>
                <a:lnTo>
                  <a:pt x="654939" y="90678"/>
                </a:lnTo>
                <a:lnTo>
                  <a:pt x="664464" y="100660"/>
                </a:lnTo>
                <a:lnTo>
                  <a:pt x="774039" y="101930"/>
                </a:lnTo>
                <a:lnTo>
                  <a:pt x="777595" y="98399"/>
                </a:lnTo>
                <a:lnTo>
                  <a:pt x="783640" y="95592"/>
                </a:lnTo>
                <a:lnTo>
                  <a:pt x="785799" y="90284"/>
                </a:lnTo>
                <a:close/>
              </a:path>
              <a:path w="2275840" h="163195">
                <a:moveTo>
                  <a:pt x="799376" y="69075"/>
                </a:moveTo>
                <a:lnTo>
                  <a:pt x="642277" y="67919"/>
                </a:lnTo>
                <a:lnTo>
                  <a:pt x="642277" y="68630"/>
                </a:lnTo>
                <a:lnTo>
                  <a:pt x="639432" y="69672"/>
                </a:lnTo>
                <a:lnTo>
                  <a:pt x="643331" y="72174"/>
                </a:lnTo>
                <a:lnTo>
                  <a:pt x="642251" y="74650"/>
                </a:lnTo>
                <a:lnTo>
                  <a:pt x="644017" y="75374"/>
                </a:lnTo>
                <a:lnTo>
                  <a:pt x="645071" y="78219"/>
                </a:lnTo>
                <a:lnTo>
                  <a:pt x="646836" y="79997"/>
                </a:lnTo>
                <a:lnTo>
                  <a:pt x="736549" y="80454"/>
                </a:lnTo>
                <a:lnTo>
                  <a:pt x="793292" y="80391"/>
                </a:lnTo>
                <a:lnTo>
                  <a:pt x="796150" y="77571"/>
                </a:lnTo>
                <a:lnTo>
                  <a:pt x="798652" y="72974"/>
                </a:lnTo>
                <a:lnTo>
                  <a:pt x="799376" y="69075"/>
                </a:lnTo>
                <a:close/>
              </a:path>
              <a:path w="2275840" h="163195">
                <a:moveTo>
                  <a:pt x="807656" y="46418"/>
                </a:moveTo>
                <a:lnTo>
                  <a:pt x="758367" y="45097"/>
                </a:lnTo>
                <a:lnTo>
                  <a:pt x="634961" y="44831"/>
                </a:lnTo>
                <a:lnTo>
                  <a:pt x="632815" y="46596"/>
                </a:lnTo>
                <a:lnTo>
                  <a:pt x="633857" y="50495"/>
                </a:lnTo>
                <a:lnTo>
                  <a:pt x="634199" y="54749"/>
                </a:lnTo>
                <a:lnTo>
                  <a:pt x="636308" y="58661"/>
                </a:lnTo>
                <a:lnTo>
                  <a:pt x="803325" y="59524"/>
                </a:lnTo>
                <a:lnTo>
                  <a:pt x="806183" y="56337"/>
                </a:lnTo>
                <a:lnTo>
                  <a:pt x="807275" y="51028"/>
                </a:lnTo>
                <a:lnTo>
                  <a:pt x="807656" y="46418"/>
                </a:lnTo>
                <a:close/>
              </a:path>
              <a:path w="2275840" h="163195">
                <a:moveTo>
                  <a:pt x="810577" y="28702"/>
                </a:moveTo>
                <a:lnTo>
                  <a:pt x="809536" y="25146"/>
                </a:lnTo>
                <a:lnTo>
                  <a:pt x="631164" y="23533"/>
                </a:lnTo>
                <a:lnTo>
                  <a:pt x="630085" y="27419"/>
                </a:lnTo>
                <a:lnTo>
                  <a:pt x="630059" y="32385"/>
                </a:lnTo>
                <a:lnTo>
                  <a:pt x="631101" y="36296"/>
                </a:lnTo>
                <a:lnTo>
                  <a:pt x="809472" y="37211"/>
                </a:lnTo>
                <a:lnTo>
                  <a:pt x="810552" y="33667"/>
                </a:lnTo>
                <a:lnTo>
                  <a:pt x="810577" y="28702"/>
                </a:lnTo>
                <a:close/>
              </a:path>
              <a:path w="2275840" h="163195">
                <a:moveTo>
                  <a:pt x="810679" y="10617"/>
                </a:moveTo>
                <a:lnTo>
                  <a:pt x="808570" y="6350"/>
                </a:lnTo>
                <a:lnTo>
                  <a:pt x="807529" y="1739"/>
                </a:lnTo>
                <a:lnTo>
                  <a:pt x="634123" y="139"/>
                </a:lnTo>
                <a:lnTo>
                  <a:pt x="633044" y="1905"/>
                </a:lnTo>
                <a:lnTo>
                  <a:pt x="630516" y="11112"/>
                </a:lnTo>
                <a:lnTo>
                  <a:pt x="631913" y="15024"/>
                </a:lnTo>
                <a:lnTo>
                  <a:pt x="809586" y="15925"/>
                </a:lnTo>
                <a:lnTo>
                  <a:pt x="810679" y="10617"/>
                </a:lnTo>
                <a:close/>
              </a:path>
              <a:path w="2275840" h="163195">
                <a:moveTo>
                  <a:pt x="951407" y="90068"/>
                </a:moveTo>
                <a:lnTo>
                  <a:pt x="946099" y="90398"/>
                </a:lnTo>
                <a:lnTo>
                  <a:pt x="940066" y="89293"/>
                </a:lnTo>
                <a:lnTo>
                  <a:pt x="935101" y="90690"/>
                </a:lnTo>
                <a:lnTo>
                  <a:pt x="930783" y="100952"/>
                </a:lnTo>
                <a:lnTo>
                  <a:pt x="936802" y="103111"/>
                </a:lnTo>
                <a:lnTo>
                  <a:pt x="944613" y="101739"/>
                </a:lnTo>
                <a:lnTo>
                  <a:pt x="951357" y="102120"/>
                </a:lnTo>
                <a:lnTo>
                  <a:pt x="951407" y="90068"/>
                </a:lnTo>
                <a:close/>
              </a:path>
              <a:path w="2275840" h="163195">
                <a:moveTo>
                  <a:pt x="954836" y="113487"/>
                </a:moveTo>
                <a:lnTo>
                  <a:pt x="952360" y="111709"/>
                </a:lnTo>
                <a:lnTo>
                  <a:pt x="927900" y="111226"/>
                </a:lnTo>
                <a:lnTo>
                  <a:pt x="923645" y="112268"/>
                </a:lnTo>
                <a:lnTo>
                  <a:pt x="922909" y="116865"/>
                </a:lnTo>
                <a:lnTo>
                  <a:pt x="921118" y="120408"/>
                </a:lnTo>
                <a:lnTo>
                  <a:pt x="953744" y="120929"/>
                </a:lnTo>
                <a:lnTo>
                  <a:pt x="954836" y="113487"/>
                </a:lnTo>
                <a:close/>
              </a:path>
              <a:path w="2275840" h="163195">
                <a:moveTo>
                  <a:pt x="962152" y="140474"/>
                </a:moveTo>
                <a:lnTo>
                  <a:pt x="961110" y="136931"/>
                </a:lnTo>
                <a:lnTo>
                  <a:pt x="958989" y="133718"/>
                </a:lnTo>
                <a:lnTo>
                  <a:pt x="957592" y="130530"/>
                </a:lnTo>
                <a:lnTo>
                  <a:pt x="914679" y="129946"/>
                </a:lnTo>
                <a:lnTo>
                  <a:pt x="911834" y="133134"/>
                </a:lnTo>
                <a:lnTo>
                  <a:pt x="908265" y="136652"/>
                </a:lnTo>
                <a:lnTo>
                  <a:pt x="906119" y="140550"/>
                </a:lnTo>
                <a:lnTo>
                  <a:pt x="957897" y="141160"/>
                </a:lnTo>
                <a:lnTo>
                  <a:pt x="962152" y="140474"/>
                </a:lnTo>
                <a:close/>
              </a:path>
              <a:path w="2275840" h="163195">
                <a:moveTo>
                  <a:pt x="963853" y="14236"/>
                </a:moveTo>
                <a:lnTo>
                  <a:pt x="962456" y="9969"/>
                </a:lnTo>
                <a:lnTo>
                  <a:pt x="959650" y="5702"/>
                </a:lnTo>
                <a:lnTo>
                  <a:pt x="957541" y="1435"/>
                </a:lnTo>
                <a:lnTo>
                  <a:pt x="953643" y="1778"/>
                </a:lnTo>
                <a:lnTo>
                  <a:pt x="949032" y="1041"/>
                </a:lnTo>
                <a:lnTo>
                  <a:pt x="945121" y="2082"/>
                </a:lnTo>
                <a:lnTo>
                  <a:pt x="945108" y="5981"/>
                </a:lnTo>
                <a:lnTo>
                  <a:pt x="944727" y="10591"/>
                </a:lnTo>
                <a:lnTo>
                  <a:pt x="946124" y="14147"/>
                </a:lnTo>
                <a:lnTo>
                  <a:pt x="958176" y="14922"/>
                </a:lnTo>
                <a:lnTo>
                  <a:pt x="963853" y="14236"/>
                </a:lnTo>
                <a:close/>
              </a:path>
              <a:path w="2275840" h="163195">
                <a:moveTo>
                  <a:pt x="978357" y="161480"/>
                </a:moveTo>
                <a:lnTo>
                  <a:pt x="969543" y="150799"/>
                </a:lnTo>
                <a:lnTo>
                  <a:pt x="896493" y="150075"/>
                </a:lnTo>
                <a:lnTo>
                  <a:pt x="892225" y="153593"/>
                </a:lnTo>
                <a:lnTo>
                  <a:pt x="887590" y="158178"/>
                </a:lnTo>
                <a:lnTo>
                  <a:pt x="883666" y="161709"/>
                </a:lnTo>
                <a:lnTo>
                  <a:pt x="966647" y="162483"/>
                </a:lnTo>
                <a:lnTo>
                  <a:pt x="970902" y="162864"/>
                </a:lnTo>
                <a:lnTo>
                  <a:pt x="974801" y="162534"/>
                </a:lnTo>
                <a:lnTo>
                  <a:pt x="978357" y="161480"/>
                </a:lnTo>
                <a:close/>
              </a:path>
              <a:path w="2275840" h="163195">
                <a:moveTo>
                  <a:pt x="985024" y="35623"/>
                </a:moveTo>
                <a:lnTo>
                  <a:pt x="980795" y="31343"/>
                </a:lnTo>
                <a:lnTo>
                  <a:pt x="976896" y="29552"/>
                </a:lnTo>
                <a:lnTo>
                  <a:pt x="972667" y="24561"/>
                </a:lnTo>
                <a:lnTo>
                  <a:pt x="966063" y="24142"/>
                </a:lnTo>
                <a:lnTo>
                  <a:pt x="959243" y="24015"/>
                </a:lnTo>
                <a:lnTo>
                  <a:pt x="952474" y="24218"/>
                </a:lnTo>
                <a:lnTo>
                  <a:pt x="946073" y="24790"/>
                </a:lnTo>
                <a:lnTo>
                  <a:pt x="945692" y="28689"/>
                </a:lnTo>
                <a:lnTo>
                  <a:pt x="945680" y="32588"/>
                </a:lnTo>
                <a:lnTo>
                  <a:pt x="946010" y="36842"/>
                </a:lnTo>
                <a:lnTo>
                  <a:pt x="955890" y="36931"/>
                </a:lnTo>
                <a:lnTo>
                  <a:pt x="966050" y="37172"/>
                </a:lnTo>
                <a:lnTo>
                  <a:pt x="975931" y="36957"/>
                </a:lnTo>
                <a:lnTo>
                  <a:pt x="985024" y="35623"/>
                </a:lnTo>
                <a:close/>
              </a:path>
              <a:path w="2275840" h="163195">
                <a:moveTo>
                  <a:pt x="1042009" y="58610"/>
                </a:moveTo>
                <a:lnTo>
                  <a:pt x="1024039" y="53340"/>
                </a:lnTo>
                <a:lnTo>
                  <a:pt x="1015212" y="50355"/>
                </a:lnTo>
                <a:lnTo>
                  <a:pt x="1006602" y="46723"/>
                </a:lnTo>
                <a:lnTo>
                  <a:pt x="944549" y="45707"/>
                </a:lnTo>
                <a:lnTo>
                  <a:pt x="944524" y="50317"/>
                </a:lnTo>
                <a:lnTo>
                  <a:pt x="942721" y="55270"/>
                </a:lnTo>
                <a:lnTo>
                  <a:pt x="944473" y="59182"/>
                </a:lnTo>
                <a:lnTo>
                  <a:pt x="993762" y="59296"/>
                </a:lnTo>
                <a:lnTo>
                  <a:pt x="1018082" y="59105"/>
                </a:lnTo>
                <a:lnTo>
                  <a:pt x="1042009" y="58610"/>
                </a:lnTo>
                <a:close/>
              </a:path>
              <a:path w="2275840" h="163195">
                <a:moveTo>
                  <a:pt x="1156449" y="79768"/>
                </a:moveTo>
                <a:lnTo>
                  <a:pt x="1145692" y="77597"/>
                </a:lnTo>
                <a:lnTo>
                  <a:pt x="1123797" y="73926"/>
                </a:lnTo>
                <a:lnTo>
                  <a:pt x="1112862" y="71742"/>
                </a:lnTo>
                <a:lnTo>
                  <a:pt x="1104722" y="70637"/>
                </a:lnTo>
                <a:lnTo>
                  <a:pt x="1097280" y="67754"/>
                </a:lnTo>
                <a:lnTo>
                  <a:pt x="1088415" y="68427"/>
                </a:lnTo>
                <a:lnTo>
                  <a:pt x="1088415" y="68783"/>
                </a:lnTo>
                <a:lnTo>
                  <a:pt x="942657" y="68389"/>
                </a:lnTo>
                <a:lnTo>
                  <a:pt x="939457" y="70853"/>
                </a:lnTo>
                <a:lnTo>
                  <a:pt x="939787" y="75463"/>
                </a:lnTo>
                <a:lnTo>
                  <a:pt x="939050" y="79362"/>
                </a:lnTo>
                <a:lnTo>
                  <a:pt x="939761" y="80429"/>
                </a:lnTo>
                <a:lnTo>
                  <a:pt x="951103" y="80492"/>
                </a:lnTo>
                <a:lnTo>
                  <a:pt x="951141" y="75171"/>
                </a:lnTo>
                <a:lnTo>
                  <a:pt x="1097597" y="75920"/>
                </a:lnTo>
                <a:lnTo>
                  <a:pt x="1098308" y="74853"/>
                </a:lnTo>
                <a:lnTo>
                  <a:pt x="1116749" y="75311"/>
                </a:lnTo>
                <a:lnTo>
                  <a:pt x="1118146" y="79921"/>
                </a:lnTo>
                <a:lnTo>
                  <a:pt x="1127417" y="80327"/>
                </a:lnTo>
                <a:lnTo>
                  <a:pt x="1137285" y="80378"/>
                </a:lnTo>
                <a:lnTo>
                  <a:pt x="1156449" y="79768"/>
                </a:lnTo>
                <a:close/>
              </a:path>
              <a:path w="2275840" h="163195">
                <a:moveTo>
                  <a:pt x="1190942" y="130657"/>
                </a:moveTo>
                <a:lnTo>
                  <a:pt x="1183855" y="130263"/>
                </a:lnTo>
                <a:lnTo>
                  <a:pt x="1174991" y="129857"/>
                </a:lnTo>
                <a:lnTo>
                  <a:pt x="1168247" y="130543"/>
                </a:lnTo>
                <a:lnTo>
                  <a:pt x="1174267" y="132702"/>
                </a:lnTo>
                <a:lnTo>
                  <a:pt x="1182065" y="131673"/>
                </a:lnTo>
                <a:lnTo>
                  <a:pt x="1188453" y="131699"/>
                </a:lnTo>
                <a:lnTo>
                  <a:pt x="1190942" y="130657"/>
                </a:lnTo>
                <a:close/>
              </a:path>
              <a:path w="2275840" h="163195">
                <a:moveTo>
                  <a:pt x="1219822" y="101015"/>
                </a:moveTo>
                <a:lnTo>
                  <a:pt x="1218425" y="95681"/>
                </a:lnTo>
                <a:lnTo>
                  <a:pt x="1208519" y="91020"/>
                </a:lnTo>
                <a:lnTo>
                  <a:pt x="1156754" y="89700"/>
                </a:lnTo>
                <a:lnTo>
                  <a:pt x="1147279" y="89928"/>
                </a:lnTo>
                <a:lnTo>
                  <a:pt x="1128217" y="89954"/>
                </a:lnTo>
                <a:lnTo>
                  <a:pt x="1119149" y="90563"/>
                </a:lnTo>
                <a:lnTo>
                  <a:pt x="1119492" y="94475"/>
                </a:lnTo>
                <a:lnTo>
                  <a:pt x="1120533" y="98018"/>
                </a:lnTo>
                <a:lnTo>
                  <a:pt x="1122286" y="101219"/>
                </a:lnTo>
                <a:lnTo>
                  <a:pt x="1146898" y="101549"/>
                </a:lnTo>
                <a:lnTo>
                  <a:pt x="1171308" y="101663"/>
                </a:lnTo>
                <a:lnTo>
                  <a:pt x="1195590" y="101511"/>
                </a:lnTo>
                <a:lnTo>
                  <a:pt x="1219822" y="101015"/>
                </a:lnTo>
                <a:close/>
              </a:path>
              <a:path w="2275840" h="163195">
                <a:moveTo>
                  <a:pt x="1221879" y="115214"/>
                </a:moveTo>
                <a:lnTo>
                  <a:pt x="1220825" y="111302"/>
                </a:lnTo>
                <a:lnTo>
                  <a:pt x="1135011" y="110502"/>
                </a:lnTo>
                <a:lnTo>
                  <a:pt x="1133233" y="111912"/>
                </a:lnTo>
                <a:lnTo>
                  <a:pt x="1131824" y="110845"/>
                </a:lnTo>
                <a:lnTo>
                  <a:pt x="1129334" y="111899"/>
                </a:lnTo>
                <a:lnTo>
                  <a:pt x="1130376" y="115443"/>
                </a:lnTo>
                <a:lnTo>
                  <a:pt x="1134618" y="116535"/>
                </a:lnTo>
                <a:lnTo>
                  <a:pt x="1136738" y="119735"/>
                </a:lnTo>
                <a:lnTo>
                  <a:pt x="1215110" y="120853"/>
                </a:lnTo>
                <a:lnTo>
                  <a:pt x="1217955" y="119087"/>
                </a:lnTo>
                <a:lnTo>
                  <a:pt x="1221879" y="115214"/>
                </a:lnTo>
                <a:close/>
              </a:path>
              <a:path w="2275840" h="163195">
                <a:moveTo>
                  <a:pt x="1374470" y="24142"/>
                </a:moveTo>
                <a:lnTo>
                  <a:pt x="1350721" y="24015"/>
                </a:lnTo>
                <a:lnTo>
                  <a:pt x="1347876" y="25069"/>
                </a:lnTo>
                <a:lnTo>
                  <a:pt x="1344688" y="23634"/>
                </a:lnTo>
                <a:lnTo>
                  <a:pt x="1341843" y="25031"/>
                </a:lnTo>
                <a:lnTo>
                  <a:pt x="1346085" y="27889"/>
                </a:lnTo>
                <a:lnTo>
                  <a:pt x="1348193" y="33223"/>
                </a:lnTo>
                <a:lnTo>
                  <a:pt x="1352435" y="36080"/>
                </a:lnTo>
                <a:lnTo>
                  <a:pt x="1374419" y="36550"/>
                </a:lnTo>
                <a:lnTo>
                  <a:pt x="1374470" y="24142"/>
                </a:lnTo>
                <a:close/>
              </a:path>
              <a:path w="2275840" h="163195">
                <a:moveTo>
                  <a:pt x="1374597" y="1790"/>
                </a:moveTo>
                <a:lnTo>
                  <a:pt x="1355623" y="1460"/>
                </a:lnTo>
                <a:lnTo>
                  <a:pt x="1337259" y="1295"/>
                </a:lnTo>
                <a:lnTo>
                  <a:pt x="1319034" y="1460"/>
                </a:lnTo>
                <a:lnTo>
                  <a:pt x="1300467" y="2120"/>
                </a:lnTo>
                <a:lnTo>
                  <a:pt x="1306830" y="4940"/>
                </a:lnTo>
                <a:lnTo>
                  <a:pt x="1325587" y="13957"/>
                </a:lnTo>
                <a:lnTo>
                  <a:pt x="1374521" y="14922"/>
                </a:lnTo>
                <a:lnTo>
                  <a:pt x="1374571" y="5702"/>
                </a:lnTo>
                <a:lnTo>
                  <a:pt x="1374597" y="1790"/>
                </a:lnTo>
                <a:close/>
              </a:path>
              <a:path w="2275840" h="163195">
                <a:moveTo>
                  <a:pt x="1376451" y="54292"/>
                </a:moveTo>
                <a:lnTo>
                  <a:pt x="1374343" y="50736"/>
                </a:lnTo>
                <a:lnTo>
                  <a:pt x="1374368" y="46482"/>
                </a:lnTo>
                <a:lnTo>
                  <a:pt x="1369758" y="46101"/>
                </a:lnTo>
                <a:lnTo>
                  <a:pt x="1364081" y="46075"/>
                </a:lnTo>
                <a:lnTo>
                  <a:pt x="1359471" y="46405"/>
                </a:lnTo>
                <a:lnTo>
                  <a:pt x="1360512" y="50660"/>
                </a:lnTo>
                <a:lnTo>
                  <a:pt x="1362265" y="54927"/>
                </a:lnTo>
                <a:lnTo>
                  <a:pt x="1364373" y="58839"/>
                </a:lnTo>
                <a:lnTo>
                  <a:pt x="1368272" y="59220"/>
                </a:lnTo>
                <a:lnTo>
                  <a:pt x="1372527" y="59588"/>
                </a:lnTo>
                <a:lnTo>
                  <a:pt x="1375714" y="58547"/>
                </a:lnTo>
                <a:lnTo>
                  <a:pt x="1376451" y="54292"/>
                </a:lnTo>
                <a:close/>
              </a:path>
              <a:path w="2275840" h="163195">
                <a:moveTo>
                  <a:pt x="1380223" y="80200"/>
                </a:moveTo>
                <a:lnTo>
                  <a:pt x="1378496" y="71678"/>
                </a:lnTo>
                <a:lnTo>
                  <a:pt x="1377099" y="67068"/>
                </a:lnTo>
                <a:lnTo>
                  <a:pt x="1370698" y="69507"/>
                </a:lnTo>
                <a:lnTo>
                  <a:pt x="1366799" y="68783"/>
                </a:lnTo>
                <a:lnTo>
                  <a:pt x="1365008" y="72669"/>
                </a:lnTo>
                <a:lnTo>
                  <a:pt x="1368183" y="75882"/>
                </a:lnTo>
                <a:lnTo>
                  <a:pt x="1367091" y="80492"/>
                </a:lnTo>
                <a:lnTo>
                  <a:pt x="1380223" y="80200"/>
                </a:lnTo>
                <a:close/>
              </a:path>
              <a:path w="2275840" h="163195">
                <a:moveTo>
                  <a:pt x="1387208" y="100799"/>
                </a:moveTo>
                <a:lnTo>
                  <a:pt x="1385112" y="94767"/>
                </a:lnTo>
                <a:lnTo>
                  <a:pt x="1383360" y="90500"/>
                </a:lnTo>
                <a:lnTo>
                  <a:pt x="1378750" y="89763"/>
                </a:lnTo>
                <a:lnTo>
                  <a:pt x="1372019" y="89738"/>
                </a:lnTo>
                <a:lnTo>
                  <a:pt x="1367040" y="90411"/>
                </a:lnTo>
                <a:lnTo>
                  <a:pt x="1367383" y="94322"/>
                </a:lnTo>
                <a:lnTo>
                  <a:pt x="1365237" y="97853"/>
                </a:lnTo>
                <a:lnTo>
                  <a:pt x="1366634" y="101765"/>
                </a:lnTo>
                <a:lnTo>
                  <a:pt x="1385785" y="101866"/>
                </a:lnTo>
                <a:lnTo>
                  <a:pt x="1387208" y="100799"/>
                </a:lnTo>
                <a:close/>
              </a:path>
              <a:path w="2275840" h="163195">
                <a:moveTo>
                  <a:pt x="1396682" y="120002"/>
                </a:moveTo>
                <a:lnTo>
                  <a:pt x="1395285" y="117157"/>
                </a:lnTo>
                <a:lnTo>
                  <a:pt x="1393875" y="113957"/>
                </a:lnTo>
                <a:lnTo>
                  <a:pt x="1391767" y="111467"/>
                </a:lnTo>
                <a:lnTo>
                  <a:pt x="1377657" y="111226"/>
                </a:lnTo>
                <a:lnTo>
                  <a:pt x="1370711" y="111366"/>
                </a:lnTo>
                <a:lnTo>
                  <a:pt x="1364094" y="112039"/>
                </a:lnTo>
                <a:lnTo>
                  <a:pt x="1363726" y="114871"/>
                </a:lnTo>
                <a:lnTo>
                  <a:pt x="1361236" y="117335"/>
                </a:lnTo>
                <a:lnTo>
                  <a:pt x="1362278" y="120535"/>
                </a:lnTo>
                <a:lnTo>
                  <a:pt x="1370736" y="120815"/>
                </a:lnTo>
                <a:lnTo>
                  <a:pt x="1379474" y="120942"/>
                </a:lnTo>
                <a:lnTo>
                  <a:pt x="1388211" y="120726"/>
                </a:lnTo>
                <a:lnTo>
                  <a:pt x="1396682" y="120002"/>
                </a:lnTo>
                <a:close/>
              </a:path>
              <a:path w="2275840" h="163195">
                <a:moveTo>
                  <a:pt x="1411122" y="140296"/>
                </a:moveTo>
                <a:lnTo>
                  <a:pt x="1403718" y="130683"/>
                </a:lnTo>
                <a:lnTo>
                  <a:pt x="1358328" y="130086"/>
                </a:lnTo>
                <a:lnTo>
                  <a:pt x="1355826" y="133273"/>
                </a:lnTo>
                <a:lnTo>
                  <a:pt x="1354035" y="137160"/>
                </a:lnTo>
                <a:lnTo>
                  <a:pt x="1352600" y="140703"/>
                </a:lnTo>
                <a:lnTo>
                  <a:pt x="1366913" y="141173"/>
                </a:lnTo>
                <a:lnTo>
                  <a:pt x="1381493" y="141389"/>
                </a:lnTo>
                <a:lnTo>
                  <a:pt x="1396085" y="141325"/>
                </a:lnTo>
                <a:lnTo>
                  <a:pt x="1410411" y="140995"/>
                </a:lnTo>
                <a:lnTo>
                  <a:pt x="1411122" y="140296"/>
                </a:lnTo>
                <a:close/>
              </a:path>
              <a:path w="2275840" h="163195">
                <a:moveTo>
                  <a:pt x="1432293" y="161683"/>
                </a:moveTo>
                <a:lnTo>
                  <a:pt x="1429118" y="157403"/>
                </a:lnTo>
                <a:lnTo>
                  <a:pt x="1424520" y="155613"/>
                </a:lnTo>
                <a:lnTo>
                  <a:pt x="1420990" y="150977"/>
                </a:lnTo>
                <a:lnTo>
                  <a:pt x="1346174" y="150241"/>
                </a:lnTo>
                <a:lnTo>
                  <a:pt x="1342605" y="153060"/>
                </a:lnTo>
                <a:lnTo>
                  <a:pt x="1339392" y="158013"/>
                </a:lnTo>
                <a:lnTo>
                  <a:pt x="1336179" y="161899"/>
                </a:lnTo>
                <a:lnTo>
                  <a:pt x="1337602" y="162255"/>
                </a:lnTo>
                <a:lnTo>
                  <a:pt x="1429448" y="162369"/>
                </a:lnTo>
                <a:lnTo>
                  <a:pt x="1432293" y="161683"/>
                </a:lnTo>
                <a:close/>
              </a:path>
              <a:path w="2275840" h="163195">
                <a:moveTo>
                  <a:pt x="1634693" y="112001"/>
                </a:moveTo>
                <a:lnTo>
                  <a:pt x="1634337" y="111645"/>
                </a:lnTo>
                <a:lnTo>
                  <a:pt x="1593278" y="110998"/>
                </a:lnTo>
                <a:lnTo>
                  <a:pt x="1572793" y="111137"/>
                </a:lnTo>
                <a:lnTo>
                  <a:pt x="1552765" y="111937"/>
                </a:lnTo>
                <a:lnTo>
                  <a:pt x="1556994" y="116217"/>
                </a:lnTo>
                <a:lnTo>
                  <a:pt x="1563014" y="118021"/>
                </a:lnTo>
                <a:lnTo>
                  <a:pt x="1568678" y="120523"/>
                </a:lnTo>
                <a:lnTo>
                  <a:pt x="1616913" y="120777"/>
                </a:lnTo>
                <a:lnTo>
                  <a:pt x="1623301" y="119392"/>
                </a:lnTo>
                <a:lnTo>
                  <a:pt x="1629346" y="115874"/>
                </a:lnTo>
                <a:lnTo>
                  <a:pt x="1634693" y="112001"/>
                </a:lnTo>
                <a:close/>
              </a:path>
              <a:path w="2275840" h="163195">
                <a:moveTo>
                  <a:pt x="1658556" y="90843"/>
                </a:moveTo>
                <a:lnTo>
                  <a:pt x="1658200" y="90487"/>
                </a:lnTo>
                <a:lnTo>
                  <a:pt x="1532661" y="89484"/>
                </a:lnTo>
                <a:lnTo>
                  <a:pt x="1531950" y="90551"/>
                </a:lnTo>
                <a:lnTo>
                  <a:pt x="1530540" y="90195"/>
                </a:lnTo>
                <a:lnTo>
                  <a:pt x="1529473" y="90538"/>
                </a:lnTo>
                <a:lnTo>
                  <a:pt x="1531569" y="95516"/>
                </a:lnTo>
                <a:lnTo>
                  <a:pt x="1535112" y="97663"/>
                </a:lnTo>
                <a:lnTo>
                  <a:pt x="1538630" y="101574"/>
                </a:lnTo>
                <a:lnTo>
                  <a:pt x="1648218" y="102133"/>
                </a:lnTo>
                <a:lnTo>
                  <a:pt x="1652130" y="99326"/>
                </a:lnTo>
                <a:lnTo>
                  <a:pt x="1655343" y="94729"/>
                </a:lnTo>
                <a:lnTo>
                  <a:pt x="1658556" y="90843"/>
                </a:lnTo>
                <a:close/>
              </a:path>
              <a:path w="2275840" h="163195">
                <a:moveTo>
                  <a:pt x="1671408" y="73177"/>
                </a:moveTo>
                <a:lnTo>
                  <a:pt x="1671078" y="68922"/>
                </a:lnTo>
                <a:lnTo>
                  <a:pt x="1516456" y="68135"/>
                </a:lnTo>
                <a:lnTo>
                  <a:pt x="1513967" y="70243"/>
                </a:lnTo>
                <a:lnTo>
                  <a:pt x="1518221" y="72034"/>
                </a:lnTo>
                <a:lnTo>
                  <a:pt x="1517142" y="74866"/>
                </a:lnTo>
                <a:lnTo>
                  <a:pt x="1519262" y="75590"/>
                </a:lnTo>
                <a:lnTo>
                  <a:pt x="1520317" y="78435"/>
                </a:lnTo>
                <a:lnTo>
                  <a:pt x="1521726" y="80213"/>
                </a:lnTo>
                <a:lnTo>
                  <a:pt x="1665693" y="80949"/>
                </a:lnTo>
                <a:lnTo>
                  <a:pt x="1667840" y="77419"/>
                </a:lnTo>
                <a:lnTo>
                  <a:pt x="1671408" y="73177"/>
                </a:lnTo>
                <a:close/>
              </a:path>
              <a:path w="2275840" h="163195">
                <a:moveTo>
                  <a:pt x="1808619" y="150482"/>
                </a:moveTo>
                <a:lnTo>
                  <a:pt x="1762163" y="150241"/>
                </a:lnTo>
                <a:lnTo>
                  <a:pt x="1758238" y="154127"/>
                </a:lnTo>
                <a:lnTo>
                  <a:pt x="1752904" y="157645"/>
                </a:lnTo>
                <a:lnTo>
                  <a:pt x="1749691" y="162229"/>
                </a:lnTo>
                <a:lnTo>
                  <a:pt x="1808556" y="162534"/>
                </a:lnTo>
                <a:lnTo>
                  <a:pt x="1808619" y="150482"/>
                </a:lnTo>
                <a:close/>
              </a:path>
              <a:path w="2275840" h="163195">
                <a:moveTo>
                  <a:pt x="1808683" y="68910"/>
                </a:moveTo>
                <a:lnTo>
                  <a:pt x="1801939" y="68884"/>
                </a:lnTo>
                <a:lnTo>
                  <a:pt x="1800504" y="71348"/>
                </a:lnTo>
                <a:lnTo>
                  <a:pt x="1801202" y="74904"/>
                </a:lnTo>
                <a:lnTo>
                  <a:pt x="1799767" y="77381"/>
                </a:lnTo>
                <a:lnTo>
                  <a:pt x="1798675" y="83045"/>
                </a:lnTo>
                <a:lnTo>
                  <a:pt x="1805787" y="79540"/>
                </a:lnTo>
                <a:lnTo>
                  <a:pt x="1808619" y="80619"/>
                </a:lnTo>
                <a:lnTo>
                  <a:pt x="1808683" y="68910"/>
                </a:lnTo>
                <a:close/>
              </a:path>
              <a:path w="2275840" h="163195">
                <a:moveTo>
                  <a:pt x="1808721" y="130263"/>
                </a:moveTo>
                <a:lnTo>
                  <a:pt x="1779282" y="130111"/>
                </a:lnTo>
                <a:lnTo>
                  <a:pt x="1778215" y="130822"/>
                </a:lnTo>
                <a:lnTo>
                  <a:pt x="1775726" y="133997"/>
                </a:lnTo>
                <a:lnTo>
                  <a:pt x="1772513" y="137528"/>
                </a:lnTo>
                <a:lnTo>
                  <a:pt x="1771078" y="140716"/>
                </a:lnTo>
                <a:lnTo>
                  <a:pt x="1780438" y="141122"/>
                </a:lnTo>
                <a:lnTo>
                  <a:pt x="1789861" y="141262"/>
                </a:lnTo>
                <a:lnTo>
                  <a:pt x="1808657" y="141262"/>
                </a:lnTo>
                <a:lnTo>
                  <a:pt x="1808721" y="130263"/>
                </a:lnTo>
                <a:close/>
              </a:path>
              <a:path w="2275840" h="163195">
                <a:moveTo>
                  <a:pt x="1808810" y="111467"/>
                </a:moveTo>
                <a:lnTo>
                  <a:pt x="1790382" y="111379"/>
                </a:lnTo>
                <a:lnTo>
                  <a:pt x="1787169" y="113487"/>
                </a:lnTo>
                <a:lnTo>
                  <a:pt x="1785010" y="120573"/>
                </a:lnTo>
                <a:lnTo>
                  <a:pt x="1808772" y="121043"/>
                </a:lnTo>
                <a:lnTo>
                  <a:pt x="1808810" y="111467"/>
                </a:lnTo>
                <a:close/>
              </a:path>
              <a:path w="2275840" h="163195">
                <a:moveTo>
                  <a:pt x="1808924" y="90195"/>
                </a:moveTo>
                <a:lnTo>
                  <a:pt x="1794027" y="90119"/>
                </a:lnTo>
                <a:lnTo>
                  <a:pt x="1795767" y="97574"/>
                </a:lnTo>
                <a:lnTo>
                  <a:pt x="1793621" y="101460"/>
                </a:lnTo>
                <a:lnTo>
                  <a:pt x="1798231" y="102196"/>
                </a:lnTo>
                <a:lnTo>
                  <a:pt x="1803908" y="101511"/>
                </a:lnTo>
                <a:lnTo>
                  <a:pt x="1808861" y="101892"/>
                </a:lnTo>
                <a:lnTo>
                  <a:pt x="1808924" y="90195"/>
                </a:lnTo>
                <a:close/>
              </a:path>
              <a:path w="2275840" h="163195">
                <a:moveTo>
                  <a:pt x="1809026" y="1536"/>
                </a:moveTo>
                <a:lnTo>
                  <a:pt x="1509014" y="0"/>
                </a:lnTo>
                <a:lnTo>
                  <a:pt x="1508277" y="4254"/>
                </a:lnTo>
                <a:lnTo>
                  <a:pt x="1506855" y="5308"/>
                </a:lnTo>
                <a:lnTo>
                  <a:pt x="1506804" y="14884"/>
                </a:lnTo>
                <a:lnTo>
                  <a:pt x="1808949" y="16433"/>
                </a:lnTo>
                <a:lnTo>
                  <a:pt x="1809026" y="1536"/>
                </a:lnTo>
                <a:close/>
              </a:path>
              <a:path w="2275840" h="163195">
                <a:moveTo>
                  <a:pt x="1809127" y="50126"/>
                </a:moveTo>
                <a:lnTo>
                  <a:pt x="1808086" y="46570"/>
                </a:lnTo>
                <a:lnTo>
                  <a:pt x="1509496" y="44691"/>
                </a:lnTo>
                <a:lnTo>
                  <a:pt x="1508404" y="47879"/>
                </a:lnTo>
                <a:lnTo>
                  <a:pt x="1511541" y="58889"/>
                </a:lnTo>
                <a:lnTo>
                  <a:pt x="1675384" y="60426"/>
                </a:lnTo>
                <a:lnTo>
                  <a:pt x="1675384" y="59359"/>
                </a:lnTo>
                <a:lnTo>
                  <a:pt x="1677517" y="58674"/>
                </a:lnTo>
                <a:lnTo>
                  <a:pt x="1677530" y="55829"/>
                </a:lnTo>
                <a:lnTo>
                  <a:pt x="1678597" y="54419"/>
                </a:lnTo>
                <a:lnTo>
                  <a:pt x="1802015" y="54698"/>
                </a:lnTo>
                <a:lnTo>
                  <a:pt x="1803069" y="55765"/>
                </a:lnTo>
                <a:lnTo>
                  <a:pt x="1802345" y="57886"/>
                </a:lnTo>
                <a:lnTo>
                  <a:pt x="1803412" y="59309"/>
                </a:lnTo>
                <a:lnTo>
                  <a:pt x="1805178" y="58966"/>
                </a:lnTo>
                <a:lnTo>
                  <a:pt x="1807311" y="59690"/>
                </a:lnTo>
                <a:lnTo>
                  <a:pt x="1808378" y="58623"/>
                </a:lnTo>
                <a:lnTo>
                  <a:pt x="1809127" y="50126"/>
                </a:lnTo>
                <a:close/>
              </a:path>
              <a:path w="2275840" h="163195">
                <a:moveTo>
                  <a:pt x="1809394" y="24307"/>
                </a:moveTo>
                <a:lnTo>
                  <a:pt x="1693824" y="24307"/>
                </a:lnTo>
                <a:lnTo>
                  <a:pt x="1693824" y="23876"/>
                </a:lnTo>
                <a:lnTo>
                  <a:pt x="1505864" y="23876"/>
                </a:lnTo>
                <a:lnTo>
                  <a:pt x="1505864" y="37350"/>
                </a:lnTo>
                <a:lnTo>
                  <a:pt x="1693824" y="37350"/>
                </a:lnTo>
                <a:lnTo>
                  <a:pt x="1693824" y="38125"/>
                </a:lnTo>
                <a:lnTo>
                  <a:pt x="1809394" y="38125"/>
                </a:lnTo>
                <a:lnTo>
                  <a:pt x="1809394" y="24307"/>
                </a:lnTo>
                <a:close/>
              </a:path>
              <a:path w="2275840" h="163195">
                <a:moveTo>
                  <a:pt x="2077072" y="150787"/>
                </a:moveTo>
                <a:lnTo>
                  <a:pt x="1943379" y="150101"/>
                </a:lnTo>
                <a:lnTo>
                  <a:pt x="1942960" y="162509"/>
                </a:lnTo>
                <a:lnTo>
                  <a:pt x="2077008" y="163195"/>
                </a:lnTo>
                <a:lnTo>
                  <a:pt x="2077072" y="150787"/>
                </a:lnTo>
                <a:close/>
              </a:path>
              <a:path w="2275840" h="163195">
                <a:moveTo>
                  <a:pt x="2077186" y="130213"/>
                </a:moveTo>
                <a:lnTo>
                  <a:pt x="1943138" y="129540"/>
                </a:lnTo>
                <a:lnTo>
                  <a:pt x="1943074" y="141236"/>
                </a:lnTo>
                <a:lnTo>
                  <a:pt x="2077123" y="141922"/>
                </a:lnTo>
                <a:lnTo>
                  <a:pt x="2077186" y="130213"/>
                </a:lnTo>
                <a:close/>
              </a:path>
              <a:path w="2275840" h="163195">
                <a:moveTo>
                  <a:pt x="2077275" y="111429"/>
                </a:moveTo>
                <a:lnTo>
                  <a:pt x="1943227" y="110744"/>
                </a:lnTo>
                <a:lnTo>
                  <a:pt x="1943176" y="120662"/>
                </a:lnTo>
                <a:lnTo>
                  <a:pt x="2077224" y="121348"/>
                </a:lnTo>
                <a:lnTo>
                  <a:pt x="2077275" y="111429"/>
                </a:lnTo>
                <a:close/>
              </a:path>
              <a:path w="2275840" h="163195">
                <a:moveTo>
                  <a:pt x="2077389" y="90144"/>
                </a:moveTo>
                <a:lnTo>
                  <a:pt x="1943341" y="89458"/>
                </a:lnTo>
                <a:lnTo>
                  <a:pt x="1943277" y="101879"/>
                </a:lnTo>
                <a:lnTo>
                  <a:pt x="2077326" y="102209"/>
                </a:lnTo>
                <a:lnTo>
                  <a:pt x="2077389" y="90144"/>
                </a:lnTo>
                <a:close/>
              </a:path>
              <a:path w="2275840" h="163195">
                <a:moveTo>
                  <a:pt x="2077466" y="75603"/>
                </a:moveTo>
                <a:lnTo>
                  <a:pt x="1943417" y="74917"/>
                </a:lnTo>
                <a:lnTo>
                  <a:pt x="1943379" y="80238"/>
                </a:lnTo>
                <a:lnTo>
                  <a:pt x="2077427" y="80924"/>
                </a:lnTo>
                <a:lnTo>
                  <a:pt x="2077466" y="75603"/>
                </a:lnTo>
                <a:close/>
              </a:path>
              <a:path w="2275840" h="163195">
                <a:moveTo>
                  <a:pt x="2275573" y="30035"/>
                </a:moveTo>
                <a:lnTo>
                  <a:pt x="2274405" y="21882"/>
                </a:lnTo>
                <a:lnTo>
                  <a:pt x="2271052" y="14541"/>
                </a:lnTo>
                <a:lnTo>
                  <a:pt x="2260244" y="4610"/>
                </a:lnTo>
                <a:lnTo>
                  <a:pt x="2245969" y="1651"/>
                </a:lnTo>
                <a:lnTo>
                  <a:pt x="2230158" y="1866"/>
                </a:lnTo>
                <a:lnTo>
                  <a:pt x="2214727" y="1485"/>
                </a:lnTo>
                <a:lnTo>
                  <a:pt x="2214651" y="15659"/>
                </a:lnTo>
                <a:lnTo>
                  <a:pt x="2231682" y="15748"/>
                </a:lnTo>
                <a:lnTo>
                  <a:pt x="2238819" y="15976"/>
                </a:lnTo>
                <a:lnTo>
                  <a:pt x="2262111" y="27965"/>
                </a:lnTo>
                <a:lnTo>
                  <a:pt x="2261349" y="38595"/>
                </a:lnTo>
                <a:lnTo>
                  <a:pt x="2256713" y="43192"/>
                </a:lnTo>
                <a:lnTo>
                  <a:pt x="2251392" y="44932"/>
                </a:lnTo>
                <a:lnTo>
                  <a:pt x="2214499" y="45453"/>
                </a:lnTo>
                <a:lnTo>
                  <a:pt x="2214435" y="59639"/>
                </a:lnTo>
                <a:lnTo>
                  <a:pt x="2246299" y="59626"/>
                </a:lnTo>
                <a:lnTo>
                  <a:pt x="2260676" y="56197"/>
                </a:lnTo>
                <a:lnTo>
                  <a:pt x="2271598" y="45745"/>
                </a:lnTo>
                <a:lnTo>
                  <a:pt x="2274608" y="38252"/>
                </a:lnTo>
                <a:lnTo>
                  <a:pt x="2275573" y="30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29620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799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7208215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800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19911" y="420934"/>
            <a:ext cx="2514600" cy="364490"/>
          </a:xfrm>
          <a:custGeom>
            <a:avLst/>
            <a:gdLst/>
            <a:ahLst/>
            <a:cxnLst/>
            <a:rect l="l" t="t" r="r" b="b"/>
            <a:pathLst>
              <a:path w="2514600" h="364490">
                <a:moveTo>
                  <a:pt x="2514465" y="191005"/>
                </a:moveTo>
                <a:lnTo>
                  <a:pt x="2510243" y="149346"/>
                </a:lnTo>
                <a:lnTo>
                  <a:pt x="2473029" y="83233"/>
                </a:lnTo>
                <a:lnTo>
                  <a:pt x="2442728" y="58681"/>
                </a:lnTo>
                <a:lnTo>
                  <a:pt x="2390733" y="39580"/>
                </a:lnTo>
                <a:lnTo>
                  <a:pt x="2333485" y="37789"/>
                </a:lnTo>
                <a:lnTo>
                  <a:pt x="2333625" y="12262"/>
                </a:lnTo>
                <a:lnTo>
                  <a:pt x="2198154" y="11564"/>
                </a:lnTo>
                <a:lnTo>
                  <a:pt x="2197671" y="37802"/>
                </a:lnTo>
                <a:lnTo>
                  <a:pt x="2060422" y="37103"/>
                </a:lnTo>
                <a:lnTo>
                  <a:pt x="2060194" y="12630"/>
                </a:lnTo>
                <a:lnTo>
                  <a:pt x="1928622" y="11957"/>
                </a:lnTo>
                <a:lnTo>
                  <a:pt x="1928495" y="37853"/>
                </a:lnTo>
                <a:lnTo>
                  <a:pt x="1857209" y="37484"/>
                </a:lnTo>
                <a:lnTo>
                  <a:pt x="1813044" y="15582"/>
                </a:lnTo>
                <a:lnTo>
                  <a:pt x="1764830" y="4033"/>
                </a:lnTo>
                <a:lnTo>
                  <a:pt x="1711230" y="614"/>
                </a:lnTo>
                <a:lnTo>
                  <a:pt x="1692490" y="819"/>
                </a:lnTo>
                <a:lnTo>
                  <a:pt x="1657827" y="3768"/>
                </a:lnTo>
                <a:lnTo>
                  <a:pt x="1624006" y="10311"/>
                </a:lnTo>
                <a:lnTo>
                  <a:pt x="1591756" y="21252"/>
                </a:lnTo>
                <a:lnTo>
                  <a:pt x="1561807" y="37395"/>
                </a:lnTo>
                <a:lnTo>
                  <a:pt x="1418170" y="37370"/>
                </a:lnTo>
                <a:lnTo>
                  <a:pt x="1376032" y="17469"/>
                </a:lnTo>
                <a:lnTo>
                  <a:pt x="1330388" y="6065"/>
                </a:lnTo>
                <a:lnTo>
                  <a:pt x="1322160" y="5121"/>
                </a:lnTo>
                <a:lnTo>
                  <a:pt x="1314264" y="3850"/>
                </a:lnTo>
                <a:lnTo>
                  <a:pt x="1306365" y="2848"/>
                </a:lnTo>
                <a:lnTo>
                  <a:pt x="1298130" y="2712"/>
                </a:lnTo>
                <a:lnTo>
                  <a:pt x="1283666" y="1832"/>
                </a:lnTo>
                <a:lnTo>
                  <a:pt x="1240332" y="2064"/>
                </a:lnTo>
                <a:lnTo>
                  <a:pt x="1174492" y="12140"/>
                </a:lnTo>
                <a:lnTo>
                  <a:pt x="1114958" y="37942"/>
                </a:lnTo>
                <a:lnTo>
                  <a:pt x="1114602" y="38297"/>
                </a:lnTo>
                <a:lnTo>
                  <a:pt x="995083" y="38043"/>
                </a:lnTo>
                <a:lnTo>
                  <a:pt x="947373" y="14921"/>
                </a:lnTo>
                <a:lnTo>
                  <a:pt x="894549" y="3486"/>
                </a:lnTo>
                <a:lnTo>
                  <a:pt x="839043" y="0"/>
                </a:lnTo>
                <a:lnTo>
                  <a:pt x="784699" y="3366"/>
                </a:lnTo>
                <a:lnTo>
                  <a:pt x="733106" y="15124"/>
                </a:lnTo>
                <a:lnTo>
                  <a:pt x="685850" y="36811"/>
                </a:lnTo>
                <a:lnTo>
                  <a:pt x="637971" y="37281"/>
                </a:lnTo>
                <a:lnTo>
                  <a:pt x="598258" y="37078"/>
                </a:lnTo>
                <a:lnTo>
                  <a:pt x="598030" y="11894"/>
                </a:lnTo>
                <a:lnTo>
                  <a:pt x="470014" y="11246"/>
                </a:lnTo>
                <a:lnTo>
                  <a:pt x="469874" y="38196"/>
                </a:lnTo>
                <a:lnTo>
                  <a:pt x="324472" y="37091"/>
                </a:lnTo>
                <a:lnTo>
                  <a:pt x="324243" y="12275"/>
                </a:lnTo>
                <a:lnTo>
                  <a:pt x="192684" y="11957"/>
                </a:lnTo>
                <a:lnTo>
                  <a:pt x="192189" y="38196"/>
                </a:lnTo>
                <a:lnTo>
                  <a:pt x="174121" y="38339"/>
                </a:lnTo>
                <a:lnTo>
                  <a:pt x="155889" y="38049"/>
                </a:lnTo>
                <a:lnTo>
                  <a:pt x="137985" y="38360"/>
                </a:lnTo>
                <a:lnTo>
                  <a:pt x="84167" y="52146"/>
                </a:lnTo>
                <a:lnTo>
                  <a:pt x="51036" y="74443"/>
                </a:lnTo>
                <a:lnTo>
                  <a:pt x="24518" y="104353"/>
                </a:lnTo>
                <a:lnTo>
                  <a:pt x="7620" y="139034"/>
                </a:lnTo>
                <a:lnTo>
                  <a:pt x="0" y="181506"/>
                </a:lnTo>
                <a:lnTo>
                  <a:pt x="658" y="203677"/>
                </a:lnTo>
                <a:lnTo>
                  <a:pt x="18338" y="259542"/>
                </a:lnTo>
                <a:lnTo>
                  <a:pt x="41863" y="290410"/>
                </a:lnTo>
                <a:lnTo>
                  <a:pt x="72207" y="314598"/>
                </a:lnTo>
                <a:lnTo>
                  <a:pt x="126663" y="333195"/>
                </a:lnTo>
                <a:lnTo>
                  <a:pt x="191731" y="335020"/>
                </a:lnTo>
                <a:lnTo>
                  <a:pt x="191643" y="354172"/>
                </a:lnTo>
                <a:lnTo>
                  <a:pt x="325335" y="354502"/>
                </a:lnTo>
                <a:lnTo>
                  <a:pt x="325793" y="333928"/>
                </a:lnTo>
                <a:lnTo>
                  <a:pt x="469061" y="335020"/>
                </a:lnTo>
                <a:lnTo>
                  <a:pt x="469315" y="354527"/>
                </a:lnTo>
                <a:lnTo>
                  <a:pt x="595922" y="355175"/>
                </a:lnTo>
                <a:lnTo>
                  <a:pt x="596988" y="354464"/>
                </a:lnTo>
                <a:lnTo>
                  <a:pt x="597090" y="334614"/>
                </a:lnTo>
                <a:lnTo>
                  <a:pt x="703122" y="334804"/>
                </a:lnTo>
                <a:lnTo>
                  <a:pt x="749361" y="351619"/>
                </a:lnTo>
                <a:lnTo>
                  <a:pt x="799096" y="360471"/>
                </a:lnTo>
                <a:lnTo>
                  <a:pt x="806907" y="360509"/>
                </a:lnTo>
                <a:lnTo>
                  <a:pt x="814349" y="361258"/>
                </a:lnTo>
                <a:lnTo>
                  <a:pt x="821791" y="362350"/>
                </a:lnTo>
                <a:lnTo>
                  <a:pt x="859536" y="361634"/>
                </a:lnTo>
                <a:lnTo>
                  <a:pt x="896329" y="358083"/>
                </a:lnTo>
                <a:lnTo>
                  <a:pt x="931610" y="350999"/>
                </a:lnTo>
                <a:lnTo>
                  <a:pt x="964819" y="339681"/>
                </a:lnTo>
                <a:lnTo>
                  <a:pt x="967308" y="339694"/>
                </a:lnTo>
                <a:lnTo>
                  <a:pt x="968730" y="337928"/>
                </a:lnTo>
                <a:lnTo>
                  <a:pt x="970508" y="336874"/>
                </a:lnTo>
                <a:lnTo>
                  <a:pt x="971575" y="335820"/>
                </a:lnTo>
                <a:lnTo>
                  <a:pt x="974064" y="336188"/>
                </a:lnTo>
                <a:lnTo>
                  <a:pt x="974775" y="334410"/>
                </a:lnTo>
                <a:lnTo>
                  <a:pt x="1123010" y="334817"/>
                </a:lnTo>
                <a:lnTo>
                  <a:pt x="1162435" y="349293"/>
                </a:lnTo>
                <a:lnTo>
                  <a:pt x="1203756" y="357931"/>
                </a:lnTo>
                <a:lnTo>
                  <a:pt x="1257682" y="362990"/>
                </a:lnTo>
                <a:lnTo>
                  <a:pt x="1285665" y="364030"/>
                </a:lnTo>
                <a:lnTo>
                  <a:pt x="1314018" y="363811"/>
                </a:lnTo>
                <a:lnTo>
                  <a:pt x="1369013" y="357620"/>
                </a:lnTo>
                <a:lnTo>
                  <a:pt x="1419809" y="341294"/>
                </a:lnTo>
                <a:lnTo>
                  <a:pt x="1423720" y="338830"/>
                </a:lnTo>
                <a:lnTo>
                  <a:pt x="1428699" y="337446"/>
                </a:lnTo>
                <a:lnTo>
                  <a:pt x="1431556" y="334271"/>
                </a:lnTo>
                <a:lnTo>
                  <a:pt x="1536877" y="335160"/>
                </a:lnTo>
                <a:lnTo>
                  <a:pt x="1579079" y="335020"/>
                </a:lnTo>
                <a:lnTo>
                  <a:pt x="1626374" y="352997"/>
                </a:lnTo>
                <a:lnTo>
                  <a:pt x="1677174" y="361411"/>
                </a:lnTo>
                <a:lnTo>
                  <a:pt x="1720640" y="362154"/>
                </a:lnTo>
                <a:lnTo>
                  <a:pt x="1763193" y="358569"/>
                </a:lnTo>
                <a:lnTo>
                  <a:pt x="1803910" y="349788"/>
                </a:lnTo>
                <a:lnTo>
                  <a:pt x="1841868" y="334944"/>
                </a:lnTo>
                <a:lnTo>
                  <a:pt x="1928037" y="335388"/>
                </a:lnTo>
                <a:lnTo>
                  <a:pt x="1927936" y="354540"/>
                </a:lnTo>
                <a:lnTo>
                  <a:pt x="2060930" y="355213"/>
                </a:lnTo>
                <a:lnTo>
                  <a:pt x="2061641" y="354870"/>
                </a:lnTo>
                <a:lnTo>
                  <a:pt x="2061743" y="334652"/>
                </a:lnTo>
                <a:lnTo>
                  <a:pt x="2196858" y="335337"/>
                </a:lnTo>
                <a:lnTo>
                  <a:pt x="2196757" y="354489"/>
                </a:lnTo>
                <a:lnTo>
                  <a:pt x="2333294" y="354832"/>
                </a:lnTo>
                <a:lnTo>
                  <a:pt x="2333396" y="334271"/>
                </a:lnTo>
                <a:lnTo>
                  <a:pt x="2380208" y="334156"/>
                </a:lnTo>
                <a:lnTo>
                  <a:pt x="2419616" y="325127"/>
                </a:lnTo>
                <a:lnTo>
                  <a:pt x="2453680" y="306516"/>
                </a:lnTo>
                <a:lnTo>
                  <a:pt x="2482002" y="279129"/>
                </a:lnTo>
                <a:lnTo>
                  <a:pt x="2502509" y="245515"/>
                </a:lnTo>
                <a:lnTo>
                  <a:pt x="2513495" y="206458"/>
                </a:lnTo>
                <a:lnTo>
                  <a:pt x="2511729" y="205378"/>
                </a:lnTo>
                <a:lnTo>
                  <a:pt x="2513507" y="204680"/>
                </a:lnTo>
                <a:lnTo>
                  <a:pt x="2514465" y="191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27238" y="437959"/>
            <a:ext cx="2111375" cy="329565"/>
          </a:xfrm>
          <a:custGeom>
            <a:avLst/>
            <a:gdLst/>
            <a:ahLst/>
            <a:cxnLst/>
            <a:rect l="l" t="t" r="r" b="b"/>
            <a:pathLst>
              <a:path w="2111375" h="329565">
                <a:moveTo>
                  <a:pt x="374307" y="10388"/>
                </a:moveTo>
                <a:lnTo>
                  <a:pt x="279273" y="9906"/>
                </a:lnTo>
                <a:lnTo>
                  <a:pt x="278257" y="138988"/>
                </a:lnTo>
                <a:lnTo>
                  <a:pt x="100241" y="137718"/>
                </a:lnTo>
                <a:lnTo>
                  <a:pt x="100888" y="10769"/>
                </a:lnTo>
                <a:lnTo>
                  <a:pt x="1587" y="10261"/>
                </a:lnTo>
                <a:lnTo>
                  <a:pt x="0" y="321271"/>
                </a:lnTo>
                <a:lnTo>
                  <a:pt x="101066" y="321779"/>
                </a:lnTo>
                <a:lnTo>
                  <a:pt x="102057" y="197307"/>
                </a:lnTo>
                <a:lnTo>
                  <a:pt x="278663" y="198208"/>
                </a:lnTo>
                <a:lnTo>
                  <a:pt x="278028" y="321271"/>
                </a:lnTo>
                <a:lnTo>
                  <a:pt x="372719" y="321754"/>
                </a:lnTo>
                <a:lnTo>
                  <a:pt x="374307" y="10388"/>
                </a:lnTo>
                <a:close/>
              </a:path>
              <a:path w="2111375" h="329565">
                <a:moveTo>
                  <a:pt x="840193" y="156883"/>
                </a:moveTo>
                <a:lnTo>
                  <a:pt x="833805" y="112115"/>
                </a:lnTo>
                <a:lnTo>
                  <a:pt x="799820" y="52717"/>
                </a:lnTo>
                <a:lnTo>
                  <a:pt x="762774" y="26301"/>
                </a:lnTo>
                <a:lnTo>
                  <a:pt x="719353" y="10096"/>
                </a:lnTo>
                <a:lnTo>
                  <a:pt x="673671" y="1993"/>
                </a:lnTo>
                <a:lnTo>
                  <a:pt x="630415" y="0"/>
                </a:lnTo>
                <a:lnTo>
                  <a:pt x="595845" y="1612"/>
                </a:lnTo>
                <a:lnTo>
                  <a:pt x="529983" y="14554"/>
                </a:lnTo>
                <a:lnTo>
                  <a:pt x="471195" y="46850"/>
                </a:lnTo>
                <a:lnTo>
                  <a:pt x="434047" y="102577"/>
                </a:lnTo>
                <a:lnTo>
                  <a:pt x="424878" y="179019"/>
                </a:lnTo>
                <a:lnTo>
                  <a:pt x="433260" y="220510"/>
                </a:lnTo>
                <a:lnTo>
                  <a:pt x="452158" y="257606"/>
                </a:lnTo>
                <a:lnTo>
                  <a:pt x="482473" y="288264"/>
                </a:lnTo>
                <a:lnTo>
                  <a:pt x="518147" y="308165"/>
                </a:lnTo>
                <a:lnTo>
                  <a:pt x="556641" y="320484"/>
                </a:lnTo>
                <a:lnTo>
                  <a:pt x="597623" y="326567"/>
                </a:lnTo>
                <a:lnTo>
                  <a:pt x="640791" y="327736"/>
                </a:lnTo>
                <a:lnTo>
                  <a:pt x="683907" y="324535"/>
                </a:lnTo>
                <a:lnTo>
                  <a:pt x="726147" y="315277"/>
                </a:lnTo>
                <a:lnTo>
                  <a:pt x="765175" y="298551"/>
                </a:lnTo>
                <a:lnTo>
                  <a:pt x="798652" y="272986"/>
                </a:lnTo>
                <a:lnTo>
                  <a:pt x="824242" y="237172"/>
                </a:lnTo>
                <a:lnTo>
                  <a:pt x="837577" y="195262"/>
                </a:lnTo>
                <a:lnTo>
                  <a:pt x="840193" y="156883"/>
                </a:lnTo>
                <a:close/>
              </a:path>
              <a:path w="2111375" h="329565">
                <a:moveTo>
                  <a:pt x="1261071" y="216560"/>
                </a:moveTo>
                <a:lnTo>
                  <a:pt x="1233131" y="170827"/>
                </a:lnTo>
                <a:lnTo>
                  <a:pt x="1180312" y="149809"/>
                </a:lnTo>
                <a:lnTo>
                  <a:pt x="1131938" y="140652"/>
                </a:lnTo>
                <a:lnTo>
                  <a:pt x="1078712" y="133248"/>
                </a:lnTo>
                <a:lnTo>
                  <a:pt x="1056055" y="129540"/>
                </a:lnTo>
                <a:lnTo>
                  <a:pt x="1012825" y="116497"/>
                </a:lnTo>
                <a:lnTo>
                  <a:pt x="996276" y="93687"/>
                </a:lnTo>
                <a:lnTo>
                  <a:pt x="996327" y="83794"/>
                </a:lnTo>
                <a:lnTo>
                  <a:pt x="1029068" y="49720"/>
                </a:lnTo>
                <a:lnTo>
                  <a:pt x="1054239" y="46418"/>
                </a:lnTo>
                <a:lnTo>
                  <a:pt x="1067092" y="46558"/>
                </a:lnTo>
                <a:lnTo>
                  <a:pt x="1085126" y="51536"/>
                </a:lnTo>
                <a:lnTo>
                  <a:pt x="1101674" y="60477"/>
                </a:lnTo>
                <a:lnTo>
                  <a:pt x="1116228" y="72745"/>
                </a:lnTo>
                <a:lnTo>
                  <a:pt x="1128229" y="87655"/>
                </a:lnTo>
                <a:lnTo>
                  <a:pt x="1246670" y="88265"/>
                </a:lnTo>
                <a:lnTo>
                  <a:pt x="1249159" y="87566"/>
                </a:lnTo>
                <a:lnTo>
                  <a:pt x="1248816" y="86144"/>
                </a:lnTo>
                <a:lnTo>
                  <a:pt x="1216850" y="47078"/>
                </a:lnTo>
                <a:lnTo>
                  <a:pt x="1175410" y="21628"/>
                </a:lnTo>
                <a:lnTo>
                  <a:pt x="1127874" y="7378"/>
                </a:lnTo>
                <a:lnTo>
                  <a:pt x="1077595" y="1930"/>
                </a:lnTo>
                <a:lnTo>
                  <a:pt x="1035710" y="2095"/>
                </a:lnTo>
                <a:lnTo>
                  <a:pt x="994410" y="6870"/>
                </a:lnTo>
                <a:lnTo>
                  <a:pt x="954938" y="17322"/>
                </a:lnTo>
                <a:lnTo>
                  <a:pt x="918552" y="34455"/>
                </a:lnTo>
                <a:lnTo>
                  <a:pt x="889000" y="65786"/>
                </a:lnTo>
                <a:lnTo>
                  <a:pt x="880554" y="114757"/>
                </a:lnTo>
                <a:lnTo>
                  <a:pt x="883005" y="120802"/>
                </a:lnTo>
                <a:lnTo>
                  <a:pt x="884034" y="127190"/>
                </a:lnTo>
                <a:lnTo>
                  <a:pt x="920051" y="167233"/>
                </a:lnTo>
                <a:lnTo>
                  <a:pt x="973480" y="182613"/>
                </a:lnTo>
                <a:lnTo>
                  <a:pt x="1076007" y="201396"/>
                </a:lnTo>
                <a:lnTo>
                  <a:pt x="1109878" y="207784"/>
                </a:lnTo>
                <a:lnTo>
                  <a:pt x="1149108" y="234937"/>
                </a:lnTo>
                <a:lnTo>
                  <a:pt x="1150924" y="244652"/>
                </a:lnTo>
                <a:lnTo>
                  <a:pt x="1150467" y="254546"/>
                </a:lnTo>
                <a:lnTo>
                  <a:pt x="1147406" y="263753"/>
                </a:lnTo>
                <a:lnTo>
                  <a:pt x="1141476" y="271424"/>
                </a:lnTo>
                <a:lnTo>
                  <a:pt x="1121346" y="283552"/>
                </a:lnTo>
                <a:lnTo>
                  <a:pt x="1098245" y="288366"/>
                </a:lnTo>
                <a:lnTo>
                  <a:pt x="1074305" y="286994"/>
                </a:lnTo>
                <a:lnTo>
                  <a:pt x="1037653" y="272529"/>
                </a:lnTo>
                <a:lnTo>
                  <a:pt x="1012596" y="231406"/>
                </a:lnTo>
                <a:lnTo>
                  <a:pt x="880668" y="230733"/>
                </a:lnTo>
                <a:lnTo>
                  <a:pt x="899337" y="283387"/>
                </a:lnTo>
                <a:lnTo>
                  <a:pt x="939279" y="308673"/>
                </a:lnTo>
                <a:lnTo>
                  <a:pt x="993686" y="322948"/>
                </a:lnTo>
                <a:lnTo>
                  <a:pt x="1028776" y="326529"/>
                </a:lnTo>
                <a:lnTo>
                  <a:pt x="1034440" y="328333"/>
                </a:lnTo>
                <a:lnTo>
                  <a:pt x="1113167" y="329438"/>
                </a:lnTo>
                <a:lnTo>
                  <a:pt x="1116355" y="328752"/>
                </a:lnTo>
                <a:lnTo>
                  <a:pt x="1136624" y="327215"/>
                </a:lnTo>
                <a:lnTo>
                  <a:pt x="1175740" y="319341"/>
                </a:lnTo>
                <a:lnTo>
                  <a:pt x="1217980" y="301586"/>
                </a:lnTo>
                <a:lnTo>
                  <a:pt x="1253413" y="261531"/>
                </a:lnTo>
                <a:lnTo>
                  <a:pt x="1260462" y="235864"/>
                </a:lnTo>
                <a:lnTo>
                  <a:pt x="1261071" y="216560"/>
                </a:lnTo>
                <a:close/>
              </a:path>
              <a:path w="2111375" h="329565">
                <a:moveTo>
                  <a:pt x="1695373" y="210070"/>
                </a:moveTo>
                <a:lnTo>
                  <a:pt x="1602816" y="210299"/>
                </a:lnTo>
                <a:lnTo>
                  <a:pt x="1597406" y="221615"/>
                </a:lnTo>
                <a:lnTo>
                  <a:pt x="1590814" y="232587"/>
                </a:lnTo>
                <a:lnTo>
                  <a:pt x="1552473" y="268503"/>
                </a:lnTo>
                <a:lnTo>
                  <a:pt x="1502498" y="281279"/>
                </a:lnTo>
                <a:lnTo>
                  <a:pt x="1476578" y="276682"/>
                </a:lnTo>
                <a:lnTo>
                  <a:pt x="1426451" y="240398"/>
                </a:lnTo>
                <a:lnTo>
                  <a:pt x="1402232" y="183743"/>
                </a:lnTo>
                <a:lnTo>
                  <a:pt x="1401368" y="166598"/>
                </a:lnTo>
                <a:lnTo>
                  <a:pt x="1402092" y="149529"/>
                </a:lnTo>
                <a:lnTo>
                  <a:pt x="1425054" y="90754"/>
                </a:lnTo>
                <a:lnTo>
                  <a:pt x="1475447" y="55118"/>
                </a:lnTo>
                <a:lnTo>
                  <a:pt x="1506105" y="50215"/>
                </a:lnTo>
                <a:lnTo>
                  <a:pt x="1535277" y="54317"/>
                </a:lnTo>
                <a:lnTo>
                  <a:pt x="1561642" y="67132"/>
                </a:lnTo>
                <a:lnTo>
                  <a:pt x="1583664" y="86779"/>
                </a:lnTo>
                <a:lnTo>
                  <a:pt x="1599768" y="111340"/>
                </a:lnTo>
                <a:lnTo>
                  <a:pt x="1686661" y="111785"/>
                </a:lnTo>
                <a:lnTo>
                  <a:pt x="1691982" y="111455"/>
                </a:lnTo>
                <a:lnTo>
                  <a:pt x="1689239" y="101955"/>
                </a:lnTo>
                <a:lnTo>
                  <a:pt x="1685734" y="92684"/>
                </a:lnTo>
                <a:lnTo>
                  <a:pt x="1648815" y="42557"/>
                </a:lnTo>
                <a:lnTo>
                  <a:pt x="1613750" y="20675"/>
                </a:lnTo>
                <a:lnTo>
                  <a:pt x="1573923" y="7607"/>
                </a:lnTo>
                <a:lnTo>
                  <a:pt x="1531899" y="1409"/>
                </a:lnTo>
                <a:lnTo>
                  <a:pt x="1504238" y="203"/>
                </a:lnTo>
                <a:lnTo>
                  <a:pt x="1451000" y="3911"/>
                </a:lnTo>
                <a:lnTo>
                  <a:pt x="1400289" y="16256"/>
                </a:lnTo>
                <a:lnTo>
                  <a:pt x="1355953" y="40754"/>
                </a:lnTo>
                <a:lnTo>
                  <a:pt x="1321892" y="80848"/>
                </a:lnTo>
                <a:lnTo>
                  <a:pt x="1303172" y="151599"/>
                </a:lnTo>
                <a:lnTo>
                  <a:pt x="1304671" y="189585"/>
                </a:lnTo>
                <a:lnTo>
                  <a:pt x="1327404" y="255333"/>
                </a:lnTo>
                <a:lnTo>
                  <a:pt x="1377873" y="301726"/>
                </a:lnTo>
                <a:lnTo>
                  <a:pt x="1408290" y="314642"/>
                </a:lnTo>
                <a:lnTo>
                  <a:pt x="1409357" y="315709"/>
                </a:lnTo>
                <a:lnTo>
                  <a:pt x="1409357" y="316064"/>
                </a:lnTo>
                <a:lnTo>
                  <a:pt x="1410766" y="315709"/>
                </a:lnTo>
                <a:lnTo>
                  <a:pt x="1426629" y="319811"/>
                </a:lnTo>
                <a:lnTo>
                  <a:pt x="1442872" y="323278"/>
                </a:lnTo>
                <a:lnTo>
                  <a:pt x="1459445" y="325882"/>
                </a:lnTo>
                <a:lnTo>
                  <a:pt x="1476324" y="327393"/>
                </a:lnTo>
                <a:lnTo>
                  <a:pt x="1515808" y="327799"/>
                </a:lnTo>
                <a:lnTo>
                  <a:pt x="1554530" y="324345"/>
                </a:lnTo>
                <a:lnTo>
                  <a:pt x="1626463" y="302628"/>
                </a:lnTo>
                <a:lnTo>
                  <a:pt x="1670570" y="265709"/>
                </a:lnTo>
                <a:lnTo>
                  <a:pt x="1694294" y="214312"/>
                </a:lnTo>
                <a:lnTo>
                  <a:pt x="1695005" y="212902"/>
                </a:lnTo>
                <a:lnTo>
                  <a:pt x="1695373" y="210070"/>
                </a:lnTo>
                <a:close/>
              </a:path>
              <a:path w="2111375" h="329565">
                <a:moveTo>
                  <a:pt x="2111311" y="11468"/>
                </a:moveTo>
                <a:lnTo>
                  <a:pt x="2009533" y="10947"/>
                </a:lnTo>
                <a:lnTo>
                  <a:pt x="2008530" y="139674"/>
                </a:lnTo>
                <a:lnTo>
                  <a:pt x="1836534" y="138798"/>
                </a:lnTo>
                <a:lnTo>
                  <a:pt x="1837194" y="10426"/>
                </a:lnTo>
                <a:lnTo>
                  <a:pt x="1737893" y="9918"/>
                </a:lnTo>
                <a:lnTo>
                  <a:pt x="1736293" y="321627"/>
                </a:lnTo>
                <a:lnTo>
                  <a:pt x="1838071" y="322148"/>
                </a:lnTo>
                <a:lnTo>
                  <a:pt x="1839074" y="197675"/>
                </a:lnTo>
                <a:lnTo>
                  <a:pt x="2008581" y="198907"/>
                </a:lnTo>
                <a:lnTo>
                  <a:pt x="2007946" y="321602"/>
                </a:lnTo>
                <a:lnTo>
                  <a:pt x="2109724" y="322122"/>
                </a:lnTo>
                <a:lnTo>
                  <a:pt x="2111311" y="11468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36751" y="473989"/>
            <a:ext cx="2480945" cy="266065"/>
          </a:xfrm>
          <a:custGeom>
            <a:avLst/>
            <a:gdLst/>
            <a:ahLst/>
            <a:cxnLst/>
            <a:rect l="l" t="t" r="r" b="b"/>
            <a:pathLst>
              <a:path w="2480945" h="266065">
                <a:moveTo>
                  <a:pt x="175272" y="1447"/>
                </a:moveTo>
                <a:lnTo>
                  <a:pt x="123494" y="1181"/>
                </a:lnTo>
                <a:lnTo>
                  <a:pt x="116395" y="2209"/>
                </a:lnTo>
                <a:lnTo>
                  <a:pt x="108585" y="4305"/>
                </a:lnTo>
                <a:lnTo>
                  <a:pt x="101130" y="5321"/>
                </a:lnTo>
                <a:lnTo>
                  <a:pt x="44577" y="35229"/>
                </a:lnTo>
                <a:lnTo>
                  <a:pt x="8153" y="87833"/>
                </a:lnTo>
                <a:lnTo>
                  <a:pt x="0" y="136779"/>
                </a:lnTo>
                <a:lnTo>
                  <a:pt x="2971" y="161975"/>
                </a:lnTo>
                <a:lnTo>
                  <a:pt x="29718" y="216877"/>
                </a:lnTo>
                <a:lnTo>
                  <a:pt x="91046" y="258356"/>
                </a:lnTo>
                <a:lnTo>
                  <a:pt x="128181" y="264350"/>
                </a:lnTo>
                <a:lnTo>
                  <a:pt x="128168" y="264706"/>
                </a:lnTo>
                <a:lnTo>
                  <a:pt x="174269" y="264934"/>
                </a:lnTo>
                <a:lnTo>
                  <a:pt x="174332" y="252882"/>
                </a:lnTo>
                <a:lnTo>
                  <a:pt x="134975" y="252679"/>
                </a:lnTo>
                <a:lnTo>
                  <a:pt x="106375" y="250405"/>
                </a:lnTo>
                <a:lnTo>
                  <a:pt x="57251" y="227647"/>
                </a:lnTo>
                <a:lnTo>
                  <a:pt x="25247" y="189064"/>
                </a:lnTo>
                <a:lnTo>
                  <a:pt x="12293" y="146634"/>
                </a:lnTo>
                <a:lnTo>
                  <a:pt x="12217" y="123317"/>
                </a:lnTo>
                <a:lnTo>
                  <a:pt x="19926" y="89776"/>
                </a:lnTo>
                <a:lnTo>
                  <a:pt x="62687" y="35318"/>
                </a:lnTo>
                <a:lnTo>
                  <a:pt x="112509" y="15455"/>
                </a:lnTo>
                <a:lnTo>
                  <a:pt x="133045" y="14274"/>
                </a:lnTo>
                <a:lnTo>
                  <a:pt x="154165" y="14554"/>
                </a:lnTo>
                <a:lnTo>
                  <a:pt x="175196" y="14566"/>
                </a:lnTo>
                <a:lnTo>
                  <a:pt x="175272" y="1447"/>
                </a:lnTo>
                <a:close/>
              </a:path>
              <a:path w="2480945" h="266065">
                <a:moveTo>
                  <a:pt x="452945" y="736"/>
                </a:moveTo>
                <a:lnTo>
                  <a:pt x="307555" y="0"/>
                </a:lnTo>
                <a:lnTo>
                  <a:pt x="307479" y="13830"/>
                </a:lnTo>
                <a:lnTo>
                  <a:pt x="452882" y="14566"/>
                </a:lnTo>
                <a:lnTo>
                  <a:pt x="452945" y="736"/>
                </a:lnTo>
                <a:close/>
              </a:path>
              <a:path w="2480945" h="266065">
                <a:moveTo>
                  <a:pt x="645160" y="1371"/>
                </a:moveTo>
                <a:lnTo>
                  <a:pt x="581685" y="698"/>
                </a:lnTo>
                <a:lnTo>
                  <a:pt x="581266" y="13462"/>
                </a:lnTo>
                <a:lnTo>
                  <a:pt x="634822" y="13373"/>
                </a:lnTo>
                <a:lnTo>
                  <a:pt x="645160" y="2438"/>
                </a:lnTo>
                <a:lnTo>
                  <a:pt x="645160" y="1371"/>
                </a:lnTo>
                <a:close/>
              </a:path>
              <a:path w="2480945" h="266065">
                <a:moveTo>
                  <a:pt x="1076756" y="1803"/>
                </a:moveTo>
                <a:lnTo>
                  <a:pt x="1006894" y="1092"/>
                </a:lnTo>
                <a:lnTo>
                  <a:pt x="1001572" y="1778"/>
                </a:lnTo>
                <a:lnTo>
                  <a:pt x="1005090" y="6045"/>
                </a:lnTo>
                <a:lnTo>
                  <a:pt x="1007198" y="9956"/>
                </a:lnTo>
                <a:lnTo>
                  <a:pt x="1011796" y="13525"/>
                </a:lnTo>
                <a:lnTo>
                  <a:pt x="1067828" y="13817"/>
                </a:lnTo>
                <a:lnTo>
                  <a:pt x="1070686" y="9931"/>
                </a:lnTo>
                <a:lnTo>
                  <a:pt x="1074953" y="6400"/>
                </a:lnTo>
                <a:lnTo>
                  <a:pt x="1076756" y="1803"/>
                </a:lnTo>
                <a:close/>
              </a:path>
              <a:path w="2480945" h="266065">
                <a:moveTo>
                  <a:pt x="1521117" y="1943"/>
                </a:moveTo>
                <a:lnTo>
                  <a:pt x="1429969" y="1130"/>
                </a:lnTo>
                <a:lnTo>
                  <a:pt x="1428559" y="1828"/>
                </a:lnTo>
                <a:lnTo>
                  <a:pt x="1426070" y="749"/>
                </a:lnTo>
                <a:lnTo>
                  <a:pt x="1425003" y="2159"/>
                </a:lnTo>
                <a:lnTo>
                  <a:pt x="1435239" y="12852"/>
                </a:lnTo>
                <a:lnTo>
                  <a:pt x="1511477" y="13957"/>
                </a:lnTo>
                <a:lnTo>
                  <a:pt x="1521104" y="3009"/>
                </a:lnTo>
                <a:lnTo>
                  <a:pt x="1521117" y="1943"/>
                </a:lnTo>
                <a:close/>
              </a:path>
              <a:path w="2480945" h="266065">
                <a:moveTo>
                  <a:pt x="1911565" y="1460"/>
                </a:moveTo>
                <a:lnTo>
                  <a:pt x="1868297" y="1231"/>
                </a:lnTo>
                <a:lnTo>
                  <a:pt x="1866176" y="1943"/>
                </a:lnTo>
                <a:lnTo>
                  <a:pt x="1861934" y="139"/>
                </a:lnTo>
                <a:lnTo>
                  <a:pt x="1861210" y="2971"/>
                </a:lnTo>
                <a:lnTo>
                  <a:pt x="1870722" y="13309"/>
                </a:lnTo>
                <a:lnTo>
                  <a:pt x="1911502" y="13868"/>
                </a:lnTo>
                <a:lnTo>
                  <a:pt x="1911565" y="1460"/>
                </a:lnTo>
                <a:close/>
              </a:path>
              <a:path w="2480945" h="266065">
                <a:moveTo>
                  <a:pt x="2181098" y="1066"/>
                </a:moveTo>
                <a:lnTo>
                  <a:pt x="2043849" y="368"/>
                </a:lnTo>
                <a:lnTo>
                  <a:pt x="2043785" y="13843"/>
                </a:lnTo>
                <a:lnTo>
                  <a:pt x="2181021" y="14541"/>
                </a:lnTo>
                <a:lnTo>
                  <a:pt x="2181098" y="1066"/>
                </a:lnTo>
                <a:close/>
              </a:path>
              <a:path w="2480945" h="266065">
                <a:moveTo>
                  <a:pt x="2480500" y="122821"/>
                </a:moveTo>
                <a:lnTo>
                  <a:pt x="2479471" y="116433"/>
                </a:lnTo>
                <a:lnTo>
                  <a:pt x="2479141" y="110045"/>
                </a:lnTo>
                <a:lnTo>
                  <a:pt x="2477401" y="104000"/>
                </a:lnTo>
                <a:lnTo>
                  <a:pt x="2443086" y="41770"/>
                </a:lnTo>
                <a:lnTo>
                  <a:pt x="2381796" y="5994"/>
                </a:lnTo>
                <a:lnTo>
                  <a:pt x="2317280" y="1409"/>
                </a:lnTo>
                <a:lnTo>
                  <a:pt x="2317216" y="14173"/>
                </a:lnTo>
                <a:lnTo>
                  <a:pt x="2339213" y="14262"/>
                </a:lnTo>
                <a:lnTo>
                  <a:pt x="2361044" y="14935"/>
                </a:lnTo>
                <a:lnTo>
                  <a:pt x="2400846" y="25234"/>
                </a:lnTo>
                <a:lnTo>
                  <a:pt x="2449474" y="67919"/>
                </a:lnTo>
                <a:lnTo>
                  <a:pt x="2468753" y="129844"/>
                </a:lnTo>
                <a:lnTo>
                  <a:pt x="2470505" y="135178"/>
                </a:lnTo>
                <a:lnTo>
                  <a:pt x="2467292" y="139065"/>
                </a:lnTo>
                <a:lnTo>
                  <a:pt x="2468334" y="144386"/>
                </a:lnTo>
                <a:lnTo>
                  <a:pt x="2460599" y="177126"/>
                </a:lnTo>
                <a:lnTo>
                  <a:pt x="2419007" y="231025"/>
                </a:lnTo>
                <a:lnTo>
                  <a:pt x="2372461" y="251244"/>
                </a:lnTo>
                <a:lnTo>
                  <a:pt x="2354415" y="252869"/>
                </a:lnTo>
                <a:lnTo>
                  <a:pt x="2317051" y="252844"/>
                </a:lnTo>
                <a:lnTo>
                  <a:pt x="2316988" y="265252"/>
                </a:lnTo>
                <a:lnTo>
                  <a:pt x="2360257" y="265125"/>
                </a:lnTo>
                <a:lnTo>
                  <a:pt x="2361323" y="264058"/>
                </a:lnTo>
                <a:lnTo>
                  <a:pt x="2364511" y="265493"/>
                </a:lnTo>
                <a:lnTo>
                  <a:pt x="2364879" y="264083"/>
                </a:lnTo>
                <a:lnTo>
                  <a:pt x="2377122" y="261874"/>
                </a:lnTo>
                <a:lnTo>
                  <a:pt x="2388870" y="258762"/>
                </a:lnTo>
                <a:lnTo>
                  <a:pt x="2442006" y="226364"/>
                </a:lnTo>
                <a:lnTo>
                  <a:pt x="2477566" y="161607"/>
                </a:lnTo>
                <a:lnTo>
                  <a:pt x="2480500" y="1228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52597" y="488486"/>
            <a:ext cx="214629" cy="227329"/>
          </a:xfrm>
          <a:custGeom>
            <a:avLst/>
            <a:gdLst/>
            <a:ahLst/>
            <a:cxnLst/>
            <a:rect l="l" t="t" r="r" b="b"/>
            <a:pathLst>
              <a:path w="214629" h="227329">
                <a:moveTo>
                  <a:pt x="214147" y="105759"/>
                </a:moveTo>
                <a:lnTo>
                  <a:pt x="204827" y="65233"/>
                </a:lnTo>
                <a:lnTo>
                  <a:pt x="183094" y="32232"/>
                </a:lnTo>
                <a:lnTo>
                  <a:pt x="151207" y="9290"/>
                </a:lnTo>
                <a:lnTo>
                  <a:pt x="112639" y="0"/>
                </a:lnTo>
                <a:lnTo>
                  <a:pt x="92548" y="756"/>
                </a:lnTo>
                <a:lnTo>
                  <a:pt x="47593" y="18681"/>
                </a:lnTo>
                <a:lnTo>
                  <a:pt x="9967" y="63917"/>
                </a:lnTo>
                <a:lnTo>
                  <a:pt x="0" y="118510"/>
                </a:lnTo>
                <a:lnTo>
                  <a:pt x="3694" y="144313"/>
                </a:lnTo>
                <a:lnTo>
                  <a:pt x="26874" y="189515"/>
                </a:lnTo>
                <a:lnTo>
                  <a:pt x="74090" y="221808"/>
                </a:lnTo>
                <a:lnTo>
                  <a:pt x="102127" y="227156"/>
                </a:lnTo>
                <a:lnTo>
                  <a:pt x="131306" y="224097"/>
                </a:lnTo>
                <a:lnTo>
                  <a:pt x="180387" y="196240"/>
                </a:lnTo>
                <a:lnTo>
                  <a:pt x="209361" y="147542"/>
                </a:lnTo>
                <a:lnTo>
                  <a:pt x="214147" y="10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58201" y="496341"/>
            <a:ext cx="2437765" cy="222250"/>
          </a:xfrm>
          <a:custGeom>
            <a:avLst/>
            <a:gdLst/>
            <a:ahLst/>
            <a:cxnLst/>
            <a:rect l="l" t="t" r="r" b="b"/>
            <a:pathLst>
              <a:path w="2437765" h="222250">
                <a:moveTo>
                  <a:pt x="153708" y="1079"/>
                </a:moveTo>
                <a:lnTo>
                  <a:pt x="109728" y="1079"/>
                </a:lnTo>
                <a:lnTo>
                  <a:pt x="88760" y="3009"/>
                </a:lnTo>
                <a:lnTo>
                  <a:pt x="43268" y="23482"/>
                </a:lnTo>
                <a:lnTo>
                  <a:pt x="6946" y="71234"/>
                </a:lnTo>
                <a:lnTo>
                  <a:pt x="0" y="99949"/>
                </a:lnTo>
                <a:lnTo>
                  <a:pt x="1524" y="132410"/>
                </a:lnTo>
                <a:lnTo>
                  <a:pt x="30962" y="187883"/>
                </a:lnTo>
                <a:lnTo>
                  <a:pt x="78346" y="216839"/>
                </a:lnTo>
                <a:lnTo>
                  <a:pt x="127431" y="221335"/>
                </a:lnTo>
                <a:lnTo>
                  <a:pt x="152933" y="221310"/>
                </a:lnTo>
                <a:lnTo>
                  <a:pt x="152984" y="210324"/>
                </a:lnTo>
                <a:lnTo>
                  <a:pt x="98031" y="209321"/>
                </a:lnTo>
                <a:lnTo>
                  <a:pt x="85813" y="207264"/>
                </a:lnTo>
                <a:lnTo>
                  <a:pt x="31915" y="173316"/>
                </a:lnTo>
                <a:lnTo>
                  <a:pt x="11239" y="122262"/>
                </a:lnTo>
                <a:lnTo>
                  <a:pt x="12090" y="92925"/>
                </a:lnTo>
                <a:lnTo>
                  <a:pt x="35598" y="44907"/>
                </a:lnTo>
                <a:lnTo>
                  <a:pt x="80568" y="15608"/>
                </a:lnTo>
                <a:lnTo>
                  <a:pt x="115925" y="11137"/>
                </a:lnTo>
                <a:lnTo>
                  <a:pt x="134899" y="11747"/>
                </a:lnTo>
                <a:lnTo>
                  <a:pt x="153657" y="11722"/>
                </a:lnTo>
                <a:lnTo>
                  <a:pt x="153708" y="1079"/>
                </a:lnTo>
                <a:close/>
              </a:path>
              <a:path w="2437765" h="222250">
                <a:moveTo>
                  <a:pt x="153962" y="20942"/>
                </a:moveTo>
                <a:lnTo>
                  <a:pt x="133997" y="20942"/>
                </a:lnTo>
                <a:lnTo>
                  <a:pt x="114020" y="20472"/>
                </a:lnTo>
                <a:lnTo>
                  <a:pt x="94754" y="21742"/>
                </a:lnTo>
                <a:lnTo>
                  <a:pt x="56832" y="38404"/>
                </a:lnTo>
                <a:lnTo>
                  <a:pt x="27406" y="74269"/>
                </a:lnTo>
                <a:lnTo>
                  <a:pt x="20497" y="123418"/>
                </a:lnTo>
                <a:lnTo>
                  <a:pt x="27711" y="148551"/>
                </a:lnTo>
                <a:lnTo>
                  <a:pt x="62318" y="187515"/>
                </a:lnTo>
                <a:lnTo>
                  <a:pt x="105244" y="200418"/>
                </a:lnTo>
                <a:lnTo>
                  <a:pt x="153035" y="201104"/>
                </a:lnTo>
                <a:lnTo>
                  <a:pt x="153085" y="191516"/>
                </a:lnTo>
                <a:lnTo>
                  <a:pt x="125069" y="191554"/>
                </a:lnTo>
                <a:lnTo>
                  <a:pt x="111086" y="191312"/>
                </a:lnTo>
                <a:lnTo>
                  <a:pt x="97053" y="190525"/>
                </a:lnTo>
                <a:lnTo>
                  <a:pt x="95643" y="189103"/>
                </a:lnTo>
                <a:lnTo>
                  <a:pt x="92798" y="190855"/>
                </a:lnTo>
                <a:lnTo>
                  <a:pt x="92100" y="188734"/>
                </a:lnTo>
                <a:lnTo>
                  <a:pt x="87490" y="189064"/>
                </a:lnTo>
                <a:lnTo>
                  <a:pt x="82892" y="186905"/>
                </a:lnTo>
                <a:lnTo>
                  <a:pt x="45212" y="159854"/>
                </a:lnTo>
                <a:lnTo>
                  <a:pt x="30035" y="121031"/>
                </a:lnTo>
                <a:lnTo>
                  <a:pt x="30734" y="95770"/>
                </a:lnTo>
                <a:lnTo>
                  <a:pt x="53365" y="53428"/>
                </a:lnTo>
                <a:lnTo>
                  <a:pt x="91808" y="32054"/>
                </a:lnTo>
                <a:lnTo>
                  <a:pt x="112191" y="30175"/>
                </a:lnTo>
                <a:lnTo>
                  <a:pt x="133299" y="30505"/>
                </a:lnTo>
                <a:lnTo>
                  <a:pt x="153911" y="30518"/>
                </a:lnTo>
                <a:lnTo>
                  <a:pt x="153962" y="20942"/>
                </a:lnTo>
                <a:close/>
              </a:path>
              <a:path w="2437765" h="222250">
                <a:moveTo>
                  <a:pt x="431190" y="39382"/>
                </a:moveTo>
                <a:lnTo>
                  <a:pt x="286499" y="38646"/>
                </a:lnTo>
                <a:lnTo>
                  <a:pt x="285750" y="46799"/>
                </a:lnTo>
                <a:lnTo>
                  <a:pt x="286791" y="51066"/>
                </a:lnTo>
                <a:lnTo>
                  <a:pt x="431126" y="51803"/>
                </a:lnTo>
                <a:lnTo>
                  <a:pt x="431190" y="39382"/>
                </a:lnTo>
                <a:close/>
              </a:path>
              <a:path w="2437765" h="222250">
                <a:moveTo>
                  <a:pt x="431292" y="20586"/>
                </a:moveTo>
                <a:lnTo>
                  <a:pt x="285889" y="19850"/>
                </a:lnTo>
                <a:lnTo>
                  <a:pt x="285838" y="29781"/>
                </a:lnTo>
                <a:lnTo>
                  <a:pt x="431241" y="30518"/>
                </a:lnTo>
                <a:lnTo>
                  <a:pt x="431292" y="20586"/>
                </a:lnTo>
                <a:close/>
              </a:path>
              <a:path w="2437765" h="222250">
                <a:moveTo>
                  <a:pt x="431380" y="1079"/>
                </a:moveTo>
                <a:lnTo>
                  <a:pt x="285991" y="342"/>
                </a:lnTo>
                <a:lnTo>
                  <a:pt x="285940" y="10985"/>
                </a:lnTo>
                <a:lnTo>
                  <a:pt x="431330" y="11722"/>
                </a:lnTo>
                <a:lnTo>
                  <a:pt x="431380" y="1079"/>
                </a:lnTo>
                <a:close/>
              </a:path>
              <a:path w="2437765" h="222250">
                <a:moveTo>
                  <a:pt x="585812" y="39471"/>
                </a:moveTo>
                <a:lnTo>
                  <a:pt x="559930" y="38976"/>
                </a:lnTo>
                <a:lnTo>
                  <a:pt x="559866" y="50685"/>
                </a:lnTo>
                <a:lnTo>
                  <a:pt x="580440" y="50787"/>
                </a:lnTo>
                <a:lnTo>
                  <a:pt x="582917" y="49733"/>
                </a:lnTo>
                <a:lnTo>
                  <a:pt x="585812" y="39471"/>
                </a:lnTo>
                <a:close/>
              </a:path>
              <a:path w="2437765" h="222250">
                <a:moveTo>
                  <a:pt x="593356" y="21412"/>
                </a:moveTo>
                <a:lnTo>
                  <a:pt x="593001" y="20358"/>
                </a:lnTo>
                <a:lnTo>
                  <a:pt x="560019" y="19824"/>
                </a:lnTo>
                <a:lnTo>
                  <a:pt x="559981" y="29400"/>
                </a:lnTo>
                <a:lnTo>
                  <a:pt x="588340" y="29552"/>
                </a:lnTo>
                <a:lnTo>
                  <a:pt x="592251" y="28511"/>
                </a:lnTo>
                <a:lnTo>
                  <a:pt x="591566" y="23888"/>
                </a:lnTo>
                <a:lnTo>
                  <a:pt x="593356" y="21412"/>
                </a:lnTo>
                <a:close/>
              </a:path>
              <a:path w="2437765" h="222250">
                <a:moveTo>
                  <a:pt x="605155" y="914"/>
                </a:moveTo>
                <a:lnTo>
                  <a:pt x="560120" y="330"/>
                </a:lnTo>
                <a:lnTo>
                  <a:pt x="560070" y="10604"/>
                </a:lnTo>
                <a:lnTo>
                  <a:pt x="598728" y="10807"/>
                </a:lnTo>
                <a:lnTo>
                  <a:pt x="601218" y="8343"/>
                </a:lnTo>
                <a:lnTo>
                  <a:pt x="603719" y="4445"/>
                </a:lnTo>
                <a:lnTo>
                  <a:pt x="605155" y="914"/>
                </a:lnTo>
                <a:close/>
              </a:path>
              <a:path w="2437765" h="222250">
                <a:moveTo>
                  <a:pt x="807974" y="9398"/>
                </a:moveTo>
                <a:lnTo>
                  <a:pt x="804418" y="9639"/>
                </a:lnTo>
                <a:lnTo>
                  <a:pt x="802995" y="9728"/>
                </a:lnTo>
                <a:lnTo>
                  <a:pt x="797687" y="8280"/>
                </a:lnTo>
                <a:lnTo>
                  <a:pt x="793419" y="10388"/>
                </a:lnTo>
                <a:lnTo>
                  <a:pt x="799096" y="10414"/>
                </a:lnTo>
                <a:lnTo>
                  <a:pt x="802995" y="10693"/>
                </a:lnTo>
                <a:lnTo>
                  <a:pt x="804418" y="10795"/>
                </a:lnTo>
                <a:lnTo>
                  <a:pt x="807974" y="10312"/>
                </a:lnTo>
                <a:lnTo>
                  <a:pt x="807974" y="9398"/>
                </a:lnTo>
                <a:close/>
              </a:path>
              <a:path w="2437765" h="222250">
                <a:moveTo>
                  <a:pt x="809383" y="10109"/>
                </a:moveTo>
                <a:lnTo>
                  <a:pt x="808583" y="10223"/>
                </a:lnTo>
                <a:lnTo>
                  <a:pt x="808583" y="10515"/>
                </a:lnTo>
                <a:lnTo>
                  <a:pt x="809383" y="10109"/>
                </a:lnTo>
                <a:close/>
              </a:path>
              <a:path w="2437765" h="222250">
                <a:moveTo>
                  <a:pt x="855383" y="28790"/>
                </a:moveTo>
                <a:lnTo>
                  <a:pt x="852563" y="25577"/>
                </a:lnTo>
                <a:lnTo>
                  <a:pt x="845146" y="21285"/>
                </a:lnTo>
                <a:lnTo>
                  <a:pt x="782739" y="20256"/>
                </a:lnTo>
                <a:lnTo>
                  <a:pt x="760742" y="20497"/>
                </a:lnTo>
                <a:lnTo>
                  <a:pt x="755777" y="21894"/>
                </a:lnTo>
                <a:lnTo>
                  <a:pt x="751497" y="25425"/>
                </a:lnTo>
                <a:lnTo>
                  <a:pt x="747572" y="29298"/>
                </a:lnTo>
                <a:lnTo>
                  <a:pt x="801293" y="29933"/>
                </a:lnTo>
                <a:lnTo>
                  <a:pt x="828255" y="29921"/>
                </a:lnTo>
                <a:lnTo>
                  <a:pt x="855027" y="29489"/>
                </a:lnTo>
                <a:lnTo>
                  <a:pt x="855383" y="28790"/>
                </a:lnTo>
                <a:close/>
              </a:path>
              <a:path w="2437765" h="222250">
                <a:moveTo>
                  <a:pt x="875131" y="51231"/>
                </a:moveTo>
                <a:lnTo>
                  <a:pt x="873734" y="46609"/>
                </a:lnTo>
                <a:lnTo>
                  <a:pt x="870204" y="43764"/>
                </a:lnTo>
                <a:lnTo>
                  <a:pt x="867397" y="39839"/>
                </a:lnTo>
                <a:lnTo>
                  <a:pt x="830503" y="39293"/>
                </a:lnTo>
                <a:lnTo>
                  <a:pt x="736892" y="39179"/>
                </a:lnTo>
                <a:lnTo>
                  <a:pt x="732612" y="42341"/>
                </a:lnTo>
                <a:lnTo>
                  <a:pt x="727964" y="51193"/>
                </a:lnTo>
                <a:lnTo>
                  <a:pt x="815555" y="51993"/>
                </a:lnTo>
                <a:lnTo>
                  <a:pt x="871943" y="51917"/>
                </a:lnTo>
                <a:lnTo>
                  <a:pt x="875131" y="51231"/>
                </a:lnTo>
                <a:close/>
              </a:path>
              <a:path w="2437765" h="222250">
                <a:moveTo>
                  <a:pt x="1032649" y="39268"/>
                </a:moveTo>
                <a:lnTo>
                  <a:pt x="1027684" y="39598"/>
                </a:lnTo>
                <a:lnTo>
                  <a:pt x="1021664" y="38506"/>
                </a:lnTo>
                <a:lnTo>
                  <a:pt x="1017397" y="40259"/>
                </a:lnTo>
                <a:lnTo>
                  <a:pt x="1019492" y="47713"/>
                </a:lnTo>
                <a:lnTo>
                  <a:pt x="1019810" y="53746"/>
                </a:lnTo>
                <a:lnTo>
                  <a:pt x="1027988" y="49885"/>
                </a:lnTo>
                <a:lnTo>
                  <a:pt x="1032598" y="50977"/>
                </a:lnTo>
                <a:lnTo>
                  <a:pt x="1032649" y="39268"/>
                </a:lnTo>
                <a:close/>
              </a:path>
              <a:path w="2437765" h="222250">
                <a:moveTo>
                  <a:pt x="1034478" y="28994"/>
                </a:moveTo>
                <a:lnTo>
                  <a:pt x="1032738" y="23660"/>
                </a:lnTo>
                <a:lnTo>
                  <a:pt x="1033805" y="21183"/>
                </a:lnTo>
                <a:lnTo>
                  <a:pt x="1026007" y="20434"/>
                </a:lnTo>
                <a:lnTo>
                  <a:pt x="1017511" y="20040"/>
                </a:lnTo>
                <a:lnTo>
                  <a:pt x="1010056" y="21069"/>
                </a:lnTo>
                <a:lnTo>
                  <a:pt x="1010742" y="23914"/>
                </a:lnTo>
                <a:lnTo>
                  <a:pt x="1011796" y="26746"/>
                </a:lnTo>
                <a:lnTo>
                  <a:pt x="1013206" y="29235"/>
                </a:lnTo>
                <a:lnTo>
                  <a:pt x="1030935" y="30035"/>
                </a:lnTo>
                <a:lnTo>
                  <a:pt x="1034478" y="28994"/>
                </a:lnTo>
                <a:close/>
              </a:path>
              <a:path w="2437765" h="222250">
                <a:moveTo>
                  <a:pt x="1040295" y="1003"/>
                </a:moveTo>
                <a:lnTo>
                  <a:pt x="1029462" y="1028"/>
                </a:lnTo>
                <a:lnTo>
                  <a:pt x="1018527" y="901"/>
                </a:lnTo>
                <a:lnTo>
                  <a:pt x="1007922" y="1041"/>
                </a:lnTo>
                <a:lnTo>
                  <a:pt x="998093" y="1854"/>
                </a:lnTo>
                <a:lnTo>
                  <a:pt x="1000201" y="4699"/>
                </a:lnTo>
                <a:lnTo>
                  <a:pt x="1001610" y="7899"/>
                </a:lnTo>
                <a:lnTo>
                  <a:pt x="1004074" y="10756"/>
                </a:lnTo>
                <a:lnTo>
                  <a:pt x="1037056" y="10566"/>
                </a:lnTo>
                <a:lnTo>
                  <a:pt x="1040282" y="4203"/>
                </a:lnTo>
                <a:lnTo>
                  <a:pt x="1040295" y="1003"/>
                </a:lnTo>
                <a:close/>
              </a:path>
              <a:path w="2437765" h="222250">
                <a:moveTo>
                  <a:pt x="1248067" y="10223"/>
                </a:moveTo>
                <a:lnTo>
                  <a:pt x="1241907" y="7429"/>
                </a:lnTo>
                <a:lnTo>
                  <a:pt x="1235189" y="5816"/>
                </a:lnTo>
                <a:lnTo>
                  <a:pt x="1227988" y="5143"/>
                </a:lnTo>
                <a:lnTo>
                  <a:pt x="1220431" y="5118"/>
                </a:lnTo>
                <a:lnTo>
                  <a:pt x="1212977" y="6502"/>
                </a:lnTo>
                <a:lnTo>
                  <a:pt x="1204468" y="6807"/>
                </a:lnTo>
                <a:lnTo>
                  <a:pt x="1198422" y="10325"/>
                </a:lnTo>
                <a:lnTo>
                  <a:pt x="1210602" y="10629"/>
                </a:lnTo>
                <a:lnTo>
                  <a:pt x="1223098" y="10807"/>
                </a:lnTo>
                <a:lnTo>
                  <a:pt x="1235659" y="10718"/>
                </a:lnTo>
                <a:lnTo>
                  <a:pt x="1248067" y="10223"/>
                </a:lnTo>
                <a:close/>
              </a:path>
              <a:path w="2437765" h="222250">
                <a:moveTo>
                  <a:pt x="1274216" y="28448"/>
                </a:moveTo>
                <a:lnTo>
                  <a:pt x="1271752" y="25946"/>
                </a:lnTo>
                <a:lnTo>
                  <a:pt x="1265034" y="20243"/>
                </a:lnTo>
                <a:lnTo>
                  <a:pt x="1244815" y="20408"/>
                </a:lnTo>
                <a:lnTo>
                  <a:pt x="1203845" y="20332"/>
                </a:lnTo>
                <a:lnTo>
                  <a:pt x="1183830" y="20891"/>
                </a:lnTo>
                <a:lnTo>
                  <a:pt x="1183449" y="23723"/>
                </a:lnTo>
                <a:lnTo>
                  <a:pt x="1180960" y="26555"/>
                </a:lnTo>
                <a:lnTo>
                  <a:pt x="1182712" y="29400"/>
                </a:lnTo>
                <a:lnTo>
                  <a:pt x="1205865" y="29705"/>
                </a:lnTo>
                <a:lnTo>
                  <a:pt x="1228369" y="29806"/>
                </a:lnTo>
                <a:lnTo>
                  <a:pt x="1250734" y="29654"/>
                </a:lnTo>
                <a:lnTo>
                  <a:pt x="1273505" y="29146"/>
                </a:lnTo>
                <a:lnTo>
                  <a:pt x="1274216" y="28448"/>
                </a:lnTo>
                <a:close/>
              </a:path>
              <a:path w="2437765" h="222250">
                <a:moveTo>
                  <a:pt x="1463878" y="43243"/>
                </a:moveTo>
                <a:lnTo>
                  <a:pt x="1463535" y="39700"/>
                </a:lnTo>
                <a:lnTo>
                  <a:pt x="1446161" y="39255"/>
                </a:lnTo>
                <a:lnTo>
                  <a:pt x="1442250" y="41008"/>
                </a:lnTo>
                <a:lnTo>
                  <a:pt x="1449324" y="45656"/>
                </a:lnTo>
                <a:lnTo>
                  <a:pt x="1443990" y="47040"/>
                </a:lnTo>
                <a:lnTo>
                  <a:pt x="1285481" y="45885"/>
                </a:lnTo>
                <a:lnTo>
                  <a:pt x="1282319" y="39484"/>
                </a:lnTo>
                <a:lnTo>
                  <a:pt x="1188694" y="39357"/>
                </a:lnTo>
                <a:lnTo>
                  <a:pt x="1459217" y="51384"/>
                </a:lnTo>
                <a:lnTo>
                  <a:pt x="1460995" y="50330"/>
                </a:lnTo>
                <a:lnTo>
                  <a:pt x="1462087" y="46786"/>
                </a:lnTo>
                <a:lnTo>
                  <a:pt x="1463878" y="43243"/>
                </a:lnTo>
                <a:close/>
              </a:path>
              <a:path w="2437765" h="222250">
                <a:moveTo>
                  <a:pt x="1471079" y="21297"/>
                </a:moveTo>
                <a:lnTo>
                  <a:pt x="1462087" y="20815"/>
                </a:lnTo>
                <a:lnTo>
                  <a:pt x="1452905" y="20586"/>
                </a:lnTo>
                <a:lnTo>
                  <a:pt x="1443850" y="20764"/>
                </a:lnTo>
                <a:lnTo>
                  <a:pt x="1435265" y="21463"/>
                </a:lnTo>
                <a:lnTo>
                  <a:pt x="1439468" y="29641"/>
                </a:lnTo>
                <a:lnTo>
                  <a:pt x="1446733" y="29933"/>
                </a:lnTo>
                <a:lnTo>
                  <a:pt x="1453781" y="30073"/>
                </a:lnTo>
                <a:lnTo>
                  <a:pt x="1460754" y="29959"/>
                </a:lnTo>
                <a:lnTo>
                  <a:pt x="1467840" y="29438"/>
                </a:lnTo>
                <a:lnTo>
                  <a:pt x="1471079" y="21297"/>
                </a:lnTo>
                <a:close/>
              </a:path>
              <a:path w="2437765" h="222250">
                <a:moveTo>
                  <a:pt x="1481823" y="1485"/>
                </a:moveTo>
                <a:lnTo>
                  <a:pt x="1452562" y="952"/>
                </a:lnTo>
                <a:lnTo>
                  <a:pt x="1437830" y="927"/>
                </a:lnTo>
                <a:lnTo>
                  <a:pt x="1423301" y="1193"/>
                </a:lnTo>
                <a:lnTo>
                  <a:pt x="1424355" y="4737"/>
                </a:lnTo>
                <a:lnTo>
                  <a:pt x="1426819" y="7594"/>
                </a:lnTo>
                <a:lnTo>
                  <a:pt x="1428927" y="10795"/>
                </a:lnTo>
                <a:lnTo>
                  <a:pt x="1476806" y="11036"/>
                </a:lnTo>
                <a:lnTo>
                  <a:pt x="1481442" y="5041"/>
                </a:lnTo>
                <a:lnTo>
                  <a:pt x="1481823" y="1485"/>
                </a:lnTo>
                <a:close/>
              </a:path>
              <a:path w="2437765" h="222250">
                <a:moveTo>
                  <a:pt x="1683562" y="10325"/>
                </a:moveTo>
                <a:lnTo>
                  <a:pt x="1682496" y="10325"/>
                </a:lnTo>
                <a:lnTo>
                  <a:pt x="1682140" y="9956"/>
                </a:lnTo>
                <a:lnTo>
                  <a:pt x="1677543" y="9588"/>
                </a:lnTo>
                <a:lnTo>
                  <a:pt x="1671154" y="8483"/>
                </a:lnTo>
                <a:lnTo>
                  <a:pt x="1666900" y="10591"/>
                </a:lnTo>
                <a:lnTo>
                  <a:pt x="1672209" y="10972"/>
                </a:lnTo>
                <a:lnTo>
                  <a:pt x="1678241" y="11366"/>
                </a:lnTo>
                <a:lnTo>
                  <a:pt x="1683562" y="10325"/>
                </a:lnTo>
                <a:close/>
              </a:path>
              <a:path w="2437765" h="222250">
                <a:moveTo>
                  <a:pt x="1727809" y="27216"/>
                </a:moveTo>
                <a:lnTo>
                  <a:pt x="1723555" y="26492"/>
                </a:lnTo>
                <a:lnTo>
                  <a:pt x="1722145" y="24358"/>
                </a:lnTo>
                <a:lnTo>
                  <a:pt x="1716493" y="20777"/>
                </a:lnTo>
                <a:lnTo>
                  <a:pt x="1696199" y="20586"/>
                </a:lnTo>
                <a:lnTo>
                  <a:pt x="1633855" y="20713"/>
                </a:lnTo>
                <a:lnTo>
                  <a:pt x="1629587" y="23164"/>
                </a:lnTo>
                <a:lnTo>
                  <a:pt x="1625320" y="25984"/>
                </a:lnTo>
                <a:lnTo>
                  <a:pt x="1621751" y="29514"/>
                </a:lnTo>
                <a:lnTo>
                  <a:pt x="1622107" y="29870"/>
                </a:lnTo>
                <a:lnTo>
                  <a:pt x="1727441" y="30403"/>
                </a:lnTo>
                <a:lnTo>
                  <a:pt x="1727809" y="27216"/>
                </a:lnTo>
                <a:close/>
              </a:path>
              <a:path w="2437765" h="222250">
                <a:moveTo>
                  <a:pt x="1747177" y="52146"/>
                </a:moveTo>
                <a:lnTo>
                  <a:pt x="1745780" y="47523"/>
                </a:lnTo>
                <a:lnTo>
                  <a:pt x="1742262" y="43599"/>
                </a:lnTo>
                <a:lnTo>
                  <a:pt x="1738731" y="40043"/>
                </a:lnTo>
                <a:lnTo>
                  <a:pt x="1611426" y="39039"/>
                </a:lnTo>
                <a:lnTo>
                  <a:pt x="1611426" y="39751"/>
                </a:lnTo>
                <a:lnTo>
                  <a:pt x="1608213" y="42570"/>
                </a:lnTo>
                <a:lnTo>
                  <a:pt x="1605000" y="46799"/>
                </a:lnTo>
                <a:lnTo>
                  <a:pt x="1603565" y="51054"/>
                </a:lnTo>
                <a:lnTo>
                  <a:pt x="1747177" y="52146"/>
                </a:lnTo>
                <a:close/>
              </a:path>
              <a:path w="2437765" h="222250">
                <a:moveTo>
                  <a:pt x="1890014" y="736"/>
                </a:moveTo>
                <a:lnTo>
                  <a:pt x="1881771" y="1016"/>
                </a:lnTo>
                <a:lnTo>
                  <a:pt x="1873605" y="749"/>
                </a:lnTo>
                <a:lnTo>
                  <a:pt x="1865566" y="622"/>
                </a:lnTo>
                <a:lnTo>
                  <a:pt x="1857730" y="1282"/>
                </a:lnTo>
                <a:lnTo>
                  <a:pt x="1863001" y="10528"/>
                </a:lnTo>
                <a:lnTo>
                  <a:pt x="1889950" y="11023"/>
                </a:lnTo>
                <a:lnTo>
                  <a:pt x="1890014" y="736"/>
                </a:lnTo>
                <a:close/>
              </a:path>
              <a:path w="2437765" h="222250">
                <a:moveTo>
                  <a:pt x="1890166" y="39395"/>
                </a:moveTo>
                <a:lnTo>
                  <a:pt x="1885556" y="39370"/>
                </a:lnTo>
                <a:lnTo>
                  <a:pt x="1881301" y="39712"/>
                </a:lnTo>
                <a:lnTo>
                  <a:pt x="1877047" y="39687"/>
                </a:lnTo>
                <a:lnTo>
                  <a:pt x="1876679" y="42519"/>
                </a:lnTo>
                <a:lnTo>
                  <a:pt x="1878431" y="45364"/>
                </a:lnTo>
                <a:lnTo>
                  <a:pt x="1878418" y="48196"/>
                </a:lnTo>
                <a:lnTo>
                  <a:pt x="1879460" y="53530"/>
                </a:lnTo>
                <a:lnTo>
                  <a:pt x="1886216" y="50012"/>
                </a:lnTo>
                <a:lnTo>
                  <a:pt x="1890102" y="51104"/>
                </a:lnTo>
                <a:lnTo>
                  <a:pt x="1890166" y="39395"/>
                </a:lnTo>
                <a:close/>
              </a:path>
              <a:path w="2437765" h="222250">
                <a:moveTo>
                  <a:pt x="1890268" y="20599"/>
                </a:moveTo>
                <a:lnTo>
                  <a:pt x="1870405" y="20497"/>
                </a:lnTo>
                <a:lnTo>
                  <a:pt x="1868982" y="21551"/>
                </a:lnTo>
                <a:lnTo>
                  <a:pt x="1870024" y="24396"/>
                </a:lnTo>
                <a:lnTo>
                  <a:pt x="1870367" y="27597"/>
                </a:lnTo>
                <a:lnTo>
                  <a:pt x="1872843" y="29730"/>
                </a:lnTo>
                <a:lnTo>
                  <a:pt x="1890217" y="29819"/>
                </a:lnTo>
                <a:lnTo>
                  <a:pt x="1890268" y="20599"/>
                </a:lnTo>
                <a:close/>
              </a:path>
              <a:path w="2437765" h="222250">
                <a:moveTo>
                  <a:pt x="2158987" y="39712"/>
                </a:moveTo>
                <a:lnTo>
                  <a:pt x="2022094" y="39001"/>
                </a:lnTo>
                <a:lnTo>
                  <a:pt x="2022030" y="51066"/>
                </a:lnTo>
                <a:lnTo>
                  <a:pt x="2158923" y="51765"/>
                </a:lnTo>
                <a:lnTo>
                  <a:pt x="2158987" y="39712"/>
                </a:lnTo>
                <a:close/>
              </a:path>
              <a:path w="2437765" h="222250">
                <a:moveTo>
                  <a:pt x="2159076" y="20916"/>
                </a:moveTo>
                <a:lnTo>
                  <a:pt x="2022195" y="20218"/>
                </a:lnTo>
                <a:lnTo>
                  <a:pt x="2022144" y="29781"/>
                </a:lnTo>
                <a:lnTo>
                  <a:pt x="2159025" y="30480"/>
                </a:lnTo>
                <a:lnTo>
                  <a:pt x="2159076" y="20916"/>
                </a:lnTo>
                <a:close/>
              </a:path>
              <a:path w="2437765" h="222250">
                <a:moveTo>
                  <a:pt x="2159177" y="698"/>
                </a:moveTo>
                <a:lnTo>
                  <a:pt x="2022297" y="0"/>
                </a:lnTo>
                <a:lnTo>
                  <a:pt x="2022233" y="11341"/>
                </a:lnTo>
                <a:lnTo>
                  <a:pt x="2159127" y="12052"/>
                </a:lnTo>
                <a:lnTo>
                  <a:pt x="2159177" y="698"/>
                </a:lnTo>
                <a:close/>
              </a:path>
              <a:path w="2437765" h="222250">
                <a:moveTo>
                  <a:pt x="2399093" y="105130"/>
                </a:moveTo>
                <a:lnTo>
                  <a:pt x="2385568" y="69291"/>
                </a:lnTo>
                <a:lnTo>
                  <a:pt x="2355773" y="45326"/>
                </a:lnTo>
                <a:lnTo>
                  <a:pt x="2326843" y="39725"/>
                </a:lnTo>
                <a:lnTo>
                  <a:pt x="2311057" y="39966"/>
                </a:lnTo>
                <a:lnTo>
                  <a:pt x="2295512" y="39700"/>
                </a:lnTo>
                <a:lnTo>
                  <a:pt x="2295448" y="51396"/>
                </a:lnTo>
                <a:lnTo>
                  <a:pt x="2309723" y="51638"/>
                </a:lnTo>
                <a:lnTo>
                  <a:pt x="2324303" y="51282"/>
                </a:lnTo>
                <a:lnTo>
                  <a:pt x="2338286" y="52120"/>
                </a:lnTo>
                <a:lnTo>
                  <a:pt x="2373846" y="73748"/>
                </a:lnTo>
                <a:lnTo>
                  <a:pt x="2386546" y="116827"/>
                </a:lnTo>
                <a:lnTo>
                  <a:pt x="2382990" y="132930"/>
                </a:lnTo>
                <a:lnTo>
                  <a:pt x="2348179" y="166890"/>
                </a:lnTo>
                <a:lnTo>
                  <a:pt x="2313698" y="170713"/>
                </a:lnTo>
                <a:lnTo>
                  <a:pt x="2295550" y="170561"/>
                </a:lnTo>
                <a:lnTo>
                  <a:pt x="2295499" y="182257"/>
                </a:lnTo>
                <a:lnTo>
                  <a:pt x="2341829" y="180949"/>
                </a:lnTo>
                <a:lnTo>
                  <a:pt x="2383117" y="155816"/>
                </a:lnTo>
                <a:lnTo>
                  <a:pt x="2398191" y="123380"/>
                </a:lnTo>
                <a:lnTo>
                  <a:pt x="2399093" y="105130"/>
                </a:lnTo>
                <a:close/>
              </a:path>
              <a:path w="2437765" h="222250">
                <a:moveTo>
                  <a:pt x="2417546" y="101676"/>
                </a:moveTo>
                <a:lnTo>
                  <a:pt x="2398585" y="55168"/>
                </a:lnTo>
                <a:lnTo>
                  <a:pt x="2358009" y="25831"/>
                </a:lnTo>
                <a:lnTo>
                  <a:pt x="2327872" y="20802"/>
                </a:lnTo>
                <a:lnTo>
                  <a:pt x="2311743" y="20815"/>
                </a:lnTo>
                <a:lnTo>
                  <a:pt x="2295614" y="20548"/>
                </a:lnTo>
                <a:lnTo>
                  <a:pt x="2295563" y="30480"/>
                </a:lnTo>
                <a:lnTo>
                  <a:pt x="2320734" y="30518"/>
                </a:lnTo>
                <a:lnTo>
                  <a:pt x="2333053" y="30873"/>
                </a:lnTo>
                <a:lnTo>
                  <a:pt x="2382062" y="51219"/>
                </a:lnTo>
                <a:lnTo>
                  <a:pt x="2404859" y="86715"/>
                </a:lnTo>
                <a:lnTo>
                  <a:pt x="2408237" y="110578"/>
                </a:lnTo>
                <a:lnTo>
                  <a:pt x="2405011" y="134061"/>
                </a:lnTo>
                <a:lnTo>
                  <a:pt x="2379954" y="172758"/>
                </a:lnTo>
                <a:lnTo>
                  <a:pt x="2341105" y="190296"/>
                </a:lnTo>
                <a:lnTo>
                  <a:pt x="2318804" y="192201"/>
                </a:lnTo>
                <a:lnTo>
                  <a:pt x="2295448" y="191833"/>
                </a:lnTo>
                <a:lnTo>
                  <a:pt x="2295398" y="201409"/>
                </a:lnTo>
                <a:lnTo>
                  <a:pt x="2334133" y="200812"/>
                </a:lnTo>
                <a:lnTo>
                  <a:pt x="2391524" y="175107"/>
                </a:lnTo>
                <a:lnTo>
                  <a:pt x="2416302" y="128803"/>
                </a:lnTo>
                <a:lnTo>
                  <a:pt x="2417546" y="101676"/>
                </a:lnTo>
                <a:close/>
              </a:path>
              <a:path w="2437765" h="222250">
                <a:moveTo>
                  <a:pt x="2437371" y="126111"/>
                </a:moveTo>
                <a:lnTo>
                  <a:pt x="2428621" y="65341"/>
                </a:lnTo>
                <a:lnTo>
                  <a:pt x="2388743" y="19113"/>
                </a:lnTo>
                <a:lnTo>
                  <a:pt x="2346325" y="2603"/>
                </a:lnTo>
                <a:lnTo>
                  <a:pt x="2295715" y="1041"/>
                </a:lnTo>
                <a:lnTo>
                  <a:pt x="2295664" y="11684"/>
                </a:lnTo>
                <a:lnTo>
                  <a:pt x="2328634" y="11849"/>
                </a:lnTo>
                <a:lnTo>
                  <a:pt x="2350236" y="14046"/>
                </a:lnTo>
                <a:lnTo>
                  <a:pt x="2388082" y="31559"/>
                </a:lnTo>
                <a:lnTo>
                  <a:pt x="2414117" y="61226"/>
                </a:lnTo>
                <a:lnTo>
                  <a:pt x="2420861" y="77216"/>
                </a:lnTo>
                <a:lnTo>
                  <a:pt x="2422982" y="80060"/>
                </a:lnTo>
                <a:lnTo>
                  <a:pt x="2423668" y="83972"/>
                </a:lnTo>
                <a:lnTo>
                  <a:pt x="2424709" y="87884"/>
                </a:lnTo>
                <a:lnTo>
                  <a:pt x="2427046" y="118427"/>
                </a:lnTo>
                <a:lnTo>
                  <a:pt x="2405570" y="173012"/>
                </a:lnTo>
                <a:lnTo>
                  <a:pt x="2363495" y="204254"/>
                </a:lnTo>
                <a:lnTo>
                  <a:pt x="2319197" y="211035"/>
                </a:lnTo>
                <a:lnTo>
                  <a:pt x="2295347" y="210629"/>
                </a:lnTo>
                <a:lnTo>
                  <a:pt x="2295296" y="221983"/>
                </a:lnTo>
                <a:lnTo>
                  <a:pt x="2346668" y="219659"/>
                </a:lnTo>
                <a:lnTo>
                  <a:pt x="2388298" y="203657"/>
                </a:lnTo>
                <a:lnTo>
                  <a:pt x="2428887" y="155816"/>
                </a:lnTo>
                <a:lnTo>
                  <a:pt x="2437371" y="126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6875" y="535457"/>
            <a:ext cx="114831" cy="14319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53802" y="556958"/>
            <a:ext cx="81981" cy="1005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144599" y="555878"/>
            <a:ext cx="1872614" cy="15240"/>
          </a:xfrm>
          <a:custGeom>
            <a:avLst/>
            <a:gdLst/>
            <a:ahLst/>
            <a:cxnLst/>
            <a:rect l="l" t="t" r="r" b="b"/>
            <a:pathLst>
              <a:path w="1872615" h="15240">
                <a:moveTo>
                  <a:pt x="144678" y="1130"/>
                </a:moveTo>
                <a:lnTo>
                  <a:pt x="0" y="381"/>
                </a:lnTo>
                <a:lnTo>
                  <a:pt x="330" y="3937"/>
                </a:lnTo>
                <a:lnTo>
                  <a:pt x="144665" y="4673"/>
                </a:lnTo>
                <a:lnTo>
                  <a:pt x="144678" y="1130"/>
                </a:lnTo>
                <a:close/>
              </a:path>
              <a:path w="1872615" h="15240">
                <a:moveTo>
                  <a:pt x="293624" y="1892"/>
                </a:moveTo>
                <a:lnTo>
                  <a:pt x="292925" y="825"/>
                </a:lnTo>
                <a:lnTo>
                  <a:pt x="273418" y="723"/>
                </a:lnTo>
                <a:lnTo>
                  <a:pt x="273354" y="12420"/>
                </a:lnTo>
                <a:lnTo>
                  <a:pt x="279387" y="12458"/>
                </a:lnTo>
                <a:lnTo>
                  <a:pt x="286118" y="12839"/>
                </a:lnTo>
                <a:lnTo>
                  <a:pt x="291807" y="12166"/>
                </a:lnTo>
                <a:lnTo>
                  <a:pt x="293624" y="1892"/>
                </a:lnTo>
                <a:close/>
              </a:path>
              <a:path w="1872615" h="15240">
                <a:moveTo>
                  <a:pt x="598919" y="12319"/>
                </a:moveTo>
                <a:lnTo>
                  <a:pt x="598576" y="8407"/>
                </a:lnTo>
                <a:lnTo>
                  <a:pt x="596468" y="5562"/>
                </a:lnTo>
                <a:lnTo>
                  <a:pt x="594715" y="2006"/>
                </a:lnTo>
                <a:lnTo>
                  <a:pt x="436549" y="850"/>
                </a:lnTo>
                <a:lnTo>
                  <a:pt x="435127" y="1905"/>
                </a:lnTo>
                <a:lnTo>
                  <a:pt x="433692" y="5080"/>
                </a:lnTo>
                <a:lnTo>
                  <a:pt x="431190" y="8623"/>
                </a:lnTo>
                <a:lnTo>
                  <a:pt x="431888" y="12166"/>
                </a:lnTo>
                <a:lnTo>
                  <a:pt x="597496" y="13373"/>
                </a:lnTo>
                <a:lnTo>
                  <a:pt x="597141" y="12306"/>
                </a:lnTo>
                <a:lnTo>
                  <a:pt x="598208" y="12661"/>
                </a:lnTo>
                <a:lnTo>
                  <a:pt x="598919" y="12319"/>
                </a:lnTo>
                <a:close/>
              </a:path>
              <a:path w="1872615" h="15240">
                <a:moveTo>
                  <a:pt x="748944" y="9182"/>
                </a:moveTo>
                <a:lnTo>
                  <a:pt x="747890" y="6337"/>
                </a:lnTo>
                <a:lnTo>
                  <a:pt x="747560" y="3492"/>
                </a:lnTo>
                <a:lnTo>
                  <a:pt x="746506" y="1371"/>
                </a:lnTo>
                <a:lnTo>
                  <a:pt x="743318" y="990"/>
                </a:lnTo>
                <a:lnTo>
                  <a:pt x="740473" y="622"/>
                </a:lnTo>
                <a:lnTo>
                  <a:pt x="736930" y="1676"/>
                </a:lnTo>
                <a:lnTo>
                  <a:pt x="736892" y="9118"/>
                </a:lnTo>
                <a:lnTo>
                  <a:pt x="738644" y="12319"/>
                </a:lnTo>
                <a:lnTo>
                  <a:pt x="741832" y="13042"/>
                </a:lnTo>
                <a:lnTo>
                  <a:pt x="745731" y="13068"/>
                </a:lnTo>
                <a:lnTo>
                  <a:pt x="748931" y="12014"/>
                </a:lnTo>
                <a:lnTo>
                  <a:pt x="748944" y="9182"/>
                </a:lnTo>
                <a:close/>
              </a:path>
              <a:path w="1872615" h="15240">
                <a:moveTo>
                  <a:pt x="1172400" y="5676"/>
                </a:moveTo>
                <a:lnTo>
                  <a:pt x="1172057" y="1765"/>
                </a:lnTo>
                <a:lnTo>
                  <a:pt x="1056106" y="469"/>
                </a:lnTo>
                <a:lnTo>
                  <a:pt x="992974" y="1562"/>
                </a:lnTo>
                <a:lnTo>
                  <a:pt x="1009256" y="4305"/>
                </a:lnTo>
                <a:lnTo>
                  <a:pt x="1025042" y="6515"/>
                </a:lnTo>
                <a:lnTo>
                  <a:pt x="1040815" y="8991"/>
                </a:lnTo>
                <a:lnTo>
                  <a:pt x="1056398" y="12522"/>
                </a:lnTo>
                <a:lnTo>
                  <a:pt x="1169517" y="13462"/>
                </a:lnTo>
                <a:lnTo>
                  <a:pt x="1172400" y="5676"/>
                </a:lnTo>
                <a:close/>
              </a:path>
              <a:path w="1872615" h="15240">
                <a:moveTo>
                  <a:pt x="1604010" y="1143"/>
                </a:moveTo>
                <a:lnTo>
                  <a:pt x="1601177" y="1473"/>
                </a:lnTo>
                <a:lnTo>
                  <a:pt x="1598345" y="749"/>
                </a:lnTo>
                <a:lnTo>
                  <a:pt x="1595856" y="1803"/>
                </a:lnTo>
                <a:lnTo>
                  <a:pt x="1595843" y="4991"/>
                </a:lnTo>
                <a:lnTo>
                  <a:pt x="1597952" y="8204"/>
                </a:lnTo>
                <a:lnTo>
                  <a:pt x="1596872" y="11036"/>
                </a:lnTo>
                <a:lnTo>
                  <a:pt x="1470621" y="10388"/>
                </a:lnTo>
                <a:lnTo>
                  <a:pt x="1466062" y="1498"/>
                </a:lnTo>
                <a:lnTo>
                  <a:pt x="1312506" y="0"/>
                </a:lnTo>
                <a:lnTo>
                  <a:pt x="1309662" y="3175"/>
                </a:lnTo>
                <a:lnTo>
                  <a:pt x="1307503" y="8128"/>
                </a:lnTo>
                <a:lnTo>
                  <a:pt x="1306766" y="12738"/>
                </a:lnTo>
                <a:lnTo>
                  <a:pt x="1603946" y="14617"/>
                </a:lnTo>
                <a:lnTo>
                  <a:pt x="1604010" y="1143"/>
                </a:lnTo>
                <a:close/>
              </a:path>
              <a:path w="1872615" h="15240">
                <a:moveTo>
                  <a:pt x="1872475" y="1447"/>
                </a:moveTo>
                <a:lnTo>
                  <a:pt x="1735937" y="749"/>
                </a:lnTo>
                <a:lnTo>
                  <a:pt x="1735924" y="4292"/>
                </a:lnTo>
                <a:lnTo>
                  <a:pt x="1872462" y="4991"/>
                </a:lnTo>
                <a:lnTo>
                  <a:pt x="1872475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18187" y="555688"/>
            <a:ext cx="93417" cy="10170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939126" y="576757"/>
            <a:ext cx="2275840" cy="163195"/>
          </a:xfrm>
          <a:custGeom>
            <a:avLst/>
            <a:gdLst/>
            <a:ahLst/>
            <a:cxnLst/>
            <a:rect l="l" t="t" r="r" b="b"/>
            <a:pathLst>
              <a:path w="2275840" h="163195">
                <a:moveTo>
                  <a:pt x="72377" y="1168"/>
                </a:moveTo>
                <a:lnTo>
                  <a:pt x="24853" y="927"/>
                </a:lnTo>
                <a:lnTo>
                  <a:pt x="20942" y="1968"/>
                </a:lnTo>
                <a:lnTo>
                  <a:pt x="17386" y="4076"/>
                </a:lnTo>
                <a:lnTo>
                  <a:pt x="13830" y="5486"/>
                </a:lnTo>
                <a:lnTo>
                  <a:pt x="6997" y="11595"/>
                </a:lnTo>
                <a:lnTo>
                  <a:pt x="2273" y="19126"/>
                </a:lnTo>
                <a:lnTo>
                  <a:pt x="0" y="27800"/>
                </a:lnTo>
                <a:lnTo>
                  <a:pt x="546" y="37325"/>
                </a:lnTo>
                <a:lnTo>
                  <a:pt x="72072" y="59334"/>
                </a:lnTo>
                <a:lnTo>
                  <a:pt x="72148" y="45148"/>
                </a:lnTo>
                <a:lnTo>
                  <a:pt x="23215" y="44538"/>
                </a:lnTo>
                <a:lnTo>
                  <a:pt x="17538" y="42379"/>
                </a:lnTo>
                <a:lnTo>
                  <a:pt x="14376" y="36690"/>
                </a:lnTo>
                <a:lnTo>
                  <a:pt x="13703" y="31013"/>
                </a:lnTo>
                <a:lnTo>
                  <a:pt x="14084" y="25336"/>
                </a:lnTo>
                <a:lnTo>
                  <a:pt x="16598" y="18618"/>
                </a:lnTo>
                <a:lnTo>
                  <a:pt x="22644" y="16522"/>
                </a:lnTo>
                <a:lnTo>
                  <a:pt x="72288" y="16421"/>
                </a:lnTo>
                <a:lnTo>
                  <a:pt x="72377" y="1168"/>
                </a:lnTo>
                <a:close/>
              </a:path>
              <a:path w="2275840" h="163195">
                <a:moveTo>
                  <a:pt x="349389" y="129895"/>
                </a:moveTo>
                <a:lnTo>
                  <a:pt x="206832" y="129171"/>
                </a:lnTo>
                <a:lnTo>
                  <a:pt x="206768" y="140868"/>
                </a:lnTo>
                <a:lnTo>
                  <a:pt x="349338" y="141605"/>
                </a:lnTo>
                <a:lnTo>
                  <a:pt x="349389" y="129895"/>
                </a:lnTo>
                <a:close/>
              </a:path>
              <a:path w="2275840" h="163195">
                <a:moveTo>
                  <a:pt x="349491" y="111099"/>
                </a:moveTo>
                <a:lnTo>
                  <a:pt x="206933" y="110375"/>
                </a:lnTo>
                <a:lnTo>
                  <a:pt x="206883" y="120307"/>
                </a:lnTo>
                <a:lnTo>
                  <a:pt x="349440" y="121031"/>
                </a:lnTo>
                <a:lnTo>
                  <a:pt x="349491" y="111099"/>
                </a:lnTo>
                <a:close/>
              </a:path>
              <a:path w="2275840" h="163195">
                <a:moveTo>
                  <a:pt x="349592" y="89827"/>
                </a:moveTo>
                <a:lnTo>
                  <a:pt x="207035" y="89103"/>
                </a:lnTo>
                <a:lnTo>
                  <a:pt x="206971" y="101511"/>
                </a:lnTo>
                <a:lnTo>
                  <a:pt x="349529" y="102235"/>
                </a:lnTo>
                <a:lnTo>
                  <a:pt x="349592" y="89827"/>
                </a:lnTo>
                <a:close/>
              </a:path>
              <a:path w="2275840" h="163195">
                <a:moveTo>
                  <a:pt x="349643" y="149758"/>
                </a:moveTo>
                <a:lnTo>
                  <a:pt x="206730" y="149034"/>
                </a:lnTo>
                <a:lnTo>
                  <a:pt x="206667" y="162153"/>
                </a:lnTo>
                <a:lnTo>
                  <a:pt x="349580" y="162877"/>
                </a:lnTo>
                <a:lnTo>
                  <a:pt x="349643" y="149758"/>
                </a:lnTo>
                <a:close/>
              </a:path>
              <a:path w="2275840" h="163195">
                <a:moveTo>
                  <a:pt x="349669" y="75285"/>
                </a:moveTo>
                <a:lnTo>
                  <a:pt x="207111" y="74561"/>
                </a:lnTo>
                <a:lnTo>
                  <a:pt x="207086" y="80238"/>
                </a:lnTo>
                <a:lnTo>
                  <a:pt x="349643" y="80962"/>
                </a:lnTo>
                <a:lnTo>
                  <a:pt x="349669" y="75285"/>
                </a:lnTo>
                <a:close/>
              </a:path>
              <a:path w="2275840" h="163195">
                <a:moveTo>
                  <a:pt x="496023" y="27444"/>
                </a:moveTo>
                <a:lnTo>
                  <a:pt x="494626" y="23901"/>
                </a:lnTo>
                <a:lnTo>
                  <a:pt x="478663" y="23812"/>
                </a:lnTo>
                <a:lnTo>
                  <a:pt x="478599" y="36233"/>
                </a:lnTo>
                <a:lnTo>
                  <a:pt x="484276" y="35902"/>
                </a:lnTo>
                <a:lnTo>
                  <a:pt x="490296" y="36995"/>
                </a:lnTo>
                <a:lnTo>
                  <a:pt x="495274" y="35598"/>
                </a:lnTo>
                <a:lnTo>
                  <a:pt x="494944" y="31699"/>
                </a:lnTo>
                <a:lnTo>
                  <a:pt x="496023" y="27444"/>
                </a:lnTo>
                <a:close/>
              </a:path>
              <a:path w="2275840" h="163195">
                <a:moveTo>
                  <a:pt x="496150" y="2273"/>
                </a:moveTo>
                <a:lnTo>
                  <a:pt x="495096" y="1206"/>
                </a:lnTo>
                <a:lnTo>
                  <a:pt x="478777" y="1117"/>
                </a:lnTo>
                <a:lnTo>
                  <a:pt x="478764" y="5372"/>
                </a:lnTo>
                <a:lnTo>
                  <a:pt x="478028" y="10693"/>
                </a:lnTo>
                <a:lnTo>
                  <a:pt x="479069" y="14249"/>
                </a:lnTo>
                <a:lnTo>
                  <a:pt x="484746" y="14274"/>
                </a:lnTo>
                <a:lnTo>
                  <a:pt x="490410" y="15011"/>
                </a:lnTo>
                <a:lnTo>
                  <a:pt x="495033" y="13970"/>
                </a:lnTo>
                <a:lnTo>
                  <a:pt x="496150" y="2273"/>
                </a:lnTo>
                <a:close/>
              </a:path>
              <a:path w="2275840" h="163195">
                <a:moveTo>
                  <a:pt x="497281" y="58318"/>
                </a:moveTo>
                <a:lnTo>
                  <a:pt x="496620" y="51219"/>
                </a:lnTo>
                <a:lnTo>
                  <a:pt x="495554" y="49796"/>
                </a:lnTo>
                <a:lnTo>
                  <a:pt x="496989" y="47320"/>
                </a:lnTo>
                <a:lnTo>
                  <a:pt x="495223" y="45885"/>
                </a:lnTo>
                <a:lnTo>
                  <a:pt x="478561" y="45796"/>
                </a:lnTo>
                <a:lnTo>
                  <a:pt x="478485" y="58928"/>
                </a:lnTo>
                <a:lnTo>
                  <a:pt x="484873" y="58953"/>
                </a:lnTo>
                <a:lnTo>
                  <a:pt x="491248" y="59702"/>
                </a:lnTo>
                <a:lnTo>
                  <a:pt x="497281" y="58318"/>
                </a:lnTo>
                <a:close/>
              </a:path>
              <a:path w="2275840" h="163195">
                <a:moveTo>
                  <a:pt x="501789" y="79616"/>
                </a:moveTo>
                <a:lnTo>
                  <a:pt x="501459" y="75704"/>
                </a:lnTo>
                <a:lnTo>
                  <a:pt x="500405" y="72161"/>
                </a:lnTo>
                <a:lnTo>
                  <a:pt x="499008" y="68961"/>
                </a:lnTo>
                <a:lnTo>
                  <a:pt x="478434" y="68503"/>
                </a:lnTo>
                <a:lnTo>
                  <a:pt x="478383" y="80200"/>
                </a:lnTo>
                <a:lnTo>
                  <a:pt x="486892" y="79895"/>
                </a:lnTo>
                <a:lnTo>
                  <a:pt x="493979" y="80632"/>
                </a:lnTo>
                <a:lnTo>
                  <a:pt x="501789" y="79616"/>
                </a:lnTo>
                <a:close/>
              </a:path>
              <a:path w="2275840" h="163195">
                <a:moveTo>
                  <a:pt x="509485" y="100215"/>
                </a:moveTo>
                <a:lnTo>
                  <a:pt x="508444" y="96672"/>
                </a:lnTo>
                <a:lnTo>
                  <a:pt x="506679" y="93472"/>
                </a:lnTo>
                <a:lnTo>
                  <a:pt x="504926" y="89916"/>
                </a:lnTo>
                <a:lnTo>
                  <a:pt x="478332" y="89776"/>
                </a:lnTo>
                <a:lnTo>
                  <a:pt x="478269" y="101130"/>
                </a:lnTo>
                <a:lnTo>
                  <a:pt x="508419" y="101282"/>
                </a:lnTo>
                <a:lnTo>
                  <a:pt x="509485" y="100215"/>
                </a:lnTo>
                <a:close/>
              </a:path>
              <a:path w="2275840" h="163195">
                <a:moveTo>
                  <a:pt x="518960" y="119773"/>
                </a:moveTo>
                <a:lnTo>
                  <a:pt x="517563" y="116573"/>
                </a:lnTo>
                <a:lnTo>
                  <a:pt x="516509" y="112674"/>
                </a:lnTo>
                <a:lnTo>
                  <a:pt x="513334" y="110883"/>
                </a:lnTo>
                <a:lnTo>
                  <a:pt x="481063" y="111074"/>
                </a:lnTo>
                <a:lnTo>
                  <a:pt x="476453" y="111048"/>
                </a:lnTo>
                <a:lnTo>
                  <a:pt x="479259" y="117081"/>
                </a:lnTo>
                <a:lnTo>
                  <a:pt x="478536" y="120281"/>
                </a:lnTo>
                <a:lnTo>
                  <a:pt x="498602" y="120561"/>
                </a:lnTo>
                <a:lnTo>
                  <a:pt x="508990" y="120434"/>
                </a:lnTo>
                <a:lnTo>
                  <a:pt x="518960" y="119773"/>
                </a:lnTo>
                <a:close/>
              </a:path>
              <a:path w="2275840" h="163195">
                <a:moveTo>
                  <a:pt x="533755" y="140068"/>
                </a:moveTo>
                <a:lnTo>
                  <a:pt x="526707" y="130454"/>
                </a:lnTo>
                <a:lnTo>
                  <a:pt x="478485" y="129844"/>
                </a:lnTo>
                <a:lnTo>
                  <a:pt x="478421" y="140843"/>
                </a:lnTo>
                <a:lnTo>
                  <a:pt x="532333" y="140766"/>
                </a:lnTo>
                <a:lnTo>
                  <a:pt x="533755" y="140068"/>
                </a:lnTo>
                <a:close/>
              </a:path>
              <a:path w="2275840" h="163195">
                <a:moveTo>
                  <a:pt x="556336" y="161099"/>
                </a:moveTo>
                <a:lnTo>
                  <a:pt x="552818" y="157899"/>
                </a:lnTo>
                <a:lnTo>
                  <a:pt x="548563" y="155028"/>
                </a:lnTo>
                <a:lnTo>
                  <a:pt x="545045" y="150761"/>
                </a:lnTo>
                <a:lnTo>
                  <a:pt x="478383" y="150063"/>
                </a:lnTo>
                <a:lnTo>
                  <a:pt x="478358" y="153962"/>
                </a:lnTo>
                <a:lnTo>
                  <a:pt x="477621" y="158572"/>
                </a:lnTo>
                <a:lnTo>
                  <a:pt x="479031" y="161772"/>
                </a:lnTo>
                <a:lnTo>
                  <a:pt x="498221" y="162179"/>
                </a:lnTo>
                <a:lnTo>
                  <a:pt x="555269" y="162166"/>
                </a:lnTo>
                <a:lnTo>
                  <a:pt x="556336" y="161099"/>
                </a:lnTo>
                <a:close/>
              </a:path>
              <a:path w="2275840" h="163195">
                <a:moveTo>
                  <a:pt x="758380" y="111417"/>
                </a:moveTo>
                <a:lnTo>
                  <a:pt x="740283" y="110998"/>
                </a:lnTo>
                <a:lnTo>
                  <a:pt x="721093" y="110921"/>
                </a:lnTo>
                <a:lnTo>
                  <a:pt x="701573" y="111188"/>
                </a:lnTo>
                <a:lnTo>
                  <a:pt x="682485" y="111747"/>
                </a:lnTo>
                <a:lnTo>
                  <a:pt x="684606" y="113880"/>
                </a:lnTo>
                <a:lnTo>
                  <a:pt x="689559" y="115328"/>
                </a:lnTo>
                <a:lnTo>
                  <a:pt x="699820" y="119100"/>
                </a:lnTo>
                <a:lnTo>
                  <a:pt x="711161" y="120446"/>
                </a:lnTo>
                <a:lnTo>
                  <a:pt x="734936" y="120523"/>
                </a:lnTo>
                <a:lnTo>
                  <a:pt x="751624" y="116357"/>
                </a:lnTo>
                <a:lnTo>
                  <a:pt x="758380" y="111417"/>
                </a:lnTo>
                <a:close/>
              </a:path>
              <a:path w="2275840" h="163195">
                <a:moveTo>
                  <a:pt x="785799" y="90284"/>
                </a:moveTo>
                <a:lnTo>
                  <a:pt x="660260" y="89293"/>
                </a:lnTo>
                <a:lnTo>
                  <a:pt x="659193" y="90703"/>
                </a:lnTo>
                <a:lnTo>
                  <a:pt x="655650" y="88912"/>
                </a:lnTo>
                <a:lnTo>
                  <a:pt x="654939" y="90678"/>
                </a:lnTo>
                <a:lnTo>
                  <a:pt x="664464" y="100660"/>
                </a:lnTo>
                <a:lnTo>
                  <a:pt x="774039" y="101930"/>
                </a:lnTo>
                <a:lnTo>
                  <a:pt x="777595" y="98399"/>
                </a:lnTo>
                <a:lnTo>
                  <a:pt x="783640" y="95592"/>
                </a:lnTo>
                <a:lnTo>
                  <a:pt x="785799" y="90284"/>
                </a:lnTo>
                <a:close/>
              </a:path>
              <a:path w="2275840" h="163195">
                <a:moveTo>
                  <a:pt x="799376" y="69075"/>
                </a:moveTo>
                <a:lnTo>
                  <a:pt x="642289" y="67919"/>
                </a:lnTo>
                <a:lnTo>
                  <a:pt x="642277" y="68630"/>
                </a:lnTo>
                <a:lnTo>
                  <a:pt x="639445" y="69672"/>
                </a:lnTo>
                <a:lnTo>
                  <a:pt x="643331" y="72174"/>
                </a:lnTo>
                <a:lnTo>
                  <a:pt x="642251" y="74650"/>
                </a:lnTo>
                <a:lnTo>
                  <a:pt x="644017" y="75374"/>
                </a:lnTo>
                <a:lnTo>
                  <a:pt x="645071" y="78219"/>
                </a:lnTo>
                <a:lnTo>
                  <a:pt x="646836" y="79997"/>
                </a:lnTo>
                <a:lnTo>
                  <a:pt x="736549" y="80454"/>
                </a:lnTo>
                <a:lnTo>
                  <a:pt x="793292" y="80391"/>
                </a:lnTo>
                <a:lnTo>
                  <a:pt x="796150" y="77571"/>
                </a:lnTo>
                <a:lnTo>
                  <a:pt x="798652" y="72974"/>
                </a:lnTo>
                <a:lnTo>
                  <a:pt x="799376" y="69075"/>
                </a:lnTo>
                <a:close/>
              </a:path>
              <a:path w="2275840" h="163195">
                <a:moveTo>
                  <a:pt x="807656" y="46418"/>
                </a:moveTo>
                <a:lnTo>
                  <a:pt x="758367" y="45110"/>
                </a:lnTo>
                <a:lnTo>
                  <a:pt x="634961" y="44831"/>
                </a:lnTo>
                <a:lnTo>
                  <a:pt x="632815" y="46596"/>
                </a:lnTo>
                <a:lnTo>
                  <a:pt x="633857" y="50495"/>
                </a:lnTo>
                <a:lnTo>
                  <a:pt x="634199" y="54749"/>
                </a:lnTo>
                <a:lnTo>
                  <a:pt x="636308" y="58661"/>
                </a:lnTo>
                <a:lnTo>
                  <a:pt x="803338" y="59524"/>
                </a:lnTo>
                <a:lnTo>
                  <a:pt x="806183" y="56349"/>
                </a:lnTo>
                <a:lnTo>
                  <a:pt x="807275" y="51028"/>
                </a:lnTo>
                <a:lnTo>
                  <a:pt x="807656" y="46418"/>
                </a:lnTo>
                <a:close/>
              </a:path>
              <a:path w="2275840" h="163195">
                <a:moveTo>
                  <a:pt x="810577" y="28702"/>
                </a:moveTo>
                <a:lnTo>
                  <a:pt x="809536" y="25158"/>
                </a:lnTo>
                <a:lnTo>
                  <a:pt x="631164" y="23533"/>
                </a:lnTo>
                <a:lnTo>
                  <a:pt x="630085" y="27432"/>
                </a:lnTo>
                <a:lnTo>
                  <a:pt x="630059" y="32397"/>
                </a:lnTo>
                <a:lnTo>
                  <a:pt x="631101" y="36296"/>
                </a:lnTo>
                <a:lnTo>
                  <a:pt x="809472" y="37211"/>
                </a:lnTo>
                <a:lnTo>
                  <a:pt x="810552" y="33667"/>
                </a:lnTo>
                <a:lnTo>
                  <a:pt x="810577" y="28702"/>
                </a:lnTo>
                <a:close/>
              </a:path>
              <a:path w="2275840" h="163195">
                <a:moveTo>
                  <a:pt x="810679" y="10617"/>
                </a:moveTo>
                <a:lnTo>
                  <a:pt x="808570" y="6350"/>
                </a:lnTo>
                <a:lnTo>
                  <a:pt x="807529" y="1739"/>
                </a:lnTo>
                <a:lnTo>
                  <a:pt x="634123" y="139"/>
                </a:lnTo>
                <a:lnTo>
                  <a:pt x="633044" y="1905"/>
                </a:lnTo>
                <a:lnTo>
                  <a:pt x="630516" y="11112"/>
                </a:lnTo>
                <a:lnTo>
                  <a:pt x="631913" y="15024"/>
                </a:lnTo>
                <a:lnTo>
                  <a:pt x="809586" y="15925"/>
                </a:lnTo>
                <a:lnTo>
                  <a:pt x="810679" y="10617"/>
                </a:lnTo>
                <a:close/>
              </a:path>
              <a:path w="2275840" h="163195">
                <a:moveTo>
                  <a:pt x="951420" y="90068"/>
                </a:moveTo>
                <a:lnTo>
                  <a:pt x="946099" y="90398"/>
                </a:lnTo>
                <a:lnTo>
                  <a:pt x="940066" y="89306"/>
                </a:lnTo>
                <a:lnTo>
                  <a:pt x="935101" y="90690"/>
                </a:lnTo>
                <a:lnTo>
                  <a:pt x="930795" y="100952"/>
                </a:lnTo>
                <a:lnTo>
                  <a:pt x="936802" y="103111"/>
                </a:lnTo>
                <a:lnTo>
                  <a:pt x="944613" y="101739"/>
                </a:lnTo>
                <a:lnTo>
                  <a:pt x="951357" y="102120"/>
                </a:lnTo>
                <a:lnTo>
                  <a:pt x="951420" y="90068"/>
                </a:lnTo>
                <a:close/>
              </a:path>
              <a:path w="2275840" h="163195">
                <a:moveTo>
                  <a:pt x="954849" y="113487"/>
                </a:moveTo>
                <a:lnTo>
                  <a:pt x="952373" y="111709"/>
                </a:lnTo>
                <a:lnTo>
                  <a:pt x="927900" y="111226"/>
                </a:lnTo>
                <a:lnTo>
                  <a:pt x="923645" y="112268"/>
                </a:lnTo>
                <a:lnTo>
                  <a:pt x="922909" y="116878"/>
                </a:lnTo>
                <a:lnTo>
                  <a:pt x="921118" y="120408"/>
                </a:lnTo>
                <a:lnTo>
                  <a:pt x="953744" y="120929"/>
                </a:lnTo>
                <a:lnTo>
                  <a:pt x="954849" y="113487"/>
                </a:lnTo>
                <a:close/>
              </a:path>
              <a:path w="2275840" h="163195">
                <a:moveTo>
                  <a:pt x="962152" y="140487"/>
                </a:moveTo>
                <a:lnTo>
                  <a:pt x="961110" y="136931"/>
                </a:lnTo>
                <a:lnTo>
                  <a:pt x="958989" y="133731"/>
                </a:lnTo>
                <a:lnTo>
                  <a:pt x="957592" y="130530"/>
                </a:lnTo>
                <a:lnTo>
                  <a:pt x="914679" y="129946"/>
                </a:lnTo>
                <a:lnTo>
                  <a:pt x="911834" y="133134"/>
                </a:lnTo>
                <a:lnTo>
                  <a:pt x="908265" y="136664"/>
                </a:lnTo>
                <a:lnTo>
                  <a:pt x="906119" y="140550"/>
                </a:lnTo>
                <a:lnTo>
                  <a:pt x="957897" y="141173"/>
                </a:lnTo>
                <a:lnTo>
                  <a:pt x="962152" y="140487"/>
                </a:lnTo>
                <a:close/>
              </a:path>
              <a:path w="2275840" h="163195">
                <a:moveTo>
                  <a:pt x="963866" y="14236"/>
                </a:moveTo>
                <a:lnTo>
                  <a:pt x="962469" y="9982"/>
                </a:lnTo>
                <a:lnTo>
                  <a:pt x="959650" y="5702"/>
                </a:lnTo>
                <a:lnTo>
                  <a:pt x="957541" y="1435"/>
                </a:lnTo>
                <a:lnTo>
                  <a:pt x="953643" y="1778"/>
                </a:lnTo>
                <a:lnTo>
                  <a:pt x="949032" y="1041"/>
                </a:lnTo>
                <a:lnTo>
                  <a:pt x="945121" y="2082"/>
                </a:lnTo>
                <a:lnTo>
                  <a:pt x="945108" y="5981"/>
                </a:lnTo>
                <a:lnTo>
                  <a:pt x="944727" y="10591"/>
                </a:lnTo>
                <a:lnTo>
                  <a:pt x="946124" y="14147"/>
                </a:lnTo>
                <a:lnTo>
                  <a:pt x="958189" y="14922"/>
                </a:lnTo>
                <a:lnTo>
                  <a:pt x="963866" y="14236"/>
                </a:lnTo>
                <a:close/>
              </a:path>
              <a:path w="2275840" h="163195">
                <a:moveTo>
                  <a:pt x="978357" y="161493"/>
                </a:moveTo>
                <a:lnTo>
                  <a:pt x="969543" y="150799"/>
                </a:lnTo>
                <a:lnTo>
                  <a:pt x="896493" y="150075"/>
                </a:lnTo>
                <a:lnTo>
                  <a:pt x="892225" y="153593"/>
                </a:lnTo>
                <a:lnTo>
                  <a:pt x="887590" y="158178"/>
                </a:lnTo>
                <a:lnTo>
                  <a:pt x="883666" y="161709"/>
                </a:lnTo>
                <a:lnTo>
                  <a:pt x="966647" y="162496"/>
                </a:lnTo>
                <a:lnTo>
                  <a:pt x="970902" y="162864"/>
                </a:lnTo>
                <a:lnTo>
                  <a:pt x="974801" y="162534"/>
                </a:lnTo>
                <a:lnTo>
                  <a:pt x="978357" y="161493"/>
                </a:lnTo>
                <a:close/>
              </a:path>
              <a:path w="2275840" h="163195">
                <a:moveTo>
                  <a:pt x="985024" y="35623"/>
                </a:moveTo>
                <a:lnTo>
                  <a:pt x="980795" y="31343"/>
                </a:lnTo>
                <a:lnTo>
                  <a:pt x="976896" y="29552"/>
                </a:lnTo>
                <a:lnTo>
                  <a:pt x="972667" y="24561"/>
                </a:lnTo>
                <a:lnTo>
                  <a:pt x="966063" y="24142"/>
                </a:lnTo>
                <a:lnTo>
                  <a:pt x="959243" y="24015"/>
                </a:lnTo>
                <a:lnTo>
                  <a:pt x="952474" y="24218"/>
                </a:lnTo>
                <a:lnTo>
                  <a:pt x="946073" y="24790"/>
                </a:lnTo>
                <a:lnTo>
                  <a:pt x="945692" y="28689"/>
                </a:lnTo>
                <a:lnTo>
                  <a:pt x="945680" y="32588"/>
                </a:lnTo>
                <a:lnTo>
                  <a:pt x="946010" y="36842"/>
                </a:lnTo>
                <a:lnTo>
                  <a:pt x="955890" y="36931"/>
                </a:lnTo>
                <a:lnTo>
                  <a:pt x="966050" y="37172"/>
                </a:lnTo>
                <a:lnTo>
                  <a:pt x="975931" y="36957"/>
                </a:lnTo>
                <a:lnTo>
                  <a:pt x="985024" y="35623"/>
                </a:lnTo>
                <a:close/>
              </a:path>
              <a:path w="2275840" h="163195">
                <a:moveTo>
                  <a:pt x="1042009" y="58610"/>
                </a:moveTo>
                <a:lnTo>
                  <a:pt x="1024039" y="53340"/>
                </a:lnTo>
                <a:lnTo>
                  <a:pt x="1015212" y="50355"/>
                </a:lnTo>
                <a:lnTo>
                  <a:pt x="1006602" y="46723"/>
                </a:lnTo>
                <a:lnTo>
                  <a:pt x="944549" y="45707"/>
                </a:lnTo>
                <a:lnTo>
                  <a:pt x="944524" y="50317"/>
                </a:lnTo>
                <a:lnTo>
                  <a:pt x="942733" y="55270"/>
                </a:lnTo>
                <a:lnTo>
                  <a:pt x="944473" y="59182"/>
                </a:lnTo>
                <a:lnTo>
                  <a:pt x="993762" y="59296"/>
                </a:lnTo>
                <a:lnTo>
                  <a:pt x="1018082" y="59105"/>
                </a:lnTo>
                <a:lnTo>
                  <a:pt x="1042009" y="58610"/>
                </a:lnTo>
                <a:close/>
              </a:path>
              <a:path w="2275840" h="163195">
                <a:moveTo>
                  <a:pt x="1156449" y="79768"/>
                </a:moveTo>
                <a:lnTo>
                  <a:pt x="1145692" y="77597"/>
                </a:lnTo>
                <a:lnTo>
                  <a:pt x="1123797" y="73926"/>
                </a:lnTo>
                <a:lnTo>
                  <a:pt x="1112862" y="71742"/>
                </a:lnTo>
                <a:lnTo>
                  <a:pt x="1104722" y="70637"/>
                </a:lnTo>
                <a:lnTo>
                  <a:pt x="1097280" y="67767"/>
                </a:lnTo>
                <a:lnTo>
                  <a:pt x="1088415" y="68427"/>
                </a:lnTo>
                <a:lnTo>
                  <a:pt x="1088415" y="68783"/>
                </a:lnTo>
                <a:lnTo>
                  <a:pt x="942657" y="68389"/>
                </a:lnTo>
                <a:lnTo>
                  <a:pt x="939457" y="70853"/>
                </a:lnTo>
                <a:lnTo>
                  <a:pt x="939787" y="75463"/>
                </a:lnTo>
                <a:lnTo>
                  <a:pt x="939063" y="79362"/>
                </a:lnTo>
                <a:lnTo>
                  <a:pt x="939761" y="80429"/>
                </a:lnTo>
                <a:lnTo>
                  <a:pt x="951115" y="80492"/>
                </a:lnTo>
                <a:lnTo>
                  <a:pt x="951141" y="75171"/>
                </a:lnTo>
                <a:lnTo>
                  <a:pt x="1097597" y="75920"/>
                </a:lnTo>
                <a:lnTo>
                  <a:pt x="1098308" y="74853"/>
                </a:lnTo>
                <a:lnTo>
                  <a:pt x="1116749" y="75311"/>
                </a:lnTo>
                <a:lnTo>
                  <a:pt x="1118146" y="79921"/>
                </a:lnTo>
                <a:lnTo>
                  <a:pt x="1127417" y="80327"/>
                </a:lnTo>
                <a:lnTo>
                  <a:pt x="1137285" y="80378"/>
                </a:lnTo>
                <a:lnTo>
                  <a:pt x="1156449" y="79768"/>
                </a:lnTo>
                <a:close/>
              </a:path>
              <a:path w="2275840" h="163195">
                <a:moveTo>
                  <a:pt x="1190942" y="130657"/>
                </a:moveTo>
                <a:lnTo>
                  <a:pt x="1183855" y="130263"/>
                </a:lnTo>
                <a:lnTo>
                  <a:pt x="1174991" y="129870"/>
                </a:lnTo>
                <a:lnTo>
                  <a:pt x="1168247" y="130543"/>
                </a:lnTo>
                <a:lnTo>
                  <a:pt x="1174267" y="132702"/>
                </a:lnTo>
                <a:lnTo>
                  <a:pt x="1182065" y="131673"/>
                </a:lnTo>
                <a:lnTo>
                  <a:pt x="1188453" y="131711"/>
                </a:lnTo>
                <a:lnTo>
                  <a:pt x="1190942" y="130657"/>
                </a:lnTo>
                <a:close/>
              </a:path>
              <a:path w="2275840" h="163195">
                <a:moveTo>
                  <a:pt x="1219822" y="101015"/>
                </a:moveTo>
                <a:lnTo>
                  <a:pt x="1218425" y="95681"/>
                </a:lnTo>
                <a:lnTo>
                  <a:pt x="1208519" y="91033"/>
                </a:lnTo>
                <a:lnTo>
                  <a:pt x="1156754" y="89700"/>
                </a:lnTo>
                <a:lnTo>
                  <a:pt x="1147279" y="89928"/>
                </a:lnTo>
                <a:lnTo>
                  <a:pt x="1128217" y="89954"/>
                </a:lnTo>
                <a:lnTo>
                  <a:pt x="1119149" y="90563"/>
                </a:lnTo>
                <a:lnTo>
                  <a:pt x="1119492" y="94475"/>
                </a:lnTo>
                <a:lnTo>
                  <a:pt x="1120533" y="98031"/>
                </a:lnTo>
                <a:lnTo>
                  <a:pt x="1122286" y="101231"/>
                </a:lnTo>
                <a:lnTo>
                  <a:pt x="1171308" y="101663"/>
                </a:lnTo>
                <a:lnTo>
                  <a:pt x="1195590" y="101511"/>
                </a:lnTo>
                <a:lnTo>
                  <a:pt x="1219822" y="101015"/>
                </a:lnTo>
                <a:close/>
              </a:path>
              <a:path w="2275840" h="163195">
                <a:moveTo>
                  <a:pt x="1221879" y="115214"/>
                </a:moveTo>
                <a:lnTo>
                  <a:pt x="1220825" y="111302"/>
                </a:lnTo>
                <a:lnTo>
                  <a:pt x="1135011" y="110515"/>
                </a:lnTo>
                <a:lnTo>
                  <a:pt x="1133233" y="111925"/>
                </a:lnTo>
                <a:lnTo>
                  <a:pt x="1131824" y="110845"/>
                </a:lnTo>
                <a:lnTo>
                  <a:pt x="1129334" y="111899"/>
                </a:lnTo>
                <a:lnTo>
                  <a:pt x="1130376" y="115455"/>
                </a:lnTo>
                <a:lnTo>
                  <a:pt x="1134630" y="116535"/>
                </a:lnTo>
                <a:lnTo>
                  <a:pt x="1136738" y="119735"/>
                </a:lnTo>
                <a:lnTo>
                  <a:pt x="1215110" y="120853"/>
                </a:lnTo>
                <a:lnTo>
                  <a:pt x="1217955" y="119087"/>
                </a:lnTo>
                <a:lnTo>
                  <a:pt x="1221879" y="115214"/>
                </a:lnTo>
                <a:close/>
              </a:path>
              <a:path w="2275840" h="163195">
                <a:moveTo>
                  <a:pt x="1374482" y="24142"/>
                </a:moveTo>
                <a:lnTo>
                  <a:pt x="1350721" y="24015"/>
                </a:lnTo>
                <a:lnTo>
                  <a:pt x="1347876" y="25069"/>
                </a:lnTo>
                <a:lnTo>
                  <a:pt x="1344688" y="23634"/>
                </a:lnTo>
                <a:lnTo>
                  <a:pt x="1341843" y="25031"/>
                </a:lnTo>
                <a:lnTo>
                  <a:pt x="1346085" y="27901"/>
                </a:lnTo>
                <a:lnTo>
                  <a:pt x="1348193" y="33223"/>
                </a:lnTo>
                <a:lnTo>
                  <a:pt x="1352435" y="36080"/>
                </a:lnTo>
                <a:lnTo>
                  <a:pt x="1374419" y="36550"/>
                </a:lnTo>
                <a:lnTo>
                  <a:pt x="1374482" y="24142"/>
                </a:lnTo>
                <a:close/>
              </a:path>
              <a:path w="2275840" h="163195">
                <a:moveTo>
                  <a:pt x="1374597" y="1803"/>
                </a:moveTo>
                <a:lnTo>
                  <a:pt x="1355636" y="1473"/>
                </a:lnTo>
                <a:lnTo>
                  <a:pt x="1337271" y="1308"/>
                </a:lnTo>
                <a:lnTo>
                  <a:pt x="1319034" y="1473"/>
                </a:lnTo>
                <a:lnTo>
                  <a:pt x="1300467" y="2133"/>
                </a:lnTo>
                <a:lnTo>
                  <a:pt x="1306830" y="4940"/>
                </a:lnTo>
                <a:lnTo>
                  <a:pt x="1325587" y="13957"/>
                </a:lnTo>
                <a:lnTo>
                  <a:pt x="1374521" y="14922"/>
                </a:lnTo>
                <a:lnTo>
                  <a:pt x="1374571" y="5702"/>
                </a:lnTo>
                <a:lnTo>
                  <a:pt x="1374597" y="1803"/>
                </a:lnTo>
                <a:close/>
              </a:path>
              <a:path w="2275840" h="163195">
                <a:moveTo>
                  <a:pt x="1376451" y="54292"/>
                </a:moveTo>
                <a:lnTo>
                  <a:pt x="1374343" y="50736"/>
                </a:lnTo>
                <a:lnTo>
                  <a:pt x="1374368" y="46482"/>
                </a:lnTo>
                <a:lnTo>
                  <a:pt x="1369758" y="46101"/>
                </a:lnTo>
                <a:lnTo>
                  <a:pt x="1364081" y="46075"/>
                </a:lnTo>
                <a:lnTo>
                  <a:pt x="1359471" y="46405"/>
                </a:lnTo>
                <a:lnTo>
                  <a:pt x="1360512" y="50673"/>
                </a:lnTo>
                <a:lnTo>
                  <a:pt x="1362265" y="54927"/>
                </a:lnTo>
                <a:lnTo>
                  <a:pt x="1364373" y="58839"/>
                </a:lnTo>
                <a:lnTo>
                  <a:pt x="1368272" y="59220"/>
                </a:lnTo>
                <a:lnTo>
                  <a:pt x="1372527" y="59588"/>
                </a:lnTo>
                <a:lnTo>
                  <a:pt x="1375714" y="58547"/>
                </a:lnTo>
                <a:lnTo>
                  <a:pt x="1376451" y="54292"/>
                </a:lnTo>
                <a:close/>
              </a:path>
              <a:path w="2275840" h="163195">
                <a:moveTo>
                  <a:pt x="1380223" y="80200"/>
                </a:moveTo>
                <a:lnTo>
                  <a:pt x="1378496" y="71678"/>
                </a:lnTo>
                <a:lnTo>
                  <a:pt x="1377099" y="67068"/>
                </a:lnTo>
                <a:lnTo>
                  <a:pt x="1370698" y="69507"/>
                </a:lnTo>
                <a:lnTo>
                  <a:pt x="1366799" y="68783"/>
                </a:lnTo>
                <a:lnTo>
                  <a:pt x="1365008" y="72682"/>
                </a:lnTo>
                <a:lnTo>
                  <a:pt x="1368183" y="75882"/>
                </a:lnTo>
                <a:lnTo>
                  <a:pt x="1367091" y="80492"/>
                </a:lnTo>
                <a:lnTo>
                  <a:pt x="1380223" y="80200"/>
                </a:lnTo>
                <a:close/>
              </a:path>
              <a:path w="2275840" h="163195">
                <a:moveTo>
                  <a:pt x="1387208" y="100812"/>
                </a:moveTo>
                <a:lnTo>
                  <a:pt x="1385112" y="94767"/>
                </a:lnTo>
                <a:lnTo>
                  <a:pt x="1383360" y="90500"/>
                </a:lnTo>
                <a:lnTo>
                  <a:pt x="1378750" y="89763"/>
                </a:lnTo>
                <a:lnTo>
                  <a:pt x="1372019" y="89738"/>
                </a:lnTo>
                <a:lnTo>
                  <a:pt x="1367040" y="90424"/>
                </a:lnTo>
                <a:lnTo>
                  <a:pt x="1367383" y="94322"/>
                </a:lnTo>
                <a:lnTo>
                  <a:pt x="1365237" y="97853"/>
                </a:lnTo>
                <a:lnTo>
                  <a:pt x="1366634" y="101765"/>
                </a:lnTo>
                <a:lnTo>
                  <a:pt x="1385785" y="101866"/>
                </a:lnTo>
                <a:lnTo>
                  <a:pt x="1387208" y="100812"/>
                </a:lnTo>
                <a:close/>
              </a:path>
              <a:path w="2275840" h="163195">
                <a:moveTo>
                  <a:pt x="1396682" y="120002"/>
                </a:moveTo>
                <a:lnTo>
                  <a:pt x="1395285" y="117157"/>
                </a:lnTo>
                <a:lnTo>
                  <a:pt x="1393875" y="113957"/>
                </a:lnTo>
                <a:lnTo>
                  <a:pt x="1391767" y="111467"/>
                </a:lnTo>
                <a:lnTo>
                  <a:pt x="1377657" y="111226"/>
                </a:lnTo>
                <a:lnTo>
                  <a:pt x="1370711" y="111366"/>
                </a:lnTo>
                <a:lnTo>
                  <a:pt x="1364094" y="112039"/>
                </a:lnTo>
                <a:lnTo>
                  <a:pt x="1363726" y="114871"/>
                </a:lnTo>
                <a:lnTo>
                  <a:pt x="1361236" y="117348"/>
                </a:lnTo>
                <a:lnTo>
                  <a:pt x="1362278" y="120535"/>
                </a:lnTo>
                <a:lnTo>
                  <a:pt x="1370736" y="120827"/>
                </a:lnTo>
                <a:lnTo>
                  <a:pt x="1379474" y="120942"/>
                </a:lnTo>
                <a:lnTo>
                  <a:pt x="1388211" y="120726"/>
                </a:lnTo>
                <a:lnTo>
                  <a:pt x="1396682" y="120002"/>
                </a:lnTo>
                <a:close/>
              </a:path>
              <a:path w="2275840" h="163195">
                <a:moveTo>
                  <a:pt x="1411122" y="140296"/>
                </a:moveTo>
                <a:lnTo>
                  <a:pt x="1403718" y="130683"/>
                </a:lnTo>
                <a:lnTo>
                  <a:pt x="1358341" y="130098"/>
                </a:lnTo>
                <a:lnTo>
                  <a:pt x="1355839" y="133273"/>
                </a:lnTo>
                <a:lnTo>
                  <a:pt x="1354035" y="137160"/>
                </a:lnTo>
                <a:lnTo>
                  <a:pt x="1352600" y="140703"/>
                </a:lnTo>
                <a:lnTo>
                  <a:pt x="1366913" y="141185"/>
                </a:lnTo>
                <a:lnTo>
                  <a:pt x="1381493" y="141389"/>
                </a:lnTo>
                <a:lnTo>
                  <a:pt x="1396085" y="141325"/>
                </a:lnTo>
                <a:lnTo>
                  <a:pt x="1410411" y="140995"/>
                </a:lnTo>
                <a:lnTo>
                  <a:pt x="1411122" y="140296"/>
                </a:lnTo>
                <a:close/>
              </a:path>
              <a:path w="2275840" h="163195">
                <a:moveTo>
                  <a:pt x="1432293" y="161683"/>
                </a:moveTo>
                <a:lnTo>
                  <a:pt x="1429118" y="157403"/>
                </a:lnTo>
                <a:lnTo>
                  <a:pt x="1424520" y="155613"/>
                </a:lnTo>
                <a:lnTo>
                  <a:pt x="1421003" y="150977"/>
                </a:lnTo>
                <a:lnTo>
                  <a:pt x="1346174" y="150241"/>
                </a:lnTo>
                <a:lnTo>
                  <a:pt x="1342605" y="153060"/>
                </a:lnTo>
                <a:lnTo>
                  <a:pt x="1339392" y="158013"/>
                </a:lnTo>
                <a:lnTo>
                  <a:pt x="1336179" y="161899"/>
                </a:lnTo>
                <a:lnTo>
                  <a:pt x="1337602" y="162255"/>
                </a:lnTo>
                <a:lnTo>
                  <a:pt x="1429448" y="162369"/>
                </a:lnTo>
                <a:lnTo>
                  <a:pt x="1432293" y="161683"/>
                </a:lnTo>
                <a:close/>
              </a:path>
              <a:path w="2275840" h="163195">
                <a:moveTo>
                  <a:pt x="1634693" y="112001"/>
                </a:moveTo>
                <a:lnTo>
                  <a:pt x="1634337" y="111645"/>
                </a:lnTo>
                <a:lnTo>
                  <a:pt x="1593278" y="110998"/>
                </a:lnTo>
                <a:lnTo>
                  <a:pt x="1572793" y="111137"/>
                </a:lnTo>
                <a:lnTo>
                  <a:pt x="1552765" y="111937"/>
                </a:lnTo>
                <a:lnTo>
                  <a:pt x="1557007" y="116217"/>
                </a:lnTo>
                <a:lnTo>
                  <a:pt x="1563027" y="118021"/>
                </a:lnTo>
                <a:lnTo>
                  <a:pt x="1568678" y="120523"/>
                </a:lnTo>
                <a:lnTo>
                  <a:pt x="1616913" y="120777"/>
                </a:lnTo>
                <a:lnTo>
                  <a:pt x="1623301" y="119392"/>
                </a:lnTo>
                <a:lnTo>
                  <a:pt x="1629346" y="115874"/>
                </a:lnTo>
                <a:lnTo>
                  <a:pt x="1634693" y="112001"/>
                </a:lnTo>
                <a:close/>
              </a:path>
              <a:path w="2275840" h="163195">
                <a:moveTo>
                  <a:pt x="1658556" y="90843"/>
                </a:moveTo>
                <a:lnTo>
                  <a:pt x="1658200" y="90487"/>
                </a:lnTo>
                <a:lnTo>
                  <a:pt x="1532674" y="89496"/>
                </a:lnTo>
                <a:lnTo>
                  <a:pt x="1531950" y="90551"/>
                </a:lnTo>
                <a:lnTo>
                  <a:pt x="1530540" y="90195"/>
                </a:lnTo>
                <a:lnTo>
                  <a:pt x="1529473" y="90538"/>
                </a:lnTo>
                <a:lnTo>
                  <a:pt x="1531569" y="95516"/>
                </a:lnTo>
                <a:lnTo>
                  <a:pt x="1535112" y="97663"/>
                </a:lnTo>
                <a:lnTo>
                  <a:pt x="1538630" y="101574"/>
                </a:lnTo>
                <a:lnTo>
                  <a:pt x="1648218" y="102133"/>
                </a:lnTo>
                <a:lnTo>
                  <a:pt x="1652130" y="99326"/>
                </a:lnTo>
                <a:lnTo>
                  <a:pt x="1655343" y="94729"/>
                </a:lnTo>
                <a:lnTo>
                  <a:pt x="1658556" y="90843"/>
                </a:lnTo>
                <a:close/>
              </a:path>
              <a:path w="2275840" h="163195">
                <a:moveTo>
                  <a:pt x="1671408" y="73177"/>
                </a:moveTo>
                <a:lnTo>
                  <a:pt x="1671078" y="68922"/>
                </a:lnTo>
                <a:lnTo>
                  <a:pt x="1516468" y="68135"/>
                </a:lnTo>
                <a:lnTo>
                  <a:pt x="1513967" y="70243"/>
                </a:lnTo>
                <a:lnTo>
                  <a:pt x="1518221" y="72034"/>
                </a:lnTo>
                <a:lnTo>
                  <a:pt x="1517142" y="74866"/>
                </a:lnTo>
                <a:lnTo>
                  <a:pt x="1519262" y="75590"/>
                </a:lnTo>
                <a:lnTo>
                  <a:pt x="1520317" y="78435"/>
                </a:lnTo>
                <a:lnTo>
                  <a:pt x="1521726" y="80213"/>
                </a:lnTo>
                <a:lnTo>
                  <a:pt x="1665693" y="80949"/>
                </a:lnTo>
                <a:lnTo>
                  <a:pt x="1667840" y="77419"/>
                </a:lnTo>
                <a:lnTo>
                  <a:pt x="1671408" y="73177"/>
                </a:lnTo>
                <a:close/>
              </a:path>
              <a:path w="2275840" h="163195">
                <a:moveTo>
                  <a:pt x="1808619" y="150482"/>
                </a:moveTo>
                <a:lnTo>
                  <a:pt x="1762163" y="150241"/>
                </a:lnTo>
                <a:lnTo>
                  <a:pt x="1758238" y="154127"/>
                </a:lnTo>
                <a:lnTo>
                  <a:pt x="1752904" y="157645"/>
                </a:lnTo>
                <a:lnTo>
                  <a:pt x="1749691" y="162242"/>
                </a:lnTo>
                <a:lnTo>
                  <a:pt x="1808556" y="162534"/>
                </a:lnTo>
                <a:lnTo>
                  <a:pt x="1808619" y="150482"/>
                </a:lnTo>
                <a:close/>
              </a:path>
              <a:path w="2275840" h="163195">
                <a:moveTo>
                  <a:pt x="1808683" y="68922"/>
                </a:moveTo>
                <a:lnTo>
                  <a:pt x="1801939" y="68884"/>
                </a:lnTo>
                <a:lnTo>
                  <a:pt x="1800504" y="71361"/>
                </a:lnTo>
                <a:lnTo>
                  <a:pt x="1801202" y="74904"/>
                </a:lnTo>
                <a:lnTo>
                  <a:pt x="1799767" y="77381"/>
                </a:lnTo>
                <a:lnTo>
                  <a:pt x="1798675" y="83045"/>
                </a:lnTo>
                <a:lnTo>
                  <a:pt x="1805787" y="79540"/>
                </a:lnTo>
                <a:lnTo>
                  <a:pt x="1808619" y="80619"/>
                </a:lnTo>
                <a:lnTo>
                  <a:pt x="1808683" y="68922"/>
                </a:lnTo>
                <a:close/>
              </a:path>
              <a:path w="2275840" h="163195">
                <a:moveTo>
                  <a:pt x="1808721" y="130263"/>
                </a:moveTo>
                <a:lnTo>
                  <a:pt x="1779282" y="130111"/>
                </a:lnTo>
                <a:lnTo>
                  <a:pt x="1778215" y="130822"/>
                </a:lnTo>
                <a:lnTo>
                  <a:pt x="1775726" y="133997"/>
                </a:lnTo>
                <a:lnTo>
                  <a:pt x="1772513" y="137528"/>
                </a:lnTo>
                <a:lnTo>
                  <a:pt x="1771078" y="140716"/>
                </a:lnTo>
                <a:lnTo>
                  <a:pt x="1780438" y="141122"/>
                </a:lnTo>
                <a:lnTo>
                  <a:pt x="1789861" y="141262"/>
                </a:lnTo>
                <a:lnTo>
                  <a:pt x="1808670" y="141262"/>
                </a:lnTo>
                <a:lnTo>
                  <a:pt x="1808721" y="130263"/>
                </a:lnTo>
                <a:close/>
              </a:path>
              <a:path w="2275840" h="163195">
                <a:moveTo>
                  <a:pt x="1808822" y="111467"/>
                </a:moveTo>
                <a:lnTo>
                  <a:pt x="1790382" y="111379"/>
                </a:lnTo>
                <a:lnTo>
                  <a:pt x="1787169" y="113487"/>
                </a:lnTo>
                <a:lnTo>
                  <a:pt x="1785010" y="120573"/>
                </a:lnTo>
                <a:lnTo>
                  <a:pt x="1808772" y="121043"/>
                </a:lnTo>
                <a:lnTo>
                  <a:pt x="1808822" y="111467"/>
                </a:lnTo>
                <a:close/>
              </a:path>
              <a:path w="2275840" h="163195">
                <a:moveTo>
                  <a:pt x="1808924" y="90195"/>
                </a:moveTo>
                <a:lnTo>
                  <a:pt x="1794027" y="90119"/>
                </a:lnTo>
                <a:lnTo>
                  <a:pt x="1795767" y="97574"/>
                </a:lnTo>
                <a:lnTo>
                  <a:pt x="1793621" y="101473"/>
                </a:lnTo>
                <a:lnTo>
                  <a:pt x="1798231" y="102196"/>
                </a:lnTo>
                <a:lnTo>
                  <a:pt x="1803908" y="101523"/>
                </a:lnTo>
                <a:lnTo>
                  <a:pt x="1808861" y="101892"/>
                </a:lnTo>
                <a:lnTo>
                  <a:pt x="1808924" y="90195"/>
                </a:lnTo>
                <a:close/>
              </a:path>
              <a:path w="2275840" h="163195">
                <a:moveTo>
                  <a:pt x="1809026" y="1536"/>
                </a:moveTo>
                <a:lnTo>
                  <a:pt x="1509014" y="0"/>
                </a:lnTo>
                <a:lnTo>
                  <a:pt x="1508277" y="4254"/>
                </a:lnTo>
                <a:lnTo>
                  <a:pt x="1506855" y="5308"/>
                </a:lnTo>
                <a:lnTo>
                  <a:pt x="1506804" y="14884"/>
                </a:lnTo>
                <a:lnTo>
                  <a:pt x="1808949" y="16433"/>
                </a:lnTo>
                <a:lnTo>
                  <a:pt x="1809026" y="1536"/>
                </a:lnTo>
                <a:close/>
              </a:path>
              <a:path w="2275840" h="163195">
                <a:moveTo>
                  <a:pt x="1809127" y="50126"/>
                </a:moveTo>
                <a:lnTo>
                  <a:pt x="1808086" y="46570"/>
                </a:lnTo>
                <a:lnTo>
                  <a:pt x="1509496" y="44691"/>
                </a:lnTo>
                <a:lnTo>
                  <a:pt x="1508404" y="47879"/>
                </a:lnTo>
                <a:lnTo>
                  <a:pt x="1511541" y="58889"/>
                </a:lnTo>
                <a:lnTo>
                  <a:pt x="1675384" y="60426"/>
                </a:lnTo>
                <a:lnTo>
                  <a:pt x="1675384" y="59372"/>
                </a:lnTo>
                <a:lnTo>
                  <a:pt x="1677517" y="58674"/>
                </a:lnTo>
                <a:lnTo>
                  <a:pt x="1677530" y="55829"/>
                </a:lnTo>
                <a:lnTo>
                  <a:pt x="1678597" y="54419"/>
                </a:lnTo>
                <a:lnTo>
                  <a:pt x="1802015" y="54698"/>
                </a:lnTo>
                <a:lnTo>
                  <a:pt x="1803069" y="55765"/>
                </a:lnTo>
                <a:lnTo>
                  <a:pt x="1802358" y="57886"/>
                </a:lnTo>
                <a:lnTo>
                  <a:pt x="1803412" y="59309"/>
                </a:lnTo>
                <a:lnTo>
                  <a:pt x="1805190" y="58966"/>
                </a:lnTo>
                <a:lnTo>
                  <a:pt x="1807311" y="59690"/>
                </a:lnTo>
                <a:lnTo>
                  <a:pt x="1808378" y="58635"/>
                </a:lnTo>
                <a:lnTo>
                  <a:pt x="1809127" y="50126"/>
                </a:lnTo>
                <a:close/>
              </a:path>
              <a:path w="2275840" h="163195">
                <a:moveTo>
                  <a:pt x="1809394" y="24307"/>
                </a:moveTo>
                <a:lnTo>
                  <a:pt x="1693824" y="24307"/>
                </a:lnTo>
                <a:lnTo>
                  <a:pt x="1693824" y="23876"/>
                </a:lnTo>
                <a:lnTo>
                  <a:pt x="1505864" y="23876"/>
                </a:lnTo>
                <a:lnTo>
                  <a:pt x="1505864" y="37350"/>
                </a:lnTo>
                <a:lnTo>
                  <a:pt x="1693824" y="37350"/>
                </a:lnTo>
                <a:lnTo>
                  <a:pt x="1693824" y="38125"/>
                </a:lnTo>
                <a:lnTo>
                  <a:pt x="1809394" y="38125"/>
                </a:lnTo>
                <a:lnTo>
                  <a:pt x="1809394" y="24307"/>
                </a:lnTo>
                <a:close/>
              </a:path>
              <a:path w="2275840" h="163195">
                <a:moveTo>
                  <a:pt x="2077072" y="150787"/>
                </a:moveTo>
                <a:lnTo>
                  <a:pt x="1943379" y="150101"/>
                </a:lnTo>
                <a:lnTo>
                  <a:pt x="1942960" y="162521"/>
                </a:lnTo>
                <a:lnTo>
                  <a:pt x="2077008" y="163195"/>
                </a:lnTo>
                <a:lnTo>
                  <a:pt x="2077072" y="150787"/>
                </a:lnTo>
                <a:close/>
              </a:path>
              <a:path w="2275840" h="163195">
                <a:moveTo>
                  <a:pt x="2077186" y="130225"/>
                </a:moveTo>
                <a:lnTo>
                  <a:pt x="1943138" y="129540"/>
                </a:lnTo>
                <a:lnTo>
                  <a:pt x="1943074" y="141236"/>
                </a:lnTo>
                <a:lnTo>
                  <a:pt x="2077123" y="141922"/>
                </a:lnTo>
                <a:lnTo>
                  <a:pt x="2077186" y="130225"/>
                </a:lnTo>
                <a:close/>
              </a:path>
              <a:path w="2275840" h="163195">
                <a:moveTo>
                  <a:pt x="2077275" y="111429"/>
                </a:moveTo>
                <a:lnTo>
                  <a:pt x="1943227" y="110744"/>
                </a:lnTo>
                <a:lnTo>
                  <a:pt x="1943176" y="120675"/>
                </a:lnTo>
                <a:lnTo>
                  <a:pt x="2077224" y="121361"/>
                </a:lnTo>
                <a:lnTo>
                  <a:pt x="2077275" y="111429"/>
                </a:lnTo>
                <a:close/>
              </a:path>
              <a:path w="2275840" h="163195">
                <a:moveTo>
                  <a:pt x="2077389" y="90144"/>
                </a:moveTo>
                <a:lnTo>
                  <a:pt x="1943341" y="89458"/>
                </a:lnTo>
                <a:lnTo>
                  <a:pt x="1943277" y="101879"/>
                </a:lnTo>
                <a:lnTo>
                  <a:pt x="2077326" y="102209"/>
                </a:lnTo>
                <a:lnTo>
                  <a:pt x="2077389" y="90144"/>
                </a:lnTo>
                <a:close/>
              </a:path>
              <a:path w="2275840" h="163195">
                <a:moveTo>
                  <a:pt x="2077466" y="75615"/>
                </a:moveTo>
                <a:lnTo>
                  <a:pt x="1943417" y="74917"/>
                </a:lnTo>
                <a:lnTo>
                  <a:pt x="1943379" y="80238"/>
                </a:lnTo>
                <a:lnTo>
                  <a:pt x="2077440" y="80924"/>
                </a:lnTo>
                <a:lnTo>
                  <a:pt x="2077466" y="75615"/>
                </a:lnTo>
                <a:close/>
              </a:path>
              <a:path w="2275840" h="163195">
                <a:moveTo>
                  <a:pt x="2275573" y="30035"/>
                </a:moveTo>
                <a:lnTo>
                  <a:pt x="2274405" y="21882"/>
                </a:lnTo>
                <a:lnTo>
                  <a:pt x="2271052" y="14541"/>
                </a:lnTo>
                <a:lnTo>
                  <a:pt x="2260244" y="4610"/>
                </a:lnTo>
                <a:lnTo>
                  <a:pt x="2245969" y="1651"/>
                </a:lnTo>
                <a:lnTo>
                  <a:pt x="2230158" y="1866"/>
                </a:lnTo>
                <a:lnTo>
                  <a:pt x="2214727" y="1485"/>
                </a:lnTo>
                <a:lnTo>
                  <a:pt x="2214651" y="15671"/>
                </a:lnTo>
                <a:lnTo>
                  <a:pt x="2231682" y="15748"/>
                </a:lnTo>
                <a:lnTo>
                  <a:pt x="2238832" y="15976"/>
                </a:lnTo>
                <a:lnTo>
                  <a:pt x="2262111" y="27965"/>
                </a:lnTo>
                <a:lnTo>
                  <a:pt x="2261349" y="38608"/>
                </a:lnTo>
                <a:lnTo>
                  <a:pt x="2256713" y="43192"/>
                </a:lnTo>
                <a:lnTo>
                  <a:pt x="2251392" y="44932"/>
                </a:lnTo>
                <a:lnTo>
                  <a:pt x="2214511" y="45453"/>
                </a:lnTo>
                <a:lnTo>
                  <a:pt x="2214435" y="59639"/>
                </a:lnTo>
                <a:lnTo>
                  <a:pt x="2246299" y="59626"/>
                </a:lnTo>
                <a:lnTo>
                  <a:pt x="2260676" y="56197"/>
                </a:lnTo>
                <a:lnTo>
                  <a:pt x="2271598" y="45745"/>
                </a:lnTo>
                <a:lnTo>
                  <a:pt x="2274608" y="38252"/>
                </a:lnTo>
                <a:lnTo>
                  <a:pt x="2275573" y="30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320484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58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7232497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58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8619" y="457609"/>
            <a:ext cx="5264150" cy="7605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8705" y="7294003"/>
            <a:ext cx="519430" cy="113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2.png"/><Relationship Id="rId3" Type="http://schemas.openxmlformats.org/officeDocument/2006/relationships/image" Target="../media/image5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6.png"/><Relationship Id="rId9" Type="http://schemas.openxmlformats.org/officeDocument/2006/relationships/image" Target="../media/image8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2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image" Target="../media/image1.png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3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12" Type="http://schemas.openxmlformats.org/officeDocument/2006/relationships/image" Target="../media/image8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82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3" Type="http://schemas.openxmlformats.org/officeDocument/2006/relationships/image" Target="../media/image138.png"/><Relationship Id="rId21" Type="http://schemas.openxmlformats.org/officeDocument/2006/relationships/image" Target="../media/image82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164.png"/><Relationship Id="rId21" Type="http://schemas.openxmlformats.org/officeDocument/2006/relationships/image" Target="../media/image182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image" Target="../media/image163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23" Type="http://schemas.openxmlformats.org/officeDocument/2006/relationships/image" Target="../media/image82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Relationship Id="rId22" Type="http://schemas.openxmlformats.org/officeDocument/2006/relationships/image" Target="../media/image18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26" Type="http://schemas.openxmlformats.org/officeDocument/2006/relationships/image" Target="../media/image82.png"/><Relationship Id="rId3" Type="http://schemas.openxmlformats.org/officeDocument/2006/relationships/image" Target="../media/image185.png"/><Relationship Id="rId21" Type="http://schemas.openxmlformats.org/officeDocument/2006/relationships/image" Target="../media/image201.png"/><Relationship Id="rId7" Type="http://schemas.openxmlformats.org/officeDocument/2006/relationships/image" Target="../media/image188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5" Type="http://schemas.openxmlformats.org/officeDocument/2006/relationships/image" Target="../media/image205.png"/><Relationship Id="rId2" Type="http://schemas.openxmlformats.org/officeDocument/2006/relationships/image" Target="../media/image184.png"/><Relationship Id="rId16" Type="http://schemas.openxmlformats.org/officeDocument/2006/relationships/image" Target="../media/image196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91.png"/><Relationship Id="rId24" Type="http://schemas.openxmlformats.org/officeDocument/2006/relationships/image" Target="../media/image204.png"/><Relationship Id="rId5" Type="http://schemas.openxmlformats.org/officeDocument/2006/relationships/image" Target="../media/image187.png"/><Relationship Id="rId15" Type="http://schemas.openxmlformats.org/officeDocument/2006/relationships/image" Target="../media/image195.png"/><Relationship Id="rId23" Type="http://schemas.openxmlformats.org/officeDocument/2006/relationships/image" Target="../media/image203.png"/><Relationship Id="rId10" Type="http://schemas.openxmlformats.org/officeDocument/2006/relationships/image" Target="../media/image190.png"/><Relationship Id="rId19" Type="http://schemas.openxmlformats.org/officeDocument/2006/relationships/image" Target="../media/image199.png"/><Relationship Id="rId4" Type="http://schemas.openxmlformats.org/officeDocument/2006/relationships/image" Target="../media/image186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Relationship Id="rId22" Type="http://schemas.openxmlformats.org/officeDocument/2006/relationships/image" Target="../media/image20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8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768" y="2134829"/>
            <a:ext cx="7403998" cy="31935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61403" y="6308216"/>
            <a:ext cx="5575935" cy="540385"/>
          </a:xfrm>
          <a:custGeom>
            <a:avLst/>
            <a:gdLst/>
            <a:ahLst/>
            <a:cxnLst/>
            <a:rect l="l" t="t" r="r" b="b"/>
            <a:pathLst>
              <a:path w="5575935" h="540384">
                <a:moveTo>
                  <a:pt x="5575452" y="0"/>
                </a:moveTo>
                <a:lnTo>
                  <a:pt x="175463" y="0"/>
                </a:lnTo>
                <a:lnTo>
                  <a:pt x="0" y="539991"/>
                </a:lnTo>
                <a:lnTo>
                  <a:pt x="5400001" y="539991"/>
                </a:lnTo>
                <a:lnTo>
                  <a:pt x="5575452" y="0"/>
                </a:lnTo>
                <a:close/>
              </a:path>
            </a:pathLst>
          </a:custGeom>
          <a:solidFill>
            <a:srgbClr val="8DC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0627" y="6262395"/>
            <a:ext cx="5017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Gill Sans MT"/>
                <a:cs typeface="Gill Sans MT"/>
              </a:rPr>
              <a:t>Installation</a:t>
            </a:r>
            <a:r>
              <a:rPr sz="3600" b="1" spc="6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3600" b="1" spc="-50" dirty="0">
                <a:solidFill>
                  <a:srgbClr val="FFFFFF"/>
                </a:solidFill>
                <a:latin typeface="Gill Sans MT"/>
                <a:cs typeface="Gill Sans MT"/>
              </a:rPr>
              <a:t>Instructions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90773" y="7295121"/>
            <a:ext cx="115570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0490T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19991104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619" y="458722"/>
            <a:ext cx="4146550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15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Type</a:t>
            </a:r>
            <a:r>
              <a:rPr sz="2400" b="1" spc="-95" dirty="0">
                <a:latin typeface="Gill Sans MT"/>
                <a:cs typeface="Gill Sans MT"/>
              </a:rPr>
              <a:t> </a:t>
            </a:r>
            <a:r>
              <a:rPr sz="2400" b="1" spc="-520" dirty="0">
                <a:latin typeface="Gill Sans MT"/>
                <a:cs typeface="Gill Sans MT"/>
              </a:rPr>
              <a:t>CT</a:t>
            </a:r>
            <a:r>
              <a:rPr sz="2400" b="1" spc="-70" dirty="0">
                <a:latin typeface="Gill Sans MT"/>
                <a:cs typeface="Gill Sans MT"/>
              </a:rPr>
              <a:t> </a:t>
            </a:r>
            <a:r>
              <a:rPr sz="2400" b="1" spc="-200" dirty="0">
                <a:latin typeface="Gill Sans MT"/>
                <a:cs typeface="Gill Sans MT"/>
              </a:rPr>
              <a:t>-</a:t>
            </a:r>
            <a:r>
              <a:rPr sz="2400" b="1" spc="-70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Installation Title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5109" y="6073521"/>
            <a:ext cx="24314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55" dirty="0">
                <a:solidFill>
                  <a:srgbClr val="231F20"/>
                </a:solidFill>
                <a:latin typeface="Gill Sans MT"/>
                <a:cs typeface="Gill Sans MT"/>
              </a:rPr>
              <a:t>Type</a:t>
            </a:r>
            <a:r>
              <a:rPr sz="6000" spc="-16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0" b="1" spc="-395" dirty="0">
                <a:solidFill>
                  <a:srgbClr val="231F20"/>
                </a:solidFill>
                <a:latin typeface="Trebuchet MS"/>
                <a:cs typeface="Trebuchet MS"/>
              </a:rPr>
              <a:t>CT</a:t>
            </a:r>
            <a:endParaRPr sz="6000">
              <a:latin typeface="Trebuchet MS"/>
              <a:cs typeface="Trebuchet M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AECF61-4C6D-04B5-49C4-C7838D501CDF}"/>
              </a:ext>
            </a:extLst>
          </p:cNvPr>
          <p:cNvGrpSpPr/>
          <p:nvPr/>
        </p:nvGrpSpPr>
        <p:grpSpPr>
          <a:xfrm>
            <a:off x="7734934" y="385445"/>
            <a:ext cx="2717166" cy="954405"/>
            <a:chOff x="7734934" y="309245"/>
            <a:chExt cx="2717166" cy="9544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12260C-CC08-337C-8FCE-8048425D45A0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close-up of a logo&#10;&#10;AI-generated content may be incorrect.">
              <a:extLst>
                <a:ext uri="{FF2B5EF4-FFF2-40B4-BE49-F238E27FC236}">
                  <a16:creationId xmlns:a16="http://schemas.microsoft.com/office/drawing/2014/main" id="{C6268285-01EA-1AEA-6B00-19C3CCFF2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618" y="458722"/>
            <a:ext cx="461708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150" dirty="0"/>
              <a:t> </a:t>
            </a:r>
            <a:r>
              <a:rPr spc="-50" dirty="0"/>
              <a:t>Type</a:t>
            </a:r>
            <a:r>
              <a:rPr spc="-95" dirty="0"/>
              <a:t> </a:t>
            </a:r>
            <a:r>
              <a:rPr spc="-520" dirty="0"/>
              <a:t>CT</a:t>
            </a:r>
            <a:r>
              <a:rPr spc="-70" dirty="0"/>
              <a:t> </a:t>
            </a:r>
            <a:r>
              <a:rPr spc="-200" dirty="0"/>
              <a:t>-</a:t>
            </a:r>
            <a:r>
              <a:rPr spc="-70" dirty="0"/>
              <a:t> </a:t>
            </a:r>
            <a:r>
              <a:rPr spc="-10" dirty="0"/>
              <a:t>Installation</a:t>
            </a:r>
            <a:r>
              <a:rPr lang="en-US" spc="-10" dirty="0"/>
              <a:t> 3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89554" y="7295121"/>
            <a:ext cx="115697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0500T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19991106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619" y="827012"/>
            <a:ext cx="2717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0" dirty="0">
                <a:latin typeface="Gill Sans MT"/>
                <a:cs typeface="Gill Sans MT"/>
              </a:rPr>
              <a:t>Views</a:t>
            </a:r>
            <a:r>
              <a:rPr sz="2400" b="1" spc="-65" dirty="0">
                <a:latin typeface="Gill Sans MT"/>
                <a:cs typeface="Gill Sans MT"/>
              </a:rPr>
              <a:t> </a:t>
            </a:r>
            <a:r>
              <a:rPr sz="2400" b="1" spc="75" dirty="0">
                <a:latin typeface="Gill Sans MT"/>
                <a:cs typeface="Gill Sans MT"/>
              </a:rPr>
              <a:t>of</a:t>
            </a:r>
            <a:r>
              <a:rPr sz="2400" b="1" spc="-60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Scraper</a:t>
            </a:r>
            <a:endParaRPr sz="2400" dirty="0">
              <a:latin typeface="Gill Sans MT"/>
              <a:cs typeface="Gill Sans M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D310F5-5F5D-DDB7-58F3-0518D6F0035C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477E1A-405A-37C1-B69B-D20C324400EF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A close-up of a logo&#10;&#10;AI-generated content may be incorrect.">
              <a:extLst>
                <a:ext uri="{FF2B5EF4-FFF2-40B4-BE49-F238E27FC236}">
                  <a16:creationId xmlns:a16="http://schemas.microsoft.com/office/drawing/2014/main" id="{305370EC-3A70-A056-4CD8-DAEBCB89D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9905" y="422051"/>
            <a:ext cx="2514600" cy="364490"/>
            <a:chOff x="7819905" y="422051"/>
            <a:chExt cx="2514600" cy="364490"/>
          </a:xfrm>
        </p:grpSpPr>
        <p:sp>
          <p:nvSpPr>
            <p:cNvPr id="3" name="object 3"/>
            <p:cNvSpPr/>
            <p:nvPr/>
          </p:nvSpPr>
          <p:spPr>
            <a:xfrm>
              <a:off x="7819905" y="422051"/>
              <a:ext cx="2514600" cy="364490"/>
            </a:xfrm>
            <a:custGeom>
              <a:avLst/>
              <a:gdLst/>
              <a:ahLst/>
              <a:cxnLst/>
              <a:rect l="l" t="t" r="r" b="b"/>
              <a:pathLst>
                <a:path w="2514600" h="364490">
                  <a:moveTo>
                    <a:pt x="2514470" y="191005"/>
                  </a:moveTo>
                  <a:lnTo>
                    <a:pt x="2510235" y="149333"/>
                  </a:lnTo>
                  <a:lnTo>
                    <a:pt x="2473032" y="83227"/>
                  </a:lnTo>
                  <a:lnTo>
                    <a:pt x="2442732" y="58675"/>
                  </a:lnTo>
                  <a:lnTo>
                    <a:pt x="2390738" y="39580"/>
                  </a:lnTo>
                  <a:lnTo>
                    <a:pt x="2333490" y="37789"/>
                  </a:lnTo>
                  <a:lnTo>
                    <a:pt x="2333629" y="12249"/>
                  </a:lnTo>
                  <a:lnTo>
                    <a:pt x="2198158" y="11564"/>
                  </a:lnTo>
                  <a:lnTo>
                    <a:pt x="2197663" y="37802"/>
                  </a:lnTo>
                  <a:lnTo>
                    <a:pt x="2060427" y="37103"/>
                  </a:lnTo>
                  <a:lnTo>
                    <a:pt x="2060198" y="12630"/>
                  </a:lnTo>
                  <a:lnTo>
                    <a:pt x="1928626" y="11957"/>
                  </a:lnTo>
                  <a:lnTo>
                    <a:pt x="1928499" y="37840"/>
                  </a:lnTo>
                  <a:lnTo>
                    <a:pt x="1857214" y="37484"/>
                  </a:lnTo>
                  <a:lnTo>
                    <a:pt x="1813048" y="15582"/>
                  </a:lnTo>
                  <a:lnTo>
                    <a:pt x="1764834" y="4033"/>
                  </a:lnTo>
                  <a:lnTo>
                    <a:pt x="1711233" y="609"/>
                  </a:lnTo>
                  <a:lnTo>
                    <a:pt x="1692495" y="819"/>
                  </a:lnTo>
                  <a:lnTo>
                    <a:pt x="1657831" y="3768"/>
                  </a:lnTo>
                  <a:lnTo>
                    <a:pt x="1624010" y="10311"/>
                  </a:lnTo>
                  <a:lnTo>
                    <a:pt x="1591761" y="21252"/>
                  </a:lnTo>
                  <a:lnTo>
                    <a:pt x="1561812" y="37395"/>
                  </a:lnTo>
                  <a:lnTo>
                    <a:pt x="1418175" y="37370"/>
                  </a:lnTo>
                  <a:lnTo>
                    <a:pt x="1376037" y="17469"/>
                  </a:lnTo>
                  <a:lnTo>
                    <a:pt x="1330393" y="6065"/>
                  </a:lnTo>
                  <a:lnTo>
                    <a:pt x="1322159" y="5121"/>
                  </a:lnTo>
                  <a:lnTo>
                    <a:pt x="1314264" y="3850"/>
                  </a:lnTo>
                  <a:lnTo>
                    <a:pt x="1306368" y="2848"/>
                  </a:lnTo>
                  <a:lnTo>
                    <a:pt x="1298135" y="2712"/>
                  </a:lnTo>
                  <a:lnTo>
                    <a:pt x="1283671" y="1830"/>
                  </a:lnTo>
                  <a:lnTo>
                    <a:pt x="1240337" y="2051"/>
                  </a:lnTo>
                  <a:lnTo>
                    <a:pt x="1174497" y="12138"/>
                  </a:lnTo>
                  <a:lnTo>
                    <a:pt x="1114963" y="37942"/>
                  </a:lnTo>
                  <a:lnTo>
                    <a:pt x="1114607" y="38297"/>
                  </a:lnTo>
                  <a:lnTo>
                    <a:pt x="995087" y="38043"/>
                  </a:lnTo>
                  <a:lnTo>
                    <a:pt x="947378" y="14921"/>
                  </a:lnTo>
                  <a:lnTo>
                    <a:pt x="894554" y="3486"/>
                  </a:lnTo>
                  <a:lnTo>
                    <a:pt x="839047" y="0"/>
                  </a:lnTo>
                  <a:lnTo>
                    <a:pt x="784704" y="3366"/>
                  </a:lnTo>
                  <a:lnTo>
                    <a:pt x="733111" y="15124"/>
                  </a:lnTo>
                  <a:lnTo>
                    <a:pt x="685855" y="36811"/>
                  </a:lnTo>
                  <a:lnTo>
                    <a:pt x="637976" y="37281"/>
                  </a:lnTo>
                  <a:lnTo>
                    <a:pt x="598263" y="37078"/>
                  </a:lnTo>
                  <a:lnTo>
                    <a:pt x="598035" y="11894"/>
                  </a:lnTo>
                  <a:lnTo>
                    <a:pt x="470019" y="11233"/>
                  </a:lnTo>
                  <a:lnTo>
                    <a:pt x="469879" y="38196"/>
                  </a:lnTo>
                  <a:lnTo>
                    <a:pt x="324477" y="37091"/>
                  </a:lnTo>
                  <a:lnTo>
                    <a:pt x="324248" y="12262"/>
                  </a:lnTo>
                  <a:lnTo>
                    <a:pt x="192676" y="11945"/>
                  </a:lnTo>
                  <a:lnTo>
                    <a:pt x="192193" y="38196"/>
                  </a:lnTo>
                  <a:lnTo>
                    <a:pt x="174124" y="38339"/>
                  </a:lnTo>
                  <a:lnTo>
                    <a:pt x="155889" y="38049"/>
                  </a:lnTo>
                  <a:lnTo>
                    <a:pt x="137985" y="38360"/>
                  </a:lnTo>
                  <a:lnTo>
                    <a:pt x="84171" y="52146"/>
                  </a:lnTo>
                  <a:lnTo>
                    <a:pt x="51041" y="74443"/>
                  </a:lnTo>
                  <a:lnTo>
                    <a:pt x="24523" y="104353"/>
                  </a:lnTo>
                  <a:lnTo>
                    <a:pt x="7624" y="139034"/>
                  </a:lnTo>
                  <a:lnTo>
                    <a:pt x="0" y="181501"/>
                  </a:lnTo>
                  <a:lnTo>
                    <a:pt x="657" y="203676"/>
                  </a:lnTo>
                  <a:lnTo>
                    <a:pt x="18342" y="259542"/>
                  </a:lnTo>
                  <a:lnTo>
                    <a:pt x="41868" y="290410"/>
                  </a:lnTo>
                  <a:lnTo>
                    <a:pt x="72212" y="314598"/>
                  </a:lnTo>
                  <a:lnTo>
                    <a:pt x="126667" y="333189"/>
                  </a:lnTo>
                  <a:lnTo>
                    <a:pt x="191736" y="335020"/>
                  </a:lnTo>
                  <a:lnTo>
                    <a:pt x="191647" y="354172"/>
                  </a:lnTo>
                  <a:lnTo>
                    <a:pt x="325340" y="354502"/>
                  </a:lnTo>
                  <a:lnTo>
                    <a:pt x="325797" y="333928"/>
                  </a:lnTo>
                  <a:lnTo>
                    <a:pt x="469066" y="335020"/>
                  </a:lnTo>
                  <a:lnTo>
                    <a:pt x="469320" y="354527"/>
                  </a:lnTo>
                  <a:lnTo>
                    <a:pt x="595926" y="355175"/>
                  </a:lnTo>
                  <a:lnTo>
                    <a:pt x="596993" y="354464"/>
                  </a:lnTo>
                  <a:lnTo>
                    <a:pt x="597095" y="334614"/>
                  </a:lnTo>
                  <a:lnTo>
                    <a:pt x="703127" y="334791"/>
                  </a:lnTo>
                  <a:lnTo>
                    <a:pt x="749366" y="351608"/>
                  </a:lnTo>
                  <a:lnTo>
                    <a:pt x="799101" y="360471"/>
                  </a:lnTo>
                  <a:lnTo>
                    <a:pt x="806911" y="360509"/>
                  </a:lnTo>
                  <a:lnTo>
                    <a:pt x="814354" y="361258"/>
                  </a:lnTo>
                  <a:lnTo>
                    <a:pt x="821796" y="362350"/>
                  </a:lnTo>
                  <a:lnTo>
                    <a:pt x="859540" y="361634"/>
                  </a:lnTo>
                  <a:lnTo>
                    <a:pt x="896334" y="358083"/>
                  </a:lnTo>
                  <a:lnTo>
                    <a:pt x="931615" y="350999"/>
                  </a:lnTo>
                  <a:lnTo>
                    <a:pt x="964823" y="339681"/>
                  </a:lnTo>
                  <a:lnTo>
                    <a:pt x="967312" y="339694"/>
                  </a:lnTo>
                  <a:lnTo>
                    <a:pt x="968735" y="337928"/>
                  </a:lnTo>
                  <a:lnTo>
                    <a:pt x="970513" y="336874"/>
                  </a:lnTo>
                  <a:lnTo>
                    <a:pt x="971580" y="335820"/>
                  </a:lnTo>
                  <a:lnTo>
                    <a:pt x="974069" y="336176"/>
                  </a:lnTo>
                  <a:lnTo>
                    <a:pt x="974780" y="334410"/>
                  </a:lnTo>
                  <a:lnTo>
                    <a:pt x="1123014" y="334817"/>
                  </a:lnTo>
                  <a:lnTo>
                    <a:pt x="1162440" y="349293"/>
                  </a:lnTo>
                  <a:lnTo>
                    <a:pt x="1203761" y="357931"/>
                  </a:lnTo>
                  <a:lnTo>
                    <a:pt x="1257687" y="362990"/>
                  </a:lnTo>
                  <a:lnTo>
                    <a:pt x="1285670" y="364030"/>
                  </a:lnTo>
                  <a:lnTo>
                    <a:pt x="1314022" y="363811"/>
                  </a:lnTo>
                  <a:lnTo>
                    <a:pt x="1369018" y="357615"/>
                  </a:lnTo>
                  <a:lnTo>
                    <a:pt x="1419813" y="341294"/>
                  </a:lnTo>
                  <a:lnTo>
                    <a:pt x="1423725" y="338830"/>
                  </a:lnTo>
                  <a:lnTo>
                    <a:pt x="1428703" y="337446"/>
                  </a:lnTo>
                  <a:lnTo>
                    <a:pt x="1431561" y="334258"/>
                  </a:lnTo>
                  <a:lnTo>
                    <a:pt x="1536882" y="335160"/>
                  </a:lnTo>
                  <a:lnTo>
                    <a:pt x="1579084" y="335020"/>
                  </a:lnTo>
                  <a:lnTo>
                    <a:pt x="1626379" y="352992"/>
                  </a:lnTo>
                  <a:lnTo>
                    <a:pt x="1677179" y="361411"/>
                  </a:lnTo>
                  <a:lnTo>
                    <a:pt x="1720640" y="362154"/>
                  </a:lnTo>
                  <a:lnTo>
                    <a:pt x="1763193" y="358569"/>
                  </a:lnTo>
                  <a:lnTo>
                    <a:pt x="1803913" y="349788"/>
                  </a:lnTo>
                  <a:lnTo>
                    <a:pt x="1841873" y="334944"/>
                  </a:lnTo>
                  <a:lnTo>
                    <a:pt x="1928042" y="335388"/>
                  </a:lnTo>
                  <a:lnTo>
                    <a:pt x="1927940" y="354527"/>
                  </a:lnTo>
                  <a:lnTo>
                    <a:pt x="2060935" y="355213"/>
                  </a:lnTo>
                  <a:lnTo>
                    <a:pt x="2061646" y="354857"/>
                  </a:lnTo>
                  <a:lnTo>
                    <a:pt x="2061748" y="334652"/>
                  </a:lnTo>
                  <a:lnTo>
                    <a:pt x="2196863" y="335337"/>
                  </a:lnTo>
                  <a:lnTo>
                    <a:pt x="2196761" y="354489"/>
                  </a:lnTo>
                  <a:lnTo>
                    <a:pt x="2333286" y="354832"/>
                  </a:lnTo>
                  <a:lnTo>
                    <a:pt x="2333401" y="334258"/>
                  </a:lnTo>
                  <a:lnTo>
                    <a:pt x="2380213" y="334144"/>
                  </a:lnTo>
                  <a:lnTo>
                    <a:pt x="2419621" y="325127"/>
                  </a:lnTo>
                  <a:lnTo>
                    <a:pt x="2453684" y="306514"/>
                  </a:lnTo>
                  <a:lnTo>
                    <a:pt x="2482007" y="279124"/>
                  </a:lnTo>
                  <a:lnTo>
                    <a:pt x="2502513" y="245510"/>
                  </a:lnTo>
                  <a:lnTo>
                    <a:pt x="2513499" y="206458"/>
                  </a:lnTo>
                  <a:lnTo>
                    <a:pt x="2511734" y="205378"/>
                  </a:lnTo>
                  <a:lnTo>
                    <a:pt x="2513512" y="204680"/>
                  </a:lnTo>
                  <a:lnTo>
                    <a:pt x="2514470" y="191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7238" y="439076"/>
              <a:ext cx="2111375" cy="329565"/>
            </a:xfrm>
            <a:custGeom>
              <a:avLst/>
              <a:gdLst/>
              <a:ahLst/>
              <a:cxnLst/>
              <a:rect l="l" t="t" r="r" b="b"/>
              <a:pathLst>
                <a:path w="2111375" h="329565">
                  <a:moveTo>
                    <a:pt x="374307" y="10388"/>
                  </a:moveTo>
                  <a:lnTo>
                    <a:pt x="279273" y="9906"/>
                  </a:lnTo>
                  <a:lnTo>
                    <a:pt x="278257" y="138988"/>
                  </a:lnTo>
                  <a:lnTo>
                    <a:pt x="100228" y="137718"/>
                  </a:lnTo>
                  <a:lnTo>
                    <a:pt x="100876" y="10769"/>
                  </a:lnTo>
                  <a:lnTo>
                    <a:pt x="1587" y="10261"/>
                  </a:lnTo>
                  <a:lnTo>
                    <a:pt x="0" y="321271"/>
                  </a:lnTo>
                  <a:lnTo>
                    <a:pt x="101066" y="321779"/>
                  </a:lnTo>
                  <a:lnTo>
                    <a:pt x="102057" y="197307"/>
                  </a:lnTo>
                  <a:lnTo>
                    <a:pt x="278663" y="198208"/>
                  </a:lnTo>
                  <a:lnTo>
                    <a:pt x="278028" y="321271"/>
                  </a:lnTo>
                  <a:lnTo>
                    <a:pt x="372719" y="321754"/>
                  </a:lnTo>
                  <a:lnTo>
                    <a:pt x="374307" y="10388"/>
                  </a:lnTo>
                  <a:close/>
                </a:path>
                <a:path w="2111375" h="329565">
                  <a:moveTo>
                    <a:pt x="840181" y="156883"/>
                  </a:moveTo>
                  <a:lnTo>
                    <a:pt x="833793" y="112115"/>
                  </a:lnTo>
                  <a:lnTo>
                    <a:pt x="799820" y="52705"/>
                  </a:lnTo>
                  <a:lnTo>
                    <a:pt x="762774" y="26301"/>
                  </a:lnTo>
                  <a:lnTo>
                    <a:pt x="719353" y="10096"/>
                  </a:lnTo>
                  <a:lnTo>
                    <a:pt x="673671" y="1993"/>
                  </a:lnTo>
                  <a:lnTo>
                    <a:pt x="630415" y="0"/>
                  </a:lnTo>
                  <a:lnTo>
                    <a:pt x="595845" y="1612"/>
                  </a:lnTo>
                  <a:lnTo>
                    <a:pt x="529983" y="14554"/>
                  </a:lnTo>
                  <a:lnTo>
                    <a:pt x="471195" y="46850"/>
                  </a:lnTo>
                  <a:lnTo>
                    <a:pt x="434035" y="102565"/>
                  </a:lnTo>
                  <a:lnTo>
                    <a:pt x="424878" y="179006"/>
                  </a:lnTo>
                  <a:lnTo>
                    <a:pt x="433247" y="220510"/>
                  </a:lnTo>
                  <a:lnTo>
                    <a:pt x="452158" y="257606"/>
                  </a:lnTo>
                  <a:lnTo>
                    <a:pt x="482473" y="288264"/>
                  </a:lnTo>
                  <a:lnTo>
                    <a:pt x="518147" y="308165"/>
                  </a:lnTo>
                  <a:lnTo>
                    <a:pt x="556641" y="320484"/>
                  </a:lnTo>
                  <a:lnTo>
                    <a:pt x="597623" y="326567"/>
                  </a:lnTo>
                  <a:lnTo>
                    <a:pt x="640791" y="327736"/>
                  </a:lnTo>
                  <a:lnTo>
                    <a:pt x="683907" y="324535"/>
                  </a:lnTo>
                  <a:lnTo>
                    <a:pt x="726147" y="315277"/>
                  </a:lnTo>
                  <a:lnTo>
                    <a:pt x="765175" y="298551"/>
                  </a:lnTo>
                  <a:lnTo>
                    <a:pt x="798652" y="272986"/>
                  </a:lnTo>
                  <a:lnTo>
                    <a:pt x="824242" y="237172"/>
                  </a:lnTo>
                  <a:lnTo>
                    <a:pt x="837577" y="195262"/>
                  </a:lnTo>
                  <a:lnTo>
                    <a:pt x="840181" y="156883"/>
                  </a:lnTo>
                  <a:close/>
                </a:path>
                <a:path w="2111375" h="329565">
                  <a:moveTo>
                    <a:pt x="1261059" y="216560"/>
                  </a:moveTo>
                  <a:lnTo>
                    <a:pt x="1233131" y="170815"/>
                  </a:lnTo>
                  <a:lnTo>
                    <a:pt x="1180312" y="149809"/>
                  </a:lnTo>
                  <a:lnTo>
                    <a:pt x="1131938" y="140652"/>
                  </a:lnTo>
                  <a:lnTo>
                    <a:pt x="1078712" y="133248"/>
                  </a:lnTo>
                  <a:lnTo>
                    <a:pt x="1056055" y="129540"/>
                  </a:lnTo>
                  <a:lnTo>
                    <a:pt x="1012825" y="116497"/>
                  </a:lnTo>
                  <a:lnTo>
                    <a:pt x="996276" y="93687"/>
                  </a:lnTo>
                  <a:lnTo>
                    <a:pt x="996327" y="83794"/>
                  </a:lnTo>
                  <a:lnTo>
                    <a:pt x="1029068" y="49707"/>
                  </a:lnTo>
                  <a:lnTo>
                    <a:pt x="1054239" y="46418"/>
                  </a:lnTo>
                  <a:lnTo>
                    <a:pt x="1067092" y="46558"/>
                  </a:lnTo>
                  <a:lnTo>
                    <a:pt x="1085126" y="51536"/>
                  </a:lnTo>
                  <a:lnTo>
                    <a:pt x="1101674" y="60477"/>
                  </a:lnTo>
                  <a:lnTo>
                    <a:pt x="1116228" y="72745"/>
                  </a:lnTo>
                  <a:lnTo>
                    <a:pt x="1128229" y="87655"/>
                  </a:lnTo>
                  <a:lnTo>
                    <a:pt x="1246670" y="88265"/>
                  </a:lnTo>
                  <a:lnTo>
                    <a:pt x="1249159" y="87566"/>
                  </a:lnTo>
                  <a:lnTo>
                    <a:pt x="1248803" y="86144"/>
                  </a:lnTo>
                  <a:lnTo>
                    <a:pt x="1216850" y="47078"/>
                  </a:lnTo>
                  <a:lnTo>
                    <a:pt x="1175410" y="21628"/>
                  </a:lnTo>
                  <a:lnTo>
                    <a:pt x="1127874" y="7378"/>
                  </a:lnTo>
                  <a:lnTo>
                    <a:pt x="1077595" y="1930"/>
                  </a:lnTo>
                  <a:lnTo>
                    <a:pt x="1035710" y="2095"/>
                  </a:lnTo>
                  <a:lnTo>
                    <a:pt x="994410" y="6870"/>
                  </a:lnTo>
                  <a:lnTo>
                    <a:pt x="954938" y="17322"/>
                  </a:lnTo>
                  <a:lnTo>
                    <a:pt x="918552" y="34455"/>
                  </a:lnTo>
                  <a:lnTo>
                    <a:pt x="888987" y="65786"/>
                  </a:lnTo>
                  <a:lnTo>
                    <a:pt x="880554" y="114757"/>
                  </a:lnTo>
                  <a:lnTo>
                    <a:pt x="883005" y="120802"/>
                  </a:lnTo>
                  <a:lnTo>
                    <a:pt x="884034" y="127190"/>
                  </a:lnTo>
                  <a:lnTo>
                    <a:pt x="920038" y="167233"/>
                  </a:lnTo>
                  <a:lnTo>
                    <a:pt x="973480" y="182613"/>
                  </a:lnTo>
                  <a:lnTo>
                    <a:pt x="1076007" y="201396"/>
                  </a:lnTo>
                  <a:lnTo>
                    <a:pt x="1109878" y="207784"/>
                  </a:lnTo>
                  <a:lnTo>
                    <a:pt x="1149108" y="234937"/>
                  </a:lnTo>
                  <a:lnTo>
                    <a:pt x="1150924" y="244652"/>
                  </a:lnTo>
                  <a:lnTo>
                    <a:pt x="1150467" y="254546"/>
                  </a:lnTo>
                  <a:lnTo>
                    <a:pt x="1147406" y="263753"/>
                  </a:lnTo>
                  <a:lnTo>
                    <a:pt x="1141476" y="271424"/>
                  </a:lnTo>
                  <a:lnTo>
                    <a:pt x="1121346" y="283552"/>
                  </a:lnTo>
                  <a:lnTo>
                    <a:pt x="1098245" y="288366"/>
                  </a:lnTo>
                  <a:lnTo>
                    <a:pt x="1074305" y="286994"/>
                  </a:lnTo>
                  <a:lnTo>
                    <a:pt x="1037653" y="272529"/>
                  </a:lnTo>
                  <a:lnTo>
                    <a:pt x="1012583" y="231406"/>
                  </a:lnTo>
                  <a:lnTo>
                    <a:pt x="880668" y="230720"/>
                  </a:lnTo>
                  <a:lnTo>
                    <a:pt x="899337" y="283387"/>
                  </a:lnTo>
                  <a:lnTo>
                    <a:pt x="939279" y="308673"/>
                  </a:lnTo>
                  <a:lnTo>
                    <a:pt x="993686" y="322948"/>
                  </a:lnTo>
                  <a:lnTo>
                    <a:pt x="1028776" y="326529"/>
                  </a:lnTo>
                  <a:lnTo>
                    <a:pt x="1034440" y="328333"/>
                  </a:lnTo>
                  <a:lnTo>
                    <a:pt x="1113155" y="329438"/>
                  </a:lnTo>
                  <a:lnTo>
                    <a:pt x="1116355" y="328752"/>
                  </a:lnTo>
                  <a:lnTo>
                    <a:pt x="1136624" y="327215"/>
                  </a:lnTo>
                  <a:lnTo>
                    <a:pt x="1175740" y="319328"/>
                  </a:lnTo>
                  <a:lnTo>
                    <a:pt x="1217980" y="301574"/>
                  </a:lnTo>
                  <a:lnTo>
                    <a:pt x="1253413" y="261531"/>
                  </a:lnTo>
                  <a:lnTo>
                    <a:pt x="1260462" y="235864"/>
                  </a:lnTo>
                  <a:lnTo>
                    <a:pt x="1261059" y="216560"/>
                  </a:lnTo>
                  <a:close/>
                </a:path>
                <a:path w="2111375" h="329565">
                  <a:moveTo>
                    <a:pt x="1695373" y="210070"/>
                  </a:moveTo>
                  <a:lnTo>
                    <a:pt x="1602816" y="210299"/>
                  </a:lnTo>
                  <a:lnTo>
                    <a:pt x="1597406" y="221615"/>
                  </a:lnTo>
                  <a:lnTo>
                    <a:pt x="1590814" y="232587"/>
                  </a:lnTo>
                  <a:lnTo>
                    <a:pt x="1552460" y="268503"/>
                  </a:lnTo>
                  <a:lnTo>
                    <a:pt x="1502498" y="281279"/>
                  </a:lnTo>
                  <a:lnTo>
                    <a:pt x="1476578" y="276682"/>
                  </a:lnTo>
                  <a:lnTo>
                    <a:pt x="1426438" y="240398"/>
                  </a:lnTo>
                  <a:lnTo>
                    <a:pt x="1402219" y="183743"/>
                  </a:lnTo>
                  <a:lnTo>
                    <a:pt x="1401368" y="166598"/>
                  </a:lnTo>
                  <a:lnTo>
                    <a:pt x="1402080" y="149529"/>
                  </a:lnTo>
                  <a:lnTo>
                    <a:pt x="1425054" y="90754"/>
                  </a:lnTo>
                  <a:lnTo>
                    <a:pt x="1475447" y="55118"/>
                  </a:lnTo>
                  <a:lnTo>
                    <a:pt x="1506105" y="50215"/>
                  </a:lnTo>
                  <a:lnTo>
                    <a:pt x="1535277" y="54317"/>
                  </a:lnTo>
                  <a:lnTo>
                    <a:pt x="1561642" y="67132"/>
                  </a:lnTo>
                  <a:lnTo>
                    <a:pt x="1583664" y="86779"/>
                  </a:lnTo>
                  <a:lnTo>
                    <a:pt x="1599768" y="111340"/>
                  </a:lnTo>
                  <a:lnTo>
                    <a:pt x="1686661" y="111785"/>
                  </a:lnTo>
                  <a:lnTo>
                    <a:pt x="1691982" y="111455"/>
                  </a:lnTo>
                  <a:lnTo>
                    <a:pt x="1689239" y="101955"/>
                  </a:lnTo>
                  <a:lnTo>
                    <a:pt x="1685734" y="92684"/>
                  </a:lnTo>
                  <a:lnTo>
                    <a:pt x="1648815" y="42557"/>
                  </a:lnTo>
                  <a:lnTo>
                    <a:pt x="1613750" y="20675"/>
                  </a:lnTo>
                  <a:lnTo>
                    <a:pt x="1573911" y="7607"/>
                  </a:lnTo>
                  <a:lnTo>
                    <a:pt x="1531886" y="1409"/>
                  </a:lnTo>
                  <a:lnTo>
                    <a:pt x="1504238" y="203"/>
                  </a:lnTo>
                  <a:lnTo>
                    <a:pt x="1451000" y="3911"/>
                  </a:lnTo>
                  <a:lnTo>
                    <a:pt x="1400289" y="16256"/>
                  </a:lnTo>
                  <a:lnTo>
                    <a:pt x="1355953" y="40741"/>
                  </a:lnTo>
                  <a:lnTo>
                    <a:pt x="1321892" y="80835"/>
                  </a:lnTo>
                  <a:lnTo>
                    <a:pt x="1303172" y="151599"/>
                  </a:lnTo>
                  <a:lnTo>
                    <a:pt x="1304671" y="189585"/>
                  </a:lnTo>
                  <a:lnTo>
                    <a:pt x="1327404" y="255333"/>
                  </a:lnTo>
                  <a:lnTo>
                    <a:pt x="1377873" y="301713"/>
                  </a:lnTo>
                  <a:lnTo>
                    <a:pt x="1408290" y="314629"/>
                  </a:lnTo>
                  <a:lnTo>
                    <a:pt x="1409357" y="315709"/>
                  </a:lnTo>
                  <a:lnTo>
                    <a:pt x="1409357" y="316052"/>
                  </a:lnTo>
                  <a:lnTo>
                    <a:pt x="1410766" y="315709"/>
                  </a:lnTo>
                  <a:lnTo>
                    <a:pt x="1426629" y="319811"/>
                  </a:lnTo>
                  <a:lnTo>
                    <a:pt x="1442872" y="323278"/>
                  </a:lnTo>
                  <a:lnTo>
                    <a:pt x="1459445" y="325882"/>
                  </a:lnTo>
                  <a:lnTo>
                    <a:pt x="1476324" y="327393"/>
                  </a:lnTo>
                  <a:lnTo>
                    <a:pt x="1515808" y="327799"/>
                  </a:lnTo>
                  <a:lnTo>
                    <a:pt x="1554530" y="324345"/>
                  </a:lnTo>
                  <a:lnTo>
                    <a:pt x="1626463" y="302628"/>
                  </a:lnTo>
                  <a:lnTo>
                    <a:pt x="1670570" y="265709"/>
                  </a:lnTo>
                  <a:lnTo>
                    <a:pt x="1694294" y="214312"/>
                  </a:lnTo>
                  <a:lnTo>
                    <a:pt x="1695005" y="212902"/>
                  </a:lnTo>
                  <a:lnTo>
                    <a:pt x="1695373" y="210070"/>
                  </a:lnTo>
                  <a:close/>
                </a:path>
                <a:path w="2111375" h="329565">
                  <a:moveTo>
                    <a:pt x="2111311" y="11468"/>
                  </a:moveTo>
                  <a:lnTo>
                    <a:pt x="2009533" y="10947"/>
                  </a:lnTo>
                  <a:lnTo>
                    <a:pt x="2008530" y="139674"/>
                  </a:lnTo>
                  <a:lnTo>
                    <a:pt x="1836534" y="138798"/>
                  </a:lnTo>
                  <a:lnTo>
                    <a:pt x="1837182" y="10426"/>
                  </a:lnTo>
                  <a:lnTo>
                    <a:pt x="1737893" y="9918"/>
                  </a:lnTo>
                  <a:lnTo>
                    <a:pt x="1736293" y="321627"/>
                  </a:lnTo>
                  <a:lnTo>
                    <a:pt x="1838071" y="322148"/>
                  </a:lnTo>
                  <a:lnTo>
                    <a:pt x="1839061" y="197675"/>
                  </a:lnTo>
                  <a:lnTo>
                    <a:pt x="2008581" y="198894"/>
                  </a:lnTo>
                  <a:lnTo>
                    <a:pt x="2007946" y="321602"/>
                  </a:lnTo>
                  <a:lnTo>
                    <a:pt x="2109724" y="322122"/>
                  </a:lnTo>
                  <a:lnTo>
                    <a:pt x="2111311" y="11468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6750" y="475106"/>
              <a:ext cx="2480945" cy="266065"/>
            </a:xfrm>
            <a:custGeom>
              <a:avLst/>
              <a:gdLst/>
              <a:ahLst/>
              <a:cxnLst/>
              <a:rect l="l" t="t" r="r" b="b"/>
              <a:pathLst>
                <a:path w="2480945" h="266065">
                  <a:moveTo>
                    <a:pt x="175272" y="1447"/>
                  </a:moveTo>
                  <a:lnTo>
                    <a:pt x="123494" y="1181"/>
                  </a:lnTo>
                  <a:lnTo>
                    <a:pt x="116395" y="2209"/>
                  </a:lnTo>
                  <a:lnTo>
                    <a:pt x="108585" y="4305"/>
                  </a:lnTo>
                  <a:lnTo>
                    <a:pt x="101130" y="5321"/>
                  </a:lnTo>
                  <a:lnTo>
                    <a:pt x="44577" y="35229"/>
                  </a:lnTo>
                  <a:lnTo>
                    <a:pt x="8140" y="87833"/>
                  </a:lnTo>
                  <a:lnTo>
                    <a:pt x="0" y="136779"/>
                  </a:lnTo>
                  <a:lnTo>
                    <a:pt x="2971" y="161975"/>
                  </a:lnTo>
                  <a:lnTo>
                    <a:pt x="29718" y="216865"/>
                  </a:lnTo>
                  <a:lnTo>
                    <a:pt x="91046" y="258343"/>
                  </a:lnTo>
                  <a:lnTo>
                    <a:pt x="128181" y="264350"/>
                  </a:lnTo>
                  <a:lnTo>
                    <a:pt x="128168" y="264706"/>
                  </a:lnTo>
                  <a:lnTo>
                    <a:pt x="174269" y="264934"/>
                  </a:lnTo>
                  <a:lnTo>
                    <a:pt x="174332" y="252882"/>
                  </a:lnTo>
                  <a:lnTo>
                    <a:pt x="134975" y="252679"/>
                  </a:lnTo>
                  <a:lnTo>
                    <a:pt x="106375" y="250405"/>
                  </a:lnTo>
                  <a:lnTo>
                    <a:pt x="57251" y="227647"/>
                  </a:lnTo>
                  <a:lnTo>
                    <a:pt x="25247" y="189064"/>
                  </a:lnTo>
                  <a:lnTo>
                    <a:pt x="12293" y="146634"/>
                  </a:lnTo>
                  <a:lnTo>
                    <a:pt x="12217" y="123317"/>
                  </a:lnTo>
                  <a:lnTo>
                    <a:pt x="19926" y="89776"/>
                  </a:lnTo>
                  <a:lnTo>
                    <a:pt x="62687" y="35318"/>
                  </a:lnTo>
                  <a:lnTo>
                    <a:pt x="112509" y="15455"/>
                  </a:lnTo>
                  <a:lnTo>
                    <a:pt x="133045" y="14274"/>
                  </a:lnTo>
                  <a:lnTo>
                    <a:pt x="154165" y="14554"/>
                  </a:lnTo>
                  <a:lnTo>
                    <a:pt x="175196" y="14566"/>
                  </a:lnTo>
                  <a:lnTo>
                    <a:pt x="175272" y="1447"/>
                  </a:lnTo>
                  <a:close/>
                </a:path>
                <a:path w="2480945" h="266065">
                  <a:moveTo>
                    <a:pt x="452945" y="736"/>
                  </a:moveTo>
                  <a:lnTo>
                    <a:pt x="307555" y="0"/>
                  </a:lnTo>
                  <a:lnTo>
                    <a:pt x="307479" y="13830"/>
                  </a:lnTo>
                  <a:lnTo>
                    <a:pt x="452882" y="14566"/>
                  </a:lnTo>
                  <a:lnTo>
                    <a:pt x="452945" y="736"/>
                  </a:lnTo>
                  <a:close/>
                </a:path>
                <a:path w="2480945" h="266065">
                  <a:moveTo>
                    <a:pt x="645160" y="1371"/>
                  </a:moveTo>
                  <a:lnTo>
                    <a:pt x="581685" y="685"/>
                  </a:lnTo>
                  <a:lnTo>
                    <a:pt x="581266" y="13449"/>
                  </a:lnTo>
                  <a:lnTo>
                    <a:pt x="634809" y="13373"/>
                  </a:lnTo>
                  <a:lnTo>
                    <a:pt x="645160" y="2438"/>
                  </a:lnTo>
                  <a:lnTo>
                    <a:pt x="645160" y="1371"/>
                  </a:lnTo>
                  <a:close/>
                </a:path>
                <a:path w="2480945" h="266065">
                  <a:moveTo>
                    <a:pt x="1076756" y="1803"/>
                  </a:moveTo>
                  <a:lnTo>
                    <a:pt x="1006894" y="1092"/>
                  </a:lnTo>
                  <a:lnTo>
                    <a:pt x="1001572" y="1778"/>
                  </a:lnTo>
                  <a:lnTo>
                    <a:pt x="1005090" y="6045"/>
                  </a:lnTo>
                  <a:lnTo>
                    <a:pt x="1007198" y="9956"/>
                  </a:lnTo>
                  <a:lnTo>
                    <a:pt x="1011796" y="13525"/>
                  </a:lnTo>
                  <a:lnTo>
                    <a:pt x="1067828" y="13817"/>
                  </a:lnTo>
                  <a:lnTo>
                    <a:pt x="1070686" y="9931"/>
                  </a:lnTo>
                  <a:lnTo>
                    <a:pt x="1074953" y="6400"/>
                  </a:lnTo>
                  <a:lnTo>
                    <a:pt x="1076756" y="1803"/>
                  </a:lnTo>
                  <a:close/>
                </a:path>
                <a:path w="2480945" h="266065">
                  <a:moveTo>
                    <a:pt x="1521117" y="1943"/>
                  </a:moveTo>
                  <a:lnTo>
                    <a:pt x="1429969" y="1130"/>
                  </a:lnTo>
                  <a:lnTo>
                    <a:pt x="1428559" y="1828"/>
                  </a:lnTo>
                  <a:lnTo>
                    <a:pt x="1426070" y="749"/>
                  </a:lnTo>
                  <a:lnTo>
                    <a:pt x="1425003" y="2159"/>
                  </a:lnTo>
                  <a:lnTo>
                    <a:pt x="1435239" y="12852"/>
                  </a:lnTo>
                  <a:lnTo>
                    <a:pt x="1511477" y="13957"/>
                  </a:lnTo>
                  <a:lnTo>
                    <a:pt x="1521104" y="3009"/>
                  </a:lnTo>
                  <a:lnTo>
                    <a:pt x="1521117" y="1943"/>
                  </a:lnTo>
                  <a:close/>
                </a:path>
                <a:path w="2480945" h="266065">
                  <a:moveTo>
                    <a:pt x="1911565" y="1460"/>
                  </a:moveTo>
                  <a:lnTo>
                    <a:pt x="1868297" y="1231"/>
                  </a:lnTo>
                  <a:lnTo>
                    <a:pt x="1866176" y="1943"/>
                  </a:lnTo>
                  <a:lnTo>
                    <a:pt x="1861921" y="139"/>
                  </a:lnTo>
                  <a:lnTo>
                    <a:pt x="1861197" y="2971"/>
                  </a:lnTo>
                  <a:lnTo>
                    <a:pt x="1870722" y="13309"/>
                  </a:lnTo>
                  <a:lnTo>
                    <a:pt x="1911502" y="13868"/>
                  </a:lnTo>
                  <a:lnTo>
                    <a:pt x="1911565" y="1460"/>
                  </a:lnTo>
                  <a:close/>
                </a:path>
                <a:path w="2480945" h="266065">
                  <a:moveTo>
                    <a:pt x="2181098" y="1066"/>
                  </a:moveTo>
                  <a:lnTo>
                    <a:pt x="2043849" y="368"/>
                  </a:lnTo>
                  <a:lnTo>
                    <a:pt x="2043785" y="13843"/>
                  </a:lnTo>
                  <a:lnTo>
                    <a:pt x="2181021" y="14541"/>
                  </a:lnTo>
                  <a:lnTo>
                    <a:pt x="2181098" y="1066"/>
                  </a:lnTo>
                  <a:close/>
                </a:path>
                <a:path w="2480945" h="266065">
                  <a:moveTo>
                    <a:pt x="2480500" y="122821"/>
                  </a:moveTo>
                  <a:lnTo>
                    <a:pt x="2479459" y="116420"/>
                  </a:lnTo>
                  <a:lnTo>
                    <a:pt x="2479141" y="110045"/>
                  </a:lnTo>
                  <a:lnTo>
                    <a:pt x="2477401" y="104000"/>
                  </a:lnTo>
                  <a:lnTo>
                    <a:pt x="2443086" y="41770"/>
                  </a:lnTo>
                  <a:lnTo>
                    <a:pt x="2381796" y="5994"/>
                  </a:lnTo>
                  <a:lnTo>
                    <a:pt x="2317280" y="1409"/>
                  </a:lnTo>
                  <a:lnTo>
                    <a:pt x="2317204" y="14173"/>
                  </a:lnTo>
                  <a:lnTo>
                    <a:pt x="2339200" y="14262"/>
                  </a:lnTo>
                  <a:lnTo>
                    <a:pt x="2361044" y="14935"/>
                  </a:lnTo>
                  <a:lnTo>
                    <a:pt x="2400846" y="25234"/>
                  </a:lnTo>
                  <a:lnTo>
                    <a:pt x="2449474" y="67906"/>
                  </a:lnTo>
                  <a:lnTo>
                    <a:pt x="2468753" y="129844"/>
                  </a:lnTo>
                  <a:lnTo>
                    <a:pt x="2470505" y="135178"/>
                  </a:lnTo>
                  <a:lnTo>
                    <a:pt x="2467292" y="139065"/>
                  </a:lnTo>
                  <a:lnTo>
                    <a:pt x="2468321" y="144386"/>
                  </a:lnTo>
                  <a:lnTo>
                    <a:pt x="2460587" y="177126"/>
                  </a:lnTo>
                  <a:lnTo>
                    <a:pt x="2419007" y="231013"/>
                  </a:lnTo>
                  <a:lnTo>
                    <a:pt x="2372461" y="251231"/>
                  </a:lnTo>
                  <a:lnTo>
                    <a:pt x="2354415" y="252857"/>
                  </a:lnTo>
                  <a:lnTo>
                    <a:pt x="2317051" y="252844"/>
                  </a:lnTo>
                  <a:lnTo>
                    <a:pt x="2316988" y="265252"/>
                  </a:lnTo>
                  <a:lnTo>
                    <a:pt x="2360257" y="265125"/>
                  </a:lnTo>
                  <a:lnTo>
                    <a:pt x="2361323" y="264058"/>
                  </a:lnTo>
                  <a:lnTo>
                    <a:pt x="2364511" y="265493"/>
                  </a:lnTo>
                  <a:lnTo>
                    <a:pt x="2364867" y="264083"/>
                  </a:lnTo>
                  <a:lnTo>
                    <a:pt x="2377109" y="261874"/>
                  </a:lnTo>
                  <a:lnTo>
                    <a:pt x="2388870" y="258749"/>
                  </a:lnTo>
                  <a:lnTo>
                    <a:pt x="2442006" y="226352"/>
                  </a:lnTo>
                  <a:lnTo>
                    <a:pt x="2477566" y="161594"/>
                  </a:lnTo>
                  <a:lnTo>
                    <a:pt x="2480500" y="12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52596" y="489604"/>
              <a:ext cx="214629" cy="227329"/>
            </a:xfrm>
            <a:custGeom>
              <a:avLst/>
              <a:gdLst/>
              <a:ahLst/>
              <a:cxnLst/>
              <a:rect l="l" t="t" r="r" b="b"/>
              <a:pathLst>
                <a:path w="214629" h="227329">
                  <a:moveTo>
                    <a:pt x="214147" y="105752"/>
                  </a:moveTo>
                  <a:lnTo>
                    <a:pt x="204827" y="65233"/>
                  </a:lnTo>
                  <a:lnTo>
                    <a:pt x="183089" y="32232"/>
                  </a:lnTo>
                  <a:lnTo>
                    <a:pt x="151207" y="9290"/>
                  </a:lnTo>
                  <a:lnTo>
                    <a:pt x="112639" y="0"/>
                  </a:lnTo>
                  <a:lnTo>
                    <a:pt x="92548" y="756"/>
                  </a:lnTo>
                  <a:lnTo>
                    <a:pt x="47591" y="18681"/>
                  </a:lnTo>
                  <a:lnTo>
                    <a:pt x="9962" y="63917"/>
                  </a:lnTo>
                  <a:lnTo>
                    <a:pt x="0" y="118510"/>
                  </a:lnTo>
                  <a:lnTo>
                    <a:pt x="3692" y="144313"/>
                  </a:lnTo>
                  <a:lnTo>
                    <a:pt x="26862" y="189515"/>
                  </a:lnTo>
                  <a:lnTo>
                    <a:pt x="74088" y="221808"/>
                  </a:lnTo>
                  <a:lnTo>
                    <a:pt x="102127" y="227156"/>
                  </a:lnTo>
                  <a:lnTo>
                    <a:pt x="131307" y="224097"/>
                  </a:lnTo>
                  <a:lnTo>
                    <a:pt x="180387" y="196238"/>
                  </a:lnTo>
                  <a:lnTo>
                    <a:pt x="209361" y="147529"/>
                  </a:lnTo>
                  <a:lnTo>
                    <a:pt x="214147" y="1057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58201" y="497458"/>
              <a:ext cx="2437765" cy="222250"/>
            </a:xfrm>
            <a:custGeom>
              <a:avLst/>
              <a:gdLst/>
              <a:ahLst/>
              <a:cxnLst/>
              <a:rect l="l" t="t" r="r" b="b"/>
              <a:pathLst>
                <a:path w="2437765" h="222250">
                  <a:moveTo>
                    <a:pt x="153708" y="1079"/>
                  </a:moveTo>
                  <a:lnTo>
                    <a:pt x="109728" y="1079"/>
                  </a:lnTo>
                  <a:lnTo>
                    <a:pt x="88760" y="3009"/>
                  </a:lnTo>
                  <a:lnTo>
                    <a:pt x="43268" y="23482"/>
                  </a:lnTo>
                  <a:lnTo>
                    <a:pt x="6946" y="71234"/>
                  </a:lnTo>
                  <a:lnTo>
                    <a:pt x="0" y="99949"/>
                  </a:lnTo>
                  <a:lnTo>
                    <a:pt x="1524" y="132410"/>
                  </a:lnTo>
                  <a:lnTo>
                    <a:pt x="30962" y="187883"/>
                  </a:lnTo>
                  <a:lnTo>
                    <a:pt x="78346" y="216839"/>
                  </a:lnTo>
                  <a:lnTo>
                    <a:pt x="127431" y="221322"/>
                  </a:lnTo>
                  <a:lnTo>
                    <a:pt x="152933" y="221310"/>
                  </a:lnTo>
                  <a:lnTo>
                    <a:pt x="152984" y="210312"/>
                  </a:lnTo>
                  <a:lnTo>
                    <a:pt x="98031" y="209321"/>
                  </a:lnTo>
                  <a:lnTo>
                    <a:pt x="85813" y="207264"/>
                  </a:lnTo>
                  <a:lnTo>
                    <a:pt x="31915" y="173316"/>
                  </a:lnTo>
                  <a:lnTo>
                    <a:pt x="11239" y="122262"/>
                  </a:lnTo>
                  <a:lnTo>
                    <a:pt x="12090" y="92925"/>
                  </a:lnTo>
                  <a:lnTo>
                    <a:pt x="35598" y="44907"/>
                  </a:lnTo>
                  <a:lnTo>
                    <a:pt x="80568" y="15608"/>
                  </a:lnTo>
                  <a:lnTo>
                    <a:pt x="115925" y="11137"/>
                  </a:lnTo>
                  <a:lnTo>
                    <a:pt x="134899" y="11747"/>
                  </a:lnTo>
                  <a:lnTo>
                    <a:pt x="153644" y="11722"/>
                  </a:lnTo>
                  <a:lnTo>
                    <a:pt x="153708" y="1079"/>
                  </a:lnTo>
                  <a:close/>
                </a:path>
                <a:path w="2437765" h="222250">
                  <a:moveTo>
                    <a:pt x="153962" y="20942"/>
                  </a:moveTo>
                  <a:lnTo>
                    <a:pt x="133997" y="20942"/>
                  </a:lnTo>
                  <a:lnTo>
                    <a:pt x="114020" y="20472"/>
                  </a:lnTo>
                  <a:lnTo>
                    <a:pt x="94754" y="21742"/>
                  </a:lnTo>
                  <a:lnTo>
                    <a:pt x="56832" y="38404"/>
                  </a:lnTo>
                  <a:lnTo>
                    <a:pt x="27406" y="74269"/>
                  </a:lnTo>
                  <a:lnTo>
                    <a:pt x="20497" y="123418"/>
                  </a:lnTo>
                  <a:lnTo>
                    <a:pt x="27711" y="148551"/>
                  </a:lnTo>
                  <a:lnTo>
                    <a:pt x="62318" y="187515"/>
                  </a:lnTo>
                  <a:lnTo>
                    <a:pt x="105244" y="200418"/>
                  </a:lnTo>
                  <a:lnTo>
                    <a:pt x="153035" y="201091"/>
                  </a:lnTo>
                  <a:lnTo>
                    <a:pt x="153085" y="191516"/>
                  </a:lnTo>
                  <a:lnTo>
                    <a:pt x="125069" y="191554"/>
                  </a:lnTo>
                  <a:lnTo>
                    <a:pt x="111086" y="191312"/>
                  </a:lnTo>
                  <a:lnTo>
                    <a:pt x="97053" y="190525"/>
                  </a:lnTo>
                  <a:lnTo>
                    <a:pt x="95643" y="189103"/>
                  </a:lnTo>
                  <a:lnTo>
                    <a:pt x="92798" y="190855"/>
                  </a:lnTo>
                  <a:lnTo>
                    <a:pt x="92100" y="188722"/>
                  </a:lnTo>
                  <a:lnTo>
                    <a:pt x="87490" y="189052"/>
                  </a:lnTo>
                  <a:lnTo>
                    <a:pt x="82892" y="186905"/>
                  </a:lnTo>
                  <a:lnTo>
                    <a:pt x="45212" y="159854"/>
                  </a:lnTo>
                  <a:lnTo>
                    <a:pt x="30035" y="121031"/>
                  </a:lnTo>
                  <a:lnTo>
                    <a:pt x="30734" y="95758"/>
                  </a:lnTo>
                  <a:lnTo>
                    <a:pt x="53365" y="53428"/>
                  </a:lnTo>
                  <a:lnTo>
                    <a:pt x="91808" y="32054"/>
                  </a:lnTo>
                  <a:lnTo>
                    <a:pt x="112191" y="30175"/>
                  </a:lnTo>
                  <a:lnTo>
                    <a:pt x="133299" y="30505"/>
                  </a:lnTo>
                  <a:lnTo>
                    <a:pt x="153911" y="30518"/>
                  </a:lnTo>
                  <a:lnTo>
                    <a:pt x="153962" y="20942"/>
                  </a:lnTo>
                  <a:close/>
                </a:path>
                <a:path w="2437765" h="222250">
                  <a:moveTo>
                    <a:pt x="431190" y="39382"/>
                  </a:moveTo>
                  <a:lnTo>
                    <a:pt x="286499" y="38646"/>
                  </a:lnTo>
                  <a:lnTo>
                    <a:pt x="285750" y="46799"/>
                  </a:lnTo>
                  <a:lnTo>
                    <a:pt x="286791" y="51054"/>
                  </a:lnTo>
                  <a:lnTo>
                    <a:pt x="431126" y="51803"/>
                  </a:lnTo>
                  <a:lnTo>
                    <a:pt x="431190" y="39382"/>
                  </a:lnTo>
                  <a:close/>
                </a:path>
                <a:path w="2437765" h="222250">
                  <a:moveTo>
                    <a:pt x="431292" y="20586"/>
                  </a:moveTo>
                  <a:lnTo>
                    <a:pt x="285889" y="19850"/>
                  </a:lnTo>
                  <a:lnTo>
                    <a:pt x="285838" y="29781"/>
                  </a:lnTo>
                  <a:lnTo>
                    <a:pt x="431241" y="30518"/>
                  </a:lnTo>
                  <a:lnTo>
                    <a:pt x="431292" y="20586"/>
                  </a:lnTo>
                  <a:close/>
                </a:path>
                <a:path w="2437765" h="222250">
                  <a:moveTo>
                    <a:pt x="431380" y="1079"/>
                  </a:moveTo>
                  <a:lnTo>
                    <a:pt x="285991" y="342"/>
                  </a:lnTo>
                  <a:lnTo>
                    <a:pt x="285927" y="10985"/>
                  </a:lnTo>
                  <a:lnTo>
                    <a:pt x="431330" y="11722"/>
                  </a:lnTo>
                  <a:lnTo>
                    <a:pt x="431380" y="1079"/>
                  </a:lnTo>
                  <a:close/>
                </a:path>
                <a:path w="2437765" h="222250">
                  <a:moveTo>
                    <a:pt x="585812" y="39471"/>
                  </a:moveTo>
                  <a:lnTo>
                    <a:pt x="559930" y="38976"/>
                  </a:lnTo>
                  <a:lnTo>
                    <a:pt x="559866" y="50685"/>
                  </a:lnTo>
                  <a:lnTo>
                    <a:pt x="580428" y="50787"/>
                  </a:lnTo>
                  <a:lnTo>
                    <a:pt x="582917" y="49733"/>
                  </a:lnTo>
                  <a:lnTo>
                    <a:pt x="585812" y="39471"/>
                  </a:lnTo>
                  <a:close/>
                </a:path>
                <a:path w="2437765" h="222250">
                  <a:moveTo>
                    <a:pt x="593356" y="21412"/>
                  </a:moveTo>
                  <a:lnTo>
                    <a:pt x="593001" y="20358"/>
                  </a:lnTo>
                  <a:lnTo>
                    <a:pt x="560019" y="19824"/>
                  </a:lnTo>
                  <a:lnTo>
                    <a:pt x="559968" y="29400"/>
                  </a:lnTo>
                  <a:lnTo>
                    <a:pt x="588340" y="29552"/>
                  </a:lnTo>
                  <a:lnTo>
                    <a:pt x="592251" y="28498"/>
                  </a:lnTo>
                  <a:lnTo>
                    <a:pt x="591566" y="23888"/>
                  </a:lnTo>
                  <a:lnTo>
                    <a:pt x="593356" y="21412"/>
                  </a:lnTo>
                  <a:close/>
                </a:path>
                <a:path w="2437765" h="222250">
                  <a:moveTo>
                    <a:pt x="605155" y="914"/>
                  </a:moveTo>
                  <a:lnTo>
                    <a:pt x="560120" y="330"/>
                  </a:lnTo>
                  <a:lnTo>
                    <a:pt x="560070" y="10604"/>
                  </a:lnTo>
                  <a:lnTo>
                    <a:pt x="598728" y="10807"/>
                  </a:lnTo>
                  <a:lnTo>
                    <a:pt x="601218" y="8331"/>
                  </a:lnTo>
                  <a:lnTo>
                    <a:pt x="603719" y="4445"/>
                  </a:lnTo>
                  <a:lnTo>
                    <a:pt x="605155" y="914"/>
                  </a:lnTo>
                  <a:close/>
                </a:path>
                <a:path w="2437765" h="222250">
                  <a:moveTo>
                    <a:pt x="807974" y="9398"/>
                  </a:moveTo>
                  <a:lnTo>
                    <a:pt x="804418" y="9639"/>
                  </a:lnTo>
                  <a:lnTo>
                    <a:pt x="802995" y="9728"/>
                  </a:lnTo>
                  <a:lnTo>
                    <a:pt x="797687" y="8280"/>
                  </a:lnTo>
                  <a:lnTo>
                    <a:pt x="793419" y="10388"/>
                  </a:lnTo>
                  <a:lnTo>
                    <a:pt x="799096" y="10414"/>
                  </a:lnTo>
                  <a:lnTo>
                    <a:pt x="802995" y="10693"/>
                  </a:lnTo>
                  <a:lnTo>
                    <a:pt x="804418" y="10795"/>
                  </a:lnTo>
                  <a:lnTo>
                    <a:pt x="807974" y="10312"/>
                  </a:lnTo>
                  <a:lnTo>
                    <a:pt x="807974" y="9398"/>
                  </a:lnTo>
                  <a:close/>
                </a:path>
                <a:path w="2437765" h="222250">
                  <a:moveTo>
                    <a:pt x="809383" y="10109"/>
                  </a:moveTo>
                  <a:lnTo>
                    <a:pt x="808583" y="10223"/>
                  </a:lnTo>
                  <a:lnTo>
                    <a:pt x="808583" y="10515"/>
                  </a:lnTo>
                  <a:lnTo>
                    <a:pt x="809383" y="10109"/>
                  </a:lnTo>
                  <a:close/>
                </a:path>
                <a:path w="2437765" h="222250">
                  <a:moveTo>
                    <a:pt x="855383" y="28790"/>
                  </a:moveTo>
                  <a:lnTo>
                    <a:pt x="852563" y="25577"/>
                  </a:lnTo>
                  <a:lnTo>
                    <a:pt x="845146" y="21285"/>
                  </a:lnTo>
                  <a:lnTo>
                    <a:pt x="782726" y="20256"/>
                  </a:lnTo>
                  <a:lnTo>
                    <a:pt x="760742" y="20497"/>
                  </a:lnTo>
                  <a:lnTo>
                    <a:pt x="755777" y="21894"/>
                  </a:lnTo>
                  <a:lnTo>
                    <a:pt x="751497" y="25412"/>
                  </a:lnTo>
                  <a:lnTo>
                    <a:pt x="747572" y="29298"/>
                  </a:lnTo>
                  <a:lnTo>
                    <a:pt x="801293" y="29933"/>
                  </a:lnTo>
                  <a:lnTo>
                    <a:pt x="828255" y="29921"/>
                  </a:lnTo>
                  <a:lnTo>
                    <a:pt x="855027" y="29489"/>
                  </a:lnTo>
                  <a:lnTo>
                    <a:pt x="855383" y="28790"/>
                  </a:lnTo>
                  <a:close/>
                </a:path>
                <a:path w="2437765" h="222250">
                  <a:moveTo>
                    <a:pt x="875131" y="51231"/>
                  </a:moveTo>
                  <a:lnTo>
                    <a:pt x="873734" y="46609"/>
                  </a:lnTo>
                  <a:lnTo>
                    <a:pt x="870204" y="43751"/>
                  </a:lnTo>
                  <a:lnTo>
                    <a:pt x="867384" y="39839"/>
                  </a:lnTo>
                  <a:lnTo>
                    <a:pt x="830503" y="39293"/>
                  </a:lnTo>
                  <a:lnTo>
                    <a:pt x="736892" y="39179"/>
                  </a:lnTo>
                  <a:lnTo>
                    <a:pt x="732612" y="42341"/>
                  </a:lnTo>
                  <a:lnTo>
                    <a:pt x="727964" y="51193"/>
                  </a:lnTo>
                  <a:lnTo>
                    <a:pt x="815555" y="51993"/>
                  </a:lnTo>
                  <a:lnTo>
                    <a:pt x="871943" y="51917"/>
                  </a:lnTo>
                  <a:lnTo>
                    <a:pt x="875131" y="51231"/>
                  </a:lnTo>
                  <a:close/>
                </a:path>
                <a:path w="2437765" h="222250">
                  <a:moveTo>
                    <a:pt x="1032649" y="39268"/>
                  </a:moveTo>
                  <a:lnTo>
                    <a:pt x="1027684" y="39598"/>
                  </a:lnTo>
                  <a:lnTo>
                    <a:pt x="1021664" y="38506"/>
                  </a:lnTo>
                  <a:lnTo>
                    <a:pt x="1017397" y="40259"/>
                  </a:lnTo>
                  <a:lnTo>
                    <a:pt x="1019492" y="47713"/>
                  </a:lnTo>
                  <a:lnTo>
                    <a:pt x="1019810" y="53746"/>
                  </a:lnTo>
                  <a:lnTo>
                    <a:pt x="1027988" y="49885"/>
                  </a:lnTo>
                  <a:lnTo>
                    <a:pt x="1032598" y="50965"/>
                  </a:lnTo>
                  <a:lnTo>
                    <a:pt x="1032649" y="39268"/>
                  </a:lnTo>
                  <a:close/>
                </a:path>
                <a:path w="2437765" h="222250">
                  <a:moveTo>
                    <a:pt x="1034478" y="28994"/>
                  </a:moveTo>
                  <a:lnTo>
                    <a:pt x="1032738" y="23660"/>
                  </a:lnTo>
                  <a:lnTo>
                    <a:pt x="1033805" y="21183"/>
                  </a:lnTo>
                  <a:lnTo>
                    <a:pt x="1026007" y="20434"/>
                  </a:lnTo>
                  <a:lnTo>
                    <a:pt x="1017511" y="20040"/>
                  </a:lnTo>
                  <a:lnTo>
                    <a:pt x="1010043" y="21069"/>
                  </a:lnTo>
                  <a:lnTo>
                    <a:pt x="1010742" y="23901"/>
                  </a:lnTo>
                  <a:lnTo>
                    <a:pt x="1011796" y="26746"/>
                  </a:lnTo>
                  <a:lnTo>
                    <a:pt x="1013206" y="29235"/>
                  </a:lnTo>
                  <a:lnTo>
                    <a:pt x="1030935" y="30035"/>
                  </a:lnTo>
                  <a:lnTo>
                    <a:pt x="1034478" y="28994"/>
                  </a:lnTo>
                  <a:close/>
                </a:path>
                <a:path w="2437765" h="222250">
                  <a:moveTo>
                    <a:pt x="1040295" y="1003"/>
                  </a:moveTo>
                  <a:lnTo>
                    <a:pt x="1029462" y="1016"/>
                  </a:lnTo>
                  <a:lnTo>
                    <a:pt x="1018527" y="901"/>
                  </a:lnTo>
                  <a:lnTo>
                    <a:pt x="1007922" y="1041"/>
                  </a:lnTo>
                  <a:lnTo>
                    <a:pt x="998093" y="1854"/>
                  </a:lnTo>
                  <a:lnTo>
                    <a:pt x="1000201" y="4699"/>
                  </a:lnTo>
                  <a:lnTo>
                    <a:pt x="1001610" y="7899"/>
                  </a:lnTo>
                  <a:lnTo>
                    <a:pt x="1004074" y="10756"/>
                  </a:lnTo>
                  <a:lnTo>
                    <a:pt x="1037056" y="10566"/>
                  </a:lnTo>
                  <a:lnTo>
                    <a:pt x="1040282" y="4191"/>
                  </a:lnTo>
                  <a:lnTo>
                    <a:pt x="1040295" y="1003"/>
                  </a:lnTo>
                  <a:close/>
                </a:path>
                <a:path w="2437765" h="222250">
                  <a:moveTo>
                    <a:pt x="1248067" y="10223"/>
                  </a:moveTo>
                  <a:lnTo>
                    <a:pt x="1241907" y="7429"/>
                  </a:lnTo>
                  <a:lnTo>
                    <a:pt x="1235189" y="5816"/>
                  </a:lnTo>
                  <a:lnTo>
                    <a:pt x="1227988" y="5143"/>
                  </a:lnTo>
                  <a:lnTo>
                    <a:pt x="1220431" y="5118"/>
                  </a:lnTo>
                  <a:lnTo>
                    <a:pt x="1212977" y="6502"/>
                  </a:lnTo>
                  <a:lnTo>
                    <a:pt x="1204468" y="6807"/>
                  </a:lnTo>
                  <a:lnTo>
                    <a:pt x="1198422" y="10325"/>
                  </a:lnTo>
                  <a:lnTo>
                    <a:pt x="1210602" y="10629"/>
                  </a:lnTo>
                  <a:lnTo>
                    <a:pt x="1223098" y="10807"/>
                  </a:lnTo>
                  <a:lnTo>
                    <a:pt x="1235659" y="10718"/>
                  </a:lnTo>
                  <a:lnTo>
                    <a:pt x="1248067" y="10223"/>
                  </a:lnTo>
                  <a:close/>
                </a:path>
                <a:path w="2437765" h="222250">
                  <a:moveTo>
                    <a:pt x="1274216" y="28448"/>
                  </a:moveTo>
                  <a:lnTo>
                    <a:pt x="1271752" y="25946"/>
                  </a:lnTo>
                  <a:lnTo>
                    <a:pt x="1265034" y="20243"/>
                  </a:lnTo>
                  <a:lnTo>
                    <a:pt x="1244815" y="20408"/>
                  </a:lnTo>
                  <a:lnTo>
                    <a:pt x="1203833" y="20332"/>
                  </a:lnTo>
                  <a:lnTo>
                    <a:pt x="1183817" y="20891"/>
                  </a:lnTo>
                  <a:lnTo>
                    <a:pt x="1183449" y="23723"/>
                  </a:lnTo>
                  <a:lnTo>
                    <a:pt x="1180960" y="26555"/>
                  </a:lnTo>
                  <a:lnTo>
                    <a:pt x="1182712" y="29400"/>
                  </a:lnTo>
                  <a:lnTo>
                    <a:pt x="1205865" y="29705"/>
                  </a:lnTo>
                  <a:lnTo>
                    <a:pt x="1228369" y="29806"/>
                  </a:lnTo>
                  <a:lnTo>
                    <a:pt x="1250734" y="29654"/>
                  </a:lnTo>
                  <a:lnTo>
                    <a:pt x="1273505" y="29146"/>
                  </a:lnTo>
                  <a:lnTo>
                    <a:pt x="1274216" y="28448"/>
                  </a:lnTo>
                  <a:close/>
                </a:path>
                <a:path w="2437765" h="222250">
                  <a:moveTo>
                    <a:pt x="1463878" y="43243"/>
                  </a:moveTo>
                  <a:lnTo>
                    <a:pt x="1463535" y="39700"/>
                  </a:lnTo>
                  <a:lnTo>
                    <a:pt x="1446161" y="39255"/>
                  </a:lnTo>
                  <a:lnTo>
                    <a:pt x="1442250" y="41008"/>
                  </a:lnTo>
                  <a:lnTo>
                    <a:pt x="1449324" y="45656"/>
                  </a:lnTo>
                  <a:lnTo>
                    <a:pt x="1443990" y="47040"/>
                  </a:lnTo>
                  <a:lnTo>
                    <a:pt x="1285481" y="45885"/>
                  </a:lnTo>
                  <a:lnTo>
                    <a:pt x="1282319" y="39484"/>
                  </a:lnTo>
                  <a:lnTo>
                    <a:pt x="1188694" y="39357"/>
                  </a:lnTo>
                  <a:lnTo>
                    <a:pt x="1459217" y="51384"/>
                  </a:lnTo>
                  <a:lnTo>
                    <a:pt x="1460995" y="50317"/>
                  </a:lnTo>
                  <a:lnTo>
                    <a:pt x="1462074" y="46786"/>
                  </a:lnTo>
                  <a:lnTo>
                    <a:pt x="1463878" y="43243"/>
                  </a:lnTo>
                  <a:close/>
                </a:path>
                <a:path w="2437765" h="222250">
                  <a:moveTo>
                    <a:pt x="1471079" y="21297"/>
                  </a:moveTo>
                  <a:lnTo>
                    <a:pt x="1462087" y="20815"/>
                  </a:lnTo>
                  <a:lnTo>
                    <a:pt x="1452905" y="20586"/>
                  </a:lnTo>
                  <a:lnTo>
                    <a:pt x="1443850" y="20764"/>
                  </a:lnTo>
                  <a:lnTo>
                    <a:pt x="1435252" y="21463"/>
                  </a:lnTo>
                  <a:lnTo>
                    <a:pt x="1439468" y="29641"/>
                  </a:lnTo>
                  <a:lnTo>
                    <a:pt x="1446733" y="29933"/>
                  </a:lnTo>
                  <a:lnTo>
                    <a:pt x="1453781" y="30073"/>
                  </a:lnTo>
                  <a:lnTo>
                    <a:pt x="1460754" y="29959"/>
                  </a:lnTo>
                  <a:lnTo>
                    <a:pt x="1467840" y="29438"/>
                  </a:lnTo>
                  <a:lnTo>
                    <a:pt x="1471079" y="21297"/>
                  </a:lnTo>
                  <a:close/>
                </a:path>
                <a:path w="2437765" h="222250">
                  <a:moveTo>
                    <a:pt x="1481823" y="1485"/>
                  </a:moveTo>
                  <a:lnTo>
                    <a:pt x="1452562" y="952"/>
                  </a:lnTo>
                  <a:lnTo>
                    <a:pt x="1437830" y="927"/>
                  </a:lnTo>
                  <a:lnTo>
                    <a:pt x="1423301" y="1193"/>
                  </a:lnTo>
                  <a:lnTo>
                    <a:pt x="1424355" y="4737"/>
                  </a:lnTo>
                  <a:lnTo>
                    <a:pt x="1426819" y="7594"/>
                  </a:lnTo>
                  <a:lnTo>
                    <a:pt x="1428927" y="10795"/>
                  </a:lnTo>
                  <a:lnTo>
                    <a:pt x="1476806" y="11036"/>
                  </a:lnTo>
                  <a:lnTo>
                    <a:pt x="1481442" y="5029"/>
                  </a:lnTo>
                  <a:lnTo>
                    <a:pt x="1481823" y="1485"/>
                  </a:lnTo>
                  <a:close/>
                </a:path>
                <a:path w="2437765" h="222250">
                  <a:moveTo>
                    <a:pt x="1683562" y="10325"/>
                  </a:moveTo>
                  <a:lnTo>
                    <a:pt x="1682496" y="10312"/>
                  </a:lnTo>
                  <a:lnTo>
                    <a:pt x="1682140" y="9956"/>
                  </a:lnTo>
                  <a:lnTo>
                    <a:pt x="1677530" y="9588"/>
                  </a:lnTo>
                  <a:lnTo>
                    <a:pt x="1671154" y="8483"/>
                  </a:lnTo>
                  <a:lnTo>
                    <a:pt x="1666887" y="10591"/>
                  </a:lnTo>
                  <a:lnTo>
                    <a:pt x="1672209" y="10972"/>
                  </a:lnTo>
                  <a:lnTo>
                    <a:pt x="1678241" y="11353"/>
                  </a:lnTo>
                  <a:lnTo>
                    <a:pt x="1683562" y="10325"/>
                  </a:lnTo>
                  <a:close/>
                </a:path>
                <a:path w="2437765" h="222250">
                  <a:moveTo>
                    <a:pt x="1727809" y="27216"/>
                  </a:moveTo>
                  <a:lnTo>
                    <a:pt x="1723555" y="26492"/>
                  </a:lnTo>
                  <a:lnTo>
                    <a:pt x="1722145" y="24345"/>
                  </a:lnTo>
                  <a:lnTo>
                    <a:pt x="1716493" y="20777"/>
                  </a:lnTo>
                  <a:lnTo>
                    <a:pt x="1696199" y="20586"/>
                  </a:lnTo>
                  <a:lnTo>
                    <a:pt x="1633855" y="20713"/>
                  </a:lnTo>
                  <a:lnTo>
                    <a:pt x="1629587" y="23164"/>
                  </a:lnTo>
                  <a:lnTo>
                    <a:pt x="1625320" y="25984"/>
                  </a:lnTo>
                  <a:lnTo>
                    <a:pt x="1621751" y="29514"/>
                  </a:lnTo>
                  <a:lnTo>
                    <a:pt x="1622107" y="29870"/>
                  </a:lnTo>
                  <a:lnTo>
                    <a:pt x="1727428" y="30403"/>
                  </a:lnTo>
                  <a:lnTo>
                    <a:pt x="1727809" y="27216"/>
                  </a:lnTo>
                  <a:close/>
                </a:path>
                <a:path w="2437765" h="222250">
                  <a:moveTo>
                    <a:pt x="1747177" y="52146"/>
                  </a:moveTo>
                  <a:lnTo>
                    <a:pt x="1745780" y="47523"/>
                  </a:lnTo>
                  <a:lnTo>
                    <a:pt x="1742262" y="43599"/>
                  </a:lnTo>
                  <a:lnTo>
                    <a:pt x="1738731" y="40043"/>
                  </a:lnTo>
                  <a:lnTo>
                    <a:pt x="1611426" y="39039"/>
                  </a:lnTo>
                  <a:lnTo>
                    <a:pt x="1611414" y="39738"/>
                  </a:lnTo>
                  <a:lnTo>
                    <a:pt x="1608213" y="42557"/>
                  </a:lnTo>
                  <a:lnTo>
                    <a:pt x="1605000" y="46799"/>
                  </a:lnTo>
                  <a:lnTo>
                    <a:pt x="1603565" y="51054"/>
                  </a:lnTo>
                  <a:lnTo>
                    <a:pt x="1747177" y="52146"/>
                  </a:lnTo>
                  <a:close/>
                </a:path>
                <a:path w="2437765" h="222250">
                  <a:moveTo>
                    <a:pt x="1890014" y="736"/>
                  </a:moveTo>
                  <a:lnTo>
                    <a:pt x="1881771" y="1016"/>
                  </a:lnTo>
                  <a:lnTo>
                    <a:pt x="1873605" y="749"/>
                  </a:lnTo>
                  <a:lnTo>
                    <a:pt x="1865566" y="622"/>
                  </a:lnTo>
                  <a:lnTo>
                    <a:pt x="1857730" y="1282"/>
                  </a:lnTo>
                  <a:lnTo>
                    <a:pt x="1863001" y="10528"/>
                  </a:lnTo>
                  <a:lnTo>
                    <a:pt x="1889950" y="11023"/>
                  </a:lnTo>
                  <a:lnTo>
                    <a:pt x="1890014" y="736"/>
                  </a:lnTo>
                  <a:close/>
                </a:path>
                <a:path w="2437765" h="222250">
                  <a:moveTo>
                    <a:pt x="1890166" y="39395"/>
                  </a:moveTo>
                  <a:lnTo>
                    <a:pt x="1885556" y="39370"/>
                  </a:lnTo>
                  <a:lnTo>
                    <a:pt x="1881301" y="39700"/>
                  </a:lnTo>
                  <a:lnTo>
                    <a:pt x="1877047" y="39687"/>
                  </a:lnTo>
                  <a:lnTo>
                    <a:pt x="1876679" y="42519"/>
                  </a:lnTo>
                  <a:lnTo>
                    <a:pt x="1878431" y="45364"/>
                  </a:lnTo>
                  <a:lnTo>
                    <a:pt x="1878418" y="48196"/>
                  </a:lnTo>
                  <a:lnTo>
                    <a:pt x="1879447" y="53530"/>
                  </a:lnTo>
                  <a:lnTo>
                    <a:pt x="1886204" y="50012"/>
                  </a:lnTo>
                  <a:lnTo>
                    <a:pt x="1890102" y="51092"/>
                  </a:lnTo>
                  <a:lnTo>
                    <a:pt x="1890166" y="39395"/>
                  </a:lnTo>
                  <a:close/>
                </a:path>
                <a:path w="2437765" h="222250">
                  <a:moveTo>
                    <a:pt x="1890268" y="20599"/>
                  </a:moveTo>
                  <a:lnTo>
                    <a:pt x="1870405" y="20497"/>
                  </a:lnTo>
                  <a:lnTo>
                    <a:pt x="1868982" y="21551"/>
                  </a:lnTo>
                  <a:lnTo>
                    <a:pt x="1870024" y="24396"/>
                  </a:lnTo>
                  <a:lnTo>
                    <a:pt x="1870367" y="27584"/>
                  </a:lnTo>
                  <a:lnTo>
                    <a:pt x="1872843" y="29730"/>
                  </a:lnTo>
                  <a:lnTo>
                    <a:pt x="1890217" y="29819"/>
                  </a:lnTo>
                  <a:lnTo>
                    <a:pt x="1890268" y="20599"/>
                  </a:lnTo>
                  <a:close/>
                </a:path>
                <a:path w="2437765" h="222250">
                  <a:moveTo>
                    <a:pt x="2158974" y="39700"/>
                  </a:moveTo>
                  <a:lnTo>
                    <a:pt x="2022094" y="39001"/>
                  </a:lnTo>
                  <a:lnTo>
                    <a:pt x="2022030" y="51066"/>
                  </a:lnTo>
                  <a:lnTo>
                    <a:pt x="2158923" y="51765"/>
                  </a:lnTo>
                  <a:lnTo>
                    <a:pt x="2158974" y="39700"/>
                  </a:lnTo>
                  <a:close/>
                </a:path>
                <a:path w="2437765" h="222250">
                  <a:moveTo>
                    <a:pt x="2159076" y="20904"/>
                  </a:moveTo>
                  <a:lnTo>
                    <a:pt x="2022182" y="20218"/>
                  </a:lnTo>
                  <a:lnTo>
                    <a:pt x="2022144" y="29781"/>
                  </a:lnTo>
                  <a:lnTo>
                    <a:pt x="2159025" y="30480"/>
                  </a:lnTo>
                  <a:lnTo>
                    <a:pt x="2159076" y="20904"/>
                  </a:lnTo>
                  <a:close/>
                </a:path>
                <a:path w="2437765" h="222250">
                  <a:moveTo>
                    <a:pt x="2159177" y="698"/>
                  </a:moveTo>
                  <a:lnTo>
                    <a:pt x="2022297" y="0"/>
                  </a:lnTo>
                  <a:lnTo>
                    <a:pt x="2022233" y="11341"/>
                  </a:lnTo>
                  <a:lnTo>
                    <a:pt x="2159127" y="12039"/>
                  </a:lnTo>
                  <a:lnTo>
                    <a:pt x="2159177" y="698"/>
                  </a:lnTo>
                  <a:close/>
                </a:path>
                <a:path w="2437765" h="222250">
                  <a:moveTo>
                    <a:pt x="2399080" y="105117"/>
                  </a:moveTo>
                  <a:lnTo>
                    <a:pt x="2385568" y="69278"/>
                  </a:lnTo>
                  <a:lnTo>
                    <a:pt x="2355773" y="45326"/>
                  </a:lnTo>
                  <a:lnTo>
                    <a:pt x="2326843" y="39725"/>
                  </a:lnTo>
                  <a:lnTo>
                    <a:pt x="2311057" y="39966"/>
                  </a:lnTo>
                  <a:lnTo>
                    <a:pt x="2295512" y="39700"/>
                  </a:lnTo>
                  <a:lnTo>
                    <a:pt x="2295448" y="51396"/>
                  </a:lnTo>
                  <a:lnTo>
                    <a:pt x="2309723" y="51638"/>
                  </a:lnTo>
                  <a:lnTo>
                    <a:pt x="2324303" y="51282"/>
                  </a:lnTo>
                  <a:lnTo>
                    <a:pt x="2338286" y="52120"/>
                  </a:lnTo>
                  <a:lnTo>
                    <a:pt x="2373846" y="73748"/>
                  </a:lnTo>
                  <a:lnTo>
                    <a:pt x="2386546" y="116827"/>
                  </a:lnTo>
                  <a:lnTo>
                    <a:pt x="2382977" y="132930"/>
                  </a:lnTo>
                  <a:lnTo>
                    <a:pt x="2348179" y="166890"/>
                  </a:lnTo>
                  <a:lnTo>
                    <a:pt x="2313698" y="170713"/>
                  </a:lnTo>
                  <a:lnTo>
                    <a:pt x="2295550" y="170561"/>
                  </a:lnTo>
                  <a:lnTo>
                    <a:pt x="2295499" y="182257"/>
                  </a:lnTo>
                  <a:lnTo>
                    <a:pt x="2341829" y="180949"/>
                  </a:lnTo>
                  <a:lnTo>
                    <a:pt x="2383117" y="155816"/>
                  </a:lnTo>
                  <a:lnTo>
                    <a:pt x="2398179" y="123380"/>
                  </a:lnTo>
                  <a:lnTo>
                    <a:pt x="2399080" y="105117"/>
                  </a:lnTo>
                  <a:close/>
                </a:path>
                <a:path w="2437765" h="222250">
                  <a:moveTo>
                    <a:pt x="2417546" y="101676"/>
                  </a:moveTo>
                  <a:lnTo>
                    <a:pt x="2398585" y="55168"/>
                  </a:lnTo>
                  <a:lnTo>
                    <a:pt x="2357996" y="25831"/>
                  </a:lnTo>
                  <a:lnTo>
                    <a:pt x="2327872" y="20802"/>
                  </a:lnTo>
                  <a:lnTo>
                    <a:pt x="2311743" y="20815"/>
                  </a:lnTo>
                  <a:lnTo>
                    <a:pt x="2295614" y="20548"/>
                  </a:lnTo>
                  <a:lnTo>
                    <a:pt x="2295563" y="30480"/>
                  </a:lnTo>
                  <a:lnTo>
                    <a:pt x="2320734" y="30518"/>
                  </a:lnTo>
                  <a:lnTo>
                    <a:pt x="2333053" y="30873"/>
                  </a:lnTo>
                  <a:lnTo>
                    <a:pt x="2382062" y="51219"/>
                  </a:lnTo>
                  <a:lnTo>
                    <a:pt x="2404859" y="86715"/>
                  </a:lnTo>
                  <a:lnTo>
                    <a:pt x="2408237" y="110578"/>
                  </a:lnTo>
                  <a:lnTo>
                    <a:pt x="2405011" y="134061"/>
                  </a:lnTo>
                  <a:lnTo>
                    <a:pt x="2379942" y="172758"/>
                  </a:lnTo>
                  <a:lnTo>
                    <a:pt x="2341105" y="190296"/>
                  </a:lnTo>
                  <a:lnTo>
                    <a:pt x="2318804" y="192201"/>
                  </a:lnTo>
                  <a:lnTo>
                    <a:pt x="2295448" y="191833"/>
                  </a:lnTo>
                  <a:lnTo>
                    <a:pt x="2295398" y="201409"/>
                  </a:lnTo>
                  <a:lnTo>
                    <a:pt x="2334133" y="200812"/>
                  </a:lnTo>
                  <a:lnTo>
                    <a:pt x="2391524" y="175107"/>
                  </a:lnTo>
                  <a:lnTo>
                    <a:pt x="2416302" y="128803"/>
                  </a:lnTo>
                  <a:lnTo>
                    <a:pt x="2417546" y="101676"/>
                  </a:lnTo>
                  <a:close/>
                </a:path>
                <a:path w="2437765" h="222250">
                  <a:moveTo>
                    <a:pt x="2437371" y="126111"/>
                  </a:moveTo>
                  <a:lnTo>
                    <a:pt x="2428621" y="65341"/>
                  </a:lnTo>
                  <a:lnTo>
                    <a:pt x="2388743" y="19113"/>
                  </a:lnTo>
                  <a:lnTo>
                    <a:pt x="2346312" y="2603"/>
                  </a:lnTo>
                  <a:lnTo>
                    <a:pt x="2295715" y="1041"/>
                  </a:lnTo>
                  <a:lnTo>
                    <a:pt x="2295652" y="11684"/>
                  </a:lnTo>
                  <a:lnTo>
                    <a:pt x="2328634" y="11849"/>
                  </a:lnTo>
                  <a:lnTo>
                    <a:pt x="2350236" y="14046"/>
                  </a:lnTo>
                  <a:lnTo>
                    <a:pt x="2388082" y="31559"/>
                  </a:lnTo>
                  <a:lnTo>
                    <a:pt x="2414117" y="61226"/>
                  </a:lnTo>
                  <a:lnTo>
                    <a:pt x="2420861" y="77216"/>
                  </a:lnTo>
                  <a:lnTo>
                    <a:pt x="2422982" y="80060"/>
                  </a:lnTo>
                  <a:lnTo>
                    <a:pt x="2423668" y="83972"/>
                  </a:lnTo>
                  <a:lnTo>
                    <a:pt x="2424709" y="87871"/>
                  </a:lnTo>
                  <a:lnTo>
                    <a:pt x="2427046" y="118427"/>
                  </a:lnTo>
                  <a:lnTo>
                    <a:pt x="2405570" y="173012"/>
                  </a:lnTo>
                  <a:lnTo>
                    <a:pt x="2363495" y="204254"/>
                  </a:lnTo>
                  <a:lnTo>
                    <a:pt x="2319197" y="211035"/>
                  </a:lnTo>
                  <a:lnTo>
                    <a:pt x="2295347" y="210629"/>
                  </a:lnTo>
                  <a:lnTo>
                    <a:pt x="2295296" y="221970"/>
                  </a:lnTo>
                  <a:lnTo>
                    <a:pt x="2346668" y="219659"/>
                  </a:lnTo>
                  <a:lnTo>
                    <a:pt x="2388298" y="203657"/>
                  </a:lnTo>
                  <a:lnTo>
                    <a:pt x="2428887" y="155816"/>
                  </a:lnTo>
                  <a:lnTo>
                    <a:pt x="2437371" y="126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874" y="536575"/>
              <a:ext cx="114831" cy="1431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3802" y="558076"/>
              <a:ext cx="81980" cy="1005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44598" y="556996"/>
              <a:ext cx="1872614" cy="15240"/>
            </a:xfrm>
            <a:custGeom>
              <a:avLst/>
              <a:gdLst/>
              <a:ahLst/>
              <a:cxnLst/>
              <a:rect l="l" t="t" r="r" b="b"/>
              <a:pathLst>
                <a:path w="1872615" h="15240">
                  <a:moveTo>
                    <a:pt x="144678" y="1130"/>
                  </a:moveTo>
                  <a:lnTo>
                    <a:pt x="0" y="381"/>
                  </a:lnTo>
                  <a:lnTo>
                    <a:pt x="330" y="3937"/>
                  </a:lnTo>
                  <a:lnTo>
                    <a:pt x="144665" y="4673"/>
                  </a:lnTo>
                  <a:lnTo>
                    <a:pt x="144678" y="1130"/>
                  </a:lnTo>
                  <a:close/>
                </a:path>
                <a:path w="1872615" h="15240">
                  <a:moveTo>
                    <a:pt x="293624" y="1892"/>
                  </a:moveTo>
                  <a:lnTo>
                    <a:pt x="292925" y="812"/>
                  </a:lnTo>
                  <a:lnTo>
                    <a:pt x="273418" y="723"/>
                  </a:lnTo>
                  <a:lnTo>
                    <a:pt x="273354" y="12420"/>
                  </a:lnTo>
                  <a:lnTo>
                    <a:pt x="279387" y="12458"/>
                  </a:lnTo>
                  <a:lnTo>
                    <a:pt x="286118" y="12839"/>
                  </a:lnTo>
                  <a:lnTo>
                    <a:pt x="291795" y="12166"/>
                  </a:lnTo>
                  <a:lnTo>
                    <a:pt x="293624" y="1892"/>
                  </a:lnTo>
                  <a:close/>
                </a:path>
                <a:path w="1872615" h="15240">
                  <a:moveTo>
                    <a:pt x="598919" y="12306"/>
                  </a:moveTo>
                  <a:lnTo>
                    <a:pt x="598576" y="8407"/>
                  </a:lnTo>
                  <a:lnTo>
                    <a:pt x="596468" y="5562"/>
                  </a:lnTo>
                  <a:lnTo>
                    <a:pt x="594715" y="2006"/>
                  </a:lnTo>
                  <a:lnTo>
                    <a:pt x="436549" y="838"/>
                  </a:lnTo>
                  <a:lnTo>
                    <a:pt x="435127" y="1905"/>
                  </a:lnTo>
                  <a:lnTo>
                    <a:pt x="433692" y="5080"/>
                  </a:lnTo>
                  <a:lnTo>
                    <a:pt x="431190" y="8623"/>
                  </a:lnTo>
                  <a:lnTo>
                    <a:pt x="431876" y="12166"/>
                  </a:lnTo>
                  <a:lnTo>
                    <a:pt x="597496" y="13373"/>
                  </a:lnTo>
                  <a:lnTo>
                    <a:pt x="597141" y="12306"/>
                  </a:lnTo>
                  <a:lnTo>
                    <a:pt x="598208" y="12661"/>
                  </a:lnTo>
                  <a:lnTo>
                    <a:pt x="598919" y="12306"/>
                  </a:lnTo>
                  <a:close/>
                </a:path>
                <a:path w="1872615" h="15240">
                  <a:moveTo>
                    <a:pt x="748944" y="9182"/>
                  </a:moveTo>
                  <a:lnTo>
                    <a:pt x="747890" y="6337"/>
                  </a:lnTo>
                  <a:lnTo>
                    <a:pt x="747560" y="3492"/>
                  </a:lnTo>
                  <a:lnTo>
                    <a:pt x="746506" y="1358"/>
                  </a:lnTo>
                  <a:lnTo>
                    <a:pt x="743305" y="990"/>
                  </a:lnTo>
                  <a:lnTo>
                    <a:pt x="740473" y="622"/>
                  </a:lnTo>
                  <a:lnTo>
                    <a:pt x="736930" y="1663"/>
                  </a:lnTo>
                  <a:lnTo>
                    <a:pt x="736892" y="9118"/>
                  </a:lnTo>
                  <a:lnTo>
                    <a:pt x="738644" y="12319"/>
                  </a:lnTo>
                  <a:lnTo>
                    <a:pt x="741832" y="13042"/>
                  </a:lnTo>
                  <a:lnTo>
                    <a:pt x="745731" y="13068"/>
                  </a:lnTo>
                  <a:lnTo>
                    <a:pt x="748931" y="12014"/>
                  </a:lnTo>
                  <a:lnTo>
                    <a:pt x="748944" y="9182"/>
                  </a:lnTo>
                  <a:close/>
                </a:path>
                <a:path w="1872615" h="15240">
                  <a:moveTo>
                    <a:pt x="1172400" y="5664"/>
                  </a:moveTo>
                  <a:lnTo>
                    <a:pt x="1172057" y="1765"/>
                  </a:lnTo>
                  <a:lnTo>
                    <a:pt x="1056106" y="469"/>
                  </a:lnTo>
                  <a:lnTo>
                    <a:pt x="992974" y="1562"/>
                  </a:lnTo>
                  <a:lnTo>
                    <a:pt x="1009256" y="4305"/>
                  </a:lnTo>
                  <a:lnTo>
                    <a:pt x="1025042" y="6515"/>
                  </a:lnTo>
                  <a:lnTo>
                    <a:pt x="1040815" y="8991"/>
                  </a:lnTo>
                  <a:lnTo>
                    <a:pt x="1056398" y="12522"/>
                  </a:lnTo>
                  <a:lnTo>
                    <a:pt x="1169517" y="13462"/>
                  </a:lnTo>
                  <a:lnTo>
                    <a:pt x="1172400" y="5664"/>
                  </a:lnTo>
                  <a:close/>
                </a:path>
                <a:path w="1872615" h="15240">
                  <a:moveTo>
                    <a:pt x="1604010" y="1143"/>
                  </a:moveTo>
                  <a:lnTo>
                    <a:pt x="1601177" y="1473"/>
                  </a:lnTo>
                  <a:lnTo>
                    <a:pt x="1598345" y="749"/>
                  </a:lnTo>
                  <a:lnTo>
                    <a:pt x="1595856" y="1803"/>
                  </a:lnTo>
                  <a:lnTo>
                    <a:pt x="1595843" y="4991"/>
                  </a:lnTo>
                  <a:lnTo>
                    <a:pt x="1597952" y="8204"/>
                  </a:lnTo>
                  <a:lnTo>
                    <a:pt x="1596872" y="11036"/>
                  </a:lnTo>
                  <a:lnTo>
                    <a:pt x="1470621" y="10388"/>
                  </a:lnTo>
                  <a:lnTo>
                    <a:pt x="1466062" y="1498"/>
                  </a:lnTo>
                  <a:lnTo>
                    <a:pt x="1312506" y="0"/>
                  </a:lnTo>
                  <a:lnTo>
                    <a:pt x="1309662" y="3175"/>
                  </a:lnTo>
                  <a:lnTo>
                    <a:pt x="1307503" y="8128"/>
                  </a:lnTo>
                  <a:lnTo>
                    <a:pt x="1306766" y="12738"/>
                  </a:lnTo>
                  <a:lnTo>
                    <a:pt x="1603946" y="14617"/>
                  </a:lnTo>
                  <a:lnTo>
                    <a:pt x="1604010" y="1143"/>
                  </a:lnTo>
                  <a:close/>
                </a:path>
                <a:path w="1872615" h="15240">
                  <a:moveTo>
                    <a:pt x="1872475" y="1447"/>
                  </a:moveTo>
                  <a:lnTo>
                    <a:pt x="1735937" y="749"/>
                  </a:lnTo>
                  <a:lnTo>
                    <a:pt x="1735924" y="4292"/>
                  </a:lnTo>
                  <a:lnTo>
                    <a:pt x="1872449" y="4991"/>
                  </a:lnTo>
                  <a:lnTo>
                    <a:pt x="1872475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8181" y="556806"/>
              <a:ext cx="93422" cy="1016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39125" y="577875"/>
              <a:ext cx="2275840" cy="163195"/>
            </a:xfrm>
            <a:custGeom>
              <a:avLst/>
              <a:gdLst/>
              <a:ahLst/>
              <a:cxnLst/>
              <a:rect l="l" t="t" r="r" b="b"/>
              <a:pathLst>
                <a:path w="2275840" h="163195">
                  <a:moveTo>
                    <a:pt x="72364" y="1168"/>
                  </a:moveTo>
                  <a:lnTo>
                    <a:pt x="24853" y="927"/>
                  </a:lnTo>
                  <a:lnTo>
                    <a:pt x="20942" y="1968"/>
                  </a:lnTo>
                  <a:lnTo>
                    <a:pt x="17386" y="4076"/>
                  </a:lnTo>
                  <a:lnTo>
                    <a:pt x="13830" y="5473"/>
                  </a:lnTo>
                  <a:lnTo>
                    <a:pt x="6997" y="11582"/>
                  </a:lnTo>
                  <a:lnTo>
                    <a:pt x="2273" y="19126"/>
                  </a:lnTo>
                  <a:lnTo>
                    <a:pt x="0" y="27800"/>
                  </a:lnTo>
                  <a:lnTo>
                    <a:pt x="546" y="37325"/>
                  </a:lnTo>
                  <a:lnTo>
                    <a:pt x="72072" y="59321"/>
                  </a:lnTo>
                  <a:lnTo>
                    <a:pt x="72148" y="45135"/>
                  </a:lnTo>
                  <a:lnTo>
                    <a:pt x="23202" y="44538"/>
                  </a:lnTo>
                  <a:lnTo>
                    <a:pt x="17538" y="42379"/>
                  </a:lnTo>
                  <a:lnTo>
                    <a:pt x="14376" y="36690"/>
                  </a:lnTo>
                  <a:lnTo>
                    <a:pt x="13703" y="31013"/>
                  </a:lnTo>
                  <a:lnTo>
                    <a:pt x="14084" y="25336"/>
                  </a:lnTo>
                  <a:lnTo>
                    <a:pt x="16598" y="18618"/>
                  </a:lnTo>
                  <a:lnTo>
                    <a:pt x="22644" y="16522"/>
                  </a:lnTo>
                  <a:lnTo>
                    <a:pt x="72288" y="16421"/>
                  </a:lnTo>
                  <a:lnTo>
                    <a:pt x="72364" y="1168"/>
                  </a:lnTo>
                  <a:close/>
                </a:path>
                <a:path w="2275840" h="163195">
                  <a:moveTo>
                    <a:pt x="349389" y="129895"/>
                  </a:moveTo>
                  <a:lnTo>
                    <a:pt x="206832" y="129171"/>
                  </a:lnTo>
                  <a:lnTo>
                    <a:pt x="206768" y="140868"/>
                  </a:lnTo>
                  <a:lnTo>
                    <a:pt x="349326" y="141605"/>
                  </a:lnTo>
                  <a:lnTo>
                    <a:pt x="349389" y="129895"/>
                  </a:lnTo>
                  <a:close/>
                </a:path>
                <a:path w="2275840" h="163195">
                  <a:moveTo>
                    <a:pt x="349491" y="111099"/>
                  </a:moveTo>
                  <a:lnTo>
                    <a:pt x="206921" y="110375"/>
                  </a:lnTo>
                  <a:lnTo>
                    <a:pt x="206870" y="120307"/>
                  </a:lnTo>
                  <a:lnTo>
                    <a:pt x="349440" y="121031"/>
                  </a:lnTo>
                  <a:lnTo>
                    <a:pt x="349491" y="111099"/>
                  </a:lnTo>
                  <a:close/>
                </a:path>
                <a:path w="2275840" h="163195">
                  <a:moveTo>
                    <a:pt x="349592" y="89827"/>
                  </a:moveTo>
                  <a:lnTo>
                    <a:pt x="207035" y="89103"/>
                  </a:lnTo>
                  <a:lnTo>
                    <a:pt x="206971" y="101511"/>
                  </a:lnTo>
                  <a:lnTo>
                    <a:pt x="349529" y="102235"/>
                  </a:lnTo>
                  <a:lnTo>
                    <a:pt x="349592" y="89827"/>
                  </a:lnTo>
                  <a:close/>
                </a:path>
                <a:path w="2275840" h="163195">
                  <a:moveTo>
                    <a:pt x="349643" y="149758"/>
                  </a:moveTo>
                  <a:lnTo>
                    <a:pt x="206730" y="149034"/>
                  </a:lnTo>
                  <a:lnTo>
                    <a:pt x="206667" y="162153"/>
                  </a:lnTo>
                  <a:lnTo>
                    <a:pt x="349580" y="162877"/>
                  </a:lnTo>
                  <a:lnTo>
                    <a:pt x="349643" y="149758"/>
                  </a:lnTo>
                  <a:close/>
                </a:path>
                <a:path w="2275840" h="163195">
                  <a:moveTo>
                    <a:pt x="349669" y="75285"/>
                  </a:moveTo>
                  <a:lnTo>
                    <a:pt x="207111" y="74561"/>
                  </a:lnTo>
                  <a:lnTo>
                    <a:pt x="207086" y="80238"/>
                  </a:lnTo>
                  <a:lnTo>
                    <a:pt x="349643" y="80962"/>
                  </a:lnTo>
                  <a:lnTo>
                    <a:pt x="349669" y="75285"/>
                  </a:lnTo>
                  <a:close/>
                </a:path>
                <a:path w="2275840" h="163195">
                  <a:moveTo>
                    <a:pt x="496023" y="27444"/>
                  </a:moveTo>
                  <a:lnTo>
                    <a:pt x="494626" y="23901"/>
                  </a:lnTo>
                  <a:lnTo>
                    <a:pt x="478663" y="23812"/>
                  </a:lnTo>
                  <a:lnTo>
                    <a:pt x="478599" y="36220"/>
                  </a:lnTo>
                  <a:lnTo>
                    <a:pt x="484276" y="35902"/>
                  </a:lnTo>
                  <a:lnTo>
                    <a:pt x="490296" y="36995"/>
                  </a:lnTo>
                  <a:lnTo>
                    <a:pt x="495274" y="35598"/>
                  </a:lnTo>
                  <a:lnTo>
                    <a:pt x="494944" y="31699"/>
                  </a:lnTo>
                  <a:lnTo>
                    <a:pt x="496023" y="27444"/>
                  </a:lnTo>
                  <a:close/>
                </a:path>
                <a:path w="2275840" h="163195">
                  <a:moveTo>
                    <a:pt x="496150" y="2273"/>
                  </a:moveTo>
                  <a:lnTo>
                    <a:pt x="495096" y="1206"/>
                  </a:lnTo>
                  <a:lnTo>
                    <a:pt x="478777" y="1117"/>
                  </a:lnTo>
                  <a:lnTo>
                    <a:pt x="478764" y="5372"/>
                  </a:lnTo>
                  <a:lnTo>
                    <a:pt x="478028" y="10693"/>
                  </a:lnTo>
                  <a:lnTo>
                    <a:pt x="479069" y="14236"/>
                  </a:lnTo>
                  <a:lnTo>
                    <a:pt x="484746" y="14274"/>
                  </a:lnTo>
                  <a:lnTo>
                    <a:pt x="490410" y="15011"/>
                  </a:lnTo>
                  <a:lnTo>
                    <a:pt x="495033" y="13970"/>
                  </a:lnTo>
                  <a:lnTo>
                    <a:pt x="496150" y="2273"/>
                  </a:lnTo>
                  <a:close/>
                </a:path>
                <a:path w="2275840" h="163195">
                  <a:moveTo>
                    <a:pt x="497281" y="58305"/>
                  </a:moveTo>
                  <a:lnTo>
                    <a:pt x="496608" y="51219"/>
                  </a:lnTo>
                  <a:lnTo>
                    <a:pt x="495554" y="49784"/>
                  </a:lnTo>
                  <a:lnTo>
                    <a:pt x="496989" y="47307"/>
                  </a:lnTo>
                  <a:lnTo>
                    <a:pt x="495223" y="45885"/>
                  </a:lnTo>
                  <a:lnTo>
                    <a:pt x="478548" y="45796"/>
                  </a:lnTo>
                  <a:lnTo>
                    <a:pt x="478485" y="58928"/>
                  </a:lnTo>
                  <a:lnTo>
                    <a:pt x="484873" y="58953"/>
                  </a:lnTo>
                  <a:lnTo>
                    <a:pt x="491248" y="59702"/>
                  </a:lnTo>
                  <a:lnTo>
                    <a:pt x="497281" y="58305"/>
                  </a:lnTo>
                  <a:close/>
                </a:path>
                <a:path w="2275840" h="163195">
                  <a:moveTo>
                    <a:pt x="501789" y="79616"/>
                  </a:moveTo>
                  <a:lnTo>
                    <a:pt x="501446" y="75704"/>
                  </a:lnTo>
                  <a:lnTo>
                    <a:pt x="500405" y="72161"/>
                  </a:lnTo>
                  <a:lnTo>
                    <a:pt x="499008" y="68961"/>
                  </a:lnTo>
                  <a:lnTo>
                    <a:pt x="478434" y="68503"/>
                  </a:lnTo>
                  <a:lnTo>
                    <a:pt x="478383" y="80200"/>
                  </a:lnTo>
                  <a:lnTo>
                    <a:pt x="486892" y="79883"/>
                  </a:lnTo>
                  <a:lnTo>
                    <a:pt x="493979" y="80632"/>
                  </a:lnTo>
                  <a:lnTo>
                    <a:pt x="501789" y="79616"/>
                  </a:lnTo>
                  <a:close/>
                </a:path>
                <a:path w="2275840" h="163195">
                  <a:moveTo>
                    <a:pt x="509485" y="100215"/>
                  </a:moveTo>
                  <a:lnTo>
                    <a:pt x="508431" y="96672"/>
                  </a:lnTo>
                  <a:lnTo>
                    <a:pt x="506679" y="93472"/>
                  </a:lnTo>
                  <a:lnTo>
                    <a:pt x="504926" y="89916"/>
                  </a:lnTo>
                  <a:lnTo>
                    <a:pt x="478332" y="89776"/>
                  </a:lnTo>
                  <a:lnTo>
                    <a:pt x="478269" y="101117"/>
                  </a:lnTo>
                  <a:lnTo>
                    <a:pt x="508419" y="101282"/>
                  </a:lnTo>
                  <a:lnTo>
                    <a:pt x="509485" y="100215"/>
                  </a:lnTo>
                  <a:close/>
                </a:path>
                <a:path w="2275840" h="163195">
                  <a:moveTo>
                    <a:pt x="518960" y="119773"/>
                  </a:moveTo>
                  <a:lnTo>
                    <a:pt x="517563" y="116573"/>
                  </a:lnTo>
                  <a:lnTo>
                    <a:pt x="516509" y="112661"/>
                  </a:lnTo>
                  <a:lnTo>
                    <a:pt x="513334" y="110883"/>
                  </a:lnTo>
                  <a:lnTo>
                    <a:pt x="476453" y="111048"/>
                  </a:lnTo>
                  <a:lnTo>
                    <a:pt x="479259" y="117081"/>
                  </a:lnTo>
                  <a:lnTo>
                    <a:pt x="478523" y="120269"/>
                  </a:lnTo>
                  <a:lnTo>
                    <a:pt x="498602" y="120561"/>
                  </a:lnTo>
                  <a:lnTo>
                    <a:pt x="508990" y="120434"/>
                  </a:lnTo>
                  <a:lnTo>
                    <a:pt x="518960" y="119773"/>
                  </a:lnTo>
                  <a:close/>
                </a:path>
                <a:path w="2275840" h="163195">
                  <a:moveTo>
                    <a:pt x="533755" y="140055"/>
                  </a:moveTo>
                  <a:lnTo>
                    <a:pt x="526707" y="130454"/>
                  </a:lnTo>
                  <a:lnTo>
                    <a:pt x="478485" y="129844"/>
                  </a:lnTo>
                  <a:lnTo>
                    <a:pt x="478421" y="140843"/>
                  </a:lnTo>
                  <a:lnTo>
                    <a:pt x="532333" y="140766"/>
                  </a:lnTo>
                  <a:lnTo>
                    <a:pt x="533755" y="140055"/>
                  </a:lnTo>
                  <a:close/>
                </a:path>
                <a:path w="2275840" h="163195">
                  <a:moveTo>
                    <a:pt x="556336" y="161099"/>
                  </a:moveTo>
                  <a:lnTo>
                    <a:pt x="552805" y="157886"/>
                  </a:lnTo>
                  <a:lnTo>
                    <a:pt x="548563" y="155028"/>
                  </a:lnTo>
                  <a:lnTo>
                    <a:pt x="545045" y="150761"/>
                  </a:lnTo>
                  <a:lnTo>
                    <a:pt x="478370" y="150063"/>
                  </a:lnTo>
                  <a:lnTo>
                    <a:pt x="478358" y="153962"/>
                  </a:lnTo>
                  <a:lnTo>
                    <a:pt x="477621" y="158572"/>
                  </a:lnTo>
                  <a:lnTo>
                    <a:pt x="479031" y="161772"/>
                  </a:lnTo>
                  <a:lnTo>
                    <a:pt x="498221" y="162179"/>
                  </a:lnTo>
                  <a:lnTo>
                    <a:pt x="555269" y="162153"/>
                  </a:lnTo>
                  <a:lnTo>
                    <a:pt x="556336" y="161099"/>
                  </a:lnTo>
                  <a:close/>
                </a:path>
                <a:path w="2275840" h="163195">
                  <a:moveTo>
                    <a:pt x="758380" y="111417"/>
                  </a:moveTo>
                  <a:lnTo>
                    <a:pt x="740283" y="110998"/>
                  </a:lnTo>
                  <a:lnTo>
                    <a:pt x="721093" y="110921"/>
                  </a:lnTo>
                  <a:lnTo>
                    <a:pt x="701573" y="111188"/>
                  </a:lnTo>
                  <a:lnTo>
                    <a:pt x="682485" y="111747"/>
                  </a:lnTo>
                  <a:lnTo>
                    <a:pt x="684606" y="113880"/>
                  </a:lnTo>
                  <a:lnTo>
                    <a:pt x="689559" y="115328"/>
                  </a:lnTo>
                  <a:lnTo>
                    <a:pt x="699820" y="119100"/>
                  </a:lnTo>
                  <a:lnTo>
                    <a:pt x="711161" y="120446"/>
                  </a:lnTo>
                  <a:lnTo>
                    <a:pt x="734923" y="120523"/>
                  </a:lnTo>
                  <a:lnTo>
                    <a:pt x="751624" y="116357"/>
                  </a:lnTo>
                  <a:lnTo>
                    <a:pt x="758380" y="111417"/>
                  </a:lnTo>
                  <a:close/>
                </a:path>
                <a:path w="2275840" h="163195">
                  <a:moveTo>
                    <a:pt x="785799" y="90284"/>
                  </a:moveTo>
                  <a:lnTo>
                    <a:pt x="660260" y="89281"/>
                  </a:lnTo>
                  <a:lnTo>
                    <a:pt x="659193" y="90703"/>
                  </a:lnTo>
                  <a:lnTo>
                    <a:pt x="655650" y="88912"/>
                  </a:lnTo>
                  <a:lnTo>
                    <a:pt x="654939" y="90678"/>
                  </a:lnTo>
                  <a:lnTo>
                    <a:pt x="664464" y="100660"/>
                  </a:lnTo>
                  <a:lnTo>
                    <a:pt x="774039" y="101930"/>
                  </a:lnTo>
                  <a:lnTo>
                    <a:pt x="777595" y="98399"/>
                  </a:lnTo>
                  <a:lnTo>
                    <a:pt x="783640" y="95592"/>
                  </a:lnTo>
                  <a:lnTo>
                    <a:pt x="785799" y="90284"/>
                  </a:lnTo>
                  <a:close/>
                </a:path>
                <a:path w="2275840" h="163195">
                  <a:moveTo>
                    <a:pt x="799376" y="69075"/>
                  </a:moveTo>
                  <a:lnTo>
                    <a:pt x="642277" y="67919"/>
                  </a:lnTo>
                  <a:lnTo>
                    <a:pt x="642277" y="68630"/>
                  </a:lnTo>
                  <a:lnTo>
                    <a:pt x="639432" y="69672"/>
                  </a:lnTo>
                  <a:lnTo>
                    <a:pt x="643331" y="72174"/>
                  </a:lnTo>
                  <a:lnTo>
                    <a:pt x="642251" y="74650"/>
                  </a:lnTo>
                  <a:lnTo>
                    <a:pt x="644017" y="75374"/>
                  </a:lnTo>
                  <a:lnTo>
                    <a:pt x="645071" y="78219"/>
                  </a:lnTo>
                  <a:lnTo>
                    <a:pt x="646836" y="79997"/>
                  </a:lnTo>
                  <a:lnTo>
                    <a:pt x="736549" y="80454"/>
                  </a:lnTo>
                  <a:lnTo>
                    <a:pt x="793292" y="80391"/>
                  </a:lnTo>
                  <a:lnTo>
                    <a:pt x="796150" y="77571"/>
                  </a:lnTo>
                  <a:lnTo>
                    <a:pt x="798652" y="72974"/>
                  </a:lnTo>
                  <a:lnTo>
                    <a:pt x="799376" y="69075"/>
                  </a:lnTo>
                  <a:close/>
                </a:path>
                <a:path w="2275840" h="163195">
                  <a:moveTo>
                    <a:pt x="807656" y="46418"/>
                  </a:moveTo>
                  <a:lnTo>
                    <a:pt x="758367" y="45097"/>
                  </a:lnTo>
                  <a:lnTo>
                    <a:pt x="634961" y="44831"/>
                  </a:lnTo>
                  <a:lnTo>
                    <a:pt x="632815" y="46596"/>
                  </a:lnTo>
                  <a:lnTo>
                    <a:pt x="633857" y="50495"/>
                  </a:lnTo>
                  <a:lnTo>
                    <a:pt x="634199" y="54749"/>
                  </a:lnTo>
                  <a:lnTo>
                    <a:pt x="636308" y="58661"/>
                  </a:lnTo>
                  <a:lnTo>
                    <a:pt x="803325" y="59524"/>
                  </a:lnTo>
                  <a:lnTo>
                    <a:pt x="806183" y="56337"/>
                  </a:lnTo>
                  <a:lnTo>
                    <a:pt x="807275" y="51028"/>
                  </a:lnTo>
                  <a:lnTo>
                    <a:pt x="807656" y="46418"/>
                  </a:lnTo>
                  <a:close/>
                </a:path>
                <a:path w="2275840" h="163195">
                  <a:moveTo>
                    <a:pt x="810577" y="28702"/>
                  </a:moveTo>
                  <a:lnTo>
                    <a:pt x="809536" y="25146"/>
                  </a:lnTo>
                  <a:lnTo>
                    <a:pt x="631164" y="23533"/>
                  </a:lnTo>
                  <a:lnTo>
                    <a:pt x="630085" y="27419"/>
                  </a:lnTo>
                  <a:lnTo>
                    <a:pt x="630059" y="32385"/>
                  </a:lnTo>
                  <a:lnTo>
                    <a:pt x="631101" y="36296"/>
                  </a:lnTo>
                  <a:lnTo>
                    <a:pt x="809472" y="37211"/>
                  </a:lnTo>
                  <a:lnTo>
                    <a:pt x="810552" y="33667"/>
                  </a:lnTo>
                  <a:lnTo>
                    <a:pt x="810577" y="28702"/>
                  </a:lnTo>
                  <a:close/>
                </a:path>
                <a:path w="2275840" h="163195">
                  <a:moveTo>
                    <a:pt x="810679" y="10617"/>
                  </a:moveTo>
                  <a:lnTo>
                    <a:pt x="808570" y="6350"/>
                  </a:lnTo>
                  <a:lnTo>
                    <a:pt x="807529" y="1739"/>
                  </a:lnTo>
                  <a:lnTo>
                    <a:pt x="634123" y="139"/>
                  </a:lnTo>
                  <a:lnTo>
                    <a:pt x="633044" y="1905"/>
                  </a:lnTo>
                  <a:lnTo>
                    <a:pt x="630516" y="11112"/>
                  </a:lnTo>
                  <a:lnTo>
                    <a:pt x="631913" y="15024"/>
                  </a:lnTo>
                  <a:lnTo>
                    <a:pt x="809586" y="15925"/>
                  </a:lnTo>
                  <a:lnTo>
                    <a:pt x="810679" y="10617"/>
                  </a:lnTo>
                  <a:close/>
                </a:path>
                <a:path w="2275840" h="163195">
                  <a:moveTo>
                    <a:pt x="951407" y="90068"/>
                  </a:moveTo>
                  <a:lnTo>
                    <a:pt x="946099" y="90398"/>
                  </a:lnTo>
                  <a:lnTo>
                    <a:pt x="940066" y="89293"/>
                  </a:lnTo>
                  <a:lnTo>
                    <a:pt x="935101" y="90690"/>
                  </a:lnTo>
                  <a:lnTo>
                    <a:pt x="930783" y="100952"/>
                  </a:lnTo>
                  <a:lnTo>
                    <a:pt x="936802" y="103111"/>
                  </a:lnTo>
                  <a:lnTo>
                    <a:pt x="944613" y="101739"/>
                  </a:lnTo>
                  <a:lnTo>
                    <a:pt x="951357" y="102120"/>
                  </a:lnTo>
                  <a:lnTo>
                    <a:pt x="951407" y="90068"/>
                  </a:lnTo>
                  <a:close/>
                </a:path>
                <a:path w="2275840" h="163195">
                  <a:moveTo>
                    <a:pt x="954836" y="113487"/>
                  </a:moveTo>
                  <a:lnTo>
                    <a:pt x="952360" y="111709"/>
                  </a:lnTo>
                  <a:lnTo>
                    <a:pt x="927900" y="111226"/>
                  </a:lnTo>
                  <a:lnTo>
                    <a:pt x="923645" y="112268"/>
                  </a:lnTo>
                  <a:lnTo>
                    <a:pt x="922909" y="116865"/>
                  </a:lnTo>
                  <a:lnTo>
                    <a:pt x="921118" y="120408"/>
                  </a:lnTo>
                  <a:lnTo>
                    <a:pt x="953744" y="120929"/>
                  </a:lnTo>
                  <a:lnTo>
                    <a:pt x="954836" y="113487"/>
                  </a:lnTo>
                  <a:close/>
                </a:path>
                <a:path w="2275840" h="163195">
                  <a:moveTo>
                    <a:pt x="962152" y="140474"/>
                  </a:moveTo>
                  <a:lnTo>
                    <a:pt x="961110" y="136931"/>
                  </a:lnTo>
                  <a:lnTo>
                    <a:pt x="958989" y="133718"/>
                  </a:lnTo>
                  <a:lnTo>
                    <a:pt x="957592" y="130530"/>
                  </a:lnTo>
                  <a:lnTo>
                    <a:pt x="914679" y="129946"/>
                  </a:lnTo>
                  <a:lnTo>
                    <a:pt x="911834" y="133134"/>
                  </a:lnTo>
                  <a:lnTo>
                    <a:pt x="908265" y="136652"/>
                  </a:lnTo>
                  <a:lnTo>
                    <a:pt x="906119" y="140550"/>
                  </a:lnTo>
                  <a:lnTo>
                    <a:pt x="957897" y="141160"/>
                  </a:lnTo>
                  <a:lnTo>
                    <a:pt x="962152" y="140474"/>
                  </a:lnTo>
                  <a:close/>
                </a:path>
                <a:path w="2275840" h="163195">
                  <a:moveTo>
                    <a:pt x="963853" y="14236"/>
                  </a:moveTo>
                  <a:lnTo>
                    <a:pt x="962456" y="9969"/>
                  </a:lnTo>
                  <a:lnTo>
                    <a:pt x="959650" y="5702"/>
                  </a:lnTo>
                  <a:lnTo>
                    <a:pt x="957541" y="1435"/>
                  </a:lnTo>
                  <a:lnTo>
                    <a:pt x="953643" y="1778"/>
                  </a:lnTo>
                  <a:lnTo>
                    <a:pt x="949032" y="1041"/>
                  </a:lnTo>
                  <a:lnTo>
                    <a:pt x="945121" y="2082"/>
                  </a:lnTo>
                  <a:lnTo>
                    <a:pt x="945108" y="5981"/>
                  </a:lnTo>
                  <a:lnTo>
                    <a:pt x="944727" y="10591"/>
                  </a:lnTo>
                  <a:lnTo>
                    <a:pt x="946124" y="14147"/>
                  </a:lnTo>
                  <a:lnTo>
                    <a:pt x="958176" y="14922"/>
                  </a:lnTo>
                  <a:lnTo>
                    <a:pt x="963853" y="14236"/>
                  </a:lnTo>
                  <a:close/>
                </a:path>
                <a:path w="2275840" h="163195">
                  <a:moveTo>
                    <a:pt x="978357" y="161480"/>
                  </a:moveTo>
                  <a:lnTo>
                    <a:pt x="969543" y="150799"/>
                  </a:lnTo>
                  <a:lnTo>
                    <a:pt x="896493" y="150075"/>
                  </a:lnTo>
                  <a:lnTo>
                    <a:pt x="892225" y="153593"/>
                  </a:lnTo>
                  <a:lnTo>
                    <a:pt x="887590" y="158178"/>
                  </a:lnTo>
                  <a:lnTo>
                    <a:pt x="883666" y="161709"/>
                  </a:lnTo>
                  <a:lnTo>
                    <a:pt x="966647" y="162483"/>
                  </a:lnTo>
                  <a:lnTo>
                    <a:pt x="970902" y="162864"/>
                  </a:lnTo>
                  <a:lnTo>
                    <a:pt x="974801" y="162534"/>
                  </a:lnTo>
                  <a:lnTo>
                    <a:pt x="978357" y="161480"/>
                  </a:lnTo>
                  <a:close/>
                </a:path>
                <a:path w="2275840" h="163195">
                  <a:moveTo>
                    <a:pt x="985024" y="35623"/>
                  </a:moveTo>
                  <a:lnTo>
                    <a:pt x="980795" y="31343"/>
                  </a:lnTo>
                  <a:lnTo>
                    <a:pt x="976896" y="29552"/>
                  </a:lnTo>
                  <a:lnTo>
                    <a:pt x="972667" y="24561"/>
                  </a:lnTo>
                  <a:lnTo>
                    <a:pt x="966063" y="24142"/>
                  </a:lnTo>
                  <a:lnTo>
                    <a:pt x="959243" y="24015"/>
                  </a:lnTo>
                  <a:lnTo>
                    <a:pt x="952474" y="24218"/>
                  </a:lnTo>
                  <a:lnTo>
                    <a:pt x="946073" y="24790"/>
                  </a:lnTo>
                  <a:lnTo>
                    <a:pt x="945692" y="28689"/>
                  </a:lnTo>
                  <a:lnTo>
                    <a:pt x="945680" y="32588"/>
                  </a:lnTo>
                  <a:lnTo>
                    <a:pt x="946010" y="36842"/>
                  </a:lnTo>
                  <a:lnTo>
                    <a:pt x="955890" y="36931"/>
                  </a:lnTo>
                  <a:lnTo>
                    <a:pt x="966050" y="37172"/>
                  </a:lnTo>
                  <a:lnTo>
                    <a:pt x="975931" y="36957"/>
                  </a:lnTo>
                  <a:lnTo>
                    <a:pt x="985024" y="35623"/>
                  </a:lnTo>
                  <a:close/>
                </a:path>
                <a:path w="2275840" h="163195">
                  <a:moveTo>
                    <a:pt x="1042009" y="58610"/>
                  </a:moveTo>
                  <a:lnTo>
                    <a:pt x="1024039" y="53340"/>
                  </a:lnTo>
                  <a:lnTo>
                    <a:pt x="1015212" y="50355"/>
                  </a:lnTo>
                  <a:lnTo>
                    <a:pt x="1006602" y="46723"/>
                  </a:lnTo>
                  <a:lnTo>
                    <a:pt x="944549" y="45707"/>
                  </a:lnTo>
                  <a:lnTo>
                    <a:pt x="944524" y="50317"/>
                  </a:lnTo>
                  <a:lnTo>
                    <a:pt x="942721" y="55270"/>
                  </a:lnTo>
                  <a:lnTo>
                    <a:pt x="944473" y="59182"/>
                  </a:lnTo>
                  <a:lnTo>
                    <a:pt x="993762" y="59296"/>
                  </a:lnTo>
                  <a:lnTo>
                    <a:pt x="1018082" y="59105"/>
                  </a:lnTo>
                  <a:lnTo>
                    <a:pt x="1042009" y="58610"/>
                  </a:lnTo>
                  <a:close/>
                </a:path>
                <a:path w="2275840" h="163195">
                  <a:moveTo>
                    <a:pt x="1156449" y="79768"/>
                  </a:moveTo>
                  <a:lnTo>
                    <a:pt x="1145692" y="77597"/>
                  </a:lnTo>
                  <a:lnTo>
                    <a:pt x="1123797" y="73926"/>
                  </a:lnTo>
                  <a:lnTo>
                    <a:pt x="1112862" y="71742"/>
                  </a:lnTo>
                  <a:lnTo>
                    <a:pt x="1104722" y="70637"/>
                  </a:lnTo>
                  <a:lnTo>
                    <a:pt x="1097280" y="67754"/>
                  </a:lnTo>
                  <a:lnTo>
                    <a:pt x="1088415" y="68427"/>
                  </a:lnTo>
                  <a:lnTo>
                    <a:pt x="1088415" y="68783"/>
                  </a:lnTo>
                  <a:lnTo>
                    <a:pt x="942657" y="68389"/>
                  </a:lnTo>
                  <a:lnTo>
                    <a:pt x="939457" y="70853"/>
                  </a:lnTo>
                  <a:lnTo>
                    <a:pt x="939787" y="75463"/>
                  </a:lnTo>
                  <a:lnTo>
                    <a:pt x="939050" y="79362"/>
                  </a:lnTo>
                  <a:lnTo>
                    <a:pt x="939761" y="80429"/>
                  </a:lnTo>
                  <a:lnTo>
                    <a:pt x="951103" y="80492"/>
                  </a:lnTo>
                  <a:lnTo>
                    <a:pt x="951141" y="75171"/>
                  </a:lnTo>
                  <a:lnTo>
                    <a:pt x="1097597" y="75920"/>
                  </a:lnTo>
                  <a:lnTo>
                    <a:pt x="1098308" y="74853"/>
                  </a:lnTo>
                  <a:lnTo>
                    <a:pt x="1116749" y="75311"/>
                  </a:lnTo>
                  <a:lnTo>
                    <a:pt x="1118146" y="79921"/>
                  </a:lnTo>
                  <a:lnTo>
                    <a:pt x="1127417" y="80327"/>
                  </a:lnTo>
                  <a:lnTo>
                    <a:pt x="1137285" y="80378"/>
                  </a:lnTo>
                  <a:lnTo>
                    <a:pt x="1156449" y="79768"/>
                  </a:lnTo>
                  <a:close/>
                </a:path>
                <a:path w="2275840" h="163195">
                  <a:moveTo>
                    <a:pt x="1190942" y="130657"/>
                  </a:moveTo>
                  <a:lnTo>
                    <a:pt x="1183855" y="130263"/>
                  </a:lnTo>
                  <a:lnTo>
                    <a:pt x="1174991" y="129857"/>
                  </a:lnTo>
                  <a:lnTo>
                    <a:pt x="1168247" y="130543"/>
                  </a:lnTo>
                  <a:lnTo>
                    <a:pt x="1174267" y="132702"/>
                  </a:lnTo>
                  <a:lnTo>
                    <a:pt x="1182065" y="131673"/>
                  </a:lnTo>
                  <a:lnTo>
                    <a:pt x="1188453" y="131699"/>
                  </a:lnTo>
                  <a:lnTo>
                    <a:pt x="1190942" y="130657"/>
                  </a:lnTo>
                  <a:close/>
                </a:path>
                <a:path w="2275840" h="163195">
                  <a:moveTo>
                    <a:pt x="1219822" y="101015"/>
                  </a:moveTo>
                  <a:lnTo>
                    <a:pt x="1218425" y="95681"/>
                  </a:lnTo>
                  <a:lnTo>
                    <a:pt x="1208519" y="91020"/>
                  </a:lnTo>
                  <a:lnTo>
                    <a:pt x="1156754" y="89700"/>
                  </a:lnTo>
                  <a:lnTo>
                    <a:pt x="1147279" y="89928"/>
                  </a:lnTo>
                  <a:lnTo>
                    <a:pt x="1128217" y="89954"/>
                  </a:lnTo>
                  <a:lnTo>
                    <a:pt x="1119149" y="90563"/>
                  </a:lnTo>
                  <a:lnTo>
                    <a:pt x="1119492" y="94475"/>
                  </a:lnTo>
                  <a:lnTo>
                    <a:pt x="1120533" y="98018"/>
                  </a:lnTo>
                  <a:lnTo>
                    <a:pt x="1122286" y="101219"/>
                  </a:lnTo>
                  <a:lnTo>
                    <a:pt x="1146898" y="101549"/>
                  </a:lnTo>
                  <a:lnTo>
                    <a:pt x="1171308" y="101663"/>
                  </a:lnTo>
                  <a:lnTo>
                    <a:pt x="1195590" y="101511"/>
                  </a:lnTo>
                  <a:lnTo>
                    <a:pt x="1219822" y="101015"/>
                  </a:lnTo>
                  <a:close/>
                </a:path>
                <a:path w="2275840" h="163195">
                  <a:moveTo>
                    <a:pt x="1221879" y="115214"/>
                  </a:moveTo>
                  <a:lnTo>
                    <a:pt x="1220825" y="111302"/>
                  </a:lnTo>
                  <a:lnTo>
                    <a:pt x="1135011" y="110502"/>
                  </a:lnTo>
                  <a:lnTo>
                    <a:pt x="1133233" y="111912"/>
                  </a:lnTo>
                  <a:lnTo>
                    <a:pt x="1131824" y="110845"/>
                  </a:lnTo>
                  <a:lnTo>
                    <a:pt x="1129334" y="111899"/>
                  </a:lnTo>
                  <a:lnTo>
                    <a:pt x="1130376" y="115443"/>
                  </a:lnTo>
                  <a:lnTo>
                    <a:pt x="1134618" y="116535"/>
                  </a:lnTo>
                  <a:lnTo>
                    <a:pt x="1136738" y="119735"/>
                  </a:lnTo>
                  <a:lnTo>
                    <a:pt x="1215110" y="120853"/>
                  </a:lnTo>
                  <a:lnTo>
                    <a:pt x="1217955" y="119087"/>
                  </a:lnTo>
                  <a:lnTo>
                    <a:pt x="1221879" y="115214"/>
                  </a:lnTo>
                  <a:close/>
                </a:path>
                <a:path w="2275840" h="163195">
                  <a:moveTo>
                    <a:pt x="1374470" y="24142"/>
                  </a:moveTo>
                  <a:lnTo>
                    <a:pt x="1350721" y="24015"/>
                  </a:lnTo>
                  <a:lnTo>
                    <a:pt x="1347876" y="25069"/>
                  </a:lnTo>
                  <a:lnTo>
                    <a:pt x="1344688" y="23634"/>
                  </a:lnTo>
                  <a:lnTo>
                    <a:pt x="1341843" y="25031"/>
                  </a:lnTo>
                  <a:lnTo>
                    <a:pt x="1346085" y="27889"/>
                  </a:lnTo>
                  <a:lnTo>
                    <a:pt x="1348193" y="33223"/>
                  </a:lnTo>
                  <a:lnTo>
                    <a:pt x="1352435" y="36080"/>
                  </a:lnTo>
                  <a:lnTo>
                    <a:pt x="1374419" y="36550"/>
                  </a:lnTo>
                  <a:lnTo>
                    <a:pt x="1374470" y="24142"/>
                  </a:lnTo>
                  <a:close/>
                </a:path>
                <a:path w="2275840" h="163195">
                  <a:moveTo>
                    <a:pt x="1374597" y="1790"/>
                  </a:moveTo>
                  <a:lnTo>
                    <a:pt x="1355623" y="1460"/>
                  </a:lnTo>
                  <a:lnTo>
                    <a:pt x="1337259" y="1295"/>
                  </a:lnTo>
                  <a:lnTo>
                    <a:pt x="1319034" y="1460"/>
                  </a:lnTo>
                  <a:lnTo>
                    <a:pt x="1300467" y="2120"/>
                  </a:lnTo>
                  <a:lnTo>
                    <a:pt x="1306830" y="4940"/>
                  </a:lnTo>
                  <a:lnTo>
                    <a:pt x="1325587" y="13957"/>
                  </a:lnTo>
                  <a:lnTo>
                    <a:pt x="1374521" y="14922"/>
                  </a:lnTo>
                  <a:lnTo>
                    <a:pt x="1374571" y="5702"/>
                  </a:lnTo>
                  <a:lnTo>
                    <a:pt x="1374597" y="1790"/>
                  </a:lnTo>
                  <a:close/>
                </a:path>
                <a:path w="2275840" h="163195">
                  <a:moveTo>
                    <a:pt x="1376451" y="54292"/>
                  </a:moveTo>
                  <a:lnTo>
                    <a:pt x="1374343" y="50736"/>
                  </a:lnTo>
                  <a:lnTo>
                    <a:pt x="1374368" y="46482"/>
                  </a:lnTo>
                  <a:lnTo>
                    <a:pt x="1369758" y="46101"/>
                  </a:lnTo>
                  <a:lnTo>
                    <a:pt x="1364081" y="46075"/>
                  </a:lnTo>
                  <a:lnTo>
                    <a:pt x="1359471" y="46405"/>
                  </a:lnTo>
                  <a:lnTo>
                    <a:pt x="1360512" y="50660"/>
                  </a:lnTo>
                  <a:lnTo>
                    <a:pt x="1362265" y="54927"/>
                  </a:lnTo>
                  <a:lnTo>
                    <a:pt x="1364373" y="58839"/>
                  </a:lnTo>
                  <a:lnTo>
                    <a:pt x="1368272" y="59220"/>
                  </a:lnTo>
                  <a:lnTo>
                    <a:pt x="1372527" y="59588"/>
                  </a:lnTo>
                  <a:lnTo>
                    <a:pt x="1375714" y="58547"/>
                  </a:lnTo>
                  <a:lnTo>
                    <a:pt x="1376451" y="54292"/>
                  </a:lnTo>
                  <a:close/>
                </a:path>
                <a:path w="2275840" h="163195">
                  <a:moveTo>
                    <a:pt x="1380223" y="80200"/>
                  </a:moveTo>
                  <a:lnTo>
                    <a:pt x="1378496" y="71678"/>
                  </a:lnTo>
                  <a:lnTo>
                    <a:pt x="1377099" y="67068"/>
                  </a:lnTo>
                  <a:lnTo>
                    <a:pt x="1370698" y="69507"/>
                  </a:lnTo>
                  <a:lnTo>
                    <a:pt x="1366799" y="68783"/>
                  </a:lnTo>
                  <a:lnTo>
                    <a:pt x="1365008" y="72669"/>
                  </a:lnTo>
                  <a:lnTo>
                    <a:pt x="1368183" y="75882"/>
                  </a:lnTo>
                  <a:lnTo>
                    <a:pt x="1367091" y="80492"/>
                  </a:lnTo>
                  <a:lnTo>
                    <a:pt x="1380223" y="80200"/>
                  </a:lnTo>
                  <a:close/>
                </a:path>
                <a:path w="2275840" h="163195">
                  <a:moveTo>
                    <a:pt x="1387208" y="100799"/>
                  </a:moveTo>
                  <a:lnTo>
                    <a:pt x="1385112" y="94767"/>
                  </a:lnTo>
                  <a:lnTo>
                    <a:pt x="1383360" y="90500"/>
                  </a:lnTo>
                  <a:lnTo>
                    <a:pt x="1378750" y="89763"/>
                  </a:lnTo>
                  <a:lnTo>
                    <a:pt x="1372019" y="89738"/>
                  </a:lnTo>
                  <a:lnTo>
                    <a:pt x="1367040" y="90411"/>
                  </a:lnTo>
                  <a:lnTo>
                    <a:pt x="1367383" y="94322"/>
                  </a:lnTo>
                  <a:lnTo>
                    <a:pt x="1365237" y="97853"/>
                  </a:lnTo>
                  <a:lnTo>
                    <a:pt x="1366634" y="101765"/>
                  </a:lnTo>
                  <a:lnTo>
                    <a:pt x="1385785" y="101866"/>
                  </a:lnTo>
                  <a:lnTo>
                    <a:pt x="1387208" y="100799"/>
                  </a:lnTo>
                  <a:close/>
                </a:path>
                <a:path w="2275840" h="163195">
                  <a:moveTo>
                    <a:pt x="1396682" y="120002"/>
                  </a:moveTo>
                  <a:lnTo>
                    <a:pt x="1395285" y="117157"/>
                  </a:lnTo>
                  <a:lnTo>
                    <a:pt x="1393875" y="113957"/>
                  </a:lnTo>
                  <a:lnTo>
                    <a:pt x="1391767" y="111467"/>
                  </a:lnTo>
                  <a:lnTo>
                    <a:pt x="1377657" y="111226"/>
                  </a:lnTo>
                  <a:lnTo>
                    <a:pt x="1370711" y="111366"/>
                  </a:lnTo>
                  <a:lnTo>
                    <a:pt x="1364094" y="112039"/>
                  </a:lnTo>
                  <a:lnTo>
                    <a:pt x="1363726" y="114871"/>
                  </a:lnTo>
                  <a:lnTo>
                    <a:pt x="1361236" y="117335"/>
                  </a:lnTo>
                  <a:lnTo>
                    <a:pt x="1362278" y="120535"/>
                  </a:lnTo>
                  <a:lnTo>
                    <a:pt x="1370736" y="120815"/>
                  </a:lnTo>
                  <a:lnTo>
                    <a:pt x="1379474" y="120942"/>
                  </a:lnTo>
                  <a:lnTo>
                    <a:pt x="1388211" y="120726"/>
                  </a:lnTo>
                  <a:lnTo>
                    <a:pt x="1396682" y="120002"/>
                  </a:lnTo>
                  <a:close/>
                </a:path>
                <a:path w="2275840" h="163195">
                  <a:moveTo>
                    <a:pt x="1411122" y="140296"/>
                  </a:moveTo>
                  <a:lnTo>
                    <a:pt x="1403718" y="130683"/>
                  </a:lnTo>
                  <a:lnTo>
                    <a:pt x="1358328" y="130086"/>
                  </a:lnTo>
                  <a:lnTo>
                    <a:pt x="1355826" y="133273"/>
                  </a:lnTo>
                  <a:lnTo>
                    <a:pt x="1354035" y="137160"/>
                  </a:lnTo>
                  <a:lnTo>
                    <a:pt x="1352600" y="140703"/>
                  </a:lnTo>
                  <a:lnTo>
                    <a:pt x="1366913" y="141173"/>
                  </a:lnTo>
                  <a:lnTo>
                    <a:pt x="1381493" y="141389"/>
                  </a:lnTo>
                  <a:lnTo>
                    <a:pt x="1396085" y="141325"/>
                  </a:lnTo>
                  <a:lnTo>
                    <a:pt x="1410411" y="140995"/>
                  </a:lnTo>
                  <a:lnTo>
                    <a:pt x="1411122" y="140296"/>
                  </a:lnTo>
                  <a:close/>
                </a:path>
                <a:path w="2275840" h="163195">
                  <a:moveTo>
                    <a:pt x="1432293" y="161683"/>
                  </a:moveTo>
                  <a:lnTo>
                    <a:pt x="1429118" y="157403"/>
                  </a:lnTo>
                  <a:lnTo>
                    <a:pt x="1424520" y="155613"/>
                  </a:lnTo>
                  <a:lnTo>
                    <a:pt x="1420990" y="150977"/>
                  </a:lnTo>
                  <a:lnTo>
                    <a:pt x="1346174" y="150241"/>
                  </a:lnTo>
                  <a:lnTo>
                    <a:pt x="1342605" y="153060"/>
                  </a:lnTo>
                  <a:lnTo>
                    <a:pt x="1339392" y="158013"/>
                  </a:lnTo>
                  <a:lnTo>
                    <a:pt x="1336179" y="161899"/>
                  </a:lnTo>
                  <a:lnTo>
                    <a:pt x="1337602" y="162255"/>
                  </a:lnTo>
                  <a:lnTo>
                    <a:pt x="1429448" y="162369"/>
                  </a:lnTo>
                  <a:lnTo>
                    <a:pt x="1432293" y="161683"/>
                  </a:lnTo>
                  <a:close/>
                </a:path>
                <a:path w="2275840" h="163195">
                  <a:moveTo>
                    <a:pt x="1634693" y="112001"/>
                  </a:moveTo>
                  <a:lnTo>
                    <a:pt x="1634337" y="111645"/>
                  </a:lnTo>
                  <a:lnTo>
                    <a:pt x="1593278" y="110998"/>
                  </a:lnTo>
                  <a:lnTo>
                    <a:pt x="1572793" y="111137"/>
                  </a:lnTo>
                  <a:lnTo>
                    <a:pt x="1552765" y="111937"/>
                  </a:lnTo>
                  <a:lnTo>
                    <a:pt x="1556994" y="116217"/>
                  </a:lnTo>
                  <a:lnTo>
                    <a:pt x="1563014" y="118021"/>
                  </a:lnTo>
                  <a:lnTo>
                    <a:pt x="1568678" y="120523"/>
                  </a:lnTo>
                  <a:lnTo>
                    <a:pt x="1616913" y="120777"/>
                  </a:lnTo>
                  <a:lnTo>
                    <a:pt x="1623301" y="119392"/>
                  </a:lnTo>
                  <a:lnTo>
                    <a:pt x="1629346" y="115874"/>
                  </a:lnTo>
                  <a:lnTo>
                    <a:pt x="1634693" y="112001"/>
                  </a:lnTo>
                  <a:close/>
                </a:path>
                <a:path w="2275840" h="163195">
                  <a:moveTo>
                    <a:pt x="1658556" y="90843"/>
                  </a:moveTo>
                  <a:lnTo>
                    <a:pt x="1658200" y="90487"/>
                  </a:lnTo>
                  <a:lnTo>
                    <a:pt x="1532661" y="89484"/>
                  </a:lnTo>
                  <a:lnTo>
                    <a:pt x="1531950" y="90551"/>
                  </a:lnTo>
                  <a:lnTo>
                    <a:pt x="1530540" y="90195"/>
                  </a:lnTo>
                  <a:lnTo>
                    <a:pt x="1529473" y="90538"/>
                  </a:lnTo>
                  <a:lnTo>
                    <a:pt x="1531569" y="95516"/>
                  </a:lnTo>
                  <a:lnTo>
                    <a:pt x="1535112" y="97663"/>
                  </a:lnTo>
                  <a:lnTo>
                    <a:pt x="1538630" y="101574"/>
                  </a:lnTo>
                  <a:lnTo>
                    <a:pt x="1648218" y="102133"/>
                  </a:lnTo>
                  <a:lnTo>
                    <a:pt x="1652130" y="99326"/>
                  </a:lnTo>
                  <a:lnTo>
                    <a:pt x="1655343" y="94729"/>
                  </a:lnTo>
                  <a:lnTo>
                    <a:pt x="1658556" y="90843"/>
                  </a:lnTo>
                  <a:close/>
                </a:path>
                <a:path w="2275840" h="163195">
                  <a:moveTo>
                    <a:pt x="1671408" y="73177"/>
                  </a:moveTo>
                  <a:lnTo>
                    <a:pt x="1671078" y="68922"/>
                  </a:lnTo>
                  <a:lnTo>
                    <a:pt x="1516456" y="68135"/>
                  </a:lnTo>
                  <a:lnTo>
                    <a:pt x="1513967" y="70243"/>
                  </a:lnTo>
                  <a:lnTo>
                    <a:pt x="1518221" y="72034"/>
                  </a:lnTo>
                  <a:lnTo>
                    <a:pt x="1517142" y="74866"/>
                  </a:lnTo>
                  <a:lnTo>
                    <a:pt x="1519262" y="75590"/>
                  </a:lnTo>
                  <a:lnTo>
                    <a:pt x="1520317" y="78435"/>
                  </a:lnTo>
                  <a:lnTo>
                    <a:pt x="1521726" y="80213"/>
                  </a:lnTo>
                  <a:lnTo>
                    <a:pt x="1665693" y="80949"/>
                  </a:lnTo>
                  <a:lnTo>
                    <a:pt x="1667840" y="77419"/>
                  </a:lnTo>
                  <a:lnTo>
                    <a:pt x="1671408" y="73177"/>
                  </a:lnTo>
                  <a:close/>
                </a:path>
                <a:path w="2275840" h="163195">
                  <a:moveTo>
                    <a:pt x="1808619" y="150482"/>
                  </a:moveTo>
                  <a:lnTo>
                    <a:pt x="1762163" y="150241"/>
                  </a:lnTo>
                  <a:lnTo>
                    <a:pt x="1758238" y="154127"/>
                  </a:lnTo>
                  <a:lnTo>
                    <a:pt x="1752904" y="157645"/>
                  </a:lnTo>
                  <a:lnTo>
                    <a:pt x="1749691" y="162229"/>
                  </a:lnTo>
                  <a:lnTo>
                    <a:pt x="1808556" y="162534"/>
                  </a:lnTo>
                  <a:lnTo>
                    <a:pt x="1808619" y="150482"/>
                  </a:lnTo>
                  <a:close/>
                </a:path>
                <a:path w="2275840" h="163195">
                  <a:moveTo>
                    <a:pt x="1808683" y="68910"/>
                  </a:moveTo>
                  <a:lnTo>
                    <a:pt x="1801939" y="68884"/>
                  </a:lnTo>
                  <a:lnTo>
                    <a:pt x="1800504" y="71348"/>
                  </a:lnTo>
                  <a:lnTo>
                    <a:pt x="1801202" y="74904"/>
                  </a:lnTo>
                  <a:lnTo>
                    <a:pt x="1799767" y="77381"/>
                  </a:lnTo>
                  <a:lnTo>
                    <a:pt x="1798675" y="83045"/>
                  </a:lnTo>
                  <a:lnTo>
                    <a:pt x="1805787" y="79540"/>
                  </a:lnTo>
                  <a:lnTo>
                    <a:pt x="1808619" y="80619"/>
                  </a:lnTo>
                  <a:lnTo>
                    <a:pt x="1808683" y="68910"/>
                  </a:lnTo>
                  <a:close/>
                </a:path>
                <a:path w="2275840" h="163195">
                  <a:moveTo>
                    <a:pt x="1808721" y="130263"/>
                  </a:moveTo>
                  <a:lnTo>
                    <a:pt x="1779282" y="130111"/>
                  </a:lnTo>
                  <a:lnTo>
                    <a:pt x="1778215" y="130822"/>
                  </a:lnTo>
                  <a:lnTo>
                    <a:pt x="1775726" y="133997"/>
                  </a:lnTo>
                  <a:lnTo>
                    <a:pt x="1772513" y="137528"/>
                  </a:lnTo>
                  <a:lnTo>
                    <a:pt x="1771078" y="140716"/>
                  </a:lnTo>
                  <a:lnTo>
                    <a:pt x="1780438" y="141122"/>
                  </a:lnTo>
                  <a:lnTo>
                    <a:pt x="1789861" y="141262"/>
                  </a:lnTo>
                  <a:lnTo>
                    <a:pt x="1808657" y="141262"/>
                  </a:lnTo>
                  <a:lnTo>
                    <a:pt x="1808721" y="130263"/>
                  </a:lnTo>
                  <a:close/>
                </a:path>
                <a:path w="2275840" h="163195">
                  <a:moveTo>
                    <a:pt x="1808810" y="111467"/>
                  </a:moveTo>
                  <a:lnTo>
                    <a:pt x="1790382" y="111379"/>
                  </a:lnTo>
                  <a:lnTo>
                    <a:pt x="1787169" y="113487"/>
                  </a:lnTo>
                  <a:lnTo>
                    <a:pt x="1785010" y="120573"/>
                  </a:lnTo>
                  <a:lnTo>
                    <a:pt x="1808772" y="121043"/>
                  </a:lnTo>
                  <a:lnTo>
                    <a:pt x="1808810" y="111467"/>
                  </a:lnTo>
                  <a:close/>
                </a:path>
                <a:path w="2275840" h="163195">
                  <a:moveTo>
                    <a:pt x="1808924" y="90195"/>
                  </a:moveTo>
                  <a:lnTo>
                    <a:pt x="1794027" y="90119"/>
                  </a:lnTo>
                  <a:lnTo>
                    <a:pt x="1795767" y="97574"/>
                  </a:lnTo>
                  <a:lnTo>
                    <a:pt x="1793621" y="101460"/>
                  </a:lnTo>
                  <a:lnTo>
                    <a:pt x="1798231" y="102196"/>
                  </a:lnTo>
                  <a:lnTo>
                    <a:pt x="1803908" y="101511"/>
                  </a:lnTo>
                  <a:lnTo>
                    <a:pt x="1808861" y="101892"/>
                  </a:lnTo>
                  <a:lnTo>
                    <a:pt x="1808924" y="90195"/>
                  </a:lnTo>
                  <a:close/>
                </a:path>
                <a:path w="2275840" h="163195">
                  <a:moveTo>
                    <a:pt x="1809026" y="1536"/>
                  </a:moveTo>
                  <a:lnTo>
                    <a:pt x="1509014" y="0"/>
                  </a:lnTo>
                  <a:lnTo>
                    <a:pt x="1508277" y="4254"/>
                  </a:lnTo>
                  <a:lnTo>
                    <a:pt x="1506855" y="5308"/>
                  </a:lnTo>
                  <a:lnTo>
                    <a:pt x="1506804" y="14884"/>
                  </a:lnTo>
                  <a:lnTo>
                    <a:pt x="1808949" y="16433"/>
                  </a:lnTo>
                  <a:lnTo>
                    <a:pt x="1809026" y="1536"/>
                  </a:lnTo>
                  <a:close/>
                </a:path>
                <a:path w="2275840" h="163195">
                  <a:moveTo>
                    <a:pt x="1809127" y="50126"/>
                  </a:moveTo>
                  <a:lnTo>
                    <a:pt x="1808086" y="46570"/>
                  </a:lnTo>
                  <a:lnTo>
                    <a:pt x="1509496" y="44691"/>
                  </a:lnTo>
                  <a:lnTo>
                    <a:pt x="1508404" y="47879"/>
                  </a:lnTo>
                  <a:lnTo>
                    <a:pt x="1511541" y="58889"/>
                  </a:lnTo>
                  <a:lnTo>
                    <a:pt x="1675384" y="60426"/>
                  </a:lnTo>
                  <a:lnTo>
                    <a:pt x="1675384" y="59359"/>
                  </a:lnTo>
                  <a:lnTo>
                    <a:pt x="1677517" y="58674"/>
                  </a:lnTo>
                  <a:lnTo>
                    <a:pt x="1677530" y="55829"/>
                  </a:lnTo>
                  <a:lnTo>
                    <a:pt x="1678597" y="54419"/>
                  </a:lnTo>
                  <a:lnTo>
                    <a:pt x="1802015" y="54698"/>
                  </a:lnTo>
                  <a:lnTo>
                    <a:pt x="1803069" y="55765"/>
                  </a:lnTo>
                  <a:lnTo>
                    <a:pt x="1802345" y="57886"/>
                  </a:lnTo>
                  <a:lnTo>
                    <a:pt x="1803412" y="59309"/>
                  </a:lnTo>
                  <a:lnTo>
                    <a:pt x="1805178" y="58966"/>
                  </a:lnTo>
                  <a:lnTo>
                    <a:pt x="1807311" y="59690"/>
                  </a:lnTo>
                  <a:lnTo>
                    <a:pt x="1808378" y="58623"/>
                  </a:lnTo>
                  <a:lnTo>
                    <a:pt x="1809127" y="50126"/>
                  </a:lnTo>
                  <a:close/>
                </a:path>
                <a:path w="2275840" h="163195">
                  <a:moveTo>
                    <a:pt x="1809394" y="24307"/>
                  </a:moveTo>
                  <a:lnTo>
                    <a:pt x="1693824" y="24307"/>
                  </a:lnTo>
                  <a:lnTo>
                    <a:pt x="1693824" y="23876"/>
                  </a:lnTo>
                  <a:lnTo>
                    <a:pt x="1505864" y="23876"/>
                  </a:lnTo>
                  <a:lnTo>
                    <a:pt x="1505864" y="37350"/>
                  </a:lnTo>
                  <a:lnTo>
                    <a:pt x="1693824" y="37350"/>
                  </a:lnTo>
                  <a:lnTo>
                    <a:pt x="1693824" y="38125"/>
                  </a:lnTo>
                  <a:lnTo>
                    <a:pt x="1809394" y="38125"/>
                  </a:lnTo>
                  <a:lnTo>
                    <a:pt x="1809394" y="24307"/>
                  </a:lnTo>
                  <a:close/>
                </a:path>
                <a:path w="2275840" h="163195">
                  <a:moveTo>
                    <a:pt x="2077072" y="150787"/>
                  </a:moveTo>
                  <a:lnTo>
                    <a:pt x="1943379" y="150101"/>
                  </a:lnTo>
                  <a:lnTo>
                    <a:pt x="1942960" y="162509"/>
                  </a:lnTo>
                  <a:lnTo>
                    <a:pt x="2077008" y="163195"/>
                  </a:lnTo>
                  <a:lnTo>
                    <a:pt x="2077072" y="150787"/>
                  </a:lnTo>
                  <a:close/>
                </a:path>
                <a:path w="2275840" h="163195">
                  <a:moveTo>
                    <a:pt x="2077186" y="130213"/>
                  </a:moveTo>
                  <a:lnTo>
                    <a:pt x="1943138" y="129540"/>
                  </a:lnTo>
                  <a:lnTo>
                    <a:pt x="1943074" y="141236"/>
                  </a:lnTo>
                  <a:lnTo>
                    <a:pt x="2077123" y="141922"/>
                  </a:lnTo>
                  <a:lnTo>
                    <a:pt x="2077186" y="130213"/>
                  </a:lnTo>
                  <a:close/>
                </a:path>
                <a:path w="2275840" h="163195">
                  <a:moveTo>
                    <a:pt x="2077275" y="111429"/>
                  </a:moveTo>
                  <a:lnTo>
                    <a:pt x="1943227" y="110744"/>
                  </a:lnTo>
                  <a:lnTo>
                    <a:pt x="1943176" y="120662"/>
                  </a:lnTo>
                  <a:lnTo>
                    <a:pt x="2077224" y="121348"/>
                  </a:lnTo>
                  <a:lnTo>
                    <a:pt x="2077275" y="111429"/>
                  </a:lnTo>
                  <a:close/>
                </a:path>
                <a:path w="2275840" h="163195">
                  <a:moveTo>
                    <a:pt x="2077389" y="90144"/>
                  </a:moveTo>
                  <a:lnTo>
                    <a:pt x="1943341" y="89458"/>
                  </a:lnTo>
                  <a:lnTo>
                    <a:pt x="1943277" y="101879"/>
                  </a:lnTo>
                  <a:lnTo>
                    <a:pt x="2077326" y="102209"/>
                  </a:lnTo>
                  <a:lnTo>
                    <a:pt x="2077389" y="90144"/>
                  </a:lnTo>
                  <a:close/>
                </a:path>
                <a:path w="2275840" h="163195">
                  <a:moveTo>
                    <a:pt x="2077466" y="75603"/>
                  </a:moveTo>
                  <a:lnTo>
                    <a:pt x="1943417" y="74917"/>
                  </a:lnTo>
                  <a:lnTo>
                    <a:pt x="1943379" y="80238"/>
                  </a:lnTo>
                  <a:lnTo>
                    <a:pt x="2077427" y="80924"/>
                  </a:lnTo>
                  <a:lnTo>
                    <a:pt x="2077466" y="75603"/>
                  </a:lnTo>
                  <a:close/>
                </a:path>
                <a:path w="2275840" h="163195">
                  <a:moveTo>
                    <a:pt x="2275573" y="30035"/>
                  </a:moveTo>
                  <a:lnTo>
                    <a:pt x="2274405" y="21882"/>
                  </a:lnTo>
                  <a:lnTo>
                    <a:pt x="2271052" y="14541"/>
                  </a:lnTo>
                  <a:lnTo>
                    <a:pt x="2260244" y="4610"/>
                  </a:lnTo>
                  <a:lnTo>
                    <a:pt x="2245969" y="1651"/>
                  </a:lnTo>
                  <a:lnTo>
                    <a:pt x="2230158" y="1866"/>
                  </a:lnTo>
                  <a:lnTo>
                    <a:pt x="2214727" y="1485"/>
                  </a:lnTo>
                  <a:lnTo>
                    <a:pt x="2214651" y="15659"/>
                  </a:lnTo>
                  <a:lnTo>
                    <a:pt x="2231682" y="15748"/>
                  </a:lnTo>
                  <a:lnTo>
                    <a:pt x="2238819" y="15976"/>
                  </a:lnTo>
                  <a:lnTo>
                    <a:pt x="2262111" y="27965"/>
                  </a:lnTo>
                  <a:lnTo>
                    <a:pt x="2261349" y="38595"/>
                  </a:lnTo>
                  <a:lnTo>
                    <a:pt x="2256713" y="43192"/>
                  </a:lnTo>
                  <a:lnTo>
                    <a:pt x="2251392" y="44932"/>
                  </a:lnTo>
                  <a:lnTo>
                    <a:pt x="2214499" y="45453"/>
                  </a:lnTo>
                  <a:lnTo>
                    <a:pt x="2214435" y="59639"/>
                  </a:lnTo>
                  <a:lnTo>
                    <a:pt x="2246299" y="59626"/>
                  </a:lnTo>
                  <a:lnTo>
                    <a:pt x="2260676" y="56197"/>
                  </a:lnTo>
                  <a:lnTo>
                    <a:pt x="2271598" y="45745"/>
                  </a:lnTo>
                  <a:lnTo>
                    <a:pt x="2274608" y="38252"/>
                  </a:lnTo>
                  <a:lnTo>
                    <a:pt x="2275573" y="30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29620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799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7208215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800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900567" y="2111260"/>
            <a:ext cx="5247005" cy="4509135"/>
            <a:chOff x="1900567" y="2111260"/>
            <a:chExt cx="5247005" cy="4509135"/>
          </a:xfrm>
        </p:grpSpPr>
        <p:sp>
          <p:nvSpPr>
            <p:cNvPr id="16" name="object 16"/>
            <p:cNvSpPr/>
            <p:nvPr/>
          </p:nvSpPr>
          <p:spPr>
            <a:xfrm>
              <a:off x="3198152" y="2219820"/>
              <a:ext cx="2776855" cy="4400550"/>
            </a:xfrm>
            <a:custGeom>
              <a:avLst/>
              <a:gdLst/>
              <a:ahLst/>
              <a:cxnLst/>
              <a:rect l="l" t="t" r="r" b="b"/>
              <a:pathLst>
                <a:path w="2776854" h="4400550">
                  <a:moveTo>
                    <a:pt x="0" y="4303547"/>
                  </a:moveTo>
                  <a:lnTo>
                    <a:pt x="376529" y="0"/>
                  </a:lnTo>
                </a:path>
                <a:path w="2776854" h="4400550">
                  <a:moveTo>
                    <a:pt x="2776258" y="4400397"/>
                  </a:moveTo>
                  <a:lnTo>
                    <a:pt x="2776258" y="80454"/>
                  </a:lnTo>
                </a:path>
              </a:pathLst>
            </a:custGeom>
            <a:ln w="127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1526" y="2117610"/>
              <a:ext cx="915035" cy="3832860"/>
            </a:xfrm>
            <a:custGeom>
              <a:avLst/>
              <a:gdLst/>
              <a:ahLst/>
              <a:cxnLst/>
              <a:rect l="l" t="t" r="r" b="b"/>
              <a:pathLst>
                <a:path w="915035" h="3832860">
                  <a:moveTo>
                    <a:pt x="0" y="3832364"/>
                  </a:moveTo>
                  <a:lnTo>
                    <a:pt x="0" y="51701"/>
                  </a:lnTo>
                </a:path>
                <a:path w="915035" h="3832860">
                  <a:moveTo>
                    <a:pt x="345516" y="0"/>
                  </a:moveTo>
                  <a:lnTo>
                    <a:pt x="292811" y="458508"/>
                  </a:lnTo>
                </a:path>
                <a:path w="915035" h="3832860">
                  <a:moveTo>
                    <a:pt x="914933" y="380479"/>
                  </a:moveTo>
                  <a:lnTo>
                    <a:pt x="853030" y="325748"/>
                  </a:lnTo>
                  <a:lnTo>
                    <a:pt x="802947" y="291436"/>
                  </a:lnTo>
                  <a:lnTo>
                    <a:pt x="738182" y="263082"/>
                  </a:lnTo>
                  <a:lnTo>
                    <a:pt x="632231" y="226225"/>
                  </a:lnTo>
                  <a:lnTo>
                    <a:pt x="536486" y="202693"/>
                  </a:lnTo>
                  <a:lnTo>
                    <a:pt x="439631" y="189509"/>
                  </a:lnTo>
                  <a:lnTo>
                    <a:pt x="364656" y="183744"/>
                  </a:lnTo>
                  <a:lnTo>
                    <a:pt x="334556" y="1824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6637" y="2213952"/>
              <a:ext cx="154381" cy="772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2907" y="2269020"/>
              <a:ext cx="152133" cy="782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43677" y="2668079"/>
              <a:ext cx="1504695" cy="33875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43677" y="2668079"/>
              <a:ext cx="1504950" cy="3387725"/>
            </a:xfrm>
            <a:custGeom>
              <a:avLst/>
              <a:gdLst/>
              <a:ahLst/>
              <a:cxnLst/>
              <a:rect l="l" t="t" r="r" b="b"/>
              <a:pathLst>
                <a:path w="1504950" h="3387725">
                  <a:moveTo>
                    <a:pt x="740498" y="520"/>
                  </a:moveTo>
                  <a:lnTo>
                    <a:pt x="1504696" y="0"/>
                  </a:lnTo>
                  <a:lnTo>
                    <a:pt x="1503464" y="3386493"/>
                  </a:lnTo>
                  <a:lnTo>
                    <a:pt x="2362" y="3387547"/>
                  </a:lnTo>
                  <a:lnTo>
                    <a:pt x="0" y="1028"/>
                  </a:lnTo>
                  <a:lnTo>
                    <a:pt x="525767" y="673"/>
                  </a:lnTo>
                  <a:lnTo>
                    <a:pt x="526935" y="0"/>
                  </a:lnTo>
                  <a:lnTo>
                    <a:pt x="528027" y="202425"/>
                  </a:lnTo>
                  <a:lnTo>
                    <a:pt x="739495" y="203060"/>
                  </a:lnTo>
                  <a:lnTo>
                    <a:pt x="738390" y="507"/>
                  </a:lnTo>
                  <a:lnTo>
                    <a:pt x="740498" y="5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1526" y="2576118"/>
              <a:ext cx="1791881" cy="350365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511526" y="2576118"/>
              <a:ext cx="1791970" cy="3503929"/>
            </a:xfrm>
            <a:custGeom>
              <a:avLst/>
              <a:gdLst/>
              <a:ahLst/>
              <a:cxnLst/>
              <a:rect l="l" t="t" r="r" b="b"/>
              <a:pathLst>
                <a:path w="1791970" h="3503929">
                  <a:moveTo>
                    <a:pt x="1030541" y="64033"/>
                  </a:moveTo>
                  <a:lnTo>
                    <a:pt x="1791881" y="130111"/>
                  </a:lnTo>
                  <a:lnTo>
                    <a:pt x="1495488" y="3503650"/>
                  </a:lnTo>
                  <a:lnTo>
                    <a:pt x="0" y="3373856"/>
                  </a:lnTo>
                  <a:lnTo>
                    <a:pt x="292811" y="0"/>
                  </a:lnTo>
                  <a:lnTo>
                    <a:pt x="816609" y="45465"/>
                  </a:lnTo>
                  <a:lnTo>
                    <a:pt x="817829" y="44894"/>
                  </a:lnTo>
                  <a:lnTo>
                    <a:pt x="801268" y="246659"/>
                  </a:lnTo>
                  <a:lnTo>
                    <a:pt x="1011872" y="265709"/>
                  </a:lnTo>
                  <a:lnTo>
                    <a:pt x="1028445" y="63830"/>
                  </a:lnTo>
                  <a:lnTo>
                    <a:pt x="1030541" y="6403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06242" y="2749867"/>
              <a:ext cx="3241675" cy="3241675"/>
            </a:xfrm>
            <a:custGeom>
              <a:avLst/>
              <a:gdLst/>
              <a:ahLst/>
              <a:cxnLst/>
              <a:rect l="l" t="t" r="r" b="b"/>
              <a:pathLst>
                <a:path w="3241675" h="3241675">
                  <a:moveTo>
                    <a:pt x="3241167" y="2898813"/>
                  </a:moveTo>
                  <a:lnTo>
                    <a:pt x="3241167" y="342353"/>
                  </a:lnTo>
                  <a:lnTo>
                    <a:pt x="3238041" y="295901"/>
                  </a:lnTo>
                  <a:lnTo>
                    <a:pt x="3228936" y="251346"/>
                  </a:lnTo>
                  <a:lnTo>
                    <a:pt x="3214261" y="209099"/>
                  </a:lnTo>
                  <a:lnTo>
                    <a:pt x="3194423" y="169566"/>
                  </a:lnTo>
                  <a:lnTo>
                    <a:pt x="3169829" y="133156"/>
                  </a:lnTo>
                  <a:lnTo>
                    <a:pt x="3140889" y="100277"/>
                  </a:lnTo>
                  <a:lnTo>
                    <a:pt x="3108010" y="71337"/>
                  </a:lnTo>
                  <a:lnTo>
                    <a:pt x="3071600" y="46743"/>
                  </a:lnTo>
                  <a:lnTo>
                    <a:pt x="3032067" y="26905"/>
                  </a:lnTo>
                  <a:lnTo>
                    <a:pt x="2989820" y="12230"/>
                  </a:lnTo>
                  <a:lnTo>
                    <a:pt x="2945265" y="3125"/>
                  </a:lnTo>
                  <a:lnTo>
                    <a:pt x="2898813" y="0"/>
                  </a:lnTo>
                  <a:lnTo>
                    <a:pt x="342353" y="0"/>
                  </a:lnTo>
                  <a:lnTo>
                    <a:pt x="295901" y="3125"/>
                  </a:lnTo>
                  <a:lnTo>
                    <a:pt x="251346" y="12230"/>
                  </a:lnTo>
                  <a:lnTo>
                    <a:pt x="209099" y="26905"/>
                  </a:lnTo>
                  <a:lnTo>
                    <a:pt x="169566" y="46743"/>
                  </a:lnTo>
                  <a:lnTo>
                    <a:pt x="133156" y="71337"/>
                  </a:lnTo>
                  <a:lnTo>
                    <a:pt x="100277" y="100277"/>
                  </a:lnTo>
                  <a:lnTo>
                    <a:pt x="71337" y="133156"/>
                  </a:lnTo>
                  <a:lnTo>
                    <a:pt x="46743" y="169566"/>
                  </a:lnTo>
                  <a:lnTo>
                    <a:pt x="26905" y="209099"/>
                  </a:lnTo>
                  <a:lnTo>
                    <a:pt x="12230" y="251346"/>
                  </a:lnTo>
                  <a:lnTo>
                    <a:pt x="3125" y="295901"/>
                  </a:lnTo>
                  <a:lnTo>
                    <a:pt x="0" y="342353"/>
                  </a:lnTo>
                  <a:lnTo>
                    <a:pt x="0" y="2898813"/>
                  </a:lnTo>
                  <a:lnTo>
                    <a:pt x="3125" y="2945265"/>
                  </a:lnTo>
                  <a:lnTo>
                    <a:pt x="12230" y="2989820"/>
                  </a:lnTo>
                  <a:lnTo>
                    <a:pt x="26905" y="3032067"/>
                  </a:lnTo>
                  <a:lnTo>
                    <a:pt x="46743" y="3071600"/>
                  </a:lnTo>
                  <a:lnTo>
                    <a:pt x="71337" y="3108010"/>
                  </a:lnTo>
                  <a:lnTo>
                    <a:pt x="100277" y="3140889"/>
                  </a:lnTo>
                  <a:lnTo>
                    <a:pt x="133156" y="3169829"/>
                  </a:lnTo>
                  <a:lnTo>
                    <a:pt x="169566" y="3194423"/>
                  </a:lnTo>
                  <a:lnTo>
                    <a:pt x="209099" y="3214261"/>
                  </a:lnTo>
                  <a:lnTo>
                    <a:pt x="251346" y="3228936"/>
                  </a:lnTo>
                  <a:lnTo>
                    <a:pt x="295901" y="3238041"/>
                  </a:lnTo>
                  <a:lnTo>
                    <a:pt x="342353" y="3241167"/>
                  </a:lnTo>
                  <a:lnTo>
                    <a:pt x="2898813" y="3241166"/>
                  </a:lnTo>
                  <a:lnTo>
                    <a:pt x="2945265" y="3238041"/>
                  </a:lnTo>
                  <a:lnTo>
                    <a:pt x="2989820" y="3228936"/>
                  </a:lnTo>
                  <a:lnTo>
                    <a:pt x="3032067" y="3214261"/>
                  </a:lnTo>
                  <a:lnTo>
                    <a:pt x="3071600" y="3194423"/>
                  </a:lnTo>
                  <a:lnTo>
                    <a:pt x="3108010" y="3169829"/>
                  </a:lnTo>
                  <a:lnTo>
                    <a:pt x="3140889" y="3140889"/>
                  </a:lnTo>
                  <a:lnTo>
                    <a:pt x="3169829" y="3108010"/>
                  </a:lnTo>
                  <a:lnTo>
                    <a:pt x="3194423" y="3071600"/>
                  </a:lnTo>
                  <a:lnTo>
                    <a:pt x="3214261" y="3032067"/>
                  </a:lnTo>
                  <a:lnTo>
                    <a:pt x="3228936" y="2989820"/>
                  </a:lnTo>
                  <a:lnTo>
                    <a:pt x="3238041" y="2945265"/>
                  </a:lnTo>
                  <a:lnTo>
                    <a:pt x="3241167" y="2898813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06242" y="2749867"/>
              <a:ext cx="3241675" cy="3241675"/>
            </a:xfrm>
            <a:custGeom>
              <a:avLst/>
              <a:gdLst/>
              <a:ahLst/>
              <a:cxnLst/>
              <a:rect l="l" t="t" r="r" b="b"/>
              <a:pathLst>
                <a:path w="3241675" h="3241675">
                  <a:moveTo>
                    <a:pt x="2898813" y="3241166"/>
                  </a:moveTo>
                  <a:lnTo>
                    <a:pt x="2945265" y="3238041"/>
                  </a:lnTo>
                  <a:lnTo>
                    <a:pt x="2989820" y="3228936"/>
                  </a:lnTo>
                  <a:lnTo>
                    <a:pt x="3032067" y="3214261"/>
                  </a:lnTo>
                  <a:lnTo>
                    <a:pt x="3071600" y="3194423"/>
                  </a:lnTo>
                  <a:lnTo>
                    <a:pt x="3108010" y="3169829"/>
                  </a:lnTo>
                  <a:lnTo>
                    <a:pt x="3140889" y="3140889"/>
                  </a:lnTo>
                  <a:lnTo>
                    <a:pt x="3169829" y="3108010"/>
                  </a:lnTo>
                  <a:lnTo>
                    <a:pt x="3194423" y="3071600"/>
                  </a:lnTo>
                  <a:lnTo>
                    <a:pt x="3214261" y="3032067"/>
                  </a:lnTo>
                  <a:lnTo>
                    <a:pt x="3228936" y="2989820"/>
                  </a:lnTo>
                  <a:lnTo>
                    <a:pt x="3238041" y="2945265"/>
                  </a:lnTo>
                  <a:lnTo>
                    <a:pt x="3241167" y="2898813"/>
                  </a:lnTo>
                  <a:lnTo>
                    <a:pt x="3241167" y="342353"/>
                  </a:lnTo>
                  <a:lnTo>
                    <a:pt x="3238041" y="295901"/>
                  </a:lnTo>
                  <a:lnTo>
                    <a:pt x="3228936" y="251346"/>
                  </a:lnTo>
                  <a:lnTo>
                    <a:pt x="3214261" y="209099"/>
                  </a:lnTo>
                  <a:lnTo>
                    <a:pt x="3194423" y="169566"/>
                  </a:lnTo>
                  <a:lnTo>
                    <a:pt x="3169829" y="133156"/>
                  </a:lnTo>
                  <a:lnTo>
                    <a:pt x="3140889" y="100277"/>
                  </a:lnTo>
                  <a:lnTo>
                    <a:pt x="3108010" y="71337"/>
                  </a:lnTo>
                  <a:lnTo>
                    <a:pt x="3071600" y="46743"/>
                  </a:lnTo>
                  <a:lnTo>
                    <a:pt x="3032067" y="26905"/>
                  </a:lnTo>
                  <a:lnTo>
                    <a:pt x="2989820" y="12230"/>
                  </a:lnTo>
                  <a:lnTo>
                    <a:pt x="2945265" y="3125"/>
                  </a:lnTo>
                  <a:lnTo>
                    <a:pt x="2898813" y="0"/>
                  </a:lnTo>
                  <a:lnTo>
                    <a:pt x="342353" y="0"/>
                  </a:lnTo>
                  <a:lnTo>
                    <a:pt x="295901" y="3125"/>
                  </a:lnTo>
                  <a:lnTo>
                    <a:pt x="251346" y="12230"/>
                  </a:lnTo>
                  <a:lnTo>
                    <a:pt x="209099" y="26905"/>
                  </a:lnTo>
                  <a:lnTo>
                    <a:pt x="169566" y="46743"/>
                  </a:lnTo>
                  <a:lnTo>
                    <a:pt x="133156" y="71337"/>
                  </a:lnTo>
                  <a:lnTo>
                    <a:pt x="100277" y="100277"/>
                  </a:lnTo>
                  <a:lnTo>
                    <a:pt x="71337" y="133156"/>
                  </a:lnTo>
                  <a:lnTo>
                    <a:pt x="46743" y="169566"/>
                  </a:lnTo>
                  <a:lnTo>
                    <a:pt x="26905" y="209099"/>
                  </a:lnTo>
                  <a:lnTo>
                    <a:pt x="12230" y="251346"/>
                  </a:lnTo>
                  <a:lnTo>
                    <a:pt x="3125" y="295901"/>
                  </a:lnTo>
                  <a:lnTo>
                    <a:pt x="0" y="342353"/>
                  </a:lnTo>
                  <a:lnTo>
                    <a:pt x="0" y="2898813"/>
                  </a:lnTo>
                  <a:lnTo>
                    <a:pt x="3125" y="2945265"/>
                  </a:lnTo>
                  <a:lnTo>
                    <a:pt x="12230" y="2989820"/>
                  </a:lnTo>
                  <a:lnTo>
                    <a:pt x="26905" y="3032067"/>
                  </a:lnTo>
                  <a:lnTo>
                    <a:pt x="46743" y="3071600"/>
                  </a:lnTo>
                  <a:lnTo>
                    <a:pt x="71337" y="3108010"/>
                  </a:lnTo>
                  <a:lnTo>
                    <a:pt x="100277" y="3140889"/>
                  </a:lnTo>
                  <a:lnTo>
                    <a:pt x="133156" y="3169829"/>
                  </a:lnTo>
                  <a:lnTo>
                    <a:pt x="169566" y="3194423"/>
                  </a:lnTo>
                  <a:lnTo>
                    <a:pt x="209099" y="3214261"/>
                  </a:lnTo>
                  <a:lnTo>
                    <a:pt x="251346" y="3228936"/>
                  </a:lnTo>
                  <a:lnTo>
                    <a:pt x="295901" y="3238041"/>
                  </a:lnTo>
                  <a:lnTo>
                    <a:pt x="342353" y="3241167"/>
                  </a:lnTo>
                  <a:lnTo>
                    <a:pt x="2898813" y="324116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84690" y="373189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73407" y="3038220"/>
              <a:ext cx="468007" cy="46799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73407" y="3038220"/>
              <a:ext cx="468630" cy="467995"/>
            </a:xfrm>
            <a:custGeom>
              <a:avLst/>
              <a:gdLst/>
              <a:ahLst/>
              <a:cxnLst/>
              <a:rect l="l" t="t" r="r" b="b"/>
              <a:pathLst>
                <a:path w="468629" h="467995">
                  <a:moveTo>
                    <a:pt x="233997" y="467995"/>
                  </a:moveTo>
                  <a:lnTo>
                    <a:pt x="281157" y="463241"/>
                  </a:lnTo>
                  <a:lnTo>
                    <a:pt x="325082" y="449606"/>
                  </a:lnTo>
                  <a:lnTo>
                    <a:pt x="364832" y="428032"/>
                  </a:lnTo>
                  <a:lnTo>
                    <a:pt x="399465" y="399459"/>
                  </a:lnTo>
                  <a:lnTo>
                    <a:pt x="428041" y="364828"/>
                  </a:lnTo>
                  <a:lnTo>
                    <a:pt x="449617" y="325080"/>
                  </a:lnTo>
                  <a:lnTo>
                    <a:pt x="463253" y="281156"/>
                  </a:lnTo>
                  <a:lnTo>
                    <a:pt x="468007" y="233997"/>
                  </a:lnTo>
                  <a:lnTo>
                    <a:pt x="463253" y="186838"/>
                  </a:lnTo>
                  <a:lnTo>
                    <a:pt x="449617" y="142914"/>
                  </a:lnTo>
                  <a:lnTo>
                    <a:pt x="428041" y="103166"/>
                  </a:lnTo>
                  <a:lnTo>
                    <a:pt x="399465" y="68535"/>
                  </a:lnTo>
                  <a:lnTo>
                    <a:pt x="364832" y="39962"/>
                  </a:lnTo>
                  <a:lnTo>
                    <a:pt x="325082" y="18388"/>
                  </a:lnTo>
                  <a:lnTo>
                    <a:pt x="281157" y="4753"/>
                  </a:lnTo>
                  <a:lnTo>
                    <a:pt x="233997" y="0"/>
                  </a:lnTo>
                  <a:lnTo>
                    <a:pt x="186841" y="4753"/>
                  </a:lnTo>
                  <a:lnTo>
                    <a:pt x="142919" y="18388"/>
                  </a:lnTo>
                  <a:lnTo>
                    <a:pt x="103171" y="39962"/>
                  </a:lnTo>
                  <a:lnTo>
                    <a:pt x="68540" y="68535"/>
                  </a:lnTo>
                  <a:lnTo>
                    <a:pt x="39965" y="103166"/>
                  </a:lnTo>
                  <a:lnTo>
                    <a:pt x="18390" y="142914"/>
                  </a:lnTo>
                  <a:lnTo>
                    <a:pt x="4754" y="186838"/>
                  </a:lnTo>
                  <a:lnTo>
                    <a:pt x="0" y="233997"/>
                  </a:lnTo>
                  <a:lnTo>
                    <a:pt x="4754" y="281156"/>
                  </a:lnTo>
                  <a:lnTo>
                    <a:pt x="18390" y="325080"/>
                  </a:lnTo>
                  <a:lnTo>
                    <a:pt x="39965" y="364828"/>
                  </a:lnTo>
                  <a:lnTo>
                    <a:pt x="68540" y="399459"/>
                  </a:lnTo>
                  <a:lnTo>
                    <a:pt x="103171" y="428032"/>
                  </a:lnTo>
                  <a:lnTo>
                    <a:pt x="142919" y="449606"/>
                  </a:lnTo>
                  <a:lnTo>
                    <a:pt x="186841" y="463241"/>
                  </a:lnTo>
                  <a:lnTo>
                    <a:pt x="233997" y="46799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13417" y="3038221"/>
              <a:ext cx="467995" cy="46799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313417" y="3038220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5">
                  <a:moveTo>
                    <a:pt x="233997" y="467995"/>
                  </a:moveTo>
                  <a:lnTo>
                    <a:pt x="281156" y="463241"/>
                  </a:lnTo>
                  <a:lnTo>
                    <a:pt x="325080" y="449606"/>
                  </a:lnTo>
                  <a:lnTo>
                    <a:pt x="364828" y="428032"/>
                  </a:lnTo>
                  <a:lnTo>
                    <a:pt x="399459" y="399459"/>
                  </a:lnTo>
                  <a:lnTo>
                    <a:pt x="428032" y="364828"/>
                  </a:lnTo>
                  <a:lnTo>
                    <a:pt x="449606" y="325080"/>
                  </a:lnTo>
                  <a:lnTo>
                    <a:pt x="463241" y="281156"/>
                  </a:lnTo>
                  <a:lnTo>
                    <a:pt x="467995" y="233997"/>
                  </a:lnTo>
                  <a:lnTo>
                    <a:pt x="463241" y="186838"/>
                  </a:lnTo>
                  <a:lnTo>
                    <a:pt x="449606" y="142914"/>
                  </a:lnTo>
                  <a:lnTo>
                    <a:pt x="428032" y="103166"/>
                  </a:lnTo>
                  <a:lnTo>
                    <a:pt x="399459" y="68535"/>
                  </a:lnTo>
                  <a:lnTo>
                    <a:pt x="364828" y="39962"/>
                  </a:lnTo>
                  <a:lnTo>
                    <a:pt x="325080" y="18388"/>
                  </a:lnTo>
                  <a:lnTo>
                    <a:pt x="281156" y="4753"/>
                  </a:lnTo>
                  <a:lnTo>
                    <a:pt x="233997" y="0"/>
                  </a:lnTo>
                  <a:lnTo>
                    <a:pt x="186838" y="4753"/>
                  </a:lnTo>
                  <a:lnTo>
                    <a:pt x="142914" y="18388"/>
                  </a:lnTo>
                  <a:lnTo>
                    <a:pt x="103166" y="39962"/>
                  </a:lnTo>
                  <a:lnTo>
                    <a:pt x="68535" y="68535"/>
                  </a:lnTo>
                  <a:lnTo>
                    <a:pt x="39962" y="103166"/>
                  </a:lnTo>
                  <a:lnTo>
                    <a:pt x="18388" y="142914"/>
                  </a:lnTo>
                  <a:lnTo>
                    <a:pt x="4753" y="186838"/>
                  </a:lnTo>
                  <a:lnTo>
                    <a:pt x="0" y="233997"/>
                  </a:lnTo>
                  <a:lnTo>
                    <a:pt x="4753" y="281156"/>
                  </a:lnTo>
                  <a:lnTo>
                    <a:pt x="18388" y="325080"/>
                  </a:lnTo>
                  <a:lnTo>
                    <a:pt x="39962" y="364828"/>
                  </a:lnTo>
                  <a:lnTo>
                    <a:pt x="68535" y="399459"/>
                  </a:lnTo>
                  <a:lnTo>
                    <a:pt x="103166" y="428032"/>
                  </a:lnTo>
                  <a:lnTo>
                    <a:pt x="142914" y="449606"/>
                  </a:lnTo>
                  <a:lnTo>
                    <a:pt x="186838" y="463241"/>
                  </a:lnTo>
                  <a:lnTo>
                    <a:pt x="233997" y="46799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73407" y="5198224"/>
              <a:ext cx="468007" cy="46799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473407" y="5198224"/>
              <a:ext cx="468630" cy="467995"/>
            </a:xfrm>
            <a:custGeom>
              <a:avLst/>
              <a:gdLst/>
              <a:ahLst/>
              <a:cxnLst/>
              <a:rect l="l" t="t" r="r" b="b"/>
              <a:pathLst>
                <a:path w="468629" h="467995">
                  <a:moveTo>
                    <a:pt x="233997" y="467994"/>
                  </a:moveTo>
                  <a:lnTo>
                    <a:pt x="281157" y="463241"/>
                  </a:lnTo>
                  <a:lnTo>
                    <a:pt x="325082" y="449606"/>
                  </a:lnTo>
                  <a:lnTo>
                    <a:pt x="364832" y="428032"/>
                  </a:lnTo>
                  <a:lnTo>
                    <a:pt x="399465" y="399459"/>
                  </a:lnTo>
                  <a:lnTo>
                    <a:pt x="428041" y="364828"/>
                  </a:lnTo>
                  <a:lnTo>
                    <a:pt x="449617" y="325080"/>
                  </a:lnTo>
                  <a:lnTo>
                    <a:pt x="463253" y="281156"/>
                  </a:lnTo>
                  <a:lnTo>
                    <a:pt x="468007" y="233997"/>
                  </a:lnTo>
                  <a:lnTo>
                    <a:pt x="463253" y="186838"/>
                  </a:lnTo>
                  <a:lnTo>
                    <a:pt x="449617" y="142914"/>
                  </a:lnTo>
                  <a:lnTo>
                    <a:pt x="428041" y="103166"/>
                  </a:lnTo>
                  <a:lnTo>
                    <a:pt x="399465" y="68535"/>
                  </a:lnTo>
                  <a:lnTo>
                    <a:pt x="364832" y="39962"/>
                  </a:lnTo>
                  <a:lnTo>
                    <a:pt x="325082" y="18388"/>
                  </a:lnTo>
                  <a:lnTo>
                    <a:pt x="281157" y="4753"/>
                  </a:lnTo>
                  <a:lnTo>
                    <a:pt x="233997" y="0"/>
                  </a:lnTo>
                  <a:lnTo>
                    <a:pt x="186841" y="4753"/>
                  </a:lnTo>
                  <a:lnTo>
                    <a:pt x="142919" y="18388"/>
                  </a:lnTo>
                  <a:lnTo>
                    <a:pt x="103171" y="39962"/>
                  </a:lnTo>
                  <a:lnTo>
                    <a:pt x="68540" y="68535"/>
                  </a:lnTo>
                  <a:lnTo>
                    <a:pt x="39965" y="103166"/>
                  </a:lnTo>
                  <a:lnTo>
                    <a:pt x="18390" y="142914"/>
                  </a:lnTo>
                  <a:lnTo>
                    <a:pt x="4754" y="186838"/>
                  </a:lnTo>
                  <a:lnTo>
                    <a:pt x="0" y="233997"/>
                  </a:lnTo>
                  <a:lnTo>
                    <a:pt x="4754" y="281156"/>
                  </a:lnTo>
                  <a:lnTo>
                    <a:pt x="18390" y="325080"/>
                  </a:lnTo>
                  <a:lnTo>
                    <a:pt x="39965" y="364828"/>
                  </a:lnTo>
                  <a:lnTo>
                    <a:pt x="68540" y="399459"/>
                  </a:lnTo>
                  <a:lnTo>
                    <a:pt x="103171" y="428032"/>
                  </a:lnTo>
                  <a:lnTo>
                    <a:pt x="142919" y="449606"/>
                  </a:lnTo>
                  <a:lnTo>
                    <a:pt x="186841" y="463241"/>
                  </a:lnTo>
                  <a:lnTo>
                    <a:pt x="233997" y="4679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13417" y="5198224"/>
              <a:ext cx="467995" cy="46799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313417" y="5198224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5">
                  <a:moveTo>
                    <a:pt x="233997" y="467994"/>
                  </a:moveTo>
                  <a:lnTo>
                    <a:pt x="281156" y="463241"/>
                  </a:lnTo>
                  <a:lnTo>
                    <a:pt x="325080" y="449606"/>
                  </a:lnTo>
                  <a:lnTo>
                    <a:pt x="364828" y="428032"/>
                  </a:lnTo>
                  <a:lnTo>
                    <a:pt x="399459" y="399459"/>
                  </a:lnTo>
                  <a:lnTo>
                    <a:pt x="428032" y="364828"/>
                  </a:lnTo>
                  <a:lnTo>
                    <a:pt x="449606" y="325080"/>
                  </a:lnTo>
                  <a:lnTo>
                    <a:pt x="463241" y="281156"/>
                  </a:lnTo>
                  <a:lnTo>
                    <a:pt x="467995" y="233997"/>
                  </a:lnTo>
                  <a:lnTo>
                    <a:pt x="463241" y="186838"/>
                  </a:lnTo>
                  <a:lnTo>
                    <a:pt x="449606" y="142914"/>
                  </a:lnTo>
                  <a:lnTo>
                    <a:pt x="428032" y="103166"/>
                  </a:lnTo>
                  <a:lnTo>
                    <a:pt x="399459" y="68535"/>
                  </a:lnTo>
                  <a:lnTo>
                    <a:pt x="364828" y="39962"/>
                  </a:lnTo>
                  <a:lnTo>
                    <a:pt x="325080" y="18388"/>
                  </a:lnTo>
                  <a:lnTo>
                    <a:pt x="281156" y="4753"/>
                  </a:lnTo>
                  <a:lnTo>
                    <a:pt x="233997" y="0"/>
                  </a:lnTo>
                  <a:lnTo>
                    <a:pt x="186838" y="4753"/>
                  </a:lnTo>
                  <a:lnTo>
                    <a:pt x="142914" y="18388"/>
                  </a:lnTo>
                  <a:lnTo>
                    <a:pt x="103166" y="39962"/>
                  </a:lnTo>
                  <a:lnTo>
                    <a:pt x="68535" y="68535"/>
                  </a:lnTo>
                  <a:lnTo>
                    <a:pt x="39962" y="103166"/>
                  </a:lnTo>
                  <a:lnTo>
                    <a:pt x="18388" y="142914"/>
                  </a:lnTo>
                  <a:lnTo>
                    <a:pt x="4753" y="186838"/>
                  </a:lnTo>
                  <a:lnTo>
                    <a:pt x="0" y="233997"/>
                  </a:lnTo>
                  <a:lnTo>
                    <a:pt x="4753" y="281156"/>
                  </a:lnTo>
                  <a:lnTo>
                    <a:pt x="18388" y="325080"/>
                  </a:lnTo>
                  <a:lnTo>
                    <a:pt x="39962" y="364828"/>
                  </a:lnTo>
                  <a:lnTo>
                    <a:pt x="68535" y="399459"/>
                  </a:lnTo>
                  <a:lnTo>
                    <a:pt x="103166" y="428032"/>
                  </a:lnTo>
                  <a:lnTo>
                    <a:pt x="142914" y="449606"/>
                  </a:lnTo>
                  <a:lnTo>
                    <a:pt x="186838" y="463241"/>
                  </a:lnTo>
                  <a:lnTo>
                    <a:pt x="233997" y="4679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59416" y="2984220"/>
              <a:ext cx="2736215" cy="2736215"/>
            </a:xfrm>
            <a:custGeom>
              <a:avLst/>
              <a:gdLst/>
              <a:ahLst/>
              <a:cxnLst/>
              <a:rect l="l" t="t" r="r" b="b"/>
              <a:pathLst>
                <a:path w="2736215" h="2736215">
                  <a:moveTo>
                    <a:pt x="2735999" y="1367993"/>
                  </a:moveTo>
                  <a:lnTo>
                    <a:pt x="2735171" y="1319967"/>
                  </a:lnTo>
                  <a:lnTo>
                    <a:pt x="2732708" y="1272358"/>
                  </a:lnTo>
                  <a:lnTo>
                    <a:pt x="2728634" y="1225191"/>
                  </a:lnTo>
                  <a:lnTo>
                    <a:pt x="2722979" y="1178494"/>
                  </a:lnTo>
                  <a:lnTo>
                    <a:pt x="2715768" y="1132294"/>
                  </a:lnTo>
                  <a:lnTo>
                    <a:pt x="2707030" y="1086618"/>
                  </a:lnTo>
                  <a:lnTo>
                    <a:pt x="2696791" y="1041493"/>
                  </a:lnTo>
                  <a:lnTo>
                    <a:pt x="2685077" y="996947"/>
                  </a:lnTo>
                  <a:lnTo>
                    <a:pt x="2671918" y="953006"/>
                  </a:lnTo>
                  <a:lnTo>
                    <a:pt x="2657339" y="909698"/>
                  </a:lnTo>
                  <a:lnTo>
                    <a:pt x="2641367" y="867050"/>
                  </a:lnTo>
                  <a:lnTo>
                    <a:pt x="2624031" y="825088"/>
                  </a:lnTo>
                  <a:lnTo>
                    <a:pt x="2605356" y="783841"/>
                  </a:lnTo>
                  <a:lnTo>
                    <a:pt x="2585370" y="743335"/>
                  </a:lnTo>
                  <a:lnTo>
                    <a:pt x="2564101" y="703597"/>
                  </a:lnTo>
                  <a:lnTo>
                    <a:pt x="2541575" y="664655"/>
                  </a:lnTo>
                  <a:lnTo>
                    <a:pt x="2517819" y="626535"/>
                  </a:lnTo>
                  <a:lnTo>
                    <a:pt x="2492861" y="589265"/>
                  </a:lnTo>
                  <a:lnTo>
                    <a:pt x="2466728" y="552871"/>
                  </a:lnTo>
                  <a:lnTo>
                    <a:pt x="2439447" y="517382"/>
                  </a:lnTo>
                  <a:lnTo>
                    <a:pt x="2411044" y="482824"/>
                  </a:lnTo>
                  <a:lnTo>
                    <a:pt x="2381548" y="449224"/>
                  </a:lnTo>
                  <a:lnTo>
                    <a:pt x="2350985" y="416609"/>
                  </a:lnTo>
                  <a:lnTo>
                    <a:pt x="2319382" y="385007"/>
                  </a:lnTo>
                  <a:lnTo>
                    <a:pt x="2286767" y="354444"/>
                  </a:lnTo>
                  <a:lnTo>
                    <a:pt x="2253167" y="324948"/>
                  </a:lnTo>
                  <a:lnTo>
                    <a:pt x="2218608" y="296546"/>
                  </a:lnTo>
                  <a:lnTo>
                    <a:pt x="2183119" y="269265"/>
                  </a:lnTo>
                  <a:lnTo>
                    <a:pt x="2146725" y="243133"/>
                  </a:lnTo>
                  <a:lnTo>
                    <a:pt x="2109454" y="218175"/>
                  </a:lnTo>
                  <a:lnTo>
                    <a:pt x="2071334" y="194420"/>
                  </a:lnTo>
                  <a:lnTo>
                    <a:pt x="2032391" y="171894"/>
                  </a:lnTo>
                  <a:lnTo>
                    <a:pt x="1992653" y="150625"/>
                  </a:lnTo>
                  <a:lnTo>
                    <a:pt x="1952147" y="130640"/>
                  </a:lnTo>
                  <a:lnTo>
                    <a:pt x="1910899" y="111965"/>
                  </a:lnTo>
                  <a:lnTo>
                    <a:pt x="1868937" y="94629"/>
                  </a:lnTo>
                  <a:lnTo>
                    <a:pt x="1826289" y="78658"/>
                  </a:lnTo>
                  <a:lnTo>
                    <a:pt x="1782980" y="64079"/>
                  </a:lnTo>
                  <a:lnTo>
                    <a:pt x="1739040" y="50920"/>
                  </a:lnTo>
                  <a:lnTo>
                    <a:pt x="1694493" y="39207"/>
                  </a:lnTo>
                  <a:lnTo>
                    <a:pt x="1649368" y="28968"/>
                  </a:lnTo>
                  <a:lnTo>
                    <a:pt x="1603692" y="20229"/>
                  </a:lnTo>
                  <a:lnTo>
                    <a:pt x="1557492" y="13019"/>
                  </a:lnTo>
                  <a:lnTo>
                    <a:pt x="1510795" y="7364"/>
                  </a:lnTo>
                  <a:lnTo>
                    <a:pt x="1463628" y="3291"/>
                  </a:lnTo>
                  <a:lnTo>
                    <a:pt x="1416018" y="827"/>
                  </a:lnTo>
                  <a:lnTo>
                    <a:pt x="1367993" y="0"/>
                  </a:lnTo>
                  <a:lnTo>
                    <a:pt x="1319967" y="827"/>
                  </a:lnTo>
                  <a:lnTo>
                    <a:pt x="1272358" y="3291"/>
                  </a:lnTo>
                  <a:lnTo>
                    <a:pt x="1225191" y="7364"/>
                  </a:lnTo>
                  <a:lnTo>
                    <a:pt x="1178494" y="13019"/>
                  </a:lnTo>
                  <a:lnTo>
                    <a:pt x="1132294" y="20229"/>
                  </a:lnTo>
                  <a:lnTo>
                    <a:pt x="1086618" y="28968"/>
                  </a:lnTo>
                  <a:lnTo>
                    <a:pt x="1041493" y="39207"/>
                  </a:lnTo>
                  <a:lnTo>
                    <a:pt x="996947" y="50920"/>
                  </a:lnTo>
                  <a:lnTo>
                    <a:pt x="953006" y="64079"/>
                  </a:lnTo>
                  <a:lnTo>
                    <a:pt x="909698" y="78658"/>
                  </a:lnTo>
                  <a:lnTo>
                    <a:pt x="867050" y="94629"/>
                  </a:lnTo>
                  <a:lnTo>
                    <a:pt x="825088" y="111965"/>
                  </a:lnTo>
                  <a:lnTo>
                    <a:pt x="783841" y="130640"/>
                  </a:lnTo>
                  <a:lnTo>
                    <a:pt x="743335" y="150625"/>
                  </a:lnTo>
                  <a:lnTo>
                    <a:pt x="703597" y="171894"/>
                  </a:lnTo>
                  <a:lnTo>
                    <a:pt x="664655" y="194420"/>
                  </a:lnTo>
                  <a:lnTo>
                    <a:pt x="626535" y="218175"/>
                  </a:lnTo>
                  <a:lnTo>
                    <a:pt x="589265" y="243133"/>
                  </a:lnTo>
                  <a:lnTo>
                    <a:pt x="552871" y="269265"/>
                  </a:lnTo>
                  <a:lnTo>
                    <a:pt x="517382" y="296546"/>
                  </a:lnTo>
                  <a:lnTo>
                    <a:pt x="482824" y="324948"/>
                  </a:lnTo>
                  <a:lnTo>
                    <a:pt x="449224" y="354444"/>
                  </a:lnTo>
                  <a:lnTo>
                    <a:pt x="416609" y="385007"/>
                  </a:lnTo>
                  <a:lnTo>
                    <a:pt x="385007" y="416609"/>
                  </a:lnTo>
                  <a:lnTo>
                    <a:pt x="354444" y="449224"/>
                  </a:lnTo>
                  <a:lnTo>
                    <a:pt x="324948" y="482824"/>
                  </a:lnTo>
                  <a:lnTo>
                    <a:pt x="296546" y="517382"/>
                  </a:lnTo>
                  <a:lnTo>
                    <a:pt x="269265" y="552871"/>
                  </a:lnTo>
                  <a:lnTo>
                    <a:pt x="243133" y="589265"/>
                  </a:lnTo>
                  <a:lnTo>
                    <a:pt x="218175" y="626535"/>
                  </a:lnTo>
                  <a:lnTo>
                    <a:pt x="194420" y="664655"/>
                  </a:lnTo>
                  <a:lnTo>
                    <a:pt x="171894" y="703597"/>
                  </a:lnTo>
                  <a:lnTo>
                    <a:pt x="150625" y="743335"/>
                  </a:lnTo>
                  <a:lnTo>
                    <a:pt x="130640" y="783841"/>
                  </a:lnTo>
                  <a:lnTo>
                    <a:pt x="111965" y="825088"/>
                  </a:lnTo>
                  <a:lnTo>
                    <a:pt x="94629" y="867050"/>
                  </a:lnTo>
                  <a:lnTo>
                    <a:pt x="78658" y="909698"/>
                  </a:lnTo>
                  <a:lnTo>
                    <a:pt x="64079" y="953006"/>
                  </a:lnTo>
                  <a:lnTo>
                    <a:pt x="50920" y="996947"/>
                  </a:lnTo>
                  <a:lnTo>
                    <a:pt x="39207" y="1041493"/>
                  </a:lnTo>
                  <a:lnTo>
                    <a:pt x="28968" y="1086618"/>
                  </a:lnTo>
                  <a:lnTo>
                    <a:pt x="20229" y="1132294"/>
                  </a:lnTo>
                  <a:lnTo>
                    <a:pt x="13019" y="1178494"/>
                  </a:lnTo>
                  <a:lnTo>
                    <a:pt x="7364" y="1225191"/>
                  </a:lnTo>
                  <a:lnTo>
                    <a:pt x="3291" y="1272358"/>
                  </a:lnTo>
                  <a:lnTo>
                    <a:pt x="827" y="1319967"/>
                  </a:lnTo>
                  <a:lnTo>
                    <a:pt x="0" y="1367993"/>
                  </a:lnTo>
                  <a:lnTo>
                    <a:pt x="827" y="1416019"/>
                  </a:lnTo>
                  <a:lnTo>
                    <a:pt x="3291" y="1463629"/>
                  </a:lnTo>
                  <a:lnTo>
                    <a:pt x="7364" y="1510797"/>
                  </a:lnTo>
                  <a:lnTo>
                    <a:pt x="13019" y="1557495"/>
                  </a:lnTo>
                  <a:lnTo>
                    <a:pt x="20229" y="1603695"/>
                  </a:lnTo>
                  <a:lnTo>
                    <a:pt x="28968" y="1649372"/>
                  </a:lnTo>
                  <a:lnTo>
                    <a:pt x="39207" y="1694497"/>
                  </a:lnTo>
                  <a:lnTo>
                    <a:pt x="50920" y="1739044"/>
                  </a:lnTo>
                  <a:lnTo>
                    <a:pt x="64079" y="1782985"/>
                  </a:lnTo>
                  <a:lnTo>
                    <a:pt x="78658" y="1826294"/>
                  </a:lnTo>
                  <a:lnTo>
                    <a:pt x="94629" y="1868943"/>
                  </a:lnTo>
                  <a:lnTo>
                    <a:pt x="111965" y="1910904"/>
                  </a:lnTo>
                  <a:lnTo>
                    <a:pt x="130640" y="1952152"/>
                  </a:lnTo>
                  <a:lnTo>
                    <a:pt x="150625" y="1992659"/>
                  </a:lnTo>
                  <a:lnTo>
                    <a:pt x="171894" y="2032397"/>
                  </a:lnTo>
                  <a:lnTo>
                    <a:pt x="194420" y="2071340"/>
                  </a:lnTo>
                  <a:lnTo>
                    <a:pt x="218175" y="2109460"/>
                  </a:lnTo>
                  <a:lnTo>
                    <a:pt x="243133" y="2146730"/>
                  </a:lnTo>
                  <a:lnTo>
                    <a:pt x="269265" y="2183124"/>
                  </a:lnTo>
                  <a:lnTo>
                    <a:pt x="296546" y="2218614"/>
                  </a:lnTo>
                  <a:lnTo>
                    <a:pt x="324948" y="2253172"/>
                  </a:lnTo>
                  <a:lnTo>
                    <a:pt x="354444" y="2286772"/>
                  </a:lnTo>
                  <a:lnTo>
                    <a:pt x="385007" y="2319387"/>
                  </a:lnTo>
                  <a:lnTo>
                    <a:pt x="416609" y="2350990"/>
                  </a:lnTo>
                  <a:lnTo>
                    <a:pt x="449224" y="2381553"/>
                  </a:lnTo>
                  <a:lnTo>
                    <a:pt x="482824" y="2411049"/>
                  </a:lnTo>
                  <a:lnTo>
                    <a:pt x="517382" y="2439451"/>
                  </a:lnTo>
                  <a:lnTo>
                    <a:pt x="552871" y="2466732"/>
                  </a:lnTo>
                  <a:lnTo>
                    <a:pt x="589265" y="2492865"/>
                  </a:lnTo>
                  <a:lnTo>
                    <a:pt x="626535" y="2517823"/>
                  </a:lnTo>
                  <a:lnTo>
                    <a:pt x="664655" y="2541578"/>
                  </a:lnTo>
                  <a:lnTo>
                    <a:pt x="703597" y="2564104"/>
                  </a:lnTo>
                  <a:lnTo>
                    <a:pt x="743335" y="2585373"/>
                  </a:lnTo>
                  <a:lnTo>
                    <a:pt x="783841" y="2605358"/>
                  </a:lnTo>
                  <a:lnTo>
                    <a:pt x="825088" y="2624033"/>
                  </a:lnTo>
                  <a:lnTo>
                    <a:pt x="867050" y="2641369"/>
                  </a:lnTo>
                  <a:lnTo>
                    <a:pt x="909698" y="2657340"/>
                  </a:lnTo>
                  <a:lnTo>
                    <a:pt x="953006" y="2671919"/>
                  </a:lnTo>
                  <a:lnTo>
                    <a:pt x="996947" y="2685078"/>
                  </a:lnTo>
                  <a:lnTo>
                    <a:pt x="1041493" y="2696791"/>
                  </a:lnTo>
                  <a:lnTo>
                    <a:pt x="1086618" y="2707030"/>
                  </a:lnTo>
                  <a:lnTo>
                    <a:pt x="1132294" y="2715769"/>
                  </a:lnTo>
                  <a:lnTo>
                    <a:pt x="1178494" y="2722979"/>
                  </a:lnTo>
                  <a:lnTo>
                    <a:pt x="1225191" y="2728634"/>
                  </a:lnTo>
                  <a:lnTo>
                    <a:pt x="1272358" y="2732708"/>
                  </a:lnTo>
                  <a:lnTo>
                    <a:pt x="1319967" y="2735171"/>
                  </a:lnTo>
                  <a:lnTo>
                    <a:pt x="1367993" y="2735999"/>
                  </a:lnTo>
                  <a:lnTo>
                    <a:pt x="1416018" y="2735171"/>
                  </a:lnTo>
                  <a:lnTo>
                    <a:pt x="1463628" y="2732708"/>
                  </a:lnTo>
                  <a:lnTo>
                    <a:pt x="1510795" y="2728634"/>
                  </a:lnTo>
                  <a:lnTo>
                    <a:pt x="1557492" y="2722979"/>
                  </a:lnTo>
                  <a:lnTo>
                    <a:pt x="1603692" y="2715769"/>
                  </a:lnTo>
                  <a:lnTo>
                    <a:pt x="1649368" y="2707030"/>
                  </a:lnTo>
                  <a:lnTo>
                    <a:pt x="1694493" y="2696791"/>
                  </a:lnTo>
                  <a:lnTo>
                    <a:pt x="1739040" y="2685078"/>
                  </a:lnTo>
                  <a:lnTo>
                    <a:pt x="1782980" y="2671919"/>
                  </a:lnTo>
                  <a:lnTo>
                    <a:pt x="1826289" y="2657340"/>
                  </a:lnTo>
                  <a:lnTo>
                    <a:pt x="1868937" y="2641369"/>
                  </a:lnTo>
                  <a:lnTo>
                    <a:pt x="1910899" y="2624033"/>
                  </a:lnTo>
                  <a:lnTo>
                    <a:pt x="1952147" y="2605358"/>
                  </a:lnTo>
                  <a:lnTo>
                    <a:pt x="1992653" y="2585373"/>
                  </a:lnTo>
                  <a:lnTo>
                    <a:pt x="2032391" y="2564104"/>
                  </a:lnTo>
                  <a:lnTo>
                    <a:pt x="2071334" y="2541578"/>
                  </a:lnTo>
                  <a:lnTo>
                    <a:pt x="2109454" y="2517823"/>
                  </a:lnTo>
                  <a:lnTo>
                    <a:pt x="2146725" y="2492865"/>
                  </a:lnTo>
                  <a:lnTo>
                    <a:pt x="2183119" y="2466732"/>
                  </a:lnTo>
                  <a:lnTo>
                    <a:pt x="2218608" y="2439451"/>
                  </a:lnTo>
                  <a:lnTo>
                    <a:pt x="2253167" y="2411049"/>
                  </a:lnTo>
                  <a:lnTo>
                    <a:pt x="2286767" y="2381553"/>
                  </a:lnTo>
                  <a:lnTo>
                    <a:pt x="2319382" y="2350990"/>
                  </a:lnTo>
                  <a:lnTo>
                    <a:pt x="2350985" y="2319387"/>
                  </a:lnTo>
                  <a:lnTo>
                    <a:pt x="2381548" y="2286772"/>
                  </a:lnTo>
                  <a:lnTo>
                    <a:pt x="2411044" y="2253172"/>
                  </a:lnTo>
                  <a:lnTo>
                    <a:pt x="2439447" y="2218614"/>
                  </a:lnTo>
                  <a:lnTo>
                    <a:pt x="2466728" y="2183124"/>
                  </a:lnTo>
                  <a:lnTo>
                    <a:pt x="2492861" y="2146730"/>
                  </a:lnTo>
                  <a:lnTo>
                    <a:pt x="2517819" y="2109460"/>
                  </a:lnTo>
                  <a:lnTo>
                    <a:pt x="2541575" y="2071340"/>
                  </a:lnTo>
                  <a:lnTo>
                    <a:pt x="2564101" y="2032397"/>
                  </a:lnTo>
                  <a:lnTo>
                    <a:pt x="2585370" y="1992659"/>
                  </a:lnTo>
                  <a:lnTo>
                    <a:pt x="2605356" y="1952152"/>
                  </a:lnTo>
                  <a:lnTo>
                    <a:pt x="2624031" y="1910904"/>
                  </a:lnTo>
                  <a:lnTo>
                    <a:pt x="2641367" y="1868943"/>
                  </a:lnTo>
                  <a:lnTo>
                    <a:pt x="2657339" y="1826294"/>
                  </a:lnTo>
                  <a:lnTo>
                    <a:pt x="2671918" y="1782985"/>
                  </a:lnTo>
                  <a:lnTo>
                    <a:pt x="2685077" y="1739044"/>
                  </a:lnTo>
                  <a:lnTo>
                    <a:pt x="2696791" y="1694497"/>
                  </a:lnTo>
                  <a:lnTo>
                    <a:pt x="2707030" y="1649372"/>
                  </a:lnTo>
                  <a:lnTo>
                    <a:pt x="2715768" y="1603695"/>
                  </a:lnTo>
                  <a:lnTo>
                    <a:pt x="2722979" y="1557495"/>
                  </a:lnTo>
                  <a:lnTo>
                    <a:pt x="2728634" y="1510797"/>
                  </a:lnTo>
                  <a:lnTo>
                    <a:pt x="2732708" y="1463629"/>
                  </a:lnTo>
                  <a:lnTo>
                    <a:pt x="2735171" y="1416019"/>
                  </a:lnTo>
                  <a:lnTo>
                    <a:pt x="2735999" y="1367993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59416" y="2984220"/>
              <a:ext cx="2736215" cy="2736215"/>
            </a:xfrm>
            <a:custGeom>
              <a:avLst/>
              <a:gdLst/>
              <a:ahLst/>
              <a:cxnLst/>
              <a:rect l="l" t="t" r="r" b="b"/>
              <a:pathLst>
                <a:path w="2736215" h="2736215">
                  <a:moveTo>
                    <a:pt x="1367993" y="2735999"/>
                  </a:moveTo>
                  <a:lnTo>
                    <a:pt x="1416018" y="2735171"/>
                  </a:lnTo>
                  <a:lnTo>
                    <a:pt x="1463628" y="2732708"/>
                  </a:lnTo>
                  <a:lnTo>
                    <a:pt x="1510795" y="2728634"/>
                  </a:lnTo>
                  <a:lnTo>
                    <a:pt x="1557492" y="2722979"/>
                  </a:lnTo>
                  <a:lnTo>
                    <a:pt x="1603692" y="2715769"/>
                  </a:lnTo>
                  <a:lnTo>
                    <a:pt x="1649368" y="2707030"/>
                  </a:lnTo>
                  <a:lnTo>
                    <a:pt x="1694493" y="2696791"/>
                  </a:lnTo>
                  <a:lnTo>
                    <a:pt x="1739040" y="2685078"/>
                  </a:lnTo>
                  <a:lnTo>
                    <a:pt x="1782980" y="2671919"/>
                  </a:lnTo>
                  <a:lnTo>
                    <a:pt x="1826289" y="2657340"/>
                  </a:lnTo>
                  <a:lnTo>
                    <a:pt x="1868937" y="2641369"/>
                  </a:lnTo>
                  <a:lnTo>
                    <a:pt x="1910899" y="2624033"/>
                  </a:lnTo>
                  <a:lnTo>
                    <a:pt x="1952147" y="2605358"/>
                  </a:lnTo>
                  <a:lnTo>
                    <a:pt x="1992653" y="2585373"/>
                  </a:lnTo>
                  <a:lnTo>
                    <a:pt x="2032391" y="2564104"/>
                  </a:lnTo>
                  <a:lnTo>
                    <a:pt x="2071334" y="2541578"/>
                  </a:lnTo>
                  <a:lnTo>
                    <a:pt x="2109454" y="2517823"/>
                  </a:lnTo>
                  <a:lnTo>
                    <a:pt x="2146725" y="2492865"/>
                  </a:lnTo>
                  <a:lnTo>
                    <a:pt x="2183119" y="2466732"/>
                  </a:lnTo>
                  <a:lnTo>
                    <a:pt x="2218608" y="2439451"/>
                  </a:lnTo>
                  <a:lnTo>
                    <a:pt x="2253167" y="2411049"/>
                  </a:lnTo>
                  <a:lnTo>
                    <a:pt x="2286767" y="2381553"/>
                  </a:lnTo>
                  <a:lnTo>
                    <a:pt x="2319382" y="2350990"/>
                  </a:lnTo>
                  <a:lnTo>
                    <a:pt x="2350985" y="2319387"/>
                  </a:lnTo>
                  <a:lnTo>
                    <a:pt x="2381548" y="2286772"/>
                  </a:lnTo>
                  <a:lnTo>
                    <a:pt x="2411044" y="2253172"/>
                  </a:lnTo>
                  <a:lnTo>
                    <a:pt x="2439447" y="2218614"/>
                  </a:lnTo>
                  <a:lnTo>
                    <a:pt x="2466728" y="2183124"/>
                  </a:lnTo>
                  <a:lnTo>
                    <a:pt x="2492861" y="2146730"/>
                  </a:lnTo>
                  <a:lnTo>
                    <a:pt x="2517819" y="2109460"/>
                  </a:lnTo>
                  <a:lnTo>
                    <a:pt x="2541575" y="2071340"/>
                  </a:lnTo>
                  <a:lnTo>
                    <a:pt x="2564101" y="2032397"/>
                  </a:lnTo>
                  <a:lnTo>
                    <a:pt x="2585370" y="1992659"/>
                  </a:lnTo>
                  <a:lnTo>
                    <a:pt x="2605356" y="1952152"/>
                  </a:lnTo>
                  <a:lnTo>
                    <a:pt x="2624031" y="1910904"/>
                  </a:lnTo>
                  <a:lnTo>
                    <a:pt x="2641367" y="1868943"/>
                  </a:lnTo>
                  <a:lnTo>
                    <a:pt x="2657339" y="1826294"/>
                  </a:lnTo>
                  <a:lnTo>
                    <a:pt x="2671918" y="1782985"/>
                  </a:lnTo>
                  <a:lnTo>
                    <a:pt x="2685077" y="1739044"/>
                  </a:lnTo>
                  <a:lnTo>
                    <a:pt x="2696791" y="1694497"/>
                  </a:lnTo>
                  <a:lnTo>
                    <a:pt x="2707030" y="1649372"/>
                  </a:lnTo>
                  <a:lnTo>
                    <a:pt x="2715768" y="1603695"/>
                  </a:lnTo>
                  <a:lnTo>
                    <a:pt x="2722979" y="1557495"/>
                  </a:lnTo>
                  <a:lnTo>
                    <a:pt x="2728634" y="1510797"/>
                  </a:lnTo>
                  <a:lnTo>
                    <a:pt x="2732708" y="1463629"/>
                  </a:lnTo>
                  <a:lnTo>
                    <a:pt x="2735171" y="1416019"/>
                  </a:lnTo>
                  <a:lnTo>
                    <a:pt x="2735999" y="1367993"/>
                  </a:lnTo>
                  <a:lnTo>
                    <a:pt x="2735171" y="1319967"/>
                  </a:lnTo>
                  <a:lnTo>
                    <a:pt x="2732708" y="1272358"/>
                  </a:lnTo>
                  <a:lnTo>
                    <a:pt x="2728634" y="1225191"/>
                  </a:lnTo>
                  <a:lnTo>
                    <a:pt x="2722979" y="1178494"/>
                  </a:lnTo>
                  <a:lnTo>
                    <a:pt x="2715768" y="1132294"/>
                  </a:lnTo>
                  <a:lnTo>
                    <a:pt x="2707030" y="1086618"/>
                  </a:lnTo>
                  <a:lnTo>
                    <a:pt x="2696791" y="1041493"/>
                  </a:lnTo>
                  <a:lnTo>
                    <a:pt x="2685077" y="996947"/>
                  </a:lnTo>
                  <a:lnTo>
                    <a:pt x="2671918" y="953006"/>
                  </a:lnTo>
                  <a:lnTo>
                    <a:pt x="2657339" y="909698"/>
                  </a:lnTo>
                  <a:lnTo>
                    <a:pt x="2641367" y="867050"/>
                  </a:lnTo>
                  <a:lnTo>
                    <a:pt x="2624031" y="825088"/>
                  </a:lnTo>
                  <a:lnTo>
                    <a:pt x="2605356" y="783841"/>
                  </a:lnTo>
                  <a:lnTo>
                    <a:pt x="2585370" y="743335"/>
                  </a:lnTo>
                  <a:lnTo>
                    <a:pt x="2564101" y="703597"/>
                  </a:lnTo>
                  <a:lnTo>
                    <a:pt x="2541575" y="664655"/>
                  </a:lnTo>
                  <a:lnTo>
                    <a:pt x="2517819" y="626535"/>
                  </a:lnTo>
                  <a:lnTo>
                    <a:pt x="2492861" y="589265"/>
                  </a:lnTo>
                  <a:lnTo>
                    <a:pt x="2466728" y="552871"/>
                  </a:lnTo>
                  <a:lnTo>
                    <a:pt x="2439447" y="517382"/>
                  </a:lnTo>
                  <a:lnTo>
                    <a:pt x="2411044" y="482824"/>
                  </a:lnTo>
                  <a:lnTo>
                    <a:pt x="2381548" y="449224"/>
                  </a:lnTo>
                  <a:lnTo>
                    <a:pt x="2350985" y="416609"/>
                  </a:lnTo>
                  <a:lnTo>
                    <a:pt x="2319382" y="385007"/>
                  </a:lnTo>
                  <a:lnTo>
                    <a:pt x="2286767" y="354444"/>
                  </a:lnTo>
                  <a:lnTo>
                    <a:pt x="2253167" y="324948"/>
                  </a:lnTo>
                  <a:lnTo>
                    <a:pt x="2218608" y="296546"/>
                  </a:lnTo>
                  <a:lnTo>
                    <a:pt x="2183119" y="269265"/>
                  </a:lnTo>
                  <a:lnTo>
                    <a:pt x="2146725" y="243133"/>
                  </a:lnTo>
                  <a:lnTo>
                    <a:pt x="2109454" y="218175"/>
                  </a:lnTo>
                  <a:lnTo>
                    <a:pt x="2071334" y="194420"/>
                  </a:lnTo>
                  <a:lnTo>
                    <a:pt x="2032391" y="171894"/>
                  </a:lnTo>
                  <a:lnTo>
                    <a:pt x="1992653" y="150625"/>
                  </a:lnTo>
                  <a:lnTo>
                    <a:pt x="1952147" y="130640"/>
                  </a:lnTo>
                  <a:lnTo>
                    <a:pt x="1910899" y="111965"/>
                  </a:lnTo>
                  <a:lnTo>
                    <a:pt x="1868937" y="94629"/>
                  </a:lnTo>
                  <a:lnTo>
                    <a:pt x="1826289" y="78658"/>
                  </a:lnTo>
                  <a:lnTo>
                    <a:pt x="1782980" y="64079"/>
                  </a:lnTo>
                  <a:lnTo>
                    <a:pt x="1739040" y="50920"/>
                  </a:lnTo>
                  <a:lnTo>
                    <a:pt x="1694493" y="39207"/>
                  </a:lnTo>
                  <a:lnTo>
                    <a:pt x="1649368" y="28968"/>
                  </a:lnTo>
                  <a:lnTo>
                    <a:pt x="1603692" y="20229"/>
                  </a:lnTo>
                  <a:lnTo>
                    <a:pt x="1557492" y="13019"/>
                  </a:lnTo>
                  <a:lnTo>
                    <a:pt x="1510795" y="7364"/>
                  </a:lnTo>
                  <a:lnTo>
                    <a:pt x="1463628" y="3291"/>
                  </a:lnTo>
                  <a:lnTo>
                    <a:pt x="1416018" y="827"/>
                  </a:lnTo>
                  <a:lnTo>
                    <a:pt x="1367993" y="0"/>
                  </a:lnTo>
                  <a:lnTo>
                    <a:pt x="1319967" y="827"/>
                  </a:lnTo>
                  <a:lnTo>
                    <a:pt x="1272358" y="3291"/>
                  </a:lnTo>
                  <a:lnTo>
                    <a:pt x="1225191" y="7364"/>
                  </a:lnTo>
                  <a:lnTo>
                    <a:pt x="1178494" y="13019"/>
                  </a:lnTo>
                  <a:lnTo>
                    <a:pt x="1132294" y="20229"/>
                  </a:lnTo>
                  <a:lnTo>
                    <a:pt x="1086618" y="28968"/>
                  </a:lnTo>
                  <a:lnTo>
                    <a:pt x="1041493" y="39207"/>
                  </a:lnTo>
                  <a:lnTo>
                    <a:pt x="996947" y="50920"/>
                  </a:lnTo>
                  <a:lnTo>
                    <a:pt x="953006" y="64079"/>
                  </a:lnTo>
                  <a:lnTo>
                    <a:pt x="909698" y="78658"/>
                  </a:lnTo>
                  <a:lnTo>
                    <a:pt x="867050" y="94629"/>
                  </a:lnTo>
                  <a:lnTo>
                    <a:pt x="825088" y="111965"/>
                  </a:lnTo>
                  <a:lnTo>
                    <a:pt x="783841" y="130640"/>
                  </a:lnTo>
                  <a:lnTo>
                    <a:pt x="743335" y="150625"/>
                  </a:lnTo>
                  <a:lnTo>
                    <a:pt x="703597" y="171894"/>
                  </a:lnTo>
                  <a:lnTo>
                    <a:pt x="664655" y="194420"/>
                  </a:lnTo>
                  <a:lnTo>
                    <a:pt x="626535" y="218175"/>
                  </a:lnTo>
                  <a:lnTo>
                    <a:pt x="589265" y="243133"/>
                  </a:lnTo>
                  <a:lnTo>
                    <a:pt x="552871" y="269265"/>
                  </a:lnTo>
                  <a:lnTo>
                    <a:pt x="517382" y="296546"/>
                  </a:lnTo>
                  <a:lnTo>
                    <a:pt x="482824" y="324948"/>
                  </a:lnTo>
                  <a:lnTo>
                    <a:pt x="449224" y="354444"/>
                  </a:lnTo>
                  <a:lnTo>
                    <a:pt x="416609" y="385007"/>
                  </a:lnTo>
                  <a:lnTo>
                    <a:pt x="385007" y="416609"/>
                  </a:lnTo>
                  <a:lnTo>
                    <a:pt x="354444" y="449224"/>
                  </a:lnTo>
                  <a:lnTo>
                    <a:pt x="324948" y="482824"/>
                  </a:lnTo>
                  <a:lnTo>
                    <a:pt x="296546" y="517382"/>
                  </a:lnTo>
                  <a:lnTo>
                    <a:pt x="269265" y="552871"/>
                  </a:lnTo>
                  <a:lnTo>
                    <a:pt x="243133" y="589265"/>
                  </a:lnTo>
                  <a:lnTo>
                    <a:pt x="218175" y="626535"/>
                  </a:lnTo>
                  <a:lnTo>
                    <a:pt x="194420" y="664655"/>
                  </a:lnTo>
                  <a:lnTo>
                    <a:pt x="171894" y="703597"/>
                  </a:lnTo>
                  <a:lnTo>
                    <a:pt x="150625" y="743335"/>
                  </a:lnTo>
                  <a:lnTo>
                    <a:pt x="130640" y="783841"/>
                  </a:lnTo>
                  <a:lnTo>
                    <a:pt x="111965" y="825088"/>
                  </a:lnTo>
                  <a:lnTo>
                    <a:pt x="94629" y="867050"/>
                  </a:lnTo>
                  <a:lnTo>
                    <a:pt x="78658" y="909698"/>
                  </a:lnTo>
                  <a:lnTo>
                    <a:pt x="64079" y="953006"/>
                  </a:lnTo>
                  <a:lnTo>
                    <a:pt x="50920" y="996947"/>
                  </a:lnTo>
                  <a:lnTo>
                    <a:pt x="39207" y="1041493"/>
                  </a:lnTo>
                  <a:lnTo>
                    <a:pt x="28968" y="1086618"/>
                  </a:lnTo>
                  <a:lnTo>
                    <a:pt x="20229" y="1132294"/>
                  </a:lnTo>
                  <a:lnTo>
                    <a:pt x="13019" y="1178494"/>
                  </a:lnTo>
                  <a:lnTo>
                    <a:pt x="7364" y="1225191"/>
                  </a:lnTo>
                  <a:lnTo>
                    <a:pt x="3291" y="1272358"/>
                  </a:lnTo>
                  <a:lnTo>
                    <a:pt x="827" y="1319967"/>
                  </a:lnTo>
                  <a:lnTo>
                    <a:pt x="0" y="1367993"/>
                  </a:lnTo>
                  <a:lnTo>
                    <a:pt x="827" y="1416019"/>
                  </a:lnTo>
                  <a:lnTo>
                    <a:pt x="3291" y="1463629"/>
                  </a:lnTo>
                  <a:lnTo>
                    <a:pt x="7364" y="1510797"/>
                  </a:lnTo>
                  <a:lnTo>
                    <a:pt x="13019" y="1557495"/>
                  </a:lnTo>
                  <a:lnTo>
                    <a:pt x="20229" y="1603695"/>
                  </a:lnTo>
                  <a:lnTo>
                    <a:pt x="28968" y="1649372"/>
                  </a:lnTo>
                  <a:lnTo>
                    <a:pt x="39207" y="1694497"/>
                  </a:lnTo>
                  <a:lnTo>
                    <a:pt x="50920" y="1739044"/>
                  </a:lnTo>
                  <a:lnTo>
                    <a:pt x="64079" y="1782985"/>
                  </a:lnTo>
                  <a:lnTo>
                    <a:pt x="78658" y="1826294"/>
                  </a:lnTo>
                  <a:lnTo>
                    <a:pt x="94629" y="1868943"/>
                  </a:lnTo>
                  <a:lnTo>
                    <a:pt x="111965" y="1910904"/>
                  </a:lnTo>
                  <a:lnTo>
                    <a:pt x="130640" y="1952152"/>
                  </a:lnTo>
                  <a:lnTo>
                    <a:pt x="150625" y="1992659"/>
                  </a:lnTo>
                  <a:lnTo>
                    <a:pt x="171894" y="2032397"/>
                  </a:lnTo>
                  <a:lnTo>
                    <a:pt x="194420" y="2071340"/>
                  </a:lnTo>
                  <a:lnTo>
                    <a:pt x="218175" y="2109460"/>
                  </a:lnTo>
                  <a:lnTo>
                    <a:pt x="243133" y="2146730"/>
                  </a:lnTo>
                  <a:lnTo>
                    <a:pt x="269265" y="2183124"/>
                  </a:lnTo>
                  <a:lnTo>
                    <a:pt x="296546" y="2218614"/>
                  </a:lnTo>
                  <a:lnTo>
                    <a:pt x="324948" y="2253172"/>
                  </a:lnTo>
                  <a:lnTo>
                    <a:pt x="354444" y="2286772"/>
                  </a:lnTo>
                  <a:lnTo>
                    <a:pt x="385007" y="2319387"/>
                  </a:lnTo>
                  <a:lnTo>
                    <a:pt x="416609" y="2350990"/>
                  </a:lnTo>
                  <a:lnTo>
                    <a:pt x="449224" y="2381553"/>
                  </a:lnTo>
                  <a:lnTo>
                    <a:pt x="482824" y="2411049"/>
                  </a:lnTo>
                  <a:lnTo>
                    <a:pt x="517382" y="2439451"/>
                  </a:lnTo>
                  <a:lnTo>
                    <a:pt x="552871" y="2466732"/>
                  </a:lnTo>
                  <a:lnTo>
                    <a:pt x="589265" y="2492865"/>
                  </a:lnTo>
                  <a:lnTo>
                    <a:pt x="626535" y="2517823"/>
                  </a:lnTo>
                  <a:lnTo>
                    <a:pt x="664655" y="2541578"/>
                  </a:lnTo>
                  <a:lnTo>
                    <a:pt x="703597" y="2564104"/>
                  </a:lnTo>
                  <a:lnTo>
                    <a:pt x="743335" y="2585373"/>
                  </a:lnTo>
                  <a:lnTo>
                    <a:pt x="783841" y="2605358"/>
                  </a:lnTo>
                  <a:lnTo>
                    <a:pt x="825088" y="2624033"/>
                  </a:lnTo>
                  <a:lnTo>
                    <a:pt x="867050" y="2641369"/>
                  </a:lnTo>
                  <a:lnTo>
                    <a:pt x="909698" y="2657340"/>
                  </a:lnTo>
                  <a:lnTo>
                    <a:pt x="953006" y="2671919"/>
                  </a:lnTo>
                  <a:lnTo>
                    <a:pt x="996947" y="2685078"/>
                  </a:lnTo>
                  <a:lnTo>
                    <a:pt x="1041493" y="2696791"/>
                  </a:lnTo>
                  <a:lnTo>
                    <a:pt x="1086618" y="2707030"/>
                  </a:lnTo>
                  <a:lnTo>
                    <a:pt x="1132294" y="2715769"/>
                  </a:lnTo>
                  <a:lnTo>
                    <a:pt x="1178494" y="2722979"/>
                  </a:lnTo>
                  <a:lnTo>
                    <a:pt x="1225191" y="2728634"/>
                  </a:lnTo>
                  <a:lnTo>
                    <a:pt x="1272358" y="2732708"/>
                  </a:lnTo>
                  <a:lnTo>
                    <a:pt x="1319967" y="2735171"/>
                  </a:lnTo>
                  <a:lnTo>
                    <a:pt x="1367993" y="27359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39413" y="3164217"/>
              <a:ext cx="2376170" cy="2376170"/>
            </a:xfrm>
            <a:custGeom>
              <a:avLst/>
              <a:gdLst/>
              <a:ahLst/>
              <a:cxnLst/>
              <a:rect l="l" t="t" r="r" b="b"/>
              <a:pathLst>
                <a:path w="2376170" h="2376170">
                  <a:moveTo>
                    <a:pt x="2375992" y="1187996"/>
                  </a:moveTo>
                  <a:lnTo>
                    <a:pt x="2375048" y="1140216"/>
                  </a:lnTo>
                  <a:lnTo>
                    <a:pt x="2372242" y="1092916"/>
                  </a:lnTo>
                  <a:lnTo>
                    <a:pt x="2367608" y="1046129"/>
                  </a:lnTo>
                  <a:lnTo>
                    <a:pt x="2361182" y="999893"/>
                  </a:lnTo>
                  <a:lnTo>
                    <a:pt x="2353000" y="954241"/>
                  </a:lnTo>
                  <a:lnTo>
                    <a:pt x="2343097" y="909211"/>
                  </a:lnTo>
                  <a:lnTo>
                    <a:pt x="2331508" y="864837"/>
                  </a:lnTo>
                  <a:lnTo>
                    <a:pt x="2318269" y="821154"/>
                  </a:lnTo>
                  <a:lnTo>
                    <a:pt x="2303416" y="778199"/>
                  </a:lnTo>
                  <a:lnTo>
                    <a:pt x="2286983" y="736006"/>
                  </a:lnTo>
                  <a:lnTo>
                    <a:pt x="2269007" y="694612"/>
                  </a:lnTo>
                  <a:lnTo>
                    <a:pt x="2249523" y="654051"/>
                  </a:lnTo>
                  <a:lnTo>
                    <a:pt x="2228566" y="614360"/>
                  </a:lnTo>
                  <a:lnTo>
                    <a:pt x="2206172" y="575573"/>
                  </a:lnTo>
                  <a:lnTo>
                    <a:pt x="2182377" y="537726"/>
                  </a:lnTo>
                  <a:lnTo>
                    <a:pt x="2157215" y="500855"/>
                  </a:lnTo>
                  <a:lnTo>
                    <a:pt x="2130723" y="464996"/>
                  </a:lnTo>
                  <a:lnTo>
                    <a:pt x="2102936" y="430183"/>
                  </a:lnTo>
                  <a:lnTo>
                    <a:pt x="2073889" y="396452"/>
                  </a:lnTo>
                  <a:lnTo>
                    <a:pt x="2043617" y="363838"/>
                  </a:lnTo>
                  <a:lnTo>
                    <a:pt x="2012158" y="332378"/>
                  </a:lnTo>
                  <a:lnTo>
                    <a:pt x="1979545" y="302107"/>
                  </a:lnTo>
                  <a:lnTo>
                    <a:pt x="1945814" y="273060"/>
                  </a:lnTo>
                  <a:lnTo>
                    <a:pt x="1911001" y="245272"/>
                  </a:lnTo>
                  <a:lnTo>
                    <a:pt x="1875141" y="218780"/>
                  </a:lnTo>
                  <a:lnTo>
                    <a:pt x="1838271" y="193618"/>
                  </a:lnTo>
                  <a:lnTo>
                    <a:pt x="1800424" y="169822"/>
                  </a:lnTo>
                  <a:lnTo>
                    <a:pt x="1761637" y="147428"/>
                  </a:lnTo>
                  <a:lnTo>
                    <a:pt x="1721946" y="126471"/>
                  </a:lnTo>
                  <a:lnTo>
                    <a:pt x="1681385" y="106986"/>
                  </a:lnTo>
                  <a:lnTo>
                    <a:pt x="1639990" y="89010"/>
                  </a:lnTo>
                  <a:lnTo>
                    <a:pt x="1597798" y="72577"/>
                  </a:lnTo>
                  <a:lnTo>
                    <a:pt x="1554842" y="57723"/>
                  </a:lnTo>
                  <a:lnTo>
                    <a:pt x="1511159" y="44484"/>
                  </a:lnTo>
                  <a:lnTo>
                    <a:pt x="1466784" y="32895"/>
                  </a:lnTo>
                  <a:lnTo>
                    <a:pt x="1421753" y="22992"/>
                  </a:lnTo>
                  <a:lnTo>
                    <a:pt x="1376101" y="14809"/>
                  </a:lnTo>
                  <a:lnTo>
                    <a:pt x="1329864" y="8383"/>
                  </a:lnTo>
                  <a:lnTo>
                    <a:pt x="1283077" y="3749"/>
                  </a:lnTo>
                  <a:lnTo>
                    <a:pt x="1235776" y="943"/>
                  </a:lnTo>
                  <a:lnTo>
                    <a:pt x="1187996" y="0"/>
                  </a:lnTo>
                  <a:lnTo>
                    <a:pt x="1140215" y="943"/>
                  </a:lnTo>
                  <a:lnTo>
                    <a:pt x="1092914" y="3749"/>
                  </a:lnTo>
                  <a:lnTo>
                    <a:pt x="1046127" y="8383"/>
                  </a:lnTo>
                  <a:lnTo>
                    <a:pt x="999890" y="14809"/>
                  </a:lnTo>
                  <a:lnTo>
                    <a:pt x="954238" y="22992"/>
                  </a:lnTo>
                  <a:lnTo>
                    <a:pt x="909207" y="32895"/>
                  </a:lnTo>
                  <a:lnTo>
                    <a:pt x="864832" y="44484"/>
                  </a:lnTo>
                  <a:lnTo>
                    <a:pt x="821149" y="57723"/>
                  </a:lnTo>
                  <a:lnTo>
                    <a:pt x="778194" y="72577"/>
                  </a:lnTo>
                  <a:lnTo>
                    <a:pt x="736001" y="89010"/>
                  </a:lnTo>
                  <a:lnTo>
                    <a:pt x="694606" y="106986"/>
                  </a:lnTo>
                  <a:lnTo>
                    <a:pt x="654045" y="126471"/>
                  </a:lnTo>
                  <a:lnTo>
                    <a:pt x="614354" y="147428"/>
                  </a:lnTo>
                  <a:lnTo>
                    <a:pt x="575567" y="169822"/>
                  </a:lnTo>
                  <a:lnTo>
                    <a:pt x="537721" y="193618"/>
                  </a:lnTo>
                  <a:lnTo>
                    <a:pt x="500850" y="218780"/>
                  </a:lnTo>
                  <a:lnTo>
                    <a:pt x="464990" y="245272"/>
                  </a:lnTo>
                  <a:lnTo>
                    <a:pt x="430177" y="273060"/>
                  </a:lnTo>
                  <a:lnTo>
                    <a:pt x="396447" y="302107"/>
                  </a:lnTo>
                  <a:lnTo>
                    <a:pt x="363834" y="332378"/>
                  </a:lnTo>
                  <a:lnTo>
                    <a:pt x="332374" y="363838"/>
                  </a:lnTo>
                  <a:lnTo>
                    <a:pt x="302103" y="396452"/>
                  </a:lnTo>
                  <a:lnTo>
                    <a:pt x="273056" y="430183"/>
                  </a:lnTo>
                  <a:lnTo>
                    <a:pt x="245268" y="464996"/>
                  </a:lnTo>
                  <a:lnTo>
                    <a:pt x="218776" y="500855"/>
                  </a:lnTo>
                  <a:lnTo>
                    <a:pt x="193614" y="537726"/>
                  </a:lnTo>
                  <a:lnTo>
                    <a:pt x="169819" y="575573"/>
                  </a:lnTo>
                  <a:lnTo>
                    <a:pt x="147425" y="614360"/>
                  </a:lnTo>
                  <a:lnTo>
                    <a:pt x="126468" y="654051"/>
                  </a:lnTo>
                  <a:lnTo>
                    <a:pt x="106984" y="694612"/>
                  </a:lnTo>
                  <a:lnTo>
                    <a:pt x="89008" y="736006"/>
                  </a:lnTo>
                  <a:lnTo>
                    <a:pt x="72576" y="778199"/>
                  </a:lnTo>
                  <a:lnTo>
                    <a:pt x="57722" y="821154"/>
                  </a:lnTo>
                  <a:lnTo>
                    <a:pt x="44483" y="864837"/>
                  </a:lnTo>
                  <a:lnTo>
                    <a:pt x="32894" y="909211"/>
                  </a:lnTo>
                  <a:lnTo>
                    <a:pt x="22991" y="954241"/>
                  </a:lnTo>
                  <a:lnTo>
                    <a:pt x="14809" y="999893"/>
                  </a:lnTo>
                  <a:lnTo>
                    <a:pt x="8383" y="1046129"/>
                  </a:lnTo>
                  <a:lnTo>
                    <a:pt x="3749" y="1092916"/>
                  </a:lnTo>
                  <a:lnTo>
                    <a:pt x="943" y="1140216"/>
                  </a:lnTo>
                  <a:lnTo>
                    <a:pt x="0" y="1187996"/>
                  </a:lnTo>
                  <a:lnTo>
                    <a:pt x="943" y="1235776"/>
                  </a:lnTo>
                  <a:lnTo>
                    <a:pt x="3749" y="1283077"/>
                  </a:lnTo>
                  <a:lnTo>
                    <a:pt x="8383" y="1329864"/>
                  </a:lnTo>
                  <a:lnTo>
                    <a:pt x="14809" y="1376102"/>
                  </a:lnTo>
                  <a:lnTo>
                    <a:pt x="22991" y="1421754"/>
                  </a:lnTo>
                  <a:lnTo>
                    <a:pt x="32894" y="1466785"/>
                  </a:lnTo>
                  <a:lnTo>
                    <a:pt x="44483" y="1511160"/>
                  </a:lnTo>
                  <a:lnTo>
                    <a:pt x="57722" y="1554843"/>
                  </a:lnTo>
                  <a:lnTo>
                    <a:pt x="72576" y="1597799"/>
                  </a:lnTo>
                  <a:lnTo>
                    <a:pt x="89008" y="1639992"/>
                  </a:lnTo>
                  <a:lnTo>
                    <a:pt x="106984" y="1681387"/>
                  </a:lnTo>
                  <a:lnTo>
                    <a:pt x="126468" y="1721948"/>
                  </a:lnTo>
                  <a:lnTo>
                    <a:pt x="147425" y="1761640"/>
                  </a:lnTo>
                  <a:lnTo>
                    <a:pt x="169819" y="1800428"/>
                  </a:lnTo>
                  <a:lnTo>
                    <a:pt x="193614" y="1838274"/>
                  </a:lnTo>
                  <a:lnTo>
                    <a:pt x="218776" y="1875146"/>
                  </a:lnTo>
                  <a:lnTo>
                    <a:pt x="245268" y="1911006"/>
                  </a:lnTo>
                  <a:lnTo>
                    <a:pt x="273056" y="1945819"/>
                  </a:lnTo>
                  <a:lnTo>
                    <a:pt x="302103" y="1979550"/>
                  </a:lnTo>
                  <a:lnTo>
                    <a:pt x="332374" y="2012164"/>
                  </a:lnTo>
                  <a:lnTo>
                    <a:pt x="363834" y="2043624"/>
                  </a:lnTo>
                  <a:lnTo>
                    <a:pt x="396447" y="2073896"/>
                  </a:lnTo>
                  <a:lnTo>
                    <a:pt x="430177" y="2102943"/>
                  </a:lnTo>
                  <a:lnTo>
                    <a:pt x="464990" y="2130731"/>
                  </a:lnTo>
                  <a:lnTo>
                    <a:pt x="500850" y="2157224"/>
                  </a:lnTo>
                  <a:lnTo>
                    <a:pt x="537721" y="2182386"/>
                  </a:lnTo>
                  <a:lnTo>
                    <a:pt x="575567" y="2206182"/>
                  </a:lnTo>
                  <a:lnTo>
                    <a:pt x="614354" y="2228576"/>
                  </a:lnTo>
                  <a:lnTo>
                    <a:pt x="654045" y="2249533"/>
                  </a:lnTo>
                  <a:lnTo>
                    <a:pt x="694606" y="2269017"/>
                  </a:lnTo>
                  <a:lnTo>
                    <a:pt x="736001" y="2286994"/>
                  </a:lnTo>
                  <a:lnTo>
                    <a:pt x="778194" y="2303427"/>
                  </a:lnTo>
                  <a:lnTo>
                    <a:pt x="821149" y="2318281"/>
                  </a:lnTo>
                  <a:lnTo>
                    <a:pt x="864832" y="2331520"/>
                  </a:lnTo>
                  <a:lnTo>
                    <a:pt x="909207" y="2343109"/>
                  </a:lnTo>
                  <a:lnTo>
                    <a:pt x="954238" y="2353012"/>
                  </a:lnTo>
                  <a:lnTo>
                    <a:pt x="999890" y="2361195"/>
                  </a:lnTo>
                  <a:lnTo>
                    <a:pt x="1046127" y="2367621"/>
                  </a:lnTo>
                  <a:lnTo>
                    <a:pt x="1092914" y="2372255"/>
                  </a:lnTo>
                  <a:lnTo>
                    <a:pt x="1140215" y="2375061"/>
                  </a:lnTo>
                  <a:lnTo>
                    <a:pt x="1187996" y="2376004"/>
                  </a:lnTo>
                  <a:lnTo>
                    <a:pt x="1235776" y="2375061"/>
                  </a:lnTo>
                  <a:lnTo>
                    <a:pt x="1283077" y="2372255"/>
                  </a:lnTo>
                  <a:lnTo>
                    <a:pt x="1329864" y="2367621"/>
                  </a:lnTo>
                  <a:lnTo>
                    <a:pt x="1376101" y="2361195"/>
                  </a:lnTo>
                  <a:lnTo>
                    <a:pt x="1421753" y="2353012"/>
                  </a:lnTo>
                  <a:lnTo>
                    <a:pt x="1466784" y="2343109"/>
                  </a:lnTo>
                  <a:lnTo>
                    <a:pt x="1511159" y="2331520"/>
                  </a:lnTo>
                  <a:lnTo>
                    <a:pt x="1554842" y="2318281"/>
                  </a:lnTo>
                  <a:lnTo>
                    <a:pt x="1597798" y="2303427"/>
                  </a:lnTo>
                  <a:lnTo>
                    <a:pt x="1639990" y="2286994"/>
                  </a:lnTo>
                  <a:lnTo>
                    <a:pt x="1681385" y="2269017"/>
                  </a:lnTo>
                  <a:lnTo>
                    <a:pt x="1721946" y="2249533"/>
                  </a:lnTo>
                  <a:lnTo>
                    <a:pt x="1761637" y="2228576"/>
                  </a:lnTo>
                  <a:lnTo>
                    <a:pt x="1800424" y="2206182"/>
                  </a:lnTo>
                  <a:lnTo>
                    <a:pt x="1838271" y="2182386"/>
                  </a:lnTo>
                  <a:lnTo>
                    <a:pt x="1875141" y="2157224"/>
                  </a:lnTo>
                  <a:lnTo>
                    <a:pt x="1911001" y="2130731"/>
                  </a:lnTo>
                  <a:lnTo>
                    <a:pt x="1945814" y="2102943"/>
                  </a:lnTo>
                  <a:lnTo>
                    <a:pt x="1979545" y="2073896"/>
                  </a:lnTo>
                  <a:lnTo>
                    <a:pt x="2012158" y="2043624"/>
                  </a:lnTo>
                  <a:lnTo>
                    <a:pt x="2043617" y="2012164"/>
                  </a:lnTo>
                  <a:lnTo>
                    <a:pt x="2073889" y="1979550"/>
                  </a:lnTo>
                  <a:lnTo>
                    <a:pt x="2102936" y="1945819"/>
                  </a:lnTo>
                  <a:lnTo>
                    <a:pt x="2130723" y="1911006"/>
                  </a:lnTo>
                  <a:lnTo>
                    <a:pt x="2157215" y="1875146"/>
                  </a:lnTo>
                  <a:lnTo>
                    <a:pt x="2182377" y="1838274"/>
                  </a:lnTo>
                  <a:lnTo>
                    <a:pt x="2206172" y="1800428"/>
                  </a:lnTo>
                  <a:lnTo>
                    <a:pt x="2228566" y="1761640"/>
                  </a:lnTo>
                  <a:lnTo>
                    <a:pt x="2249523" y="1721948"/>
                  </a:lnTo>
                  <a:lnTo>
                    <a:pt x="2269007" y="1681387"/>
                  </a:lnTo>
                  <a:lnTo>
                    <a:pt x="2286983" y="1639992"/>
                  </a:lnTo>
                  <a:lnTo>
                    <a:pt x="2303416" y="1597799"/>
                  </a:lnTo>
                  <a:lnTo>
                    <a:pt x="2318269" y="1554843"/>
                  </a:lnTo>
                  <a:lnTo>
                    <a:pt x="2331508" y="1511160"/>
                  </a:lnTo>
                  <a:lnTo>
                    <a:pt x="2343097" y="1466785"/>
                  </a:lnTo>
                  <a:lnTo>
                    <a:pt x="2353000" y="1421754"/>
                  </a:lnTo>
                  <a:lnTo>
                    <a:pt x="2361182" y="1376102"/>
                  </a:lnTo>
                  <a:lnTo>
                    <a:pt x="2367608" y="1329864"/>
                  </a:lnTo>
                  <a:lnTo>
                    <a:pt x="2372242" y="1283077"/>
                  </a:lnTo>
                  <a:lnTo>
                    <a:pt x="2375048" y="1235776"/>
                  </a:lnTo>
                  <a:lnTo>
                    <a:pt x="2375992" y="1187996"/>
                  </a:lnTo>
                  <a:close/>
                </a:path>
              </a:pathLst>
            </a:custGeom>
            <a:solidFill>
              <a:srgbClr val="FFF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39413" y="3164217"/>
              <a:ext cx="2376170" cy="2376170"/>
            </a:xfrm>
            <a:custGeom>
              <a:avLst/>
              <a:gdLst/>
              <a:ahLst/>
              <a:cxnLst/>
              <a:rect l="l" t="t" r="r" b="b"/>
              <a:pathLst>
                <a:path w="2376170" h="2376170">
                  <a:moveTo>
                    <a:pt x="1187996" y="2376004"/>
                  </a:moveTo>
                  <a:lnTo>
                    <a:pt x="1235776" y="2375061"/>
                  </a:lnTo>
                  <a:lnTo>
                    <a:pt x="1283077" y="2372255"/>
                  </a:lnTo>
                  <a:lnTo>
                    <a:pt x="1329864" y="2367621"/>
                  </a:lnTo>
                  <a:lnTo>
                    <a:pt x="1376101" y="2361195"/>
                  </a:lnTo>
                  <a:lnTo>
                    <a:pt x="1421753" y="2353012"/>
                  </a:lnTo>
                  <a:lnTo>
                    <a:pt x="1466784" y="2343109"/>
                  </a:lnTo>
                  <a:lnTo>
                    <a:pt x="1511159" y="2331520"/>
                  </a:lnTo>
                  <a:lnTo>
                    <a:pt x="1554842" y="2318281"/>
                  </a:lnTo>
                  <a:lnTo>
                    <a:pt x="1597798" y="2303427"/>
                  </a:lnTo>
                  <a:lnTo>
                    <a:pt x="1639990" y="2286994"/>
                  </a:lnTo>
                  <a:lnTo>
                    <a:pt x="1681385" y="2269017"/>
                  </a:lnTo>
                  <a:lnTo>
                    <a:pt x="1721946" y="2249533"/>
                  </a:lnTo>
                  <a:lnTo>
                    <a:pt x="1761637" y="2228576"/>
                  </a:lnTo>
                  <a:lnTo>
                    <a:pt x="1800424" y="2206182"/>
                  </a:lnTo>
                  <a:lnTo>
                    <a:pt x="1838271" y="2182386"/>
                  </a:lnTo>
                  <a:lnTo>
                    <a:pt x="1875141" y="2157224"/>
                  </a:lnTo>
                  <a:lnTo>
                    <a:pt x="1911001" y="2130731"/>
                  </a:lnTo>
                  <a:lnTo>
                    <a:pt x="1945814" y="2102943"/>
                  </a:lnTo>
                  <a:lnTo>
                    <a:pt x="1979545" y="2073896"/>
                  </a:lnTo>
                  <a:lnTo>
                    <a:pt x="2012158" y="2043624"/>
                  </a:lnTo>
                  <a:lnTo>
                    <a:pt x="2043617" y="2012164"/>
                  </a:lnTo>
                  <a:lnTo>
                    <a:pt x="2073889" y="1979550"/>
                  </a:lnTo>
                  <a:lnTo>
                    <a:pt x="2102936" y="1945819"/>
                  </a:lnTo>
                  <a:lnTo>
                    <a:pt x="2130723" y="1911006"/>
                  </a:lnTo>
                  <a:lnTo>
                    <a:pt x="2157215" y="1875146"/>
                  </a:lnTo>
                  <a:lnTo>
                    <a:pt x="2182377" y="1838274"/>
                  </a:lnTo>
                  <a:lnTo>
                    <a:pt x="2206172" y="1800428"/>
                  </a:lnTo>
                  <a:lnTo>
                    <a:pt x="2228566" y="1761640"/>
                  </a:lnTo>
                  <a:lnTo>
                    <a:pt x="2249523" y="1721948"/>
                  </a:lnTo>
                  <a:lnTo>
                    <a:pt x="2269007" y="1681387"/>
                  </a:lnTo>
                  <a:lnTo>
                    <a:pt x="2286983" y="1639992"/>
                  </a:lnTo>
                  <a:lnTo>
                    <a:pt x="2303416" y="1597799"/>
                  </a:lnTo>
                  <a:lnTo>
                    <a:pt x="2318269" y="1554843"/>
                  </a:lnTo>
                  <a:lnTo>
                    <a:pt x="2331508" y="1511160"/>
                  </a:lnTo>
                  <a:lnTo>
                    <a:pt x="2343097" y="1466785"/>
                  </a:lnTo>
                  <a:lnTo>
                    <a:pt x="2353000" y="1421754"/>
                  </a:lnTo>
                  <a:lnTo>
                    <a:pt x="2361182" y="1376102"/>
                  </a:lnTo>
                  <a:lnTo>
                    <a:pt x="2367608" y="1329864"/>
                  </a:lnTo>
                  <a:lnTo>
                    <a:pt x="2372242" y="1283077"/>
                  </a:lnTo>
                  <a:lnTo>
                    <a:pt x="2375048" y="1235776"/>
                  </a:lnTo>
                  <a:lnTo>
                    <a:pt x="2375992" y="1187996"/>
                  </a:lnTo>
                  <a:lnTo>
                    <a:pt x="2375048" y="1140216"/>
                  </a:lnTo>
                  <a:lnTo>
                    <a:pt x="2372242" y="1092916"/>
                  </a:lnTo>
                  <a:lnTo>
                    <a:pt x="2367608" y="1046129"/>
                  </a:lnTo>
                  <a:lnTo>
                    <a:pt x="2361182" y="999893"/>
                  </a:lnTo>
                  <a:lnTo>
                    <a:pt x="2353000" y="954241"/>
                  </a:lnTo>
                  <a:lnTo>
                    <a:pt x="2343097" y="909211"/>
                  </a:lnTo>
                  <a:lnTo>
                    <a:pt x="2331508" y="864837"/>
                  </a:lnTo>
                  <a:lnTo>
                    <a:pt x="2318269" y="821154"/>
                  </a:lnTo>
                  <a:lnTo>
                    <a:pt x="2303416" y="778199"/>
                  </a:lnTo>
                  <a:lnTo>
                    <a:pt x="2286983" y="736006"/>
                  </a:lnTo>
                  <a:lnTo>
                    <a:pt x="2269007" y="694612"/>
                  </a:lnTo>
                  <a:lnTo>
                    <a:pt x="2249523" y="654051"/>
                  </a:lnTo>
                  <a:lnTo>
                    <a:pt x="2228566" y="614360"/>
                  </a:lnTo>
                  <a:lnTo>
                    <a:pt x="2206172" y="575573"/>
                  </a:lnTo>
                  <a:lnTo>
                    <a:pt x="2182377" y="537726"/>
                  </a:lnTo>
                  <a:lnTo>
                    <a:pt x="2157215" y="500855"/>
                  </a:lnTo>
                  <a:lnTo>
                    <a:pt x="2130723" y="464996"/>
                  </a:lnTo>
                  <a:lnTo>
                    <a:pt x="2102936" y="430183"/>
                  </a:lnTo>
                  <a:lnTo>
                    <a:pt x="2073889" y="396452"/>
                  </a:lnTo>
                  <a:lnTo>
                    <a:pt x="2043617" y="363838"/>
                  </a:lnTo>
                  <a:lnTo>
                    <a:pt x="2012158" y="332378"/>
                  </a:lnTo>
                  <a:lnTo>
                    <a:pt x="1979545" y="302107"/>
                  </a:lnTo>
                  <a:lnTo>
                    <a:pt x="1945814" y="273060"/>
                  </a:lnTo>
                  <a:lnTo>
                    <a:pt x="1911001" y="245272"/>
                  </a:lnTo>
                  <a:lnTo>
                    <a:pt x="1875141" y="218780"/>
                  </a:lnTo>
                  <a:lnTo>
                    <a:pt x="1838271" y="193618"/>
                  </a:lnTo>
                  <a:lnTo>
                    <a:pt x="1800424" y="169822"/>
                  </a:lnTo>
                  <a:lnTo>
                    <a:pt x="1761637" y="147428"/>
                  </a:lnTo>
                  <a:lnTo>
                    <a:pt x="1721946" y="126471"/>
                  </a:lnTo>
                  <a:lnTo>
                    <a:pt x="1681385" y="106986"/>
                  </a:lnTo>
                  <a:lnTo>
                    <a:pt x="1639990" y="89010"/>
                  </a:lnTo>
                  <a:lnTo>
                    <a:pt x="1597798" y="72577"/>
                  </a:lnTo>
                  <a:lnTo>
                    <a:pt x="1554842" y="57723"/>
                  </a:lnTo>
                  <a:lnTo>
                    <a:pt x="1511159" y="44484"/>
                  </a:lnTo>
                  <a:lnTo>
                    <a:pt x="1466784" y="32895"/>
                  </a:lnTo>
                  <a:lnTo>
                    <a:pt x="1421753" y="22992"/>
                  </a:lnTo>
                  <a:lnTo>
                    <a:pt x="1376101" y="14809"/>
                  </a:lnTo>
                  <a:lnTo>
                    <a:pt x="1329864" y="8383"/>
                  </a:lnTo>
                  <a:lnTo>
                    <a:pt x="1283077" y="3749"/>
                  </a:lnTo>
                  <a:lnTo>
                    <a:pt x="1235776" y="943"/>
                  </a:lnTo>
                  <a:lnTo>
                    <a:pt x="1187996" y="0"/>
                  </a:lnTo>
                  <a:lnTo>
                    <a:pt x="1140215" y="943"/>
                  </a:lnTo>
                  <a:lnTo>
                    <a:pt x="1092914" y="3749"/>
                  </a:lnTo>
                  <a:lnTo>
                    <a:pt x="1046127" y="8383"/>
                  </a:lnTo>
                  <a:lnTo>
                    <a:pt x="999890" y="14809"/>
                  </a:lnTo>
                  <a:lnTo>
                    <a:pt x="954238" y="22992"/>
                  </a:lnTo>
                  <a:lnTo>
                    <a:pt x="909207" y="32895"/>
                  </a:lnTo>
                  <a:lnTo>
                    <a:pt x="864832" y="44484"/>
                  </a:lnTo>
                  <a:lnTo>
                    <a:pt x="821149" y="57723"/>
                  </a:lnTo>
                  <a:lnTo>
                    <a:pt x="778194" y="72577"/>
                  </a:lnTo>
                  <a:lnTo>
                    <a:pt x="736001" y="89010"/>
                  </a:lnTo>
                  <a:lnTo>
                    <a:pt x="694606" y="106986"/>
                  </a:lnTo>
                  <a:lnTo>
                    <a:pt x="654045" y="126471"/>
                  </a:lnTo>
                  <a:lnTo>
                    <a:pt x="614354" y="147428"/>
                  </a:lnTo>
                  <a:lnTo>
                    <a:pt x="575567" y="169822"/>
                  </a:lnTo>
                  <a:lnTo>
                    <a:pt x="537721" y="193618"/>
                  </a:lnTo>
                  <a:lnTo>
                    <a:pt x="500850" y="218780"/>
                  </a:lnTo>
                  <a:lnTo>
                    <a:pt x="464990" y="245272"/>
                  </a:lnTo>
                  <a:lnTo>
                    <a:pt x="430177" y="273060"/>
                  </a:lnTo>
                  <a:lnTo>
                    <a:pt x="396447" y="302107"/>
                  </a:lnTo>
                  <a:lnTo>
                    <a:pt x="363834" y="332378"/>
                  </a:lnTo>
                  <a:lnTo>
                    <a:pt x="332374" y="363838"/>
                  </a:lnTo>
                  <a:lnTo>
                    <a:pt x="302103" y="396452"/>
                  </a:lnTo>
                  <a:lnTo>
                    <a:pt x="273056" y="430183"/>
                  </a:lnTo>
                  <a:lnTo>
                    <a:pt x="245268" y="464996"/>
                  </a:lnTo>
                  <a:lnTo>
                    <a:pt x="218776" y="500855"/>
                  </a:lnTo>
                  <a:lnTo>
                    <a:pt x="193614" y="537726"/>
                  </a:lnTo>
                  <a:lnTo>
                    <a:pt x="169819" y="575573"/>
                  </a:lnTo>
                  <a:lnTo>
                    <a:pt x="147425" y="614360"/>
                  </a:lnTo>
                  <a:lnTo>
                    <a:pt x="126468" y="654051"/>
                  </a:lnTo>
                  <a:lnTo>
                    <a:pt x="106984" y="694612"/>
                  </a:lnTo>
                  <a:lnTo>
                    <a:pt x="89008" y="736006"/>
                  </a:lnTo>
                  <a:lnTo>
                    <a:pt x="72576" y="778199"/>
                  </a:lnTo>
                  <a:lnTo>
                    <a:pt x="57722" y="821154"/>
                  </a:lnTo>
                  <a:lnTo>
                    <a:pt x="44483" y="864837"/>
                  </a:lnTo>
                  <a:lnTo>
                    <a:pt x="32894" y="909211"/>
                  </a:lnTo>
                  <a:lnTo>
                    <a:pt x="22991" y="954241"/>
                  </a:lnTo>
                  <a:lnTo>
                    <a:pt x="14809" y="999893"/>
                  </a:lnTo>
                  <a:lnTo>
                    <a:pt x="8383" y="1046129"/>
                  </a:lnTo>
                  <a:lnTo>
                    <a:pt x="3749" y="1092916"/>
                  </a:lnTo>
                  <a:lnTo>
                    <a:pt x="943" y="1140216"/>
                  </a:lnTo>
                  <a:lnTo>
                    <a:pt x="0" y="1187996"/>
                  </a:lnTo>
                  <a:lnTo>
                    <a:pt x="943" y="1235776"/>
                  </a:lnTo>
                  <a:lnTo>
                    <a:pt x="3749" y="1283077"/>
                  </a:lnTo>
                  <a:lnTo>
                    <a:pt x="8383" y="1329864"/>
                  </a:lnTo>
                  <a:lnTo>
                    <a:pt x="14809" y="1376102"/>
                  </a:lnTo>
                  <a:lnTo>
                    <a:pt x="22991" y="1421754"/>
                  </a:lnTo>
                  <a:lnTo>
                    <a:pt x="32894" y="1466785"/>
                  </a:lnTo>
                  <a:lnTo>
                    <a:pt x="44483" y="1511160"/>
                  </a:lnTo>
                  <a:lnTo>
                    <a:pt x="57722" y="1554843"/>
                  </a:lnTo>
                  <a:lnTo>
                    <a:pt x="72576" y="1597799"/>
                  </a:lnTo>
                  <a:lnTo>
                    <a:pt x="89008" y="1639992"/>
                  </a:lnTo>
                  <a:lnTo>
                    <a:pt x="106984" y="1681387"/>
                  </a:lnTo>
                  <a:lnTo>
                    <a:pt x="126468" y="1721948"/>
                  </a:lnTo>
                  <a:lnTo>
                    <a:pt x="147425" y="1761640"/>
                  </a:lnTo>
                  <a:lnTo>
                    <a:pt x="169819" y="1800428"/>
                  </a:lnTo>
                  <a:lnTo>
                    <a:pt x="193614" y="1838274"/>
                  </a:lnTo>
                  <a:lnTo>
                    <a:pt x="218776" y="1875146"/>
                  </a:lnTo>
                  <a:lnTo>
                    <a:pt x="245268" y="1911006"/>
                  </a:lnTo>
                  <a:lnTo>
                    <a:pt x="273056" y="1945819"/>
                  </a:lnTo>
                  <a:lnTo>
                    <a:pt x="302103" y="1979550"/>
                  </a:lnTo>
                  <a:lnTo>
                    <a:pt x="332374" y="2012164"/>
                  </a:lnTo>
                  <a:lnTo>
                    <a:pt x="363834" y="2043624"/>
                  </a:lnTo>
                  <a:lnTo>
                    <a:pt x="396447" y="2073896"/>
                  </a:lnTo>
                  <a:lnTo>
                    <a:pt x="430177" y="2102943"/>
                  </a:lnTo>
                  <a:lnTo>
                    <a:pt x="464990" y="2130731"/>
                  </a:lnTo>
                  <a:lnTo>
                    <a:pt x="500850" y="2157224"/>
                  </a:lnTo>
                  <a:lnTo>
                    <a:pt x="537721" y="2182386"/>
                  </a:lnTo>
                  <a:lnTo>
                    <a:pt x="575567" y="2206182"/>
                  </a:lnTo>
                  <a:lnTo>
                    <a:pt x="614354" y="2228576"/>
                  </a:lnTo>
                  <a:lnTo>
                    <a:pt x="654045" y="2249533"/>
                  </a:lnTo>
                  <a:lnTo>
                    <a:pt x="694606" y="2269017"/>
                  </a:lnTo>
                  <a:lnTo>
                    <a:pt x="736001" y="2286994"/>
                  </a:lnTo>
                  <a:lnTo>
                    <a:pt x="778194" y="2303427"/>
                  </a:lnTo>
                  <a:lnTo>
                    <a:pt x="821149" y="2318281"/>
                  </a:lnTo>
                  <a:lnTo>
                    <a:pt x="864832" y="2331520"/>
                  </a:lnTo>
                  <a:lnTo>
                    <a:pt x="909207" y="2343109"/>
                  </a:lnTo>
                  <a:lnTo>
                    <a:pt x="954238" y="2353012"/>
                  </a:lnTo>
                  <a:lnTo>
                    <a:pt x="999890" y="2361195"/>
                  </a:lnTo>
                  <a:lnTo>
                    <a:pt x="1046127" y="2367621"/>
                  </a:lnTo>
                  <a:lnTo>
                    <a:pt x="1092914" y="2372255"/>
                  </a:lnTo>
                  <a:lnTo>
                    <a:pt x="1140215" y="2375061"/>
                  </a:lnTo>
                  <a:lnTo>
                    <a:pt x="1187996" y="237600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07399" y="2192210"/>
              <a:ext cx="5040630" cy="4320540"/>
            </a:xfrm>
            <a:custGeom>
              <a:avLst/>
              <a:gdLst/>
              <a:ahLst/>
              <a:cxnLst/>
              <a:rect l="l" t="t" r="r" b="b"/>
              <a:pathLst>
                <a:path w="5040630" h="4320540">
                  <a:moveTo>
                    <a:pt x="2520010" y="4320006"/>
                  </a:moveTo>
                  <a:lnTo>
                    <a:pt x="2520010" y="0"/>
                  </a:lnTo>
                </a:path>
                <a:path w="5040630" h="4320540">
                  <a:moveTo>
                    <a:pt x="5040007" y="2160003"/>
                  </a:moveTo>
                  <a:lnTo>
                    <a:pt x="0" y="2160003"/>
                  </a:lnTo>
                </a:path>
              </a:pathLst>
            </a:custGeom>
            <a:ln w="127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06917" y="2240672"/>
              <a:ext cx="607695" cy="113664"/>
            </a:xfrm>
            <a:custGeom>
              <a:avLst/>
              <a:gdLst/>
              <a:ahLst/>
              <a:cxnLst/>
              <a:rect l="l" t="t" r="r" b="b"/>
              <a:pathLst>
                <a:path w="607694" h="113664">
                  <a:moveTo>
                    <a:pt x="607428" y="29160"/>
                  </a:moveTo>
                  <a:lnTo>
                    <a:pt x="527518" y="8120"/>
                  </a:lnTo>
                  <a:lnTo>
                    <a:pt x="467352" y="0"/>
                  </a:lnTo>
                  <a:lnTo>
                    <a:pt x="396753" y="3802"/>
                  </a:lnTo>
                  <a:lnTo>
                    <a:pt x="285546" y="18530"/>
                  </a:lnTo>
                  <a:lnTo>
                    <a:pt x="189452" y="40562"/>
                  </a:lnTo>
                  <a:lnTo>
                    <a:pt x="97015" y="72340"/>
                  </a:lnTo>
                  <a:lnTo>
                    <a:pt x="27457" y="100909"/>
                  </a:lnTo>
                  <a:lnTo>
                    <a:pt x="0" y="11331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7861058" y="1609864"/>
            <a:ext cx="2172970" cy="300990"/>
            <a:chOff x="7861058" y="1609864"/>
            <a:chExt cx="2172970" cy="300990"/>
          </a:xfrm>
        </p:grpSpPr>
        <p:sp>
          <p:nvSpPr>
            <p:cNvPr id="42" name="object 42"/>
            <p:cNvSpPr/>
            <p:nvPr/>
          </p:nvSpPr>
          <p:spPr>
            <a:xfrm>
              <a:off x="7867408" y="1616214"/>
              <a:ext cx="2160270" cy="288290"/>
            </a:xfrm>
            <a:custGeom>
              <a:avLst/>
              <a:gdLst/>
              <a:ahLst/>
              <a:cxnLst/>
              <a:rect l="l" t="t" r="r" b="b"/>
              <a:pathLst>
                <a:path w="2160270" h="288289">
                  <a:moveTo>
                    <a:pt x="2160003" y="216001"/>
                  </a:moveTo>
                  <a:lnTo>
                    <a:pt x="2160003" y="71996"/>
                  </a:lnTo>
                  <a:lnTo>
                    <a:pt x="359994" y="71996"/>
                  </a:lnTo>
                  <a:lnTo>
                    <a:pt x="359994" y="0"/>
                  </a:lnTo>
                  <a:lnTo>
                    <a:pt x="0" y="143992"/>
                  </a:lnTo>
                  <a:lnTo>
                    <a:pt x="359994" y="287997"/>
                  </a:lnTo>
                  <a:lnTo>
                    <a:pt x="359994" y="216001"/>
                  </a:lnTo>
                  <a:lnTo>
                    <a:pt x="2160003" y="216001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67408" y="1616214"/>
              <a:ext cx="2160270" cy="288290"/>
            </a:xfrm>
            <a:custGeom>
              <a:avLst/>
              <a:gdLst/>
              <a:ahLst/>
              <a:cxnLst/>
              <a:rect l="l" t="t" r="r" b="b"/>
              <a:pathLst>
                <a:path w="2160270" h="288289">
                  <a:moveTo>
                    <a:pt x="0" y="143992"/>
                  </a:moveTo>
                  <a:lnTo>
                    <a:pt x="359994" y="0"/>
                  </a:lnTo>
                  <a:lnTo>
                    <a:pt x="359994" y="71996"/>
                  </a:lnTo>
                  <a:lnTo>
                    <a:pt x="2160003" y="71996"/>
                  </a:lnTo>
                  <a:lnTo>
                    <a:pt x="2160003" y="216001"/>
                  </a:lnTo>
                  <a:lnTo>
                    <a:pt x="359994" y="216001"/>
                  </a:lnTo>
                  <a:lnTo>
                    <a:pt x="359994" y="287997"/>
                  </a:lnTo>
                  <a:lnTo>
                    <a:pt x="0" y="143992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60015" y="1822818"/>
            <a:ext cx="3187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95" dirty="0">
                <a:solidFill>
                  <a:srgbClr val="231F20"/>
                </a:solidFill>
                <a:latin typeface="Gill Sans MT"/>
                <a:cs typeface="Gill Sans MT"/>
              </a:rPr>
              <a:t>5˚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9199841" y="7295121"/>
            <a:ext cx="114617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0510T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19991104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13696" y="1912829"/>
            <a:ext cx="16675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Gill Sans MT"/>
                <a:cs typeface="Gill Sans MT"/>
              </a:rPr>
              <a:t>belt</a:t>
            </a:r>
            <a:r>
              <a:rPr sz="2100" b="1" spc="-140" dirty="0">
                <a:latin typeface="Gill Sans MT"/>
                <a:cs typeface="Gill Sans MT"/>
              </a:rPr>
              <a:t> </a:t>
            </a:r>
            <a:r>
              <a:rPr sz="2100" b="1" spc="-20" dirty="0">
                <a:latin typeface="Gill Sans MT"/>
                <a:cs typeface="Gill Sans MT"/>
              </a:rPr>
              <a:t>direction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65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520" dirty="0"/>
              <a:t>CT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Fixing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spc="-10" dirty="0"/>
              <a:t>Detail: </a:t>
            </a:r>
            <a:r>
              <a:rPr spc="-25" dirty="0"/>
              <a:t>Position</a:t>
            </a:r>
            <a:r>
              <a:rPr spc="-5" dirty="0"/>
              <a:t> </a:t>
            </a:r>
            <a:r>
              <a:rPr spc="75" dirty="0"/>
              <a:t>of</a:t>
            </a:r>
            <a:r>
              <a:rPr spc="-5" dirty="0"/>
              <a:t> </a:t>
            </a:r>
            <a:r>
              <a:rPr dirty="0"/>
              <a:t>Module</a:t>
            </a:r>
            <a:r>
              <a:rPr spc="-5" dirty="0"/>
              <a:t> </a:t>
            </a:r>
            <a:r>
              <a:rPr spc="-10" dirty="0"/>
              <a:t>Housing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2725B34-6BEC-92B6-CE3F-379C8B1DAB0A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AA2B3D5-0459-DF8F-AC74-07E495311418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1" name="Picture 50" descr="A close-up of a logo&#10;&#10;AI-generated content may be incorrect.">
              <a:extLst>
                <a:ext uri="{FF2B5EF4-FFF2-40B4-BE49-F238E27FC236}">
                  <a16:creationId xmlns:a16="http://schemas.microsoft.com/office/drawing/2014/main" id="{500E7154-C81F-06ED-7500-483956DCA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58848" y="1746224"/>
            <a:ext cx="2172970" cy="2172970"/>
            <a:chOff x="7758848" y="1746224"/>
            <a:chExt cx="2172970" cy="2172970"/>
          </a:xfrm>
        </p:grpSpPr>
        <p:sp>
          <p:nvSpPr>
            <p:cNvPr id="3" name="object 3"/>
            <p:cNvSpPr/>
            <p:nvPr/>
          </p:nvSpPr>
          <p:spPr>
            <a:xfrm>
              <a:off x="7806296" y="2095563"/>
              <a:ext cx="2118995" cy="847725"/>
            </a:xfrm>
            <a:custGeom>
              <a:avLst/>
              <a:gdLst/>
              <a:ahLst/>
              <a:cxnLst/>
              <a:rect l="l" t="t" r="r" b="b"/>
              <a:pathLst>
                <a:path w="2118995" h="847725">
                  <a:moveTo>
                    <a:pt x="793" y="438325"/>
                  </a:moveTo>
                  <a:lnTo>
                    <a:pt x="266" y="438137"/>
                  </a:lnTo>
                  <a:lnTo>
                    <a:pt x="0" y="440893"/>
                  </a:lnTo>
                  <a:lnTo>
                    <a:pt x="793" y="438325"/>
                  </a:lnTo>
                  <a:close/>
                </a:path>
                <a:path w="2118995" h="847725">
                  <a:moveTo>
                    <a:pt x="2118868" y="736993"/>
                  </a:moveTo>
                  <a:lnTo>
                    <a:pt x="2117461" y="681157"/>
                  </a:lnTo>
                  <a:lnTo>
                    <a:pt x="2117461" y="681474"/>
                  </a:lnTo>
                  <a:lnTo>
                    <a:pt x="2113292" y="626441"/>
                  </a:lnTo>
                  <a:lnTo>
                    <a:pt x="2113292" y="626663"/>
                  </a:lnTo>
                  <a:lnTo>
                    <a:pt x="2106518" y="573147"/>
                  </a:lnTo>
                  <a:lnTo>
                    <a:pt x="2097093" y="520158"/>
                  </a:lnTo>
                  <a:lnTo>
                    <a:pt x="2085125" y="468093"/>
                  </a:lnTo>
                  <a:lnTo>
                    <a:pt x="2070682" y="417020"/>
                  </a:lnTo>
                  <a:lnTo>
                    <a:pt x="2053831" y="367004"/>
                  </a:lnTo>
                  <a:lnTo>
                    <a:pt x="2053005" y="366217"/>
                  </a:lnTo>
                  <a:lnTo>
                    <a:pt x="1893520" y="372201"/>
                  </a:lnTo>
                  <a:lnTo>
                    <a:pt x="1747386" y="362748"/>
                  </a:lnTo>
                  <a:lnTo>
                    <a:pt x="1530929" y="327557"/>
                  </a:lnTo>
                  <a:lnTo>
                    <a:pt x="1160475" y="256324"/>
                  </a:lnTo>
                  <a:lnTo>
                    <a:pt x="750224" y="164034"/>
                  </a:lnTo>
                  <a:lnTo>
                    <a:pt x="466786" y="81727"/>
                  </a:lnTo>
                  <a:lnTo>
                    <a:pt x="302409" y="22637"/>
                  </a:lnTo>
                  <a:lnTo>
                    <a:pt x="249339" y="0"/>
                  </a:lnTo>
                  <a:lnTo>
                    <a:pt x="214963" y="38025"/>
                  </a:lnTo>
                  <a:lnTo>
                    <a:pt x="182692" y="77385"/>
                  </a:lnTo>
                  <a:lnTo>
                    <a:pt x="152524" y="118082"/>
                  </a:lnTo>
                  <a:lnTo>
                    <a:pt x="124456" y="160124"/>
                  </a:lnTo>
                  <a:lnTo>
                    <a:pt x="98485" y="203515"/>
                  </a:lnTo>
                  <a:lnTo>
                    <a:pt x="74609" y="248261"/>
                  </a:lnTo>
                  <a:lnTo>
                    <a:pt x="52825" y="294366"/>
                  </a:lnTo>
                  <a:lnTo>
                    <a:pt x="33130" y="341836"/>
                  </a:lnTo>
                  <a:lnTo>
                    <a:pt x="15523" y="390677"/>
                  </a:lnTo>
                  <a:lnTo>
                    <a:pt x="793" y="438325"/>
                  </a:lnTo>
                  <a:lnTo>
                    <a:pt x="333377" y="556807"/>
                  </a:lnTo>
                  <a:lnTo>
                    <a:pt x="564608" y="628686"/>
                  </a:lnTo>
                  <a:lnTo>
                    <a:pt x="802132" y="682866"/>
                  </a:lnTo>
                  <a:lnTo>
                    <a:pt x="1154125" y="748436"/>
                  </a:lnTo>
                  <a:lnTo>
                    <a:pt x="1554355" y="809489"/>
                  </a:lnTo>
                  <a:lnTo>
                    <a:pt x="1855981" y="838555"/>
                  </a:lnTo>
                  <a:lnTo>
                    <a:pt x="2046283" y="847380"/>
                  </a:lnTo>
                  <a:lnTo>
                    <a:pt x="2085125" y="847575"/>
                  </a:lnTo>
                  <a:lnTo>
                    <a:pt x="2106518" y="847682"/>
                  </a:lnTo>
                  <a:lnTo>
                    <a:pt x="2117461" y="792568"/>
                  </a:lnTo>
                  <a:lnTo>
                    <a:pt x="2118514" y="764867"/>
                  </a:lnTo>
                  <a:lnTo>
                    <a:pt x="2118868" y="736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5198" y="2533700"/>
              <a:ext cx="2154555" cy="1379220"/>
            </a:xfrm>
            <a:custGeom>
              <a:avLst/>
              <a:gdLst/>
              <a:ahLst/>
              <a:cxnLst/>
              <a:rect l="l" t="t" r="r" b="b"/>
              <a:pathLst>
                <a:path w="2154554" h="1379220">
                  <a:moveTo>
                    <a:pt x="2154389" y="409282"/>
                  </a:moveTo>
                  <a:lnTo>
                    <a:pt x="2087380" y="409243"/>
                  </a:lnTo>
                  <a:lnTo>
                    <a:pt x="1897078" y="400418"/>
                  </a:lnTo>
                  <a:lnTo>
                    <a:pt x="1595452" y="371352"/>
                  </a:lnTo>
                  <a:lnTo>
                    <a:pt x="1195222" y="310299"/>
                  </a:lnTo>
                  <a:lnTo>
                    <a:pt x="843230" y="244728"/>
                  </a:lnTo>
                  <a:lnTo>
                    <a:pt x="605705" y="190549"/>
                  </a:lnTo>
                  <a:lnTo>
                    <a:pt x="374475" y="118669"/>
                  </a:lnTo>
                  <a:lnTo>
                    <a:pt x="41363" y="0"/>
                  </a:lnTo>
                  <a:lnTo>
                    <a:pt x="41097" y="2755"/>
                  </a:lnTo>
                  <a:lnTo>
                    <a:pt x="28761" y="50230"/>
                  </a:lnTo>
                  <a:lnTo>
                    <a:pt x="18549" y="98524"/>
                  </a:lnTo>
                  <a:lnTo>
                    <a:pt x="10514" y="147586"/>
                  </a:lnTo>
                  <a:lnTo>
                    <a:pt x="4708" y="197364"/>
                  </a:lnTo>
                  <a:lnTo>
                    <a:pt x="1185" y="247804"/>
                  </a:lnTo>
                  <a:lnTo>
                    <a:pt x="0" y="298856"/>
                  </a:lnTo>
                  <a:lnTo>
                    <a:pt x="1052" y="346962"/>
                  </a:lnTo>
                  <a:lnTo>
                    <a:pt x="4179" y="394530"/>
                  </a:lnTo>
                  <a:lnTo>
                    <a:pt x="9339" y="441515"/>
                  </a:lnTo>
                  <a:lnTo>
                    <a:pt x="16485" y="487873"/>
                  </a:lnTo>
                  <a:lnTo>
                    <a:pt x="25575" y="533561"/>
                  </a:lnTo>
                  <a:lnTo>
                    <a:pt x="36565" y="578534"/>
                  </a:lnTo>
                  <a:lnTo>
                    <a:pt x="49411" y="622749"/>
                  </a:lnTo>
                  <a:lnTo>
                    <a:pt x="64069" y="666162"/>
                  </a:lnTo>
                  <a:lnTo>
                    <a:pt x="80494" y="708729"/>
                  </a:lnTo>
                  <a:lnTo>
                    <a:pt x="98644" y="750405"/>
                  </a:lnTo>
                  <a:lnTo>
                    <a:pt x="118474" y="791148"/>
                  </a:lnTo>
                  <a:lnTo>
                    <a:pt x="139941" y="830913"/>
                  </a:lnTo>
                  <a:lnTo>
                    <a:pt x="162999" y="869656"/>
                  </a:lnTo>
                  <a:lnTo>
                    <a:pt x="187607" y="907333"/>
                  </a:lnTo>
                  <a:lnTo>
                    <a:pt x="213718" y="943901"/>
                  </a:lnTo>
                  <a:lnTo>
                    <a:pt x="241291" y="979316"/>
                  </a:lnTo>
                  <a:lnTo>
                    <a:pt x="270280" y="1013533"/>
                  </a:lnTo>
                  <a:lnTo>
                    <a:pt x="300643" y="1046509"/>
                  </a:lnTo>
                  <a:lnTo>
                    <a:pt x="332334" y="1078200"/>
                  </a:lnTo>
                  <a:lnTo>
                    <a:pt x="365310" y="1108562"/>
                  </a:lnTo>
                  <a:lnTo>
                    <a:pt x="399527" y="1137551"/>
                  </a:lnTo>
                  <a:lnTo>
                    <a:pt x="434942" y="1165123"/>
                  </a:lnTo>
                  <a:lnTo>
                    <a:pt x="471510" y="1191235"/>
                  </a:lnTo>
                  <a:lnTo>
                    <a:pt x="509188" y="1215842"/>
                  </a:lnTo>
                  <a:lnTo>
                    <a:pt x="547931" y="1238900"/>
                  </a:lnTo>
                  <a:lnTo>
                    <a:pt x="587696" y="1260366"/>
                  </a:lnTo>
                  <a:lnTo>
                    <a:pt x="628438" y="1280196"/>
                  </a:lnTo>
                  <a:lnTo>
                    <a:pt x="670115" y="1298345"/>
                  </a:lnTo>
                  <a:lnTo>
                    <a:pt x="712681" y="1314771"/>
                  </a:lnTo>
                  <a:lnTo>
                    <a:pt x="756094" y="1329428"/>
                  </a:lnTo>
                  <a:lnTo>
                    <a:pt x="800308" y="1342274"/>
                  </a:lnTo>
                  <a:lnTo>
                    <a:pt x="845281" y="1353263"/>
                  </a:lnTo>
                  <a:lnTo>
                    <a:pt x="890968" y="1362353"/>
                  </a:lnTo>
                  <a:lnTo>
                    <a:pt x="937326" y="1369500"/>
                  </a:lnTo>
                  <a:lnTo>
                    <a:pt x="984310" y="1374659"/>
                  </a:lnTo>
                  <a:lnTo>
                    <a:pt x="1031877" y="1377786"/>
                  </a:lnTo>
                  <a:lnTo>
                    <a:pt x="1079982" y="1378839"/>
                  </a:lnTo>
                  <a:lnTo>
                    <a:pt x="1129055" y="1377743"/>
                  </a:lnTo>
                  <a:lnTo>
                    <a:pt x="1177567" y="1374489"/>
                  </a:lnTo>
                  <a:lnTo>
                    <a:pt x="1225470" y="1369122"/>
                  </a:lnTo>
                  <a:lnTo>
                    <a:pt x="1272718" y="1361690"/>
                  </a:lnTo>
                  <a:lnTo>
                    <a:pt x="1319264" y="1352237"/>
                  </a:lnTo>
                  <a:lnTo>
                    <a:pt x="1365063" y="1340813"/>
                  </a:lnTo>
                  <a:lnTo>
                    <a:pt x="1410066" y="1327462"/>
                  </a:lnTo>
                  <a:lnTo>
                    <a:pt x="1454229" y="1312232"/>
                  </a:lnTo>
                  <a:lnTo>
                    <a:pt x="1497503" y="1295169"/>
                  </a:lnTo>
                  <a:lnTo>
                    <a:pt x="1539842" y="1276319"/>
                  </a:lnTo>
                  <a:lnTo>
                    <a:pt x="1581201" y="1255730"/>
                  </a:lnTo>
                  <a:lnTo>
                    <a:pt x="1621531" y="1233449"/>
                  </a:lnTo>
                  <a:lnTo>
                    <a:pt x="1660787" y="1209520"/>
                  </a:lnTo>
                  <a:lnTo>
                    <a:pt x="1698922" y="1183992"/>
                  </a:lnTo>
                  <a:lnTo>
                    <a:pt x="1735889" y="1156911"/>
                  </a:lnTo>
                  <a:lnTo>
                    <a:pt x="1771641" y="1128324"/>
                  </a:lnTo>
                  <a:lnTo>
                    <a:pt x="1806133" y="1098276"/>
                  </a:lnTo>
                  <a:lnTo>
                    <a:pt x="1839317" y="1066816"/>
                  </a:lnTo>
                  <a:lnTo>
                    <a:pt x="1871147" y="1033988"/>
                  </a:lnTo>
                  <a:lnTo>
                    <a:pt x="1901576" y="999841"/>
                  </a:lnTo>
                  <a:lnTo>
                    <a:pt x="1930558" y="964420"/>
                  </a:lnTo>
                  <a:lnTo>
                    <a:pt x="1958045" y="927773"/>
                  </a:lnTo>
                  <a:lnTo>
                    <a:pt x="1983992" y="889945"/>
                  </a:lnTo>
                  <a:lnTo>
                    <a:pt x="2008352" y="850984"/>
                  </a:lnTo>
                  <a:lnTo>
                    <a:pt x="2031078" y="810936"/>
                  </a:lnTo>
                  <a:lnTo>
                    <a:pt x="2052123" y="769847"/>
                  </a:lnTo>
                  <a:lnTo>
                    <a:pt x="2071441" y="727765"/>
                  </a:lnTo>
                  <a:lnTo>
                    <a:pt x="2088985" y="684736"/>
                  </a:lnTo>
                  <a:lnTo>
                    <a:pt x="2104708" y="640806"/>
                  </a:lnTo>
                  <a:lnTo>
                    <a:pt x="2118565" y="596023"/>
                  </a:lnTo>
                  <a:lnTo>
                    <a:pt x="2130508" y="550432"/>
                  </a:lnTo>
                  <a:lnTo>
                    <a:pt x="2140491" y="504080"/>
                  </a:lnTo>
                  <a:lnTo>
                    <a:pt x="2148467" y="457015"/>
                  </a:lnTo>
                  <a:lnTo>
                    <a:pt x="2154389" y="409282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22678" y="1752244"/>
              <a:ext cx="1372870" cy="422275"/>
            </a:xfrm>
            <a:custGeom>
              <a:avLst/>
              <a:gdLst/>
              <a:ahLst/>
              <a:cxnLst/>
              <a:rect l="l" t="t" r="r" b="b"/>
              <a:pathLst>
                <a:path w="1372870" h="422275">
                  <a:moveTo>
                    <a:pt x="1372400" y="419442"/>
                  </a:moveTo>
                  <a:lnTo>
                    <a:pt x="1341940" y="381858"/>
                  </a:lnTo>
                  <a:lnTo>
                    <a:pt x="1309859" y="345692"/>
                  </a:lnTo>
                  <a:lnTo>
                    <a:pt x="1276212" y="311000"/>
                  </a:lnTo>
                  <a:lnTo>
                    <a:pt x="1241054" y="277836"/>
                  </a:lnTo>
                  <a:lnTo>
                    <a:pt x="1204440" y="246255"/>
                  </a:lnTo>
                  <a:lnTo>
                    <a:pt x="1166424" y="216313"/>
                  </a:lnTo>
                  <a:lnTo>
                    <a:pt x="1127062" y="188065"/>
                  </a:lnTo>
                  <a:lnTo>
                    <a:pt x="1086409" y="161566"/>
                  </a:lnTo>
                  <a:lnTo>
                    <a:pt x="1044520" y="136870"/>
                  </a:lnTo>
                  <a:lnTo>
                    <a:pt x="1001450" y="114033"/>
                  </a:lnTo>
                  <a:lnTo>
                    <a:pt x="957254" y="93109"/>
                  </a:lnTo>
                  <a:lnTo>
                    <a:pt x="911987" y="74155"/>
                  </a:lnTo>
                  <a:lnTo>
                    <a:pt x="865705" y="57224"/>
                  </a:lnTo>
                  <a:lnTo>
                    <a:pt x="818461" y="42372"/>
                  </a:lnTo>
                  <a:lnTo>
                    <a:pt x="770312" y="29654"/>
                  </a:lnTo>
                  <a:lnTo>
                    <a:pt x="721312" y="19125"/>
                  </a:lnTo>
                  <a:lnTo>
                    <a:pt x="671516" y="10840"/>
                  </a:lnTo>
                  <a:lnTo>
                    <a:pt x="620980" y="4854"/>
                  </a:lnTo>
                  <a:lnTo>
                    <a:pt x="569758" y="1222"/>
                  </a:lnTo>
                  <a:lnTo>
                    <a:pt x="517906" y="0"/>
                  </a:lnTo>
                  <a:lnTo>
                    <a:pt x="467516" y="1154"/>
                  </a:lnTo>
                  <a:lnTo>
                    <a:pt x="417719" y="4585"/>
                  </a:lnTo>
                  <a:lnTo>
                    <a:pt x="368567" y="10241"/>
                  </a:lnTo>
                  <a:lnTo>
                    <a:pt x="320109" y="18072"/>
                  </a:lnTo>
                  <a:lnTo>
                    <a:pt x="272395" y="28028"/>
                  </a:lnTo>
                  <a:lnTo>
                    <a:pt x="225477" y="40057"/>
                  </a:lnTo>
                  <a:lnTo>
                    <a:pt x="179405" y="54111"/>
                  </a:lnTo>
                  <a:lnTo>
                    <a:pt x="134229" y="70137"/>
                  </a:lnTo>
                  <a:lnTo>
                    <a:pt x="90000" y="88087"/>
                  </a:lnTo>
                  <a:lnTo>
                    <a:pt x="46768" y="107908"/>
                  </a:lnTo>
                  <a:lnTo>
                    <a:pt x="4584" y="129552"/>
                  </a:lnTo>
                  <a:lnTo>
                    <a:pt x="0" y="129222"/>
                  </a:lnTo>
                  <a:lnTo>
                    <a:pt x="222276" y="211088"/>
                  </a:lnTo>
                  <a:lnTo>
                    <a:pt x="368274" y="259564"/>
                  </a:lnTo>
                  <a:lnTo>
                    <a:pt x="502709" y="293716"/>
                  </a:lnTo>
                  <a:lnTo>
                    <a:pt x="690295" y="332612"/>
                  </a:lnTo>
                  <a:lnTo>
                    <a:pt x="929282" y="373392"/>
                  </a:lnTo>
                  <a:lnTo>
                    <a:pt x="1148584" y="401207"/>
                  </a:lnTo>
                  <a:lnTo>
                    <a:pt x="1308951" y="417118"/>
                  </a:lnTo>
                  <a:lnTo>
                    <a:pt x="1371130" y="422186"/>
                  </a:lnTo>
                  <a:lnTo>
                    <a:pt x="1372400" y="41944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5635" y="1881797"/>
              <a:ext cx="1804670" cy="586105"/>
            </a:xfrm>
            <a:custGeom>
              <a:avLst/>
              <a:gdLst/>
              <a:ahLst/>
              <a:cxnLst/>
              <a:rect l="l" t="t" r="r" b="b"/>
              <a:pathLst>
                <a:path w="1804670" h="586105">
                  <a:moveTo>
                    <a:pt x="1804492" y="580770"/>
                  </a:moveTo>
                  <a:lnTo>
                    <a:pt x="1787030" y="536030"/>
                  </a:lnTo>
                  <a:lnTo>
                    <a:pt x="1767663" y="492282"/>
                  </a:lnTo>
                  <a:lnTo>
                    <a:pt x="1746443" y="449577"/>
                  </a:lnTo>
                  <a:lnTo>
                    <a:pt x="1723419" y="407968"/>
                  </a:lnTo>
                  <a:lnTo>
                    <a:pt x="1698643" y="367504"/>
                  </a:lnTo>
                  <a:lnTo>
                    <a:pt x="1672166" y="328237"/>
                  </a:lnTo>
                  <a:lnTo>
                    <a:pt x="1644040" y="290220"/>
                  </a:lnTo>
                  <a:lnTo>
                    <a:pt x="1642757" y="292963"/>
                  </a:lnTo>
                  <a:lnTo>
                    <a:pt x="1580581" y="287897"/>
                  </a:lnTo>
                  <a:lnTo>
                    <a:pt x="1420218" y="271989"/>
                  </a:lnTo>
                  <a:lnTo>
                    <a:pt x="1200920" y="244175"/>
                  </a:lnTo>
                  <a:lnTo>
                    <a:pt x="961936" y="203390"/>
                  </a:lnTo>
                  <a:lnTo>
                    <a:pt x="774349" y="164493"/>
                  </a:lnTo>
                  <a:lnTo>
                    <a:pt x="639913" y="130341"/>
                  </a:lnTo>
                  <a:lnTo>
                    <a:pt x="493911" y="81866"/>
                  </a:lnTo>
                  <a:lnTo>
                    <a:pt x="274787" y="1163"/>
                  </a:lnTo>
                  <a:lnTo>
                    <a:pt x="233577" y="24698"/>
                  </a:lnTo>
                  <a:lnTo>
                    <a:pt x="192172" y="50906"/>
                  </a:lnTo>
                  <a:lnTo>
                    <a:pt x="152065" y="78912"/>
                  </a:lnTo>
                  <a:lnTo>
                    <a:pt x="113313" y="108659"/>
                  </a:lnTo>
                  <a:lnTo>
                    <a:pt x="75972" y="140091"/>
                  </a:lnTo>
                  <a:lnTo>
                    <a:pt x="40100" y="173151"/>
                  </a:lnTo>
                  <a:lnTo>
                    <a:pt x="5753" y="207784"/>
                  </a:lnTo>
                  <a:lnTo>
                    <a:pt x="0" y="213766"/>
                  </a:lnTo>
                  <a:lnTo>
                    <a:pt x="53069" y="236404"/>
                  </a:lnTo>
                  <a:lnTo>
                    <a:pt x="217447" y="295494"/>
                  </a:lnTo>
                  <a:lnTo>
                    <a:pt x="500885" y="377801"/>
                  </a:lnTo>
                  <a:lnTo>
                    <a:pt x="911136" y="470090"/>
                  </a:lnTo>
                  <a:lnTo>
                    <a:pt x="1281590" y="541323"/>
                  </a:lnTo>
                  <a:lnTo>
                    <a:pt x="1498047" y="576514"/>
                  </a:lnTo>
                  <a:lnTo>
                    <a:pt x="1642757" y="585875"/>
                  </a:lnTo>
                  <a:lnTo>
                    <a:pt x="1644181" y="585967"/>
                  </a:lnTo>
                  <a:lnTo>
                    <a:pt x="1803666" y="579983"/>
                  </a:lnTo>
                  <a:lnTo>
                    <a:pt x="1804492" y="580770"/>
                  </a:lnTo>
                  <a:close/>
                </a:path>
                <a:path w="1804670" h="586105">
                  <a:moveTo>
                    <a:pt x="276225" y="342"/>
                  </a:moveTo>
                  <a:lnTo>
                    <a:pt x="271627" y="0"/>
                  </a:lnTo>
                  <a:lnTo>
                    <a:pt x="274787" y="1163"/>
                  </a:lnTo>
                  <a:lnTo>
                    <a:pt x="276225" y="342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99317" y="1973695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4">
                  <a:moveTo>
                    <a:pt x="505921" y="242287"/>
                  </a:moveTo>
                  <a:lnTo>
                    <a:pt x="500300" y="198999"/>
                  </a:lnTo>
                  <a:lnTo>
                    <a:pt x="487467" y="157683"/>
                  </a:lnTo>
                  <a:lnTo>
                    <a:pt x="467880" y="119240"/>
                  </a:lnTo>
                  <a:lnTo>
                    <a:pt x="441999" y="84573"/>
                  </a:lnTo>
                  <a:lnTo>
                    <a:pt x="410284" y="54581"/>
                  </a:lnTo>
                  <a:lnTo>
                    <a:pt x="373192" y="30166"/>
                  </a:lnTo>
                  <a:lnTo>
                    <a:pt x="331183" y="12229"/>
                  </a:lnTo>
                  <a:lnTo>
                    <a:pt x="286650" y="2049"/>
                  </a:lnTo>
                  <a:lnTo>
                    <a:pt x="242288" y="0"/>
                  </a:lnTo>
                  <a:lnTo>
                    <a:pt x="199000" y="5621"/>
                  </a:lnTo>
                  <a:lnTo>
                    <a:pt x="157684" y="18454"/>
                  </a:lnTo>
                  <a:lnTo>
                    <a:pt x="119243" y="38041"/>
                  </a:lnTo>
                  <a:lnTo>
                    <a:pt x="84576" y="63921"/>
                  </a:lnTo>
                  <a:lnTo>
                    <a:pt x="54586" y="95637"/>
                  </a:lnTo>
                  <a:lnTo>
                    <a:pt x="30172" y="132729"/>
                  </a:lnTo>
                  <a:lnTo>
                    <a:pt x="12235" y="174738"/>
                  </a:lnTo>
                  <a:lnTo>
                    <a:pt x="2052" y="219271"/>
                  </a:lnTo>
                  <a:lnTo>
                    <a:pt x="0" y="263632"/>
                  </a:lnTo>
                  <a:lnTo>
                    <a:pt x="5619" y="306921"/>
                  </a:lnTo>
                  <a:lnTo>
                    <a:pt x="18452" y="348237"/>
                  </a:lnTo>
                  <a:lnTo>
                    <a:pt x="38038" y="386678"/>
                  </a:lnTo>
                  <a:lnTo>
                    <a:pt x="63920" y="421345"/>
                  </a:lnTo>
                  <a:lnTo>
                    <a:pt x="95637" y="451335"/>
                  </a:lnTo>
                  <a:lnTo>
                    <a:pt x="132732" y="475749"/>
                  </a:lnTo>
                  <a:lnTo>
                    <a:pt x="174744" y="493686"/>
                  </a:lnTo>
                  <a:lnTo>
                    <a:pt x="219274" y="503869"/>
                  </a:lnTo>
                  <a:lnTo>
                    <a:pt x="263632" y="505921"/>
                  </a:lnTo>
                  <a:lnTo>
                    <a:pt x="306919" y="500302"/>
                  </a:lnTo>
                  <a:lnTo>
                    <a:pt x="348234" y="487469"/>
                  </a:lnTo>
                  <a:lnTo>
                    <a:pt x="386675" y="467883"/>
                  </a:lnTo>
                  <a:lnTo>
                    <a:pt x="421343" y="442001"/>
                  </a:lnTo>
                  <a:lnTo>
                    <a:pt x="451335" y="410284"/>
                  </a:lnTo>
                  <a:lnTo>
                    <a:pt x="475752" y="373189"/>
                  </a:lnTo>
                  <a:lnTo>
                    <a:pt x="493692" y="331176"/>
                  </a:lnTo>
                  <a:lnTo>
                    <a:pt x="503872" y="286647"/>
                  </a:lnTo>
                  <a:lnTo>
                    <a:pt x="505921" y="242287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9317" y="1973695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4">
                  <a:moveTo>
                    <a:pt x="174744" y="493686"/>
                  </a:moveTo>
                  <a:lnTo>
                    <a:pt x="219274" y="503869"/>
                  </a:lnTo>
                  <a:lnTo>
                    <a:pt x="263632" y="505921"/>
                  </a:lnTo>
                  <a:lnTo>
                    <a:pt x="306919" y="500302"/>
                  </a:lnTo>
                  <a:lnTo>
                    <a:pt x="348234" y="487469"/>
                  </a:lnTo>
                  <a:lnTo>
                    <a:pt x="386675" y="467883"/>
                  </a:lnTo>
                  <a:lnTo>
                    <a:pt x="421343" y="442001"/>
                  </a:lnTo>
                  <a:lnTo>
                    <a:pt x="451335" y="410284"/>
                  </a:lnTo>
                  <a:lnTo>
                    <a:pt x="475752" y="373189"/>
                  </a:lnTo>
                  <a:lnTo>
                    <a:pt x="493692" y="331176"/>
                  </a:lnTo>
                  <a:lnTo>
                    <a:pt x="503872" y="286647"/>
                  </a:lnTo>
                  <a:lnTo>
                    <a:pt x="505921" y="242287"/>
                  </a:lnTo>
                  <a:lnTo>
                    <a:pt x="500300" y="198999"/>
                  </a:lnTo>
                  <a:lnTo>
                    <a:pt x="487467" y="157683"/>
                  </a:lnTo>
                  <a:lnTo>
                    <a:pt x="467880" y="119240"/>
                  </a:lnTo>
                  <a:lnTo>
                    <a:pt x="441999" y="84573"/>
                  </a:lnTo>
                  <a:lnTo>
                    <a:pt x="410284" y="54581"/>
                  </a:lnTo>
                  <a:lnTo>
                    <a:pt x="373192" y="30166"/>
                  </a:lnTo>
                  <a:lnTo>
                    <a:pt x="331183" y="12229"/>
                  </a:lnTo>
                  <a:lnTo>
                    <a:pt x="286650" y="2049"/>
                  </a:lnTo>
                  <a:lnTo>
                    <a:pt x="242288" y="0"/>
                  </a:lnTo>
                  <a:lnTo>
                    <a:pt x="199000" y="5621"/>
                  </a:lnTo>
                  <a:lnTo>
                    <a:pt x="157684" y="18454"/>
                  </a:lnTo>
                  <a:lnTo>
                    <a:pt x="119243" y="38041"/>
                  </a:lnTo>
                  <a:lnTo>
                    <a:pt x="84576" y="63921"/>
                  </a:lnTo>
                  <a:lnTo>
                    <a:pt x="54586" y="95637"/>
                  </a:lnTo>
                  <a:lnTo>
                    <a:pt x="30172" y="132729"/>
                  </a:lnTo>
                  <a:lnTo>
                    <a:pt x="12235" y="174738"/>
                  </a:lnTo>
                  <a:lnTo>
                    <a:pt x="2052" y="219271"/>
                  </a:lnTo>
                  <a:lnTo>
                    <a:pt x="0" y="263632"/>
                  </a:lnTo>
                  <a:lnTo>
                    <a:pt x="5619" y="306921"/>
                  </a:lnTo>
                  <a:lnTo>
                    <a:pt x="18452" y="348237"/>
                  </a:lnTo>
                  <a:lnTo>
                    <a:pt x="38038" y="386678"/>
                  </a:lnTo>
                  <a:lnTo>
                    <a:pt x="63920" y="421345"/>
                  </a:lnTo>
                  <a:lnTo>
                    <a:pt x="95637" y="451335"/>
                  </a:lnTo>
                  <a:lnTo>
                    <a:pt x="132732" y="475749"/>
                  </a:lnTo>
                  <a:lnTo>
                    <a:pt x="174744" y="493686"/>
                  </a:lnTo>
                  <a:close/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69287" y="2814980"/>
              <a:ext cx="529590" cy="321945"/>
            </a:xfrm>
            <a:custGeom>
              <a:avLst/>
              <a:gdLst/>
              <a:ahLst/>
              <a:cxnLst/>
              <a:rect l="l" t="t" r="r" b="b"/>
              <a:pathLst>
                <a:path w="529590" h="321944">
                  <a:moveTo>
                    <a:pt x="529551" y="4876"/>
                  </a:moveTo>
                  <a:lnTo>
                    <a:pt x="427240" y="0"/>
                  </a:lnTo>
                  <a:lnTo>
                    <a:pt x="263905" y="148564"/>
                  </a:lnTo>
                  <a:lnTo>
                    <a:pt x="0" y="256514"/>
                  </a:lnTo>
                  <a:lnTo>
                    <a:pt x="25095" y="321767"/>
                  </a:lnTo>
                  <a:lnTo>
                    <a:pt x="304660" y="209435"/>
                  </a:lnTo>
                  <a:lnTo>
                    <a:pt x="529551" y="487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69287" y="2814980"/>
              <a:ext cx="529590" cy="321945"/>
            </a:xfrm>
            <a:custGeom>
              <a:avLst/>
              <a:gdLst/>
              <a:ahLst/>
              <a:cxnLst/>
              <a:rect l="l" t="t" r="r" b="b"/>
              <a:pathLst>
                <a:path w="529590" h="321944">
                  <a:moveTo>
                    <a:pt x="25095" y="321767"/>
                  </a:moveTo>
                  <a:lnTo>
                    <a:pt x="304660" y="209435"/>
                  </a:lnTo>
                  <a:lnTo>
                    <a:pt x="529551" y="4876"/>
                  </a:lnTo>
                  <a:lnTo>
                    <a:pt x="427240" y="0"/>
                  </a:lnTo>
                  <a:lnTo>
                    <a:pt x="263905" y="148564"/>
                  </a:lnTo>
                  <a:lnTo>
                    <a:pt x="0" y="256514"/>
                  </a:lnTo>
                  <a:lnTo>
                    <a:pt x="25095" y="321767"/>
                  </a:lnTo>
                  <a:lnTo>
                    <a:pt x="304660" y="209435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842" y="2987763"/>
              <a:ext cx="46355" cy="120650"/>
            </a:xfrm>
            <a:custGeom>
              <a:avLst/>
              <a:gdLst/>
              <a:ahLst/>
              <a:cxnLst/>
              <a:rect l="l" t="t" r="r" b="b"/>
              <a:pathLst>
                <a:path w="46354" h="120650">
                  <a:moveTo>
                    <a:pt x="46227" y="0"/>
                  </a:moveTo>
                  <a:lnTo>
                    <a:pt x="0" y="40792"/>
                  </a:lnTo>
                  <a:lnTo>
                    <a:pt x="32956" y="120218"/>
                  </a:lnTo>
                  <a:lnTo>
                    <a:pt x="46227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842" y="2987763"/>
              <a:ext cx="46355" cy="120650"/>
            </a:xfrm>
            <a:custGeom>
              <a:avLst/>
              <a:gdLst/>
              <a:ahLst/>
              <a:cxnLst/>
              <a:rect l="l" t="t" r="r" b="b"/>
              <a:pathLst>
                <a:path w="46354" h="120650">
                  <a:moveTo>
                    <a:pt x="32956" y="120218"/>
                  </a:moveTo>
                  <a:lnTo>
                    <a:pt x="0" y="40792"/>
                  </a:lnTo>
                  <a:lnTo>
                    <a:pt x="46227" y="0"/>
                  </a:lnTo>
                  <a:lnTo>
                    <a:pt x="32956" y="12021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7130" y="2812249"/>
              <a:ext cx="202590" cy="1397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87612" y="2890062"/>
              <a:ext cx="506095" cy="360045"/>
            </a:xfrm>
            <a:custGeom>
              <a:avLst/>
              <a:gdLst/>
              <a:ahLst/>
              <a:cxnLst/>
              <a:rect l="l" t="t" r="r" b="b"/>
              <a:pathLst>
                <a:path w="506095" h="360044">
                  <a:moveTo>
                    <a:pt x="505599" y="0"/>
                  </a:moveTo>
                  <a:lnTo>
                    <a:pt x="403263" y="4063"/>
                  </a:lnTo>
                  <a:lnTo>
                    <a:pt x="253492" y="166306"/>
                  </a:lnTo>
                  <a:lnTo>
                    <a:pt x="0" y="296849"/>
                  </a:lnTo>
                  <a:lnTo>
                    <a:pt x="30683" y="359663"/>
                  </a:lnTo>
                  <a:lnTo>
                    <a:pt x="299402" y="223392"/>
                  </a:lnTo>
                  <a:lnTo>
                    <a:pt x="505599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87612" y="2890062"/>
              <a:ext cx="506095" cy="360045"/>
            </a:xfrm>
            <a:custGeom>
              <a:avLst/>
              <a:gdLst/>
              <a:ahLst/>
              <a:cxnLst/>
              <a:rect l="l" t="t" r="r" b="b"/>
              <a:pathLst>
                <a:path w="506095" h="360044">
                  <a:moveTo>
                    <a:pt x="30683" y="359663"/>
                  </a:moveTo>
                  <a:lnTo>
                    <a:pt x="299402" y="223392"/>
                  </a:lnTo>
                  <a:lnTo>
                    <a:pt x="505599" y="0"/>
                  </a:lnTo>
                  <a:lnTo>
                    <a:pt x="403263" y="4063"/>
                  </a:lnTo>
                  <a:lnTo>
                    <a:pt x="253492" y="166306"/>
                  </a:lnTo>
                  <a:lnTo>
                    <a:pt x="0" y="296849"/>
                  </a:lnTo>
                  <a:lnTo>
                    <a:pt x="30683" y="359663"/>
                  </a:lnTo>
                  <a:lnTo>
                    <a:pt x="299402" y="2233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86278" y="3073019"/>
              <a:ext cx="42545" cy="121285"/>
            </a:xfrm>
            <a:custGeom>
              <a:avLst/>
              <a:gdLst/>
              <a:ahLst/>
              <a:cxnLst/>
              <a:rect l="l" t="t" r="r" b="b"/>
              <a:pathLst>
                <a:path w="42545" h="121285">
                  <a:moveTo>
                    <a:pt x="42494" y="0"/>
                  </a:moveTo>
                  <a:lnTo>
                    <a:pt x="0" y="44653"/>
                  </a:lnTo>
                  <a:lnTo>
                    <a:pt x="39750" y="120916"/>
                  </a:lnTo>
                  <a:lnTo>
                    <a:pt x="42494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86278" y="3073019"/>
              <a:ext cx="42545" cy="121285"/>
            </a:xfrm>
            <a:custGeom>
              <a:avLst/>
              <a:gdLst/>
              <a:ahLst/>
              <a:cxnLst/>
              <a:rect l="l" t="t" r="r" b="b"/>
              <a:pathLst>
                <a:path w="42545" h="121285">
                  <a:moveTo>
                    <a:pt x="39750" y="120916"/>
                  </a:moveTo>
                  <a:lnTo>
                    <a:pt x="0" y="44653"/>
                  </a:lnTo>
                  <a:lnTo>
                    <a:pt x="42494" y="0"/>
                  </a:lnTo>
                  <a:lnTo>
                    <a:pt x="39750" y="12091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36138" y="2881122"/>
              <a:ext cx="199085" cy="1483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94382" y="3026638"/>
              <a:ext cx="628650" cy="884555"/>
            </a:xfrm>
            <a:custGeom>
              <a:avLst/>
              <a:gdLst/>
              <a:ahLst/>
              <a:cxnLst/>
              <a:rect l="l" t="t" r="r" b="b"/>
              <a:pathLst>
                <a:path w="628650" h="884554">
                  <a:moveTo>
                    <a:pt x="628637" y="877849"/>
                  </a:moveTo>
                  <a:lnTo>
                    <a:pt x="276720" y="0"/>
                  </a:lnTo>
                  <a:lnTo>
                    <a:pt x="0" y="110108"/>
                  </a:lnTo>
                  <a:lnTo>
                    <a:pt x="309499" y="857326"/>
                  </a:lnTo>
                  <a:lnTo>
                    <a:pt x="359976" y="869413"/>
                  </a:lnTo>
                  <a:lnTo>
                    <a:pt x="412985" y="878168"/>
                  </a:lnTo>
                  <a:lnTo>
                    <a:pt x="475538" y="883081"/>
                  </a:lnTo>
                  <a:lnTo>
                    <a:pt x="527937" y="884221"/>
                  </a:lnTo>
                  <a:lnTo>
                    <a:pt x="561351" y="884056"/>
                  </a:lnTo>
                  <a:lnTo>
                    <a:pt x="590133" y="882095"/>
                  </a:lnTo>
                  <a:lnTo>
                    <a:pt x="628637" y="877849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94382" y="3026638"/>
              <a:ext cx="628650" cy="884555"/>
            </a:xfrm>
            <a:custGeom>
              <a:avLst/>
              <a:gdLst/>
              <a:ahLst/>
              <a:cxnLst/>
              <a:rect l="l" t="t" r="r" b="b"/>
              <a:pathLst>
                <a:path w="628650" h="884554">
                  <a:moveTo>
                    <a:pt x="309499" y="857326"/>
                  </a:moveTo>
                  <a:lnTo>
                    <a:pt x="0" y="110108"/>
                  </a:lnTo>
                  <a:lnTo>
                    <a:pt x="276720" y="0"/>
                  </a:lnTo>
                  <a:lnTo>
                    <a:pt x="628637" y="877849"/>
                  </a:lnTo>
                  <a:lnTo>
                    <a:pt x="590133" y="882095"/>
                  </a:lnTo>
                  <a:lnTo>
                    <a:pt x="561351" y="884056"/>
                  </a:lnTo>
                  <a:lnTo>
                    <a:pt x="527937" y="884221"/>
                  </a:lnTo>
                  <a:lnTo>
                    <a:pt x="475538" y="883081"/>
                  </a:lnTo>
                  <a:lnTo>
                    <a:pt x="412985" y="878168"/>
                  </a:lnTo>
                  <a:lnTo>
                    <a:pt x="359976" y="869413"/>
                  </a:lnTo>
                  <a:lnTo>
                    <a:pt x="323239" y="861054"/>
                  </a:lnTo>
                  <a:lnTo>
                    <a:pt x="309499" y="857326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18295" y="3115983"/>
              <a:ext cx="610870" cy="777240"/>
            </a:xfrm>
            <a:custGeom>
              <a:avLst/>
              <a:gdLst/>
              <a:ahLst/>
              <a:cxnLst/>
              <a:rect l="l" t="t" r="r" b="b"/>
              <a:pathLst>
                <a:path w="610870" h="777239">
                  <a:moveTo>
                    <a:pt x="610425" y="679437"/>
                  </a:moveTo>
                  <a:lnTo>
                    <a:pt x="266115" y="0"/>
                  </a:lnTo>
                  <a:lnTo>
                    <a:pt x="0" y="133743"/>
                  </a:lnTo>
                  <a:lnTo>
                    <a:pt x="333146" y="776808"/>
                  </a:lnTo>
                  <a:lnTo>
                    <a:pt x="376607" y="767756"/>
                  </a:lnTo>
                  <a:lnTo>
                    <a:pt x="423709" y="755312"/>
                  </a:lnTo>
                  <a:lnTo>
                    <a:pt x="481304" y="736587"/>
                  </a:lnTo>
                  <a:lnTo>
                    <a:pt x="534321" y="717277"/>
                  </a:lnTo>
                  <a:lnTo>
                    <a:pt x="586776" y="694060"/>
                  </a:lnTo>
                  <a:lnTo>
                    <a:pt x="610425" y="679437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18295" y="3115983"/>
              <a:ext cx="610870" cy="777240"/>
            </a:xfrm>
            <a:custGeom>
              <a:avLst/>
              <a:gdLst/>
              <a:ahLst/>
              <a:cxnLst/>
              <a:rect l="l" t="t" r="r" b="b"/>
              <a:pathLst>
                <a:path w="610870" h="777239">
                  <a:moveTo>
                    <a:pt x="333146" y="776808"/>
                  </a:moveTo>
                  <a:lnTo>
                    <a:pt x="0" y="133743"/>
                  </a:lnTo>
                  <a:lnTo>
                    <a:pt x="266115" y="0"/>
                  </a:lnTo>
                  <a:lnTo>
                    <a:pt x="610425" y="679437"/>
                  </a:lnTo>
                  <a:lnTo>
                    <a:pt x="565443" y="704888"/>
                  </a:lnTo>
                  <a:lnTo>
                    <a:pt x="481304" y="736587"/>
                  </a:lnTo>
                  <a:lnTo>
                    <a:pt x="423709" y="755312"/>
                  </a:lnTo>
                  <a:lnTo>
                    <a:pt x="376607" y="767756"/>
                  </a:lnTo>
                  <a:lnTo>
                    <a:pt x="333146" y="776808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76158" y="2226652"/>
              <a:ext cx="276225" cy="1247140"/>
            </a:xfrm>
            <a:custGeom>
              <a:avLst/>
              <a:gdLst/>
              <a:ahLst/>
              <a:cxnLst/>
              <a:rect l="l" t="t" r="r" b="b"/>
              <a:pathLst>
                <a:path w="276225" h="1247139">
                  <a:moveTo>
                    <a:pt x="0" y="1246771"/>
                  </a:moveTo>
                  <a:lnTo>
                    <a:pt x="276123" y="0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1704" y="2832924"/>
              <a:ext cx="138961" cy="1389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38094" y="2849460"/>
              <a:ext cx="189801" cy="2058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69808" y="3457105"/>
              <a:ext cx="197967" cy="10105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0403" y="3584752"/>
              <a:ext cx="197967" cy="10105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352878" y="2901378"/>
              <a:ext cx="879475" cy="768350"/>
            </a:xfrm>
            <a:custGeom>
              <a:avLst/>
              <a:gdLst/>
              <a:ahLst/>
              <a:cxnLst/>
              <a:rect l="l" t="t" r="r" b="b"/>
              <a:pathLst>
                <a:path w="879475" h="768350">
                  <a:moveTo>
                    <a:pt x="532422" y="733907"/>
                  </a:moveTo>
                  <a:lnTo>
                    <a:pt x="0" y="606247"/>
                  </a:lnTo>
                </a:path>
                <a:path w="879475" h="768350">
                  <a:moveTo>
                    <a:pt x="709142" y="768108"/>
                  </a:moveTo>
                  <a:lnTo>
                    <a:pt x="879322" y="0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65198" y="1752574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1079982" y="2159965"/>
                  </a:moveTo>
                  <a:lnTo>
                    <a:pt x="1128089" y="2158912"/>
                  </a:lnTo>
                  <a:lnTo>
                    <a:pt x="1175656" y="2155785"/>
                  </a:lnTo>
                  <a:lnTo>
                    <a:pt x="1222641" y="2150626"/>
                  </a:lnTo>
                  <a:lnTo>
                    <a:pt x="1268999" y="2143479"/>
                  </a:lnTo>
                  <a:lnTo>
                    <a:pt x="1314687" y="2134389"/>
                  </a:lnTo>
                  <a:lnTo>
                    <a:pt x="1359660" y="2123400"/>
                  </a:lnTo>
                  <a:lnTo>
                    <a:pt x="1403875" y="2110554"/>
                  </a:lnTo>
                  <a:lnTo>
                    <a:pt x="1447288" y="2095897"/>
                  </a:lnTo>
                  <a:lnTo>
                    <a:pt x="1489855" y="2079471"/>
                  </a:lnTo>
                  <a:lnTo>
                    <a:pt x="1531531" y="2061322"/>
                  </a:lnTo>
                  <a:lnTo>
                    <a:pt x="1572274" y="2041492"/>
                  </a:lnTo>
                  <a:lnTo>
                    <a:pt x="1612039" y="2020026"/>
                  </a:lnTo>
                  <a:lnTo>
                    <a:pt x="1650782" y="1996968"/>
                  </a:lnTo>
                  <a:lnTo>
                    <a:pt x="1688459" y="1972361"/>
                  </a:lnTo>
                  <a:lnTo>
                    <a:pt x="1725027" y="1946249"/>
                  </a:lnTo>
                  <a:lnTo>
                    <a:pt x="1760442" y="1918677"/>
                  </a:lnTo>
                  <a:lnTo>
                    <a:pt x="1794659" y="1889688"/>
                  </a:lnTo>
                  <a:lnTo>
                    <a:pt x="1827635" y="1859326"/>
                  </a:lnTo>
                  <a:lnTo>
                    <a:pt x="1859326" y="1827635"/>
                  </a:lnTo>
                  <a:lnTo>
                    <a:pt x="1889688" y="1794659"/>
                  </a:lnTo>
                  <a:lnTo>
                    <a:pt x="1918677" y="1760442"/>
                  </a:lnTo>
                  <a:lnTo>
                    <a:pt x="1946249" y="1725027"/>
                  </a:lnTo>
                  <a:lnTo>
                    <a:pt x="1972361" y="1688459"/>
                  </a:lnTo>
                  <a:lnTo>
                    <a:pt x="1996968" y="1650782"/>
                  </a:lnTo>
                  <a:lnTo>
                    <a:pt x="2020026" y="1612039"/>
                  </a:lnTo>
                  <a:lnTo>
                    <a:pt x="2041492" y="1572274"/>
                  </a:lnTo>
                  <a:lnTo>
                    <a:pt x="2061322" y="1531531"/>
                  </a:lnTo>
                  <a:lnTo>
                    <a:pt x="2079471" y="1489855"/>
                  </a:lnTo>
                  <a:lnTo>
                    <a:pt x="2095897" y="1447288"/>
                  </a:lnTo>
                  <a:lnTo>
                    <a:pt x="2110554" y="1403875"/>
                  </a:lnTo>
                  <a:lnTo>
                    <a:pt x="2123400" y="1359660"/>
                  </a:lnTo>
                  <a:lnTo>
                    <a:pt x="2134389" y="1314687"/>
                  </a:lnTo>
                  <a:lnTo>
                    <a:pt x="2143479" y="1268999"/>
                  </a:lnTo>
                  <a:lnTo>
                    <a:pt x="2150626" y="1222641"/>
                  </a:lnTo>
                  <a:lnTo>
                    <a:pt x="2155785" y="1175656"/>
                  </a:lnTo>
                  <a:lnTo>
                    <a:pt x="2158912" y="1128089"/>
                  </a:lnTo>
                  <a:lnTo>
                    <a:pt x="2159965" y="1079982"/>
                  </a:lnTo>
                  <a:lnTo>
                    <a:pt x="2158912" y="1031877"/>
                  </a:lnTo>
                  <a:lnTo>
                    <a:pt x="2155785" y="984310"/>
                  </a:lnTo>
                  <a:lnTo>
                    <a:pt x="2150626" y="937326"/>
                  </a:lnTo>
                  <a:lnTo>
                    <a:pt x="2143479" y="890968"/>
                  </a:lnTo>
                  <a:lnTo>
                    <a:pt x="2134389" y="845281"/>
                  </a:lnTo>
                  <a:lnTo>
                    <a:pt x="2123400" y="800308"/>
                  </a:lnTo>
                  <a:lnTo>
                    <a:pt x="2110554" y="756094"/>
                  </a:lnTo>
                  <a:lnTo>
                    <a:pt x="2095897" y="712681"/>
                  </a:lnTo>
                  <a:lnTo>
                    <a:pt x="2079471" y="670115"/>
                  </a:lnTo>
                  <a:lnTo>
                    <a:pt x="2061322" y="628438"/>
                  </a:lnTo>
                  <a:lnTo>
                    <a:pt x="2041492" y="587696"/>
                  </a:lnTo>
                  <a:lnTo>
                    <a:pt x="2020026" y="547931"/>
                  </a:lnTo>
                  <a:lnTo>
                    <a:pt x="1996968" y="509188"/>
                  </a:lnTo>
                  <a:lnTo>
                    <a:pt x="1972361" y="471510"/>
                  </a:lnTo>
                  <a:lnTo>
                    <a:pt x="1946249" y="434942"/>
                  </a:lnTo>
                  <a:lnTo>
                    <a:pt x="1918677" y="399527"/>
                  </a:lnTo>
                  <a:lnTo>
                    <a:pt x="1889688" y="365310"/>
                  </a:lnTo>
                  <a:lnTo>
                    <a:pt x="1859326" y="332334"/>
                  </a:lnTo>
                  <a:lnTo>
                    <a:pt x="1827635" y="300643"/>
                  </a:lnTo>
                  <a:lnTo>
                    <a:pt x="1794659" y="270280"/>
                  </a:lnTo>
                  <a:lnTo>
                    <a:pt x="1760442" y="241291"/>
                  </a:lnTo>
                  <a:lnTo>
                    <a:pt x="1725027" y="213718"/>
                  </a:lnTo>
                  <a:lnTo>
                    <a:pt x="1688459" y="187607"/>
                  </a:lnTo>
                  <a:lnTo>
                    <a:pt x="1650782" y="162999"/>
                  </a:lnTo>
                  <a:lnTo>
                    <a:pt x="1612039" y="139941"/>
                  </a:lnTo>
                  <a:lnTo>
                    <a:pt x="1572274" y="118474"/>
                  </a:lnTo>
                  <a:lnTo>
                    <a:pt x="1531531" y="98644"/>
                  </a:lnTo>
                  <a:lnTo>
                    <a:pt x="1489855" y="80494"/>
                  </a:lnTo>
                  <a:lnTo>
                    <a:pt x="1447288" y="64069"/>
                  </a:lnTo>
                  <a:lnTo>
                    <a:pt x="1403875" y="49411"/>
                  </a:lnTo>
                  <a:lnTo>
                    <a:pt x="1359660" y="36565"/>
                  </a:lnTo>
                  <a:lnTo>
                    <a:pt x="1314687" y="25575"/>
                  </a:lnTo>
                  <a:lnTo>
                    <a:pt x="1268999" y="16485"/>
                  </a:lnTo>
                  <a:lnTo>
                    <a:pt x="1222641" y="9339"/>
                  </a:lnTo>
                  <a:lnTo>
                    <a:pt x="1175656" y="4179"/>
                  </a:lnTo>
                  <a:lnTo>
                    <a:pt x="1128089" y="1052"/>
                  </a:lnTo>
                  <a:lnTo>
                    <a:pt x="1079982" y="0"/>
                  </a:lnTo>
                  <a:lnTo>
                    <a:pt x="1031877" y="1052"/>
                  </a:lnTo>
                  <a:lnTo>
                    <a:pt x="984310" y="4179"/>
                  </a:lnTo>
                  <a:lnTo>
                    <a:pt x="937326" y="9339"/>
                  </a:lnTo>
                  <a:lnTo>
                    <a:pt x="890968" y="16485"/>
                  </a:lnTo>
                  <a:lnTo>
                    <a:pt x="845281" y="25575"/>
                  </a:lnTo>
                  <a:lnTo>
                    <a:pt x="800308" y="36565"/>
                  </a:lnTo>
                  <a:lnTo>
                    <a:pt x="756094" y="49411"/>
                  </a:lnTo>
                  <a:lnTo>
                    <a:pt x="712681" y="64069"/>
                  </a:lnTo>
                  <a:lnTo>
                    <a:pt x="670115" y="80494"/>
                  </a:lnTo>
                  <a:lnTo>
                    <a:pt x="628438" y="98644"/>
                  </a:lnTo>
                  <a:lnTo>
                    <a:pt x="587696" y="118474"/>
                  </a:lnTo>
                  <a:lnTo>
                    <a:pt x="547931" y="139941"/>
                  </a:lnTo>
                  <a:lnTo>
                    <a:pt x="509188" y="162999"/>
                  </a:lnTo>
                  <a:lnTo>
                    <a:pt x="471510" y="187607"/>
                  </a:lnTo>
                  <a:lnTo>
                    <a:pt x="434942" y="213718"/>
                  </a:lnTo>
                  <a:lnTo>
                    <a:pt x="399527" y="241291"/>
                  </a:lnTo>
                  <a:lnTo>
                    <a:pt x="365310" y="270280"/>
                  </a:lnTo>
                  <a:lnTo>
                    <a:pt x="332334" y="300643"/>
                  </a:lnTo>
                  <a:lnTo>
                    <a:pt x="300643" y="332334"/>
                  </a:lnTo>
                  <a:lnTo>
                    <a:pt x="270280" y="365310"/>
                  </a:lnTo>
                  <a:lnTo>
                    <a:pt x="241291" y="399527"/>
                  </a:lnTo>
                  <a:lnTo>
                    <a:pt x="213718" y="434942"/>
                  </a:lnTo>
                  <a:lnTo>
                    <a:pt x="187607" y="471510"/>
                  </a:lnTo>
                  <a:lnTo>
                    <a:pt x="162999" y="509188"/>
                  </a:lnTo>
                  <a:lnTo>
                    <a:pt x="139941" y="547931"/>
                  </a:lnTo>
                  <a:lnTo>
                    <a:pt x="118474" y="587696"/>
                  </a:lnTo>
                  <a:lnTo>
                    <a:pt x="98644" y="628438"/>
                  </a:lnTo>
                  <a:lnTo>
                    <a:pt x="80494" y="670115"/>
                  </a:lnTo>
                  <a:lnTo>
                    <a:pt x="64069" y="712681"/>
                  </a:lnTo>
                  <a:lnTo>
                    <a:pt x="49411" y="756094"/>
                  </a:lnTo>
                  <a:lnTo>
                    <a:pt x="36565" y="800308"/>
                  </a:lnTo>
                  <a:lnTo>
                    <a:pt x="25575" y="845281"/>
                  </a:lnTo>
                  <a:lnTo>
                    <a:pt x="16485" y="890968"/>
                  </a:lnTo>
                  <a:lnTo>
                    <a:pt x="9339" y="937326"/>
                  </a:lnTo>
                  <a:lnTo>
                    <a:pt x="4179" y="984310"/>
                  </a:lnTo>
                  <a:lnTo>
                    <a:pt x="1052" y="1031877"/>
                  </a:lnTo>
                  <a:lnTo>
                    <a:pt x="0" y="1079982"/>
                  </a:lnTo>
                  <a:lnTo>
                    <a:pt x="1052" y="1128089"/>
                  </a:lnTo>
                  <a:lnTo>
                    <a:pt x="4179" y="1175656"/>
                  </a:lnTo>
                  <a:lnTo>
                    <a:pt x="9339" y="1222641"/>
                  </a:lnTo>
                  <a:lnTo>
                    <a:pt x="16485" y="1268999"/>
                  </a:lnTo>
                  <a:lnTo>
                    <a:pt x="25575" y="1314687"/>
                  </a:lnTo>
                  <a:lnTo>
                    <a:pt x="36565" y="1359660"/>
                  </a:lnTo>
                  <a:lnTo>
                    <a:pt x="49411" y="1403875"/>
                  </a:lnTo>
                  <a:lnTo>
                    <a:pt x="64069" y="1447288"/>
                  </a:lnTo>
                  <a:lnTo>
                    <a:pt x="80494" y="1489855"/>
                  </a:lnTo>
                  <a:lnTo>
                    <a:pt x="98644" y="1531531"/>
                  </a:lnTo>
                  <a:lnTo>
                    <a:pt x="118474" y="1572274"/>
                  </a:lnTo>
                  <a:lnTo>
                    <a:pt x="139941" y="1612039"/>
                  </a:lnTo>
                  <a:lnTo>
                    <a:pt x="162999" y="1650782"/>
                  </a:lnTo>
                  <a:lnTo>
                    <a:pt x="187607" y="1688459"/>
                  </a:lnTo>
                  <a:lnTo>
                    <a:pt x="213718" y="1725027"/>
                  </a:lnTo>
                  <a:lnTo>
                    <a:pt x="241291" y="1760442"/>
                  </a:lnTo>
                  <a:lnTo>
                    <a:pt x="270280" y="1794659"/>
                  </a:lnTo>
                  <a:lnTo>
                    <a:pt x="300643" y="1827635"/>
                  </a:lnTo>
                  <a:lnTo>
                    <a:pt x="332334" y="1859326"/>
                  </a:lnTo>
                  <a:lnTo>
                    <a:pt x="365310" y="1889688"/>
                  </a:lnTo>
                  <a:lnTo>
                    <a:pt x="399527" y="1918677"/>
                  </a:lnTo>
                  <a:lnTo>
                    <a:pt x="434942" y="1946249"/>
                  </a:lnTo>
                  <a:lnTo>
                    <a:pt x="471510" y="1972361"/>
                  </a:lnTo>
                  <a:lnTo>
                    <a:pt x="509188" y="1996968"/>
                  </a:lnTo>
                  <a:lnTo>
                    <a:pt x="547931" y="2020026"/>
                  </a:lnTo>
                  <a:lnTo>
                    <a:pt x="587696" y="2041492"/>
                  </a:lnTo>
                  <a:lnTo>
                    <a:pt x="628438" y="2061322"/>
                  </a:lnTo>
                  <a:lnTo>
                    <a:pt x="670115" y="2079471"/>
                  </a:lnTo>
                  <a:lnTo>
                    <a:pt x="712681" y="2095897"/>
                  </a:lnTo>
                  <a:lnTo>
                    <a:pt x="756094" y="2110554"/>
                  </a:lnTo>
                  <a:lnTo>
                    <a:pt x="800308" y="2123400"/>
                  </a:lnTo>
                  <a:lnTo>
                    <a:pt x="845281" y="2134389"/>
                  </a:lnTo>
                  <a:lnTo>
                    <a:pt x="890968" y="2143479"/>
                  </a:lnTo>
                  <a:lnTo>
                    <a:pt x="937326" y="2150626"/>
                  </a:lnTo>
                  <a:lnTo>
                    <a:pt x="984310" y="2155785"/>
                  </a:lnTo>
                  <a:lnTo>
                    <a:pt x="1031877" y="2158912"/>
                  </a:lnTo>
                  <a:lnTo>
                    <a:pt x="1079982" y="21599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364274" y="1137246"/>
            <a:ext cx="6967220" cy="5488940"/>
            <a:chOff x="364274" y="1137246"/>
            <a:chExt cx="6967220" cy="5488940"/>
          </a:xfrm>
        </p:grpSpPr>
        <p:sp>
          <p:nvSpPr>
            <p:cNvPr id="31" name="object 31"/>
            <p:cNvSpPr/>
            <p:nvPr/>
          </p:nvSpPr>
          <p:spPr>
            <a:xfrm>
              <a:off x="638435" y="1177302"/>
              <a:ext cx="6256655" cy="3287395"/>
            </a:xfrm>
            <a:custGeom>
              <a:avLst/>
              <a:gdLst/>
              <a:ahLst/>
              <a:cxnLst/>
              <a:rect l="l" t="t" r="r" b="b"/>
              <a:pathLst>
                <a:path w="6256655" h="3287395">
                  <a:moveTo>
                    <a:pt x="45273" y="2520175"/>
                  </a:moveTo>
                  <a:lnTo>
                    <a:pt x="45273" y="2350476"/>
                  </a:lnTo>
                  <a:lnTo>
                    <a:pt x="28975" y="2393251"/>
                  </a:lnTo>
                  <a:lnTo>
                    <a:pt x="7243" y="2427381"/>
                  </a:lnTo>
                  <a:lnTo>
                    <a:pt x="0" y="2451979"/>
                  </a:lnTo>
                  <a:lnTo>
                    <a:pt x="7243" y="2478944"/>
                  </a:lnTo>
                  <a:lnTo>
                    <a:pt x="28975" y="2520175"/>
                  </a:lnTo>
                  <a:lnTo>
                    <a:pt x="45273" y="2520175"/>
                  </a:lnTo>
                  <a:close/>
                </a:path>
                <a:path w="6256655" h="3287395">
                  <a:moveTo>
                    <a:pt x="1080827" y="2358009"/>
                  </a:moveTo>
                  <a:lnTo>
                    <a:pt x="924883" y="2314308"/>
                  </a:lnTo>
                  <a:lnTo>
                    <a:pt x="756481" y="2289390"/>
                  </a:lnTo>
                  <a:lnTo>
                    <a:pt x="603662" y="2273795"/>
                  </a:lnTo>
                  <a:lnTo>
                    <a:pt x="28975" y="2273795"/>
                  </a:lnTo>
                  <a:lnTo>
                    <a:pt x="34407" y="2284423"/>
                  </a:lnTo>
                  <a:lnTo>
                    <a:pt x="43462" y="2312092"/>
                  </a:lnTo>
                  <a:lnTo>
                    <a:pt x="45273" y="2350476"/>
                  </a:lnTo>
                  <a:lnTo>
                    <a:pt x="45273" y="2520175"/>
                  </a:lnTo>
                  <a:lnTo>
                    <a:pt x="603662" y="2520175"/>
                  </a:lnTo>
                  <a:lnTo>
                    <a:pt x="603662" y="2520415"/>
                  </a:lnTo>
                  <a:lnTo>
                    <a:pt x="802265" y="2535770"/>
                  </a:lnTo>
                  <a:lnTo>
                    <a:pt x="993501" y="2585669"/>
                  </a:lnTo>
                  <a:lnTo>
                    <a:pt x="1074591" y="2612264"/>
                  </a:lnTo>
                  <a:lnTo>
                    <a:pt x="1074591" y="2358009"/>
                  </a:lnTo>
                  <a:lnTo>
                    <a:pt x="1080827" y="2358009"/>
                  </a:lnTo>
                  <a:close/>
                </a:path>
                <a:path w="6256655" h="3287395">
                  <a:moveTo>
                    <a:pt x="603662" y="2520415"/>
                  </a:moveTo>
                  <a:lnTo>
                    <a:pt x="603662" y="2520175"/>
                  </a:lnTo>
                  <a:lnTo>
                    <a:pt x="600551" y="2520175"/>
                  </a:lnTo>
                  <a:lnTo>
                    <a:pt x="603662" y="2520415"/>
                  </a:lnTo>
                  <a:close/>
                </a:path>
                <a:path w="6256655" h="3287395">
                  <a:moveTo>
                    <a:pt x="6010205" y="1734015"/>
                  </a:moveTo>
                  <a:lnTo>
                    <a:pt x="6010205" y="695477"/>
                  </a:lnTo>
                  <a:lnTo>
                    <a:pt x="5991498" y="929373"/>
                  </a:lnTo>
                  <a:lnTo>
                    <a:pt x="5954071" y="1160119"/>
                  </a:lnTo>
                  <a:lnTo>
                    <a:pt x="5891701" y="1381594"/>
                  </a:lnTo>
                  <a:lnTo>
                    <a:pt x="5807487" y="1593659"/>
                  </a:lnTo>
                  <a:lnTo>
                    <a:pt x="5704566" y="1805698"/>
                  </a:lnTo>
                  <a:lnTo>
                    <a:pt x="5576703" y="1999094"/>
                  </a:lnTo>
                  <a:lnTo>
                    <a:pt x="5433294" y="2189289"/>
                  </a:lnTo>
                  <a:lnTo>
                    <a:pt x="5277300" y="2360866"/>
                  </a:lnTo>
                  <a:lnTo>
                    <a:pt x="5096427" y="2510561"/>
                  </a:lnTo>
                  <a:lnTo>
                    <a:pt x="4909343" y="2654020"/>
                  </a:lnTo>
                  <a:lnTo>
                    <a:pt x="4703464" y="2769425"/>
                  </a:lnTo>
                  <a:lnTo>
                    <a:pt x="4497635" y="2866097"/>
                  </a:lnTo>
                  <a:lnTo>
                    <a:pt x="4269962" y="2944063"/>
                  </a:lnTo>
                  <a:lnTo>
                    <a:pt x="4051661" y="3000209"/>
                  </a:lnTo>
                  <a:lnTo>
                    <a:pt x="3811517" y="3034512"/>
                  </a:lnTo>
                  <a:lnTo>
                    <a:pt x="3580733" y="3046984"/>
                  </a:lnTo>
                  <a:lnTo>
                    <a:pt x="3577609" y="3046984"/>
                  </a:lnTo>
                  <a:lnTo>
                    <a:pt x="3353060" y="3034512"/>
                  </a:lnTo>
                  <a:lnTo>
                    <a:pt x="3112928" y="3000209"/>
                  </a:lnTo>
                  <a:lnTo>
                    <a:pt x="2894615" y="2944063"/>
                  </a:lnTo>
                  <a:lnTo>
                    <a:pt x="2785459" y="2912884"/>
                  </a:lnTo>
                  <a:lnTo>
                    <a:pt x="1074591" y="2358009"/>
                  </a:lnTo>
                  <a:lnTo>
                    <a:pt x="1074591" y="2612264"/>
                  </a:lnTo>
                  <a:lnTo>
                    <a:pt x="2704369" y="3146780"/>
                  </a:lnTo>
                  <a:lnTo>
                    <a:pt x="2956985" y="3209163"/>
                  </a:lnTo>
                  <a:lnTo>
                    <a:pt x="3209601" y="3262172"/>
                  </a:lnTo>
                  <a:lnTo>
                    <a:pt x="3468452" y="3287128"/>
                  </a:lnTo>
                  <a:lnTo>
                    <a:pt x="3724192" y="3280879"/>
                  </a:lnTo>
                  <a:lnTo>
                    <a:pt x="3983043" y="3255937"/>
                  </a:lnTo>
                  <a:lnTo>
                    <a:pt x="4235659" y="3209163"/>
                  </a:lnTo>
                  <a:lnTo>
                    <a:pt x="4488275" y="3134309"/>
                  </a:lnTo>
                  <a:lnTo>
                    <a:pt x="4725295" y="3031388"/>
                  </a:lnTo>
                  <a:lnTo>
                    <a:pt x="4959203" y="2906649"/>
                  </a:lnTo>
                  <a:lnTo>
                    <a:pt x="5171319" y="2766301"/>
                  </a:lnTo>
                  <a:lnTo>
                    <a:pt x="5377110" y="2604122"/>
                  </a:lnTo>
                  <a:lnTo>
                    <a:pt x="5557996" y="2417000"/>
                  </a:lnTo>
                  <a:lnTo>
                    <a:pt x="5726410" y="2217407"/>
                  </a:lnTo>
                  <a:lnTo>
                    <a:pt x="5869857" y="2002218"/>
                  </a:lnTo>
                  <a:lnTo>
                    <a:pt x="5991498" y="1777669"/>
                  </a:lnTo>
                  <a:lnTo>
                    <a:pt x="6010205" y="1734015"/>
                  </a:lnTo>
                  <a:close/>
                </a:path>
                <a:path w="6256655" h="3287395">
                  <a:moveTo>
                    <a:pt x="6256585" y="520827"/>
                  </a:moveTo>
                  <a:lnTo>
                    <a:pt x="6231680" y="261975"/>
                  </a:lnTo>
                  <a:lnTo>
                    <a:pt x="6191091" y="3124"/>
                  </a:lnTo>
                  <a:lnTo>
                    <a:pt x="5935364" y="0"/>
                  </a:lnTo>
                  <a:lnTo>
                    <a:pt x="5985262" y="230784"/>
                  </a:lnTo>
                  <a:lnTo>
                    <a:pt x="6010205" y="458457"/>
                  </a:lnTo>
                  <a:lnTo>
                    <a:pt x="6010205" y="1734015"/>
                  </a:lnTo>
                  <a:lnTo>
                    <a:pt x="6094406" y="1537525"/>
                  </a:lnTo>
                  <a:lnTo>
                    <a:pt x="6172371" y="1287983"/>
                  </a:lnTo>
                  <a:lnTo>
                    <a:pt x="6225444" y="1038529"/>
                  </a:lnTo>
                  <a:lnTo>
                    <a:pt x="6250349" y="779678"/>
                  </a:lnTo>
                  <a:lnTo>
                    <a:pt x="6256585" y="520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46450" y="1785454"/>
              <a:ext cx="3945890" cy="4724400"/>
            </a:xfrm>
            <a:custGeom>
              <a:avLst/>
              <a:gdLst/>
              <a:ahLst/>
              <a:cxnLst/>
              <a:rect l="l" t="t" r="r" b="b"/>
              <a:pathLst>
                <a:path w="3945890" h="4724400">
                  <a:moveTo>
                    <a:pt x="3945712" y="4723815"/>
                  </a:moveTo>
                  <a:lnTo>
                    <a:pt x="3945712" y="0"/>
                  </a:lnTo>
                  <a:lnTo>
                    <a:pt x="3942333" y="171526"/>
                  </a:lnTo>
                  <a:lnTo>
                    <a:pt x="3917429" y="430377"/>
                  </a:lnTo>
                  <a:lnTo>
                    <a:pt x="3864355" y="679830"/>
                  </a:lnTo>
                  <a:lnTo>
                    <a:pt x="3786390" y="929373"/>
                  </a:lnTo>
                  <a:lnTo>
                    <a:pt x="3683482" y="1169517"/>
                  </a:lnTo>
                  <a:lnTo>
                    <a:pt x="3561842" y="1394066"/>
                  </a:lnTo>
                  <a:lnTo>
                    <a:pt x="3418395" y="1609255"/>
                  </a:lnTo>
                  <a:lnTo>
                    <a:pt x="3249980" y="1808848"/>
                  </a:lnTo>
                  <a:lnTo>
                    <a:pt x="3069094" y="1995970"/>
                  </a:lnTo>
                  <a:lnTo>
                    <a:pt x="2863303" y="2158149"/>
                  </a:lnTo>
                  <a:lnTo>
                    <a:pt x="2651188" y="2298496"/>
                  </a:lnTo>
                  <a:lnTo>
                    <a:pt x="2417279" y="2423236"/>
                  </a:lnTo>
                  <a:lnTo>
                    <a:pt x="2180259" y="2526157"/>
                  </a:lnTo>
                  <a:lnTo>
                    <a:pt x="1927644" y="2601010"/>
                  </a:lnTo>
                  <a:lnTo>
                    <a:pt x="1675028" y="2647784"/>
                  </a:lnTo>
                  <a:lnTo>
                    <a:pt x="1416177" y="2672727"/>
                  </a:lnTo>
                  <a:lnTo>
                    <a:pt x="1160437" y="2678976"/>
                  </a:lnTo>
                  <a:lnTo>
                    <a:pt x="901585" y="2654020"/>
                  </a:lnTo>
                  <a:lnTo>
                    <a:pt x="688784" y="2604020"/>
                  </a:lnTo>
                  <a:lnTo>
                    <a:pt x="0" y="4723815"/>
                  </a:lnTo>
                  <a:lnTo>
                    <a:pt x="3945712" y="4723815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89163" y="1177302"/>
              <a:ext cx="4860290" cy="3038475"/>
            </a:xfrm>
            <a:custGeom>
              <a:avLst/>
              <a:gdLst/>
              <a:ahLst/>
              <a:cxnLst/>
              <a:rect l="l" t="t" r="r" b="b"/>
              <a:pathLst>
                <a:path w="4860290" h="3038475">
                  <a:moveTo>
                    <a:pt x="4860010" y="608152"/>
                  </a:moveTo>
                  <a:lnTo>
                    <a:pt x="4859566" y="554006"/>
                  </a:lnTo>
                  <a:lnTo>
                    <a:pt x="4858204" y="501036"/>
                  </a:lnTo>
                  <a:lnTo>
                    <a:pt x="4855882" y="449077"/>
                  </a:lnTo>
                  <a:lnTo>
                    <a:pt x="4852556" y="397967"/>
                  </a:lnTo>
                  <a:lnTo>
                    <a:pt x="4848183" y="347541"/>
                  </a:lnTo>
                  <a:lnTo>
                    <a:pt x="4842721" y="297637"/>
                  </a:lnTo>
                  <a:lnTo>
                    <a:pt x="4836125" y="248090"/>
                  </a:lnTo>
                  <a:lnTo>
                    <a:pt x="4828352" y="198738"/>
                  </a:lnTo>
                  <a:lnTo>
                    <a:pt x="4819360" y="149416"/>
                  </a:lnTo>
                  <a:lnTo>
                    <a:pt x="4809106" y="99961"/>
                  </a:lnTo>
                  <a:lnTo>
                    <a:pt x="4797545" y="50210"/>
                  </a:lnTo>
                  <a:lnTo>
                    <a:pt x="4784636" y="0"/>
                  </a:lnTo>
                  <a:lnTo>
                    <a:pt x="51828" y="106591"/>
                  </a:lnTo>
                  <a:lnTo>
                    <a:pt x="42122" y="155321"/>
                  </a:lnTo>
                  <a:lnTo>
                    <a:pt x="33393" y="204396"/>
                  </a:lnTo>
                  <a:lnTo>
                    <a:pt x="25651" y="253805"/>
                  </a:lnTo>
                  <a:lnTo>
                    <a:pt x="18908" y="303539"/>
                  </a:lnTo>
                  <a:lnTo>
                    <a:pt x="13174" y="353585"/>
                  </a:lnTo>
                  <a:lnTo>
                    <a:pt x="8459" y="403934"/>
                  </a:lnTo>
                  <a:lnTo>
                    <a:pt x="4774" y="454576"/>
                  </a:lnTo>
                  <a:lnTo>
                    <a:pt x="2128" y="505500"/>
                  </a:lnTo>
                  <a:lnTo>
                    <a:pt x="533" y="556695"/>
                  </a:lnTo>
                  <a:lnTo>
                    <a:pt x="0" y="608152"/>
                  </a:lnTo>
                  <a:lnTo>
                    <a:pt x="472" y="656547"/>
                  </a:lnTo>
                  <a:lnTo>
                    <a:pt x="1883" y="704712"/>
                  </a:lnTo>
                  <a:lnTo>
                    <a:pt x="4224" y="752638"/>
                  </a:lnTo>
                  <a:lnTo>
                    <a:pt x="7487" y="800317"/>
                  </a:lnTo>
                  <a:lnTo>
                    <a:pt x="11662" y="847740"/>
                  </a:lnTo>
                  <a:lnTo>
                    <a:pt x="16741" y="894897"/>
                  </a:lnTo>
                  <a:lnTo>
                    <a:pt x="22715" y="941781"/>
                  </a:lnTo>
                  <a:lnTo>
                    <a:pt x="29575" y="988382"/>
                  </a:lnTo>
                  <a:lnTo>
                    <a:pt x="37313" y="1034692"/>
                  </a:lnTo>
                  <a:lnTo>
                    <a:pt x="45920" y="1080702"/>
                  </a:lnTo>
                  <a:lnTo>
                    <a:pt x="55386" y="1126403"/>
                  </a:lnTo>
                  <a:lnTo>
                    <a:pt x="65705" y="1171787"/>
                  </a:lnTo>
                  <a:lnTo>
                    <a:pt x="76865" y="1216844"/>
                  </a:lnTo>
                  <a:lnTo>
                    <a:pt x="88860" y="1261566"/>
                  </a:lnTo>
                  <a:lnTo>
                    <a:pt x="101679" y="1305945"/>
                  </a:lnTo>
                  <a:lnTo>
                    <a:pt x="115315" y="1349971"/>
                  </a:lnTo>
                  <a:lnTo>
                    <a:pt x="129758" y="1393635"/>
                  </a:lnTo>
                  <a:lnTo>
                    <a:pt x="145001" y="1436930"/>
                  </a:lnTo>
                  <a:lnTo>
                    <a:pt x="161033" y="1479846"/>
                  </a:lnTo>
                  <a:lnTo>
                    <a:pt x="177847" y="1522374"/>
                  </a:lnTo>
                  <a:lnTo>
                    <a:pt x="195433" y="1564506"/>
                  </a:lnTo>
                  <a:lnTo>
                    <a:pt x="213783" y="1606233"/>
                  </a:lnTo>
                  <a:lnTo>
                    <a:pt x="232888" y="1647546"/>
                  </a:lnTo>
                  <a:lnTo>
                    <a:pt x="252739" y="1688437"/>
                  </a:lnTo>
                  <a:lnTo>
                    <a:pt x="273328" y="1728896"/>
                  </a:lnTo>
                  <a:lnTo>
                    <a:pt x="294646" y="1768916"/>
                  </a:lnTo>
                  <a:lnTo>
                    <a:pt x="316683" y="1808486"/>
                  </a:lnTo>
                  <a:lnTo>
                    <a:pt x="339433" y="1847599"/>
                  </a:lnTo>
                  <a:lnTo>
                    <a:pt x="362884" y="1886246"/>
                  </a:lnTo>
                  <a:lnTo>
                    <a:pt x="387030" y="1924417"/>
                  </a:lnTo>
                  <a:lnTo>
                    <a:pt x="411860" y="1962105"/>
                  </a:lnTo>
                  <a:lnTo>
                    <a:pt x="437367" y="1999301"/>
                  </a:lnTo>
                  <a:lnTo>
                    <a:pt x="463541" y="2035995"/>
                  </a:lnTo>
                  <a:lnTo>
                    <a:pt x="490374" y="2072179"/>
                  </a:lnTo>
                  <a:lnTo>
                    <a:pt x="517858" y="2107844"/>
                  </a:lnTo>
                  <a:lnTo>
                    <a:pt x="545982" y="2142981"/>
                  </a:lnTo>
                  <a:lnTo>
                    <a:pt x="574739" y="2177583"/>
                  </a:lnTo>
                  <a:lnTo>
                    <a:pt x="604120" y="2211639"/>
                  </a:lnTo>
                  <a:lnTo>
                    <a:pt x="634116" y="2245141"/>
                  </a:lnTo>
                  <a:lnTo>
                    <a:pt x="664718" y="2278081"/>
                  </a:lnTo>
                  <a:lnTo>
                    <a:pt x="695918" y="2310450"/>
                  </a:lnTo>
                  <a:lnTo>
                    <a:pt x="727707" y="2342238"/>
                  </a:lnTo>
                  <a:lnTo>
                    <a:pt x="760075" y="2373438"/>
                  </a:lnTo>
                  <a:lnTo>
                    <a:pt x="793015" y="2404040"/>
                  </a:lnTo>
                  <a:lnTo>
                    <a:pt x="826518" y="2434036"/>
                  </a:lnTo>
                  <a:lnTo>
                    <a:pt x="860574" y="2463417"/>
                  </a:lnTo>
                  <a:lnTo>
                    <a:pt x="895175" y="2492174"/>
                  </a:lnTo>
                  <a:lnTo>
                    <a:pt x="930313" y="2520299"/>
                  </a:lnTo>
                  <a:lnTo>
                    <a:pt x="965978" y="2547782"/>
                  </a:lnTo>
                  <a:lnTo>
                    <a:pt x="1002162" y="2574615"/>
                  </a:lnTo>
                  <a:lnTo>
                    <a:pt x="1038856" y="2600790"/>
                  </a:lnTo>
                  <a:lnTo>
                    <a:pt x="1076051" y="2626296"/>
                  </a:lnTo>
                  <a:lnTo>
                    <a:pt x="1113739" y="2651127"/>
                  </a:lnTo>
                  <a:lnTo>
                    <a:pt x="1151911" y="2675272"/>
                  </a:lnTo>
                  <a:lnTo>
                    <a:pt x="1190557" y="2698724"/>
                  </a:lnTo>
                  <a:lnTo>
                    <a:pt x="1229670" y="2721473"/>
                  </a:lnTo>
                  <a:lnTo>
                    <a:pt x="1269241" y="2743511"/>
                  </a:lnTo>
                  <a:lnTo>
                    <a:pt x="1309260" y="2764829"/>
                  </a:lnTo>
                  <a:lnTo>
                    <a:pt x="1349720" y="2785417"/>
                  </a:lnTo>
                  <a:lnTo>
                    <a:pt x="1390610" y="2805269"/>
                  </a:lnTo>
                  <a:lnTo>
                    <a:pt x="1431923" y="2824374"/>
                  </a:lnTo>
                  <a:lnTo>
                    <a:pt x="1473650" y="2842724"/>
                  </a:lnTo>
                  <a:lnTo>
                    <a:pt x="1515782" y="2860310"/>
                  </a:lnTo>
                  <a:lnTo>
                    <a:pt x="1558311" y="2877124"/>
                  </a:lnTo>
                  <a:lnTo>
                    <a:pt x="1601226" y="2893156"/>
                  </a:lnTo>
                  <a:lnTo>
                    <a:pt x="1644521" y="2908398"/>
                  </a:lnTo>
                  <a:lnTo>
                    <a:pt x="1688186" y="2922841"/>
                  </a:lnTo>
                  <a:lnTo>
                    <a:pt x="1732212" y="2936477"/>
                  </a:lnTo>
                  <a:lnTo>
                    <a:pt x="1776590" y="2949297"/>
                  </a:lnTo>
                  <a:lnTo>
                    <a:pt x="1821312" y="2961291"/>
                  </a:lnTo>
                  <a:lnTo>
                    <a:pt x="1866370" y="2972452"/>
                  </a:lnTo>
                  <a:lnTo>
                    <a:pt x="1911753" y="2982770"/>
                  </a:lnTo>
                  <a:lnTo>
                    <a:pt x="1957454" y="2992237"/>
                  </a:lnTo>
                  <a:lnTo>
                    <a:pt x="2003464" y="3000844"/>
                  </a:lnTo>
                  <a:lnTo>
                    <a:pt x="2049774" y="3008581"/>
                  </a:lnTo>
                  <a:lnTo>
                    <a:pt x="2096375" y="3015442"/>
                  </a:lnTo>
                  <a:lnTo>
                    <a:pt x="2143259" y="3021416"/>
                  </a:lnTo>
                  <a:lnTo>
                    <a:pt x="2190417" y="3026495"/>
                  </a:lnTo>
                  <a:lnTo>
                    <a:pt x="2237839" y="3030670"/>
                  </a:lnTo>
                  <a:lnTo>
                    <a:pt x="2285518" y="3033932"/>
                  </a:lnTo>
                  <a:lnTo>
                    <a:pt x="2333444" y="3036274"/>
                  </a:lnTo>
                  <a:lnTo>
                    <a:pt x="2381610" y="3037685"/>
                  </a:lnTo>
                  <a:lnTo>
                    <a:pt x="2430005" y="3038157"/>
                  </a:lnTo>
                  <a:lnTo>
                    <a:pt x="2478400" y="3037685"/>
                  </a:lnTo>
                  <a:lnTo>
                    <a:pt x="2526565" y="3036274"/>
                  </a:lnTo>
                  <a:lnTo>
                    <a:pt x="2574491" y="3033932"/>
                  </a:lnTo>
                  <a:lnTo>
                    <a:pt x="2622170" y="3030670"/>
                  </a:lnTo>
                  <a:lnTo>
                    <a:pt x="2669593" y="3026495"/>
                  </a:lnTo>
                  <a:lnTo>
                    <a:pt x="2716750" y="3021416"/>
                  </a:lnTo>
                  <a:lnTo>
                    <a:pt x="2763634" y="3015442"/>
                  </a:lnTo>
                  <a:lnTo>
                    <a:pt x="2810235" y="3008581"/>
                  </a:lnTo>
                  <a:lnTo>
                    <a:pt x="2856545" y="3000844"/>
                  </a:lnTo>
                  <a:lnTo>
                    <a:pt x="2902555" y="2992237"/>
                  </a:lnTo>
                  <a:lnTo>
                    <a:pt x="2948256" y="2982770"/>
                  </a:lnTo>
                  <a:lnTo>
                    <a:pt x="2993640" y="2972452"/>
                  </a:lnTo>
                  <a:lnTo>
                    <a:pt x="3038697" y="2961291"/>
                  </a:lnTo>
                  <a:lnTo>
                    <a:pt x="3083419" y="2949297"/>
                  </a:lnTo>
                  <a:lnTo>
                    <a:pt x="3127798" y="2936477"/>
                  </a:lnTo>
                  <a:lnTo>
                    <a:pt x="3171824" y="2922841"/>
                  </a:lnTo>
                  <a:lnTo>
                    <a:pt x="3215489" y="2908398"/>
                  </a:lnTo>
                  <a:lnTo>
                    <a:pt x="3258783" y="2893156"/>
                  </a:lnTo>
                  <a:lnTo>
                    <a:pt x="3301699" y="2877124"/>
                  </a:lnTo>
                  <a:lnTo>
                    <a:pt x="3344227" y="2860310"/>
                  </a:lnTo>
                  <a:lnTo>
                    <a:pt x="3386359" y="2842724"/>
                  </a:lnTo>
                  <a:lnTo>
                    <a:pt x="3428086" y="2824374"/>
                  </a:lnTo>
                  <a:lnTo>
                    <a:pt x="3469399" y="2805269"/>
                  </a:lnTo>
                  <a:lnTo>
                    <a:pt x="3510290" y="2785417"/>
                  </a:lnTo>
                  <a:lnTo>
                    <a:pt x="3550749" y="2764829"/>
                  </a:lnTo>
                  <a:lnTo>
                    <a:pt x="3590769" y="2743511"/>
                  </a:lnTo>
                  <a:lnTo>
                    <a:pt x="3630339" y="2721473"/>
                  </a:lnTo>
                  <a:lnTo>
                    <a:pt x="3669452" y="2698724"/>
                  </a:lnTo>
                  <a:lnTo>
                    <a:pt x="3708099" y="2675272"/>
                  </a:lnTo>
                  <a:lnTo>
                    <a:pt x="3746271" y="2651127"/>
                  </a:lnTo>
                  <a:lnTo>
                    <a:pt x="3783958" y="2626296"/>
                  </a:lnTo>
                  <a:lnTo>
                    <a:pt x="3821154" y="2600790"/>
                  </a:lnTo>
                  <a:lnTo>
                    <a:pt x="3857848" y="2574615"/>
                  </a:lnTo>
                  <a:lnTo>
                    <a:pt x="3894032" y="2547782"/>
                  </a:lnTo>
                  <a:lnTo>
                    <a:pt x="3929697" y="2520299"/>
                  </a:lnTo>
                  <a:lnTo>
                    <a:pt x="3964834" y="2492174"/>
                  </a:lnTo>
                  <a:lnTo>
                    <a:pt x="3999436" y="2463417"/>
                  </a:lnTo>
                  <a:lnTo>
                    <a:pt x="4033492" y="2434036"/>
                  </a:lnTo>
                  <a:lnTo>
                    <a:pt x="4066994" y="2404040"/>
                  </a:lnTo>
                  <a:lnTo>
                    <a:pt x="4099934" y="2373438"/>
                  </a:lnTo>
                  <a:lnTo>
                    <a:pt x="4132303" y="2342238"/>
                  </a:lnTo>
                  <a:lnTo>
                    <a:pt x="4164092" y="2310450"/>
                  </a:lnTo>
                  <a:lnTo>
                    <a:pt x="4195291" y="2278081"/>
                  </a:lnTo>
                  <a:lnTo>
                    <a:pt x="4225894" y="2245141"/>
                  </a:lnTo>
                  <a:lnTo>
                    <a:pt x="4255890" y="2211639"/>
                  </a:lnTo>
                  <a:lnTo>
                    <a:pt x="4285270" y="2177583"/>
                  </a:lnTo>
                  <a:lnTo>
                    <a:pt x="4314027" y="2142981"/>
                  </a:lnTo>
                  <a:lnTo>
                    <a:pt x="4342152" y="2107844"/>
                  </a:lnTo>
                  <a:lnTo>
                    <a:pt x="4369635" y="2072179"/>
                  </a:lnTo>
                  <a:lnTo>
                    <a:pt x="4396468" y="2035995"/>
                  </a:lnTo>
                  <a:lnTo>
                    <a:pt x="4422643" y="1999301"/>
                  </a:lnTo>
                  <a:lnTo>
                    <a:pt x="4448150" y="1962105"/>
                  </a:lnTo>
                  <a:lnTo>
                    <a:pt x="4472980" y="1924417"/>
                  </a:lnTo>
                  <a:lnTo>
                    <a:pt x="4497125" y="1886246"/>
                  </a:lnTo>
                  <a:lnTo>
                    <a:pt x="4520577" y="1847599"/>
                  </a:lnTo>
                  <a:lnTo>
                    <a:pt x="4543326" y="1808486"/>
                  </a:lnTo>
                  <a:lnTo>
                    <a:pt x="4565364" y="1768916"/>
                  </a:lnTo>
                  <a:lnTo>
                    <a:pt x="4586682" y="1728896"/>
                  </a:lnTo>
                  <a:lnTo>
                    <a:pt x="4607271" y="1688437"/>
                  </a:lnTo>
                  <a:lnTo>
                    <a:pt x="4627122" y="1647546"/>
                  </a:lnTo>
                  <a:lnTo>
                    <a:pt x="4646227" y="1606233"/>
                  </a:lnTo>
                  <a:lnTo>
                    <a:pt x="4664577" y="1564506"/>
                  </a:lnTo>
                  <a:lnTo>
                    <a:pt x="4682163" y="1522374"/>
                  </a:lnTo>
                  <a:lnTo>
                    <a:pt x="4698977" y="1479846"/>
                  </a:lnTo>
                  <a:lnTo>
                    <a:pt x="4715009" y="1436930"/>
                  </a:lnTo>
                  <a:lnTo>
                    <a:pt x="4730251" y="1393635"/>
                  </a:lnTo>
                  <a:lnTo>
                    <a:pt x="4744695" y="1349971"/>
                  </a:lnTo>
                  <a:lnTo>
                    <a:pt x="4758330" y="1305945"/>
                  </a:lnTo>
                  <a:lnTo>
                    <a:pt x="4771150" y="1261566"/>
                  </a:lnTo>
                  <a:lnTo>
                    <a:pt x="4783144" y="1216844"/>
                  </a:lnTo>
                  <a:lnTo>
                    <a:pt x="4794305" y="1171787"/>
                  </a:lnTo>
                  <a:lnTo>
                    <a:pt x="4804623" y="1126403"/>
                  </a:lnTo>
                  <a:lnTo>
                    <a:pt x="4814090" y="1080702"/>
                  </a:lnTo>
                  <a:lnTo>
                    <a:pt x="4822697" y="1034692"/>
                  </a:lnTo>
                  <a:lnTo>
                    <a:pt x="4830434" y="988382"/>
                  </a:lnTo>
                  <a:lnTo>
                    <a:pt x="4837295" y="941781"/>
                  </a:lnTo>
                  <a:lnTo>
                    <a:pt x="4843269" y="894897"/>
                  </a:lnTo>
                  <a:lnTo>
                    <a:pt x="4848348" y="847740"/>
                  </a:lnTo>
                  <a:lnTo>
                    <a:pt x="4852523" y="800317"/>
                  </a:lnTo>
                  <a:lnTo>
                    <a:pt x="4855785" y="752638"/>
                  </a:lnTo>
                  <a:lnTo>
                    <a:pt x="4858127" y="704712"/>
                  </a:lnTo>
                  <a:lnTo>
                    <a:pt x="4859538" y="656547"/>
                  </a:lnTo>
                  <a:lnTo>
                    <a:pt x="4860010" y="608152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89163" y="1177302"/>
              <a:ext cx="4860290" cy="3038475"/>
            </a:xfrm>
            <a:custGeom>
              <a:avLst/>
              <a:gdLst/>
              <a:ahLst/>
              <a:cxnLst/>
              <a:rect l="l" t="t" r="r" b="b"/>
              <a:pathLst>
                <a:path w="4860290" h="3038475">
                  <a:moveTo>
                    <a:pt x="4784636" y="0"/>
                  </a:moveTo>
                  <a:lnTo>
                    <a:pt x="4797545" y="50210"/>
                  </a:lnTo>
                  <a:lnTo>
                    <a:pt x="4809106" y="99961"/>
                  </a:lnTo>
                  <a:lnTo>
                    <a:pt x="4819360" y="149416"/>
                  </a:lnTo>
                  <a:lnTo>
                    <a:pt x="4828352" y="198738"/>
                  </a:lnTo>
                  <a:lnTo>
                    <a:pt x="4836125" y="248090"/>
                  </a:lnTo>
                  <a:lnTo>
                    <a:pt x="4842721" y="297637"/>
                  </a:lnTo>
                  <a:lnTo>
                    <a:pt x="4848183" y="347541"/>
                  </a:lnTo>
                  <a:lnTo>
                    <a:pt x="4852556" y="397967"/>
                  </a:lnTo>
                  <a:lnTo>
                    <a:pt x="4855882" y="449077"/>
                  </a:lnTo>
                  <a:lnTo>
                    <a:pt x="4858204" y="501036"/>
                  </a:lnTo>
                  <a:lnTo>
                    <a:pt x="4859566" y="554006"/>
                  </a:lnTo>
                  <a:lnTo>
                    <a:pt x="4860010" y="608152"/>
                  </a:lnTo>
                  <a:lnTo>
                    <a:pt x="4859538" y="656547"/>
                  </a:lnTo>
                  <a:lnTo>
                    <a:pt x="4858127" y="704712"/>
                  </a:lnTo>
                  <a:lnTo>
                    <a:pt x="4855785" y="752638"/>
                  </a:lnTo>
                  <a:lnTo>
                    <a:pt x="4852523" y="800317"/>
                  </a:lnTo>
                  <a:lnTo>
                    <a:pt x="4848348" y="847740"/>
                  </a:lnTo>
                  <a:lnTo>
                    <a:pt x="4843269" y="894897"/>
                  </a:lnTo>
                  <a:lnTo>
                    <a:pt x="4837295" y="941781"/>
                  </a:lnTo>
                  <a:lnTo>
                    <a:pt x="4830434" y="988382"/>
                  </a:lnTo>
                  <a:lnTo>
                    <a:pt x="4822697" y="1034692"/>
                  </a:lnTo>
                  <a:lnTo>
                    <a:pt x="4814090" y="1080702"/>
                  </a:lnTo>
                  <a:lnTo>
                    <a:pt x="4804623" y="1126403"/>
                  </a:lnTo>
                  <a:lnTo>
                    <a:pt x="4794305" y="1171787"/>
                  </a:lnTo>
                  <a:lnTo>
                    <a:pt x="4783144" y="1216844"/>
                  </a:lnTo>
                  <a:lnTo>
                    <a:pt x="4771150" y="1261566"/>
                  </a:lnTo>
                  <a:lnTo>
                    <a:pt x="4758330" y="1305945"/>
                  </a:lnTo>
                  <a:lnTo>
                    <a:pt x="4744695" y="1349971"/>
                  </a:lnTo>
                  <a:lnTo>
                    <a:pt x="4730251" y="1393635"/>
                  </a:lnTo>
                  <a:lnTo>
                    <a:pt x="4715009" y="1436930"/>
                  </a:lnTo>
                  <a:lnTo>
                    <a:pt x="4698977" y="1479846"/>
                  </a:lnTo>
                  <a:lnTo>
                    <a:pt x="4682163" y="1522374"/>
                  </a:lnTo>
                  <a:lnTo>
                    <a:pt x="4664577" y="1564506"/>
                  </a:lnTo>
                  <a:lnTo>
                    <a:pt x="4646227" y="1606233"/>
                  </a:lnTo>
                  <a:lnTo>
                    <a:pt x="4627122" y="1647546"/>
                  </a:lnTo>
                  <a:lnTo>
                    <a:pt x="4607271" y="1688437"/>
                  </a:lnTo>
                  <a:lnTo>
                    <a:pt x="4586682" y="1728896"/>
                  </a:lnTo>
                  <a:lnTo>
                    <a:pt x="4565364" y="1768916"/>
                  </a:lnTo>
                  <a:lnTo>
                    <a:pt x="4543326" y="1808486"/>
                  </a:lnTo>
                  <a:lnTo>
                    <a:pt x="4520577" y="1847599"/>
                  </a:lnTo>
                  <a:lnTo>
                    <a:pt x="4497125" y="1886246"/>
                  </a:lnTo>
                  <a:lnTo>
                    <a:pt x="4472980" y="1924417"/>
                  </a:lnTo>
                  <a:lnTo>
                    <a:pt x="4448150" y="1962105"/>
                  </a:lnTo>
                  <a:lnTo>
                    <a:pt x="4422643" y="1999301"/>
                  </a:lnTo>
                  <a:lnTo>
                    <a:pt x="4396468" y="2035995"/>
                  </a:lnTo>
                  <a:lnTo>
                    <a:pt x="4369635" y="2072179"/>
                  </a:lnTo>
                  <a:lnTo>
                    <a:pt x="4342152" y="2107844"/>
                  </a:lnTo>
                  <a:lnTo>
                    <a:pt x="4314027" y="2142981"/>
                  </a:lnTo>
                  <a:lnTo>
                    <a:pt x="4285270" y="2177583"/>
                  </a:lnTo>
                  <a:lnTo>
                    <a:pt x="4255890" y="2211639"/>
                  </a:lnTo>
                  <a:lnTo>
                    <a:pt x="4225894" y="2245141"/>
                  </a:lnTo>
                  <a:lnTo>
                    <a:pt x="4195291" y="2278081"/>
                  </a:lnTo>
                  <a:lnTo>
                    <a:pt x="4164092" y="2310450"/>
                  </a:lnTo>
                  <a:lnTo>
                    <a:pt x="4132303" y="2342238"/>
                  </a:lnTo>
                  <a:lnTo>
                    <a:pt x="4099934" y="2373438"/>
                  </a:lnTo>
                  <a:lnTo>
                    <a:pt x="4066994" y="2404040"/>
                  </a:lnTo>
                  <a:lnTo>
                    <a:pt x="4033492" y="2434036"/>
                  </a:lnTo>
                  <a:lnTo>
                    <a:pt x="3999436" y="2463417"/>
                  </a:lnTo>
                  <a:lnTo>
                    <a:pt x="3964834" y="2492174"/>
                  </a:lnTo>
                  <a:lnTo>
                    <a:pt x="3929697" y="2520299"/>
                  </a:lnTo>
                  <a:lnTo>
                    <a:pt x="3894032" y="2547782"/>
                  </a:lnTo>
                  <a:lnTo>
                    <a:pt x="3857848" y="2574615"/>
                  </a:lnTo>
                  <a:lnTo>
                    <a:pt x="3821154" y="2600790"/>
                  </a:lnTo>
                  <a:lnTo>
                    <a:pt x="3783958" y="2626296"/>
                  </a:lnTo>
                  <a:lnTo>
                    <a:pt x="3746271" y="2651127"/>
                  </a:lnTo>
                  <a:lnTo>
                    <a:pt x="3708099" y="2675272"/>
                  </a:lnTo>
                  <a:lnTo>
                    <a:pt x="3669452" y="2698724"/>
                  </a:lnTo>
                  <a:lnTo>
                    <a:pt x="3630339" y="2721473"/>
                  </a:lnTo>
                  <a:lnTo>
                    <a:pt x="3590769" y="2743511"/>
                  </a:lnTo>
                  <a:lnTo>
                    <a:pt x="3550749" y="2764829"/>
                  </a:lnTo>
                  <a:lnTo>
                    <a:pt x="3510290" y="2785417"/>
                  </a:lnTo>
                  <a:lnTo>
                    <a:pt x="3469399" y="2805269"/>
                  </a:lnTo>
                  <a:lnTo>
                    <a:pt x="3428086" y="2824374"/>
                  </a:lnTo>
                  <a:lnTo>
                    <a:pt x="3386359" y="2842724"/>
                  </a:lnTo>
                  <a:lnTo>
                    <a:pt x="3344227" y="2860310"/>
                  </a:lnTo>
                  <a:lnTo>
                    <a:pt x="3301699" y="2877124"/>
                  </a:lnTo>
                  <a:lnTo>
                    <a:pt x="3258783" y="2893156"/>
                  </a:lnTo>
                  <a:lnTo>
                    <a:pt x="3215489" y="2908398"/>
                  </a:lnTo>
                  <a:lnTo>
                    <a:pt x="3171824" y="2922841"/>
                  </a:lnTo>
                  <a:lnTo>
                    <a:pt x="3127798" y="2936477"/>
                  </a:lnTo>
                  <a:lnTo>
                    <a:pt x="3083419" y="2949297"/>
                  </a:lnTo>
                  <a:lnTo>
                    <a:pt x="3038697" y="2961291"/>
                  </a:lnTo>
                  <a:lnTo>
                    <a:pt x="2993640" y="2972452"/>
                  </a:lnTo>
                  <a:lnTo>
                    <a:pt x="2948256" y="2982770"/>
                  </a:lnTo>
                  <a:lnTo>
                    <a:pt x="2902555" y="2992237"/>
                  </a:lnTo>
                  <a:lnTo>
                    <a:pt x="2856545" y="3000844"/>
                  </a:lnTo>
                  <a:lnTo>
                    <a:pt x="2810235" y="3008581"/>
                  </a:lnTo>
                  <a:lnTo>
                    <a:pt x="2763634" y="3015442"/>
                  </a:lnTo>
                  <a:lnTo>
                    <a:pt x="2716750" y="3021416"/>
                  </a:lnTo>
                  <a:lnTo>
                    <a:pt x="2669593" y="3026495"/>
                  </a:lnTo>
                  <a:lnTo>
                    <a:pt x="2622170" y="3030670"/>
                  </a:lnTo>
                  <a:lnTo>
                    <a:pt x="2574491" y="3033932"/>
                  </a:lnTo>
                  <a:lnTo>
                    <a:pt x="2526565" y="3036274"/>
                  </a:lnTo>
                  <a:lnTo>
                    <a:pt x="2478400" y="3037685"/>
                  </a:lnTo>
                  <a:lnTo>
                    <a:pt x="2430005" y="3038157"/>
                  </a:lnTo>
                  <a:lnTo>
                    <a:pt x="2381610" y="3037685"/>
                  </a:lnTo>
                  <a:lnTo>
                    <a:pt x="2333444" y="3036274"/>
                  </a:lnTo>
                  <a:lnTo>
                    <a:pt x="2285518" y="3033932"/>
                  </a:lnTo>
                  <a:lnTo>
                    <a:pt x="2237839" y="3030670"/>
                  </a:lnTo>
                  <a:lnTo>
                    <a:pt x="2190417" y="3026495"/>
                  </a:lnTo>
                  <a:lnTo>
                    <a:pt x="2143259" y="3021416"/>
                  </a:lnTo>
                  <a:lnTo>
                    <a:pt x="2096375" y="3015442"/>
                  </a:lnTo>
                  <a:lnTo>
                    <a:pt x="2049774" y="3008581"/>
                  </a:lnTo>
                  <a:lnTo>
                    <a:pt x="2003464" y="3000844"/>
                  </a:lnTo>
                  <a:lnTo>
                    <a:pt x="1957454" y="2992237"/>
                  </a:lnTo>
                  <a:lnTo>
                    <a:pt x="1911753" y="2982770"/>
                  </a:lnTo>
                  <a:lnTo>
                    <a:pt x="1866370" y="2972452"/>
                  </a:lnTo>
                  <a:lnTo>
                    <a:pt x="1821312" y="2961291"/>
                  </a:lnTo>
                  <a:lnTo>
                    <a:pt x="1776590" y="2949297"/>
                  </a:lnTo>
                  <a:lnTo>
                    <a:pt x="1732212" y="2936477"/>
                  </a:lnTo>
                  <a:lnTo>
                    <a:pt x="1688186" y="2922841"/>
                  </a:lnTo>
                  <a:lnTo>
                    <a:pt x="1644521" y="2908398"/>
                  </a:lnTo>
                  <a:lnTo>
                    <a:pt x="1601226" y="2893156"/>
                  </a:lnTo>
                  <a:lnTo>
                    <a:pt x="1558311" y="2877124"/>
                  </a:lnTo>
                  <a:lnTo>
                    <a:pt x="1515782" y="2860310"/>
                  </a:lnTo>
                  <a:lnTo>
                    <a:pt x="1473650" y="2842724"/>
                  </a:lnTo>
                  <a:lnTo>
                    <a:pt x="1431923" y="2824374"/>
                  </a:lnTo>
                  <a:lnTo>
                    <a:pt x="1390610" y="2805269"/>
                  </a:lnTo>
                  <a:lnTo>
                    <a:pt x="1349720" y="2785417"/>
                  </a:lnTo>
                  <a:lnTo>
                    <a:pt x="1309260" y="2764829"/>
                  </a:lnTo>
                  <a:lnTo>
                    <a:pt x="1269241" y="2743511"/>
                  </a:lnTo>
                  <a:lnTo>
                    <a:pt x="1229670" y="2721473"/>
                  </a:lnTo>
                  <a:lnTo>
                    <a:pt x="1190557" y="2698724"/>
                  </a:lnTo>
                  <a:lnTo>
                    <a:pt x="1151911" y="2675272"/>
                  </a:lnTo>
                  <a:lnTo>
                    <a:pt x="1113739" y="2651127"/>
                  </a:lnTo>
                  <a:lnTo>
                    <a:pt x="1076051" y="2626296"/>
                  </a:lnTo>
                  <a:lnTo>
                    <a:pt x="1038856" y="2600790"/>
                  </a:lnTo>
                  <a:lnTo>
                    <a:pt x="1002162" y="2574615"/>
                  </a:lnTo>
                  <a:lnTo>
                    <a:pt x="965978" y="2547782"/>
                  </a:lnTo>
                  <a:lnTo>
                    <a:pt x="930313" y="2520299"/>
                  </a:lnTo>
                  <a:lnTo>
                    <a:pt x="895175" y="2492174"/>
                  </a:lnTo>
                  <a:lnTo>
                    <a:pt x="860574" y="2463417"/>
                  </a:lnTo>
                  <a:lnTo>
                    <a:pt x="826518" y="2434036"/>
                  </a:lnTo>
                  <a:lnTo>
                    <a:pt x="793015" y="2404040"/>
                  </a:lnTo>
                  <a:lnTo>
                    <a:pt x="760075" y="2373438"/>
                  </a:lnTo>
                  <a:lnTo>
                    <a:pt x="727707" y="2342238"/>
                  </a:lnTo>
                  <a:lnTo>
                    <a:pt x="695918" y="2310450"/>
                  </a:lnTo>
                  <a:lnTo>
                    <a:pt x="664718" y="2278081"/>
                  </a:lnTo>
                  <a:lnTo>
                    <a:pt x="634116" y="2245141"/>
                  </a:lnTo>
                  <a:lnTo>
                    <a:pt x="604120" y="2211639"/>
                  </a:lnTo>
                  <a:lnTo>
                    <a:pt x="574739" y="2177583"/>
                  </a:lnTo>
                  <a:lnTo>
                    <a:pt x="545982" y="2142981"/>
                  </a:lnTo>
                  <a:lnTo>
                    <a:pt x="517858" y="2107844"/>
                  </a:lnTo>
                  <a:lnTo>
                    <a:pt x="490374" y="2072179"/>
                  </a:lnTo>
                  <a:lnTo>
                    <a:pt x="463541" y="2035995"/>
                  </a:lnTo>
                  <a:lnTo>
                    <a:pt x="437367" y="1999301"/>
                  </a:lnTo>
                  <a:lnTo>
                    <a:pt x="411860" y="1962105"/>
                  </a:lnTo>
                  <a:lnTo>
                    <a:pt x="387030" y="1924417"/>
                  </a:lnTo>
                  <a:lnTo>
                    <a:pt x="362884" y="1886246"/>
                  </a:lnTo>
                  <a:lnTo>
                    <a:pt x="339433" y="1847599"/>
                  </a:lnTo>
                  <a:lnTo>
                    <a:pt x="316683" y="1808486"/>
                  </a:lnTo>
                  <a:lnTo>
                    <a:pt x="294646" y="1768916"/>
                  </a:lnTo>
                  <a:lnTo>
                    <a:pt x="273328" y="1728896"/>
                  </a:lnTo>
                  <a:lnTo>
                    <a:pt x="252739" y="1688437"/>
                  </a:lnTo>
                  <a:lnTo>
                    <a:pt x="232888" y="1647546"/>
                  </a:lnTo>
                  <a:lnTo>
                    <a:pt x="213783" y="1606233"/>
                  </a:lnTo>
                  <a:lnTo>
                    <a:pt x="195433" y="1564506"/>
                  </a:lnTo>
                  <a:lnTo>
                    <a:pt x="177847" y="1522374"/>
                  </a:lnTo>
                  <a:lnTo>
                    <a:pt x="161033" y="1479846"/>
                  </a:lnTo>
                  <a:lnTo>
                    <a:pt x="145001" y="1436930"/>
                  </a:lnTo>
                  <a:lnTo>
                    <a:pt x="129758" y="1393635"/>
                  </a:lnTo>
                  <a:lnTo>
                    <a:pt x="115315" y="1349971"/>
                  </a:lnTo>
                  <a:lnTo>
                    <a:pt x="101679" y="1305945"/>
                  </a:lnTo>
                  <a:lnTo>
                    <a:pt x="88860" y="1261566"/>
                  </a:lnTo>
                  <a:lnTo>
                    <a:pt x="76865" y="1216844"/>
                  </a:lnTo>
                  <a:lnTo>
                    <a:pt x="65705" y="1171787"/>
                  </a:lnTo>
                  <a:lnTo>
                    <a:pt x="55386" y="1126403"/>
                  </a:lnTo>
                  <a:lnTo>
                    <a:pt x="45920" y="1080702"/>
                  </a:lnTo>
                  <a:lnTo>
                    <a:pt x="37313" y="1034692"/>
                  </a:lnTo>
                  <a:lnTo>
                    <a:pt x="29575" y="988382"/>
                  </a:lnTo>
                  <a:lnTo>
                    <a:pt x="22715" y="941781"/>
                  </a:lnTo>
                  <a:lnTo>
                    <a:pt x="16741" y="894897"/>
                  </a:lnTo>
                  <a:lnTo>
                    <a:pt x="11662" y="847740"/>
                  </a:lnTo>
                  <a:lnTo>
                    <a:pt x="7487" y="800317"/>
                  </a:lnTo>
                  <a:lnTo>
                    <a:pt x="4224" y="752638"/>
                  </a:lnTo>
                  <a:lnTo>
                    <a:pt x="1883" y="704712"/>
                  </a:lnTo>
                  <a:lnTo>
                    <a:pt x="472" y="656547"/>
                  </a:lnTo>
                  <a:lnTo>
                    <a:pt x="0" y="608152"/>
                  </a:lnTo>
                  <a:lnTo>
                    <a:pt x="533" y="556695"/>
                  </a:lnTo>
                  <a:lnTo>
                    <a:pt x="2128" y="505500"/>
                  </a:lnTo>
                  <a:lnTo>
                    <a:pt x="4774" y="454576"/>
                  </a:lnTo>
                  <a:lnTo>
                    <a:pt x="8459" y="403934"/>
                  </a:lnTo>
                  <a:lnTo>
                    <a:pt x="13174" y="353585"/>
                  </a:lnTo>
                  <a:lnTo>
                    <a:pt x="18908" y="303539"/>
                  </a:lnTo>
                  <a:lnTo>
                    <a:pt x="25651" y="253805"/>
                  </a:lnTo>
                  <a:lnTo>
                    <a:pt x="33393" y="204396"/>
                  </a:lnTo>
                  <a:lnTo>
                    <a:pt x="42122" y="155321"/>
                  </a:lnTo>
                  <a:lnTo>
                    <a:pt x="51828" y="10659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22513" y="1175867"/>
              <a:ext cx="4592955" cy="2906395"/>
            </a:xfrm>
            <a:custGeom>
              <a:avLst/>
              <a:gdLst/>
              <a:ahLst/>
              <a:cxnLst/>
              <a:rect l="l" t="t" r="r" b="b"/>
              <a:pathLst>
                <a:path w="4592955" h="2906395">
                  <a:moveTo>
                    <a:pt x="4592688" y="609587"/>
                  </a:moveTo>
                  <a:lnTo>
                    <a:pt x="4592319" y="553664"/>
                  </a:lnTo>
                  <a:lnTo>
                    <a:pt x="4591149" y="499699"/>
                  </a:lnTo>
                  <a:lnTo>
                    <a:pt x="4589080" y="447384"/>
                  </a:lnTo>
                  <a:lnTo>
                    <a:pt x="4586013" y="396411"/>
                  </a:lnTo>
                  <a:lnTo>
                    <a:pt x="4581853" y="346472"/>
                  </a:lnTo>
                  <a:lnTo>
                    <a:pt x="4576500" y="297259"/>
                  </a:lnTo>
                  <a:lnTo>
                    <a:pt x="4569858" y="248465"/>
                  </a:lnTo>
                  <a:lnTo>
                    <a:pt x="4561830" y="199781"/>
                  </a:lnTo>
                  <a:lnTo>
                    <a:pt x="4552317" y="150901"/>
                  </a:lnTo>
                  <a:lnTo>
                    <a:pt x="4541222" y="101516"/>
                  </a:lnTo>
                  <a:lnTo>
                    <a:pt x="4528448" y="51318"/>
                  </a:lnTo>
                  <a:lnTo>
                    <a:pt x="4513897" y="0"/>
                  </a:lnTo>
                  <a:lnTo>
                    <a:pt x="57823" y="101460"/>
                  </a:lnTo>
                  <a:lnTo>
                    <a:pt x="45745" y="153282"/>
                  </a:lnTo>
                  <a:lnTo>
                    <a:pt x="35282" y="203635"/>
                  </a:lnTo>
                  <a:lnTo>
                    <a:pt x="26352" y="252987"/>
                  </a:lnTo>
                  <a:lnTo>
                    <a:pt x="18875" y="301803"/>
                  </a:lnTo>
                  <a:lnTo>
                    <a:pt x="12771" y="350551"/>
                  </a:lnTo>
                  <a:lnTo>
                    <a:pt x="7958" y="399697"/>
                  </a:lnTo>
                  <a:lnTo>
                    <a:pt x="4355" y="449707"/>
                  </a:lnTo>
                  <a:lnTo>
                    <a:pt x="1881" y="501047"/>
                  </a:lnTo>
                  <a:lnTo>
                    <a:pt x="456" y="554185"/>
                  </a:lnTo>
                  <a:lnTo>
                    <a:pt x="0" y="609587"/>
                  </a:lnTo>
                  <a:lnTo>
                    <a:pt x="492" y="657630"/>
                  </a:lnTo>
                  <a:lnTo>
                    <a:pt x="1964" y="705433"/>
                  </a:lnTo>
                  <a:lnTo>
                    <a:pt x="4404" y="752986"/>
                  </a:lnTo>
                  <a:lnTo>
                    <a:pt x="7805" y="800279"/>
                  </a:lnTo>
                  <a:lnTo>
                    <a:pt x="12155" y="847303"/>
                  </a:lnTo>
                  <a:lnTo>
                    <a:pt x="17446" y="894049"/>
                  </a:lnTo>
                  <a:lnTo>
                    <a:pt x="23668" y="940505"/>
                  </a:lnTo>
                  <a:lnTo>
                    <a:pt x="30811" y="986664"/>
                  </a:lnTo>
                  <a:lnTo>
                    <a:pt x="38866" y="1032516"/>
                  </a:lnTo>
                  <a:lnTo>
                    <a:pt x="47822" y="1078050"/>
                  </a:lnTo>
                  <a:lnTo>
                    <a:pt x="57672" y="1123258"/>
                  </a:lnTo>
                  <a:lnTo>
                    <a:pt x="68404" y="1168129"/>
                  </a:lnTo>
                  <a:lnTo>
                    <a:pt x="80010" y="1212654"/>
                  </a:lnTo>
                  <a:lnTo>
                    <a:pt x="92479" y="1256824"/>
                  </a:lnTo>
                  <a:lnTo>
                    <a:pt x="105803" y="1300629"/>
                  </a:lnTo>
                  <a:lnTo>
                    <a:pt x="119971" y="1344059"/>
                  </a:lnTo>
                  <a:lnTo>
                    <a:pt x="134974" y="1387105"/>
                  </a:lnTo>
                  <a:lnTo>
                    <a:pt x="150803" y="1429756"/>
                  </a:lnTo>
                  <a:lnTo>
                    <a:pt x="167447" y="1472005"/>
                  </a:lnTo>
                  <a:lnTo>
                    <a:pt x="184898" y="1513840"/>
                  </a:lnTo>
                  <a:lnTo>
                    <a:pt x="203145" y="1555253"/>
                  </a:lnTo>
                  <a:lnTo>
                    <a:pt x="222180" y="1596234"/>
                  </a:lnTo>
                  <a:lnTo>
                    <a:pt x="241991" y="1636773"/>
                  </a:lnTo>
                  <a:lnTo>
                    <a:pt x="262571" y="1676860"/>
                  </a:lnTo>
                  <a:lnTo>
                    <a:pt x="283909" y="1716486"/>
                  </a:lnTo>
                  <a:lnTo>
                    <a:pt x="305995" y="1755642"/>
                  </a:lnTo>
                  <a:lnTo>
                    <a:pt x="328821" y="1794318"/>
                  </a:lnTo>
                  <a:lnTo>
                    <a:pt x="352376" y="1832504"/>
                  </a:lnTo>
                  <a:lnTo>
                    <a:pt x="376651" y="1870190"/>
                  </a:lnTo>
                  <a:lnTo>
                    <a:pt x="401636" y="1907368"/>
                  </a:lnTo>
                  <a:lnTo>
                    <a:pt x="427322" y="1944027"/>
                  </a:lnTo>
                  <a:lnTo>
                    <a:pt x="453699" y="1980158"/>
                  </a:lnTo>
                  <a:lnTo>
                    <a:pt x="480758" y="2015751"/>
                  </a:lnTo>
                  <a:lnTo>
                    <a:pt x="508489" y="2050797"/>
                  </a:lnTo>
                  <a:lnTo>
                    <a:pt x="536882" y="2085286"/>
                  </a:lnTo>
                  <a:lnTo>
                    <a:pt x="565927" y="2119209"/>
                  </a:lnTo>
                  <a:lnTo>
                    <a:pt x="595616" y="2152556"/>
                  </a:lnTo>
                  <a:lnTo>
                    <a:pt x="625939" y="2185317"/>
                  </a:lnTo>
                  <a:lnTo>
                    <a:pt x="656886" y="2217482"/>
                  </a:lnTo>
                  <a:lnTo>
                    <a:pt x="688447" y="2249043"/>
                  </a:lnTo>
                  <a:lnTo>
                    <a:pt x="720612" y="2279990"/>
                  </a:lnTo>
                  <a:lnTo>
                    <a:pt x="753373" y="2310312"/>
                  </a:lnTo>
                  <a:lnTo>
                    <a:pt x="786720" y="2340001"/>
                  </a:lnTo>
                  <a:lnTo>
                    <a:pt x="820643" y="2369047"/>
                  </a:lnTo>
                  <a:lnTo>
                    <a:pt x="855132" y="2397439"/>
                  </a:lnTo>
                  <a:lnTo>
                    <a:pt x="890178" y="2425170"/>
                  </a:lnTo>
                  <a:lnTo>
                    <a:pt x="925772" y="2452229"/>
                  </a:lnTo>
                  <a:lnTo>
                    <a:pt x="961903" y="2478606"/>
                  </a:lnTo>
                  <a:lnTo>
                    <a:pt x="998562" y="2504291"/>
                  </a:lnTo>
                  <a:lnTo>
                    <a:pt x="1035739" y="2529277"/>
                  </a:lnTo>
                  <a:lnTo>
                    <a:pt x="1073426" y="2553551"/>
                  </a:lnTo>
                  <a:lnTo>
                    <a:pt x="1111612" y="2577106"/>
                  </a:lnTo>
                  <a:lnTo>
                    <a:pt x="1150288" y="2599932"/>
                  </a:lnTo>
                  <a:lnTo>
                    <a:pt x="1189443" y="2622018"/>
                  </a:lnTo>
                  <a:lnTo>
                    <a:pt x="1229070" y="2643356"/>
                  </a:lnTo>
                  <a:lnTo>
                    <a:pt x="1269157" y="2663935"/>
                  </a:lnTo>
                  <a:lnTo>
                    <a:pt x="1309696" y="2683747"/>
                  </a:lnTo>
                  <a:lnTo>
                    <a:pt x="1350676" y="2702781"/>
                  </a:lnTo>
                  <a:lnTo>
                    <a:pt x="1392089" y="2721028"/>
                  </a:lnTo>
                  <a:lnTo>
                    <a:pt x="1433924" y="2738478"/>
                  </a:lnTo>
                  <a:lnTo>
                    <a:pt x="1476173" y="2755123"/>
                  </a:lnTo>
                  <a:lnTo>
                    <a:pt x="1518825" y="2770951"/>
                  </a:lnTo>
                  <a:lnTo>
                    <a:pt x="1561870" y="2785954"/>
                  </a:lnTo>
                  <a:lnTo>
                    <a:pt x="1605300" y="2800122"/>
                  </a:lnTo>
                  <a:lnTo>
                    <a:pt x="1649105" y="2813446"/>
                  </a:lnTo>
                  <a:lnTo>
                    <a:pt x="1693274" y="2825915"/>
                  </a:lnTo>
                  <a:lnTo>
                    <a:pt x="1737799" y="2837521"/>
                  </a:lnTo>
                  <a:lnTo>
                    <a:pt x="1782670" y="2848253"/>
                  </a:lnTo>
                  <a:lnTo>
                    <a:pt x="1827878" y="2858102"/>
                  </a:lnTo>
                  <a:lnTo>
                    <a:pt x="1873412" y="2867059"/>
                  </a:lnTo>
                  <a:lnTo>
                    <a:pt x="1919263" y="2875114"/>
                  </a:lnTo>
                  <a:lnTo>
                    <a:pt x="1965421" y="2882257"/>
                  </a:lnTo>
                  <a:lnTo>
                    <a:pt x="2011878" y="2888478"/>
                  </a:lnTo>
                  <a:lnTo>
                    <a:pt x="2058623" y="2893769"/>
                  </a:lnTo>
                  <a:lnTo>
                    <a:pt x="2105647" y="2898120"/>
                  </a:lnTo>
                  <a:lnTo>
                    <a:pt x="2152940" y="2901520"/>
                  </a:lnTo>
                  <a:lnTo>
                    <a:pt x="2200492" y="2903961"/>
                  </a:lnTo>
                  <a:lnTo>
                    <a:pt x="2248294" y="2905432"/>
                  </a:lnTo>
                  <a:lnTo>
                    <a:pt x="2296337" y="2905925"/>
                  </a:lnTo>
                  <a:lnTo>
                    <a:pt x="2344381" y="2905432"/>
                  </a:lnTo>
                  <a:lnTo>
                    <a:pt x="2392184" y="2903961"/>
                  </a:lnTo>
                  <a:lnTo>
                    <a:pt x="2439736" y="2901520"/>
                  </a:lnTo>
                  <a:lnTo>
                    <a:pt x="2487030" y="2898120"/>
                  </a:lnTo>
                  <a:lnTo>
                    <a:pt x="2534054" y="2893769"/>
                  </a:lnTo>
                  <a:lnTo>
                    <a:pt x="2580799" y="2888478"/>
                  </a:lnTo>
                  <a:lnTo>
                    <a:pt x="2627256" y="2882257"/>
                  </a:lnTo>
                  <a:lnTo>
                    <a:pt x="2673415" y="2875114"/>
                  </a:lnTo>
                  <a:lnTo>
                    <a:pt x="2719267" y="2867059"/>
                  </a:lnTo>
                  <a:lnTo>
                    <a:pt x="2764801" y="2858102"/>
                  </a:lnTo>
                  <a:lnTo>
                    <a:pt x="2810009" y="2848253"/>
                  </a:lnTo>
                  <a:lnTo>
                    <a:pt x="2854880" y="2837521"/>
                  </a:lnTo>
                  <a:lnTo>
                    <a:pt x="2899406" y="2825915"/>
                  </a:lnTo>
                  <a:lnTo>
                    <a:pt x="2943576" y="2813446"/>
                  </a:lnTo>
                  <a:lnTo>
                    <a:pt x="2987380" y="2800122"/>
                  </a:lnTo>
                  <a:lnTo>
                    <a:pt x="3030811" y="2785954"/>
                  </a:lnTo>
                  <a:lnTo>
                    <a:pt x="3073857" y="2770951"/>
                  </a:lnTo>
                  <a:lnTo>
                    <a:pt x="3116509" y="2755123"/>
                  </a:lnTo>
                  <a:lnTo>
                    <a:pt x="3158757" y="2738478"/>
                  </a:lnTo>
                  <a:lnTo>
                    <a:pt x="3200593" y="2721028"/>
                  </a:lnTo>
                  <a:lnTo>
                    <a:pt x="3242006" y="2702781"/>
                  </a:lnTo>
                  <a:lnTo>
                    <a:pt x="3282987" y="2683747"/>
                  </a:lnTo>
                  <a:lnTo>
                    <a:pt x="3323526" y="2663935"/>
                  </a:lnTo>
                  <a:lnTo>
                    <a:pt x="3363613" y="2643356"/>
                  </a:lnTo>
                  <a:lnTo>
                    <a:pt x="3403240" y="2622018"/>
                  </a:lnTo>
                  <a:lnTo>
                    <a:pt x="3442396" y="2599932"/>
                  </a:lnTo>
                  <a:lnTo>
                    <a:pt x="3481072" y="2577106"/>
                  </a:lnTo>
                  <a:lnTo>
                    <a:pt x="3519258" y="2553551"/>
                  </a:lnTo>
                  <a:lnTo>
                    <a:pt x="3556945" y="2529277"/>
                  </a:lnTo>
                  <a:lnTo>
                    <a:pt x="3594123" y="2504291"/>
                  </a:lnTo>
                  <a:lnTo>
                    <a:pt x="3630782" y="2478606"/>
                  </a:lnTo>
                  <a:lnTo>
                    <a:pt x="3666913" y="2452229"/>
                  </a:lnTo>
                  <a:lnTo>
                    <a:pt x="3702507" y="2425170"/>
                  </a:lnTo>
                  <a:lnTo>
                    <a:pt x="3737553" y="2397439"/>
                  </a:lnTo>
                  <a:lnTo>
                    <a:pt x="3772042" y="2369047"/>
                  </a:lnTo>
                  <a:lnTo>
                    <a:pt x="3805965" y="2340001"/>
                  </a:lnTo>
                  <a:lnTo>
                    <a:pt x="3839312" y="2310312"/>
                  </a:lnTo>
                  <a:lnTo>
                    <a:pt x="3872073" y="2279990"/>
                  </a:lnTo>
                  <a:lnTo>
                    <a:pt x="3904239" y="2249043"/>
                  </a:lnTo>
                  <a:lnTo>
                    <a:pt x="3935800" y="2217482"/>
                  </a:lnTo>
                  <a:lnTo>
                    <a:pt x="3966747" y="2185317"/>
                  </a:lnTo>
                  <a:lnTo>
                    <a:pt x="3997070" y="2152556"/>
                  </a:lnTo>
                  <a:lnTo>
                    <a:pt x="4026759" y="2119209"/>
                  </a:lnTo>
                  <a:lnTo>
                    <a:pt x="4055804" y="2085286"/>
                  </a:lnTo>
                  <a:lnTo>
                    <a:pt x="4084198" y="2050797"/>
                  </a:lnTo>
                  <a:lnTo>
                    <a:pt x="4111928" y="2015751"/>
                  </a:lnTo>
                  <a:lnTo>
                    <a:pt x="4138987" y="1980158"/>
                  </a:lnTo>
                  <a:lnTo>
                    <a:pt x="4165364" y="1944027"/>
                  </a:lnTo>
                  <a:lnTo>
                    <a:pt x="4191050" y="1907368"/>
                  </a:lnTo>
                  <a:lnTo>
                    <a:pt x="4216036" y="1870190"/>
                  </a:lnTo>
                  <a:lnTo>
                    <a:pt x="4240311" y="1832504"/>
                  </a:lnTo>
                  <a:lnTo>
                    <a:pt x="4263866" y="1794318"/>
                  </a:lnTo>
                  <a:lnTo>
                    <a:pt x="4286692" y="1755642"/>
                  </a:lnTo>
                  <a:lnTo>
                    <a:pt x="4308778" y="1716486"/>
                  </a:lnTo>
                  <a:lnTo>
                    <a:pt x="4330116" y="1676860"/>
                  </a:lnTo>
                  <a:lnTo>
                    <a:pt x="4350696" y="1636773"/>
                  </a:lnTo>
                  <a:lnTo>
                    <a:pt x="4370507" y="1596234"/>
                  </a:lnTo>
                  <a:lnTo>
                    <a:pt x="4389542" y="1555253"/>
                  </a:lnTo>
                  <a:lnTo>
                    <a:pt x="4407789" y="1513840"/>
                  </a:lnTo>
                  <a:lnTo>
                    <a:pt x="4425240" y="1472005"/>
                  </a:lnTo>
                  <a:lnTo>
                    <a:pt x="4441884" y="1429756"/>
                  </a:lnTo>
                  <a:lnTo>
                    <a:pt x="4457713" y="1387105"/>
                  </a:lnTo>
                  <a:lnTo>
                    <a:pt x="4472716" y="1344059"/>
                  </a:lnTo>
                  <a:lnTo>
                    <a:pt x="4486884" y="1300629"/>
                  </a:lnTo>
                  <a:lnTo>
                    <a:pt x="4500208" y="1256824"/>
                  </a:lnTo>
                  <a:lnTo>
                    <a:pt x="4512677" y="1212654"/>
                  </a:lnTo>
                  <a:lnTo>
                    <a:pt x="4524283" y="1168129"/>
                  </a:lnTo>
                  <a:lnTo>
                    <a:pt x="4535015" y="1123258"/>
                  </a:lnTo>
                  <a:lnTo>
                    <a:pt x="4544865" y="1078050"/>
                  </a:lnTo>
                  <a:lnTo>
                    <a:pt x="4553822" y="1032516"/>
                  </a:lnTo>
                  <a:lnTo>
                    <a:pt x="4561876" y="986664"/>
                  </a:lnTo>
                  <a:lnTo>
                    <a:pt x="4569020" y="940505"/>
                  </a:lnTo>
                  <a:lnTo>
                    <a:pt x="4575241" y="894049"/>
                  </a:lnTo>
                  <a:lnTo>
                    <a:pt x="4580532" y="847303"/>
                  </a:lnTo>
                  <a:lnTo>
                    <a:pt x="4584883" y="800279"/>
                  </a:lnTo>
                  <a:lnTo>
                    <a:pt x="4588283" y="752986"/>
                  </a:lnTo>
                  <a:lnTo>
                    <a:pt x="4590724" y="705433"/>
                  </a:lnTo>
                  <a:lnTo>
                    <a:pt x="4592195" y="657630"/>
                  </a:lnTo>
                  <a:lnTo>
                    <a:pt x="4592688" y="60958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22513" y="1175867"/>
              <a:ext cx="4592955" cy="2906395"/>
            </a:xfrm>
            <a:custGeom>
              <a:avLst/>
              <a:gdLst/>
              <a:ahLst/>
              <a:cxnLst/>
              <a:rect l="l" t="t" r="r" b="b"/>
              <a:pathLst>
                <a:path w="4592955" h="2906395">
                  <a:moveTo>
                    <a:pt x="4513897" y="0"/>
                  </a:moveTo>
                  <a:lnTo>
                    <a:pt x="4528448" y="51318"/>
                  </a:lnTo>
                  <a:lnTo>
                    <a:pt x="4541222" y="101516"/>
                  </a:lnTo>
                  <a:lnTo>
                    <a:pt x="4552317" y="150901"/>
                  </a:lnTo>
                  <a:lnTo>
                    <a:pt x="4561830" y="199781"/>
                  </a:lnTo>
                  <a:lnTo>
                    <a:pt x="4569858" y="248465"/>
                  </a:lnTo>
                  <a:lnTo>
                    <a:pt x="4576500" y="297259"/>
                  </a:lnTo>
                  <a:lnTo>
                    <a:pt x="4581853" y="346472"/>
                  </a:lnTo>
                  <a:lnTo>
                    <a:pt x="4586013" y="396411"/>
                  </a:lnTo>
                  <a:lnTo>
                    <a:pt x="4589080" y="447384"/>
                  </a:lnTo>
                  <a:lnTo>
                    <a:pt x="4591149" y="499699"/>
                  </a:lnTo>
                  <a:lnTo>
                    <a:pt x="4592319" y="553664"/>
                  </a:lnTo>
                  <a:lnTo>
                    <a:pt x="4592688" y="609587"/>
                  </a:lnTo>
                  <a:lnTo>
                    <a:pt x="4592195" y="657630"/>
                  </a:lnTo>
                  <a:lnTo>
                    <a:pt x="4590724" y="705433"/>
                  </a:lnTo>
                  <a:lnTo>
                    <a:pt x="4588283" y="752986"/>
                  </a:lnTo>
                  <a:lnTo>
                    <a:pt x="4584883" y="800279"/>
                  </a:lnTo>
                  <a:lnTo>
                    <a:pt x="4580532" y="847303"/>
                  </a:lnTo>
                  <a:lnTo>
                    <a:pt x="4575241" y="894049"/>
                  </a:lnTo>
                  <a:lnTo>
                    <a:pt x="4569020" y="940505"/>
                  </a:lnTo>
                  <a:lnTo>
                    <a:pt x="4561876" y="986664"/>
                  </a:lnTo>
                  <a:lnTo>
                    <a:pt x="4553822" y="1032516"/>
                  </a:lnTo>
                  <a:lnTo>
                    <a:pt x="4544865" y="1078050"/>
                  </a:lnTo>
                  <a:lnTo>
                    <a:pt x="4535015" y="1123258"/>
                  </a:lnTo>
                  <a:lnTo>
                    <a:pt x="4524283" y="1168129"/>
                  </a:lnTo>
                  <a:lnTo>
                    <a:pt x="4512677" y="1212654"/>
                  </a:lnTo>
                  <a:lnTo>
                    <a:pt x="4500208" y="1256824"/>
                  </a:lnTo>
                  <a:lnTo>
                    <a:pt x="4486884" y="1300629"/>
                  </a:lnTo>
                  <a:lnTo>
                    <a:pt x="4472716" y="1344059"/>
                  </a:lnTo>
                  <a:lnTo>
                    <a:pt x="4457713" y="1387105"/>
                  </a:lnTo>
                  <a:lnTo>
                    <a:pt x="4441884" y="1429756"/>
                  </a:lnTo>
                  <a:lnTo>
                    <a:pt x="4425240" y="1472005"/>
                  </a:lnTo>
                  <a:lnTo>
                    <a:pt x="4407789" y="1513840"/>
                  </a:lnTo>
                  <a:lnTo>
                    <a:pt x="4389542" y="1555253"/>
                  </a:lnTo>
                  <a:lnTo>
                    <a:pt x="4370507" y="1596234"/>
                  </a:lnTo>
                  <a:lnTo>
                    <a:pt x="4350696" y="1636773"/>
                  </a:lnTo>
                  <a:lnTo>
                    <a:pt x="4330116" y="1676860"/>
                  </a:lnTo>
                  <a:lnTo>
                    <a:pt x="4308778" y="1716486"/>
                  </a:lnTo>
                  <a:lnTo>
                    <a:pt x="4286692" y="1755642"/>
                  </a:lnTo>
                  <a:lnTo>
                    <a:pt x="4263866" y="1794318"/>
                  </a:lnTo>
                  <a:lnTo>
                    <a:pt x="4240311" y="1832504"/>
                  </a:lnTo>
                  <a:lnTo>
                    <a:pt x="4216036" y="1870190"/>
                  </a:lnTo>
                  <a:lnTo>
                    <a:pt x="4191050" y="1907368"/>
                  </a:lnTo>
                  <a:lnTo>
                    <a:pt x="4165364" y="1944027"/>
                  </a:lnTo>
                  <a:lnTo>
                    <a:pt x="4138987" y="1980158"/>
                  </a:lnTo>
                  <a:lnTo>
                    <a:pt x="4111928" y="2015751"/>
                  </a:lnTo>
                  <a:lnTo>
                    <a:pt x="4084198" y="2050797"/>
                  </a:lnTo>
                  <a:lnTo>
                    <a:pt x="4055804" y="2085286"/>
                  </a:lnTo>
                  <a:lnTo>
                    <a:pt x="4026759" y="2119209"/>
                  </a:lnTo>
                  <a:lnTo>
                    <a:pt x="3997070" y="2152556"/>
                  </a:lnTo>
                  <a:lnTo>
                    <a:pt x="3966747" y="2185317"/>
                  </a:lnTo>
                  <a:lnTo>
                    <a:pt x="3935800" y="2217482"/>
                  </a:lnTo>
                  <a:lnTo>
                    <a:pt x="3904239" y="2249043"/>
                  </a:lnTo>
                  <a:lnTo>
                    <a:pt x="3872073" y="2279990"/>
                  </a:lnTo>
                  <a:lnTo>
                    <a:pt x="3839312" y="2310312"/>
                  </a:lnTo>
                  <a:lnTo>
                    <a:pt x="3805965" y="2340001"/>
                  </a:lnTo>
                  <a:lnTo>
                    <a:pt x="3772042" y="2369047"/>
                  </a:lnTo>
                  <a:lnTo>
                    <a:pt x="3737553" y="2397439"/>
                  </a:lnTo>
                  <a:lnTo>
                    <a:pt x="3702507" y="2425170"/>
                  </a:lnTo>
                  <a:lnTo>
                    <a:pt x="3666913" y="2452229"/>
                  </a:lnTo>
                  <a:lnTo>
                    <a:pt x="3630782" y="2478606"/>
                  </a:lnTo>
                  <a:lnTo>
                    <a:pt x="3594123" y="2504291"/>
                  </a:lnTo>
                  <a:lnTo>
                    <a:pt x="3556945" y="2529277"/>
                  </a:lnTo>
                  <a:lnTo>
                    <a:pt x="3519258" y="2553551"/>
                  </a:lnTo>
                  <a:lnTo>
                    <a:pt x="3481072" y="2577106"/>
                  </a:lnTo>
                  <a:lnTo>
                    <a:pt x="3442396" y="2599932"/>
                  </a:lnTo>
                  <a:lnTo>
                    <a:pt x="3403240" y="2622018"/>
                  </a:lnTo>
                  <a:lnTo>
                    <a:pt x="3363613" y="2643356"/>
                  </a:lnTo>
                  <a:lnTo>
                    <a:pt x="3323526" y="2663935"/>
                  </a:lnTo>
                  <a:lnTo>
                    <a:pt x="3282987" y="2683747"/>
                  </a:lnTo>
                  <a:lnTo>
                    <a:pt x="3242006" y="2702781"/>
                  </a:lnTo>
                  <a:lnTo>
                    <a:pt x="3200593" y="2721028"/>
                  </a:lnTo>
                  <a:lnTo>
                    <a:pt x="3158757" y="2738478"/>
                  </a:lnTo>
                  <a:lnTo>
                    <a:pt x="3116509" y="2755123"/>
                  </a:lnTo>
                  <a:lnTo>
                    <a:pt x="3073857" y="2770951"/>
                  </a:lnTo>
                  <a:lnTo>
                    <a:pt x="3030811" y="2785954"/>
                  </a:lnTo>
                  <a:lnTo>
                    <a:pt x="2987380" y="2800122"/>
                  </a:lnTo>
                  <a:lnTo>
                    <a:pt x="2943576" y="2813446"/>
                  </a:lnTo>
                  <a:lnTo>
                    <a:pt x="2899406" y="2825915"/>
                  </a:lnTo>
                  <a:lnTo>
                    <a:pt x="2854880" y="2837521"/>
                  </a:lnTo>
                  <a:lnTo>
                    <a:pt x="2810009" y="2848253"/>
                  </a:lnTo>
                  <a:lnTo>
                    <a:pt x="2764801" y="2858102"/>
                  </a:lnTo>
                  <a:lnTo>
                    <a:pt x="2719267" y="2867059"/>
                  </a:lnTo>
                  <a:lnTo>
                    <a:pt x="2673415" y="2875114"/>
                  </a:lnTo>
                  <a:lnTo>
                    <a:pt x="2627256" y="2882257"/>
                  </a:lnTo>
                  <a:lnTo>
                    <a:pt x="2580799" y="2888478"/>
                  </a:lnTo>
                  <a:lnTo>
                    <a:pt x="2534054" y="2893769"/>
                  </a:lnTo>
                  <a:lnTo>
                    <a:pt x="2487030" y="2898120"/>
                  </a:lnTo>
                  <a:lnTo>
                    <a:pt x="2439736" y="2901520"/>
                  </a:lnTo>
                  <a:lnTo>
                    <a:pt x="2392184" y="2903961"/>
                  </a:lnTo>
                  <a:lnTo>
                    <a:pt x="2344381" y="2905432"/>
                  </a:lnTo>
                  <a:lnTo>
                    <a:pt x="2296337" y="2905925"/>
                  </a:lnTo>
                  <a:lnTo>
                    <a:pt x="2248294" y="2905432"/>
                  </a:lnTo>
                  <a:lnTo>
                    <a:pt x="2200492" y="2903961"/>
                  </a:lnTo>
                  <a:lnTo>
                    <a:pt x="2152940" y="2901520"/>
                  </a:lnTo>
                  <a:lnTo>
                    <a:pt x="2105647" y="2898120"/>
                  </a:lnTo>
                  <a:lnTo>
                    <a:pt x="2058623" y="2893769"/>
                  </a:lnTo>
                  <a:lnTo>
                    <a:pt x="2011878" y="2888478"/>
                  </a:lnTo>
                  <a:lnTo>
                    <a:pt x="1965421" y="2882257"/>
                  </a:lnTo>
                  <a:lnTo>
                    <a:pt x="1919263" y="2875114"/>
                  </a:lnTo>
                  <a:lnTo>
                    <a:pt x="1873412" y="2867059"/>
                  </a:lnTo>
                  <a:lnTo>
                    <a:pt x="1827878" y="2858102"/>
                  </a:lnTo>
                  <a:lnTo>
                    <a:pt x="1782670" y="2848253"/>
                  </a:lnTo>
                  <a:lnTo>
                    <a:pt x="1737799" y="2837521"/>
                  </a:lnTo>
                  <a:lnTo>
                    <a:pt x="1693274" y="2825915"/>
                  </a:lnTo>
                  <a:lnTo>
                    <a:pt x="1649105" y="2813446"/>
                  </a:lnTo>
                  <a:lnTo>
                    <a:pt x="1605300" y="2800122"/>
                  </a:lnTo>
                  <a:lnTo>
                    <a:pt x="1561870" y="2785954"/>
                  </a:lnTo>
                  <a:lnTo>
                    <a:pt x="1518825" y="2770951"/>
                  </a:lnTo>
                  <a:lnTo>
                    <a:pt x="1476173" y="2755123"/>
                  </a:lnTo>
                  <a:lnTo>
                    <a:pt x="1433924" y="2738478"/>
                  </a:lnTo>
                  <a:lnTo>
                    <a:pt x="1392089" y="2721028"/>
                  </a:lnTo>
                  <a:lnTo>
                    <a:pt x="1350676" y="2702781"/>
                  </a:lnTo>
                  <a:lnTo>
                    <a:pt x="1309696" y="2683747"/>
                  </a:lnTo>
                  <a:lnTo>
                    <a:pt x="1269157" y="2663935"/>
                  </a:lnTo>
                  <a:lnTo>
                    <a:pt x="1229070" y="2643356"/>
                  </a:lnTo>
                  <a:lnTo>
                    <a:pt x="1189443" y="2622018"/>
                  </a:lnTo>
                  <a:lnTo>
                    <a:pt x="1150288" y="2599932"/>
                  </a:lnTo>
                  <a:lnTo>
                    <a:pt x="1111612" y="2577106"/>
                  </a:lnTo>
                  <a:lnTo>
                    <a:pt x="1073426" y="2553551"/>
                  </a:lnTo>
                  <a:lnTo>
                    <a:pt x="1035739" y="2529277"/>
                  </a:lnTo>
                  <a:lnTo>
                    <a:pt x="998562" y="2504291"/>
                  </a:lnTo>
                  <a:lnTo>
                    <a:pt x="961903" y="2478606"/>
                  </a:lnTo>
                  <a:lnTo>
                    <a:pt x="925772" y="2452229"/>
                  </a:lnTo>
                  <a:lnTo>
                    <a:pt x="890178" y="2425170"/>
                  </a:lnTo>
                  <a:lnTo>
                    <a:pt x="855132" y="2397439"/>
                  </a:lnTo>
                  <a:lnTo>
                    <a:pt x="820643" y="2369047"/>
                  </a:lnTo>
                  <a:lnTo>
                    <a:pt x="786720" y="2340001"/>
                  </a:lnTo>
                  <a:lnTo>
                    <a:pt x="753373" y="2310312"/>
                  </a:lnTo>
                  <a:lnTo>
                    <a:pt x="720612" y="2279990"/>
                  </a:lnTo>
                  <a:lnTo>
                    <a:pt x="688447" y="2249043"/>
                  </a:lnTo>
                  <a:lnTo>
                    <a:pt x="656886" y="2217482"/>
                  </a:lnTo>
                  <a:lnTo>
                    <a:pt x="625939" y="2185317"/>
                  </a:lnTo>
                  <a:lnTo>
                    <a:pt x="595616" y="2152556"/>
                  </a:lnTo>
                  <a:lnTo>
                    <a:pt x="565927" y="2119209"/>
                  </a:lnTo>
                  <a:lnTo>
                    <a:pt x="536882" y="2085286"/>
                  </a:lnTo>
                  <a:lnTo>
                    <a:pt x="508489" y="2050797"/>
                  </a:lnTo>
                  <a:lnTo>
                    <a:pt x="480758" y="2015751"/>
                  </a:lnTo>
                  <a:lnTo>
                    <a:pt x="453699" y="1980158"/>
                  </a:lnTo>
                  <a:lnTo>
                    <a:pt x="427322" y="1944027"/>
                  </a:lnTo>
                  <a:lnTo>
                    <a:pt x="401636" y="1907368"/>
                  </a:lnTo>
                  <a:lnTo>
                    <a:pt x="376651" y="1870190"/>
                  </a:lnTo>
                  <a:lnTo>
                    <a:pt x="352376" y="1832504"/>
                  </a:lnTo>
                  <a:lnTo>
                    <a:pt x="328821" y="1794318"/>
                  </a:lnTo>
                  <a:lnTo>
                    <a:pt x="305995" y="1755642"/>
                  </a:lnTo>
                  <a:lnTo>
                    <a:pt x="283909" y="1716486"/>
                  </a:lnTo>
                  <a:lnTo>
                    <a:pt x="262571" y="1676860"/>
                  </a:lnTo>
                  <a:lnTo>
                    <a:pt x="241991" y="1636773"/>
                  </a:lnTo>
                  <a:lnTo>
                    <a:pt x="222180" y="1596234"/>
                  </a:lnTo>
                  <a:lnTo>
                    <a:pt x="203145" y="1555253"/>
                  </a:lnTo>
                  <a:lnTo>
                    <a:pt x="184898" y="1513840"/>
                  </a:lnTo>
                  <a:lnTo>
                    <a:pt x="167447" y="1472005"/>
                  </a:lnTo>
                  <a:lnTo>
                    <a:pt x="150803" y="1429756"/>
                  </a:lnTo>
                  <a:lnTo>
                    <a:pt x="134974" y="1387105"/>
                  </a:lnTo>
                  <a:lnTo>
                    <a:pt x="119971" y="1344059"/>
                  </a:lnTo>
                  <a:lnTo>
                    <a:pt x="105803" y="1300629"/>
                  </a:lnTo>
                  <a:lnTo>
                    <a:pt x="92479" y="1256824"/>
                  </a:lnTo>
                  <a:lnTo>
                    <a:pt x="80010" y="1212654"/>
                  </a:lnTo>
                  <a:lnTo>
                    <a:pt x="68404" y="1168129"/>
                  </a:lnTo>
                  <a:lnTo>
                    <a:pt x="57672" y="1123258"/>
                  </a:lnTo>
                  <a:lnTo>
                    <a:pt x="47822" y="1078050"/>
                  </a:lnTo>
                  <a:lnTo>
                    <a:pt x="38866" y="1032516"/>
                  </a:lnTo>
                  <a:lnTo>
                    <a:pt x="30811" y="986664"/>
                  </a:lnTo>
                  <a:lnTo>
                    <a:pt x="23668" y="940505"/>
                  </a:lnTo>
                  <a:lnTo>
                    <a:pt x="17446" y="894049"/>
                  </a:lnTo>
                  <a:lnTo>
                    <a:pt x="12155" y="847303"/>
                  </a:lnTo>
                  <a:lnTo>
                    <a:pt x="7805" y="800279"/>
                  </a:lnTo>
                  <a:lnTo>
                    <a:pt x="4404" y="752986"/>
                  </a:lnTo>
                  <a:lnTo>
                    <a:pt x="1964" y="705433"/>
                  </a:lnTo>
                  <a:lnTo>
                    <a:pt x="492" y="657630"/>
                  </a:lnTo>
                  <a:lnTo>
                    <a:pt x="0" y="609587"/>
                  </a:lnTo>
                  <a:lnTo>
                    <a:pt x="456" y="554185"/>
                  </a:lnTo>
                  <a:lnTo>
                    <a:pt x="1881" y="501047"/>
                  </a:lnTo>
                  <a:lnTo>
                    <a:pt x="4355" y="449707"/>
                  </a:lnTo>
                  <a:lnTo>
                    <a:pt x="7958" y="399697"/>
                  </a:lnTo>
                  <a:lnTo>
                    <a:pt x="12771" y="350551"/>
                  </a:lnTo>
                  <a:lnTo>
                    <a:pt x="18875" y="301803"/>
                  </a:lnTo>
                  <a:lnTo>
                    <a:pt x="26352" y="252987"/>
                  </a:lnTo>
                  <a:lnTo>
                    <a:pt x="35282" y="203635"/>
                  </a:lnTo>
                  <a:lnTo>
                    <a:pt x="45745" y="153282"/>
                  </a:lnTo>
                  <a:lnTo>
                    <a:pt x="57823" y="10146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85658" y="1137246"/>
              <a:ext cx="5319395" cy="3686175"/>
            </a:xfrm>
            <a:custGeom>
              <a:avLst/>
              <a:gdLst/>
              <a:ahLst/>
              <a:cxnLst/>
              <a:rect l="l" t="t" r="r" b="b"/>
              <a:pathLst>
                <a:path w="5319395" h="3686175">
                  <a:moveTo>
                    <a:pt x="5319001" y="648207"/>
                  </a:moveTo>
                  <a:lnTo>
                    <a:pt x="0" y="648208"/>
                  </a:lnTo>
                </a:path>
                <a:path w="5319395" h="3686175">
                  <a:moveTo>
                    <a:pt x="2533535" y="0"/>
                  </a:moveTo>
                  <a:lnTo>
                    <a:pt x="2533510" y="3685717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03578" y="3116567"/>
              <a:ext cx="499745" cy="266065"/>
            </a:xfrm>
            <a:custGeom>
              <a:avLst/>
              <a:gdLst/>
              <a:ahLst/>
              <a:cxnLst/>
              <a:rect l="l" t="t" r="r" b="b"/>
              <a:pathLst>
                <a:path w="499744" h="266064">
                  <a:moveTo>
                    <a:pt x="499732" y="34620"/>
                  </a:moveTo>
                  <a:lnTo>
                    <a:pt x="0" y="0"/>
                  </a:lnTo>
                  <a:lnTo>
                    <a:pt x="424637" y="265722"/>
                  </a:lnTo>
                  <a:lnTo>
                    <a:pt x="499732" y="34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03578" y="3116567"/>
              <a:ext cx="499745" cy="266065"/>
            </a:xfrm>
            <a:custGeom>
              <a:avLst/>
              <a:gdLst/>
              <a:ahLst/>
              <a:cxnLst/>
              <a:rect l="l" t="t" r="r" b="b"/>
              <a:pathLst>
                <a:path w="499744" h="266064">
                  <a:moveTo>
                    <a:pt x="0" y="0"/>
                  </a:moveTo>
                  <a:lnTo>
                    <a:pt x="499732" y="34620"/>
                  </a:lnTo>
                  <a:lnTo>
                    <a:pt x="462191" y="150177"/>
                  </a:lnTo>
                  <a:lnTo>
                    <a:pt x="424637" y="26572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11619" y="3706431"/>
              <a:ext cx="1215390" cy="1215390"/>
            </a:xfrm>
            <a:custGeom>
              <a:avLst/>
              <a:gdLst/>
              <a:ahLst/>
              <a:cxnLst/>
              <a:rect l="l" t="t" r="r" b="b"/>
              <a:pathLst>
                <a:path w="1215389" h="1215389">
                  <a:moveTo>
                    <a:pt x="1214996" y="607504"/>
                  </a:moveTo>
                  <a:lnTo>
                    <a:pt x="1213168" y="560029"/>
                  </a:lnTo>
                  <a:lnTo>
                    <a:pt x="1207775" y="513553"/>
                  </a:lnTo>
                  <a:lnTo>
                    <a:pt x="1198951" y="468211"/>
                  </a:lnTo>
                  <a:lnTo>
                    <a:pt x="1186832" y="424139"/>
                  </a:lnTo>
                  <a:lnTo>
                    <a:pt x="1171552" y="381470"/>
                  </a:lnTo>
                  <a:lnTo>
                    <a:pt x="1153247" y="340342"/>
                  </a:lnTo>
                  <a:lnTo>
                    <a:pt x="1132052" y="300888"/>
                  </a:lnTo>
                  <a:lnTo>
                    <a:pt x="1108102" y="263244"/>
                  </a:lnTo>
                  <a:lnTo>
                    <a:pt x="1081532" y="227544"/>
                  </a:lnTo>
                  <a:lnTo>
                    <a:pt x="1052477" y="193924"/>
                  </a:lnTo>
                  <a:lnTo>
                    <a:pt x="1021071" y="162519"/>
                  </a:lnTo>
                  <a:lnTo>
                    <a:pt x="987451" y="133464"/>
                  </a:lnTo>
                  <a:lnTo>
                    <a:pt x="951752" y="106893"/>
                  </a:lnTo>
                  <a:lnTo>
                    <a:pt x="914107" y="82943"/>
                  </a:lnTo>
                  <a:lnTo>
                    <a:pt x="874653" y="61748"/>
                  </a:lnTo>
                  <a:lnTo>
                    <a:pt x="833525" y="43443"/>
                  </a:lnTo>
                  <a:lnTo>
                    <a:pt x="790857" y="28164"/>
                  </a:lnTo>
                  <a:lnTo>
                    <a:pt x="746784" y="16044"/>
                  </a:lnTo>
                  <a:lnTo>
                    <a:pt x="701443" y="7221"/>
                  </a:lnTo>
                  <a:lnTo>
                    <a:pt x="654967" y="1827"/>
                  </a:lnTo>
                  <a:lnTo>
                    <a:pt x="607491" y="0"/>
                  </a:lnTo>
                  <a:lnTo>
                    <a:pt x="560018" y="1827"/>
                  </a:lnTo>
                  <a:lnTo>
                    <a:pt x="513543" y="7221"/>
                  </a:lnTo>
                  <a:lnTo>
                    <a:pt x="468203" y="16044"/>
                  </a:lnTo>
                  <a:lnTo>
                    <a:pt x="424132" y="28164"/>
                  </a:lnTo>
                  <a:lnTo>
                    <a:pt x="381465" y="43443"/>
                  </a:lnTo>
                  <a:lnTo>
                    <a:pt x="340337" y="61748"/>
                  </a:lnTo>
                  <a:lnTo>
                    <a:pt x="300884" y="82943"/>
                  </a:lnTo>
                  <a:lnTo>
                    <a:pt x="263240" y="106893"/>
                  </a:lnTo>
                  <a:lnTo>
                    <a:pt x="227541" y="133464"/>
                  </a:lnTo>
                  <a:lnTo>
                    <a:pt x="193922" y="162519"/>
                  </a:lnTo>
                  <a:lnTo>
                    <a:pt x="162517" y="193924"/>
                  </a:lnTo>
                  <a:lnTo>
                    <a:pt x="133463" y="227544"/>
                  </a:lnTo>
                  <a:lnTo>
                    <a:pt x="106893" y="263244"/>
                  </a:lnTo>
                  <a:lnTo>
                    <a:pt x="82943" y="300888"/>
                  </a:lnTo>
                  <a:lnTo>
                    <a:pt x="61748" y="340342"/>
                  </a:lnTo>
                  <a:lnTo>
                    <a:pt x="43443" y="381470"/>
                  </a:lnTo>
                  <a:lnTo>
                    <a:pt x="28164" y="424139"/>
                  </a:lnTo>
                  <a:lnTo>
                    <a:pt x="16044" y="468211"/>
                  </a:lnTo>
                  <a:lnTo>
                    <a:pt x="7221" y="513553"/>
                  </a:lnTo>
                  <a:lnTo>
                    <a:pt x="1827" y="560029"/>
                  </a:lnTo>
                  <a:lnTo>
                    <a:pt x="0" y="607504"/>
                  </a:lnTo>
                  <a:lnTo>
                    <a:pt x="1827" y="654979"/>
                  </a:lnTo>
                  <a:lnTo>
                    <a:pt x="7221" y="701455"/>
                  </a:lnTo>
                  <a:lnTo>
                    <a:pt x="16044" y="746796"/>
                  </a:lnTo>
                  <a:lnTo>
                    <a:pt x="28164" y="790868"/>
                  </a:lnTo>
                  <a:lnTo>
                    <a:pt x="43443" y="833536"/>
                  </a:lnTo>
                  <a:lnTo>
                    <a:pt x="61748" y="874664"/>
                  </a:lnTo>
                  <a:lnTo>
                    <a:pt x="82943" y="914117"/>
                  </a:lnTo>
                  <a:lnTo>
                    <a:pt x="106893" y="951760"/>
                  </a:lnTo>
                  <a:lnTo>
                    <a:pt x="133463" y="987459"/>
                  </a:lnTo>
                  <a:lnTo>
                    <a:pt x="162517" y="1021078"/>
                  </a:lnTo>
                  <a:lnTo>
                    <a:pt x="193922" y="1052482"/>
                  </a:lnTo>
                  <a:lnTo>
                    <a:pt x="227541" y="1081537"/>
                  </a:lnTo>
                  <a:lnTo>
                    <a:pt x="263240" y="1108106"/>
                  </a:lnTo>
                  <a:lnTo>
                    <a:pt x="300884" y="1132055"/>
                  </a:lnTo>
                  <a:lnTo>
                    <a:pt x="340337" y="1153250"/>
                  </a:lnTo>
                  <a:lnTo>
                    <a:pt x="381465" y="1171554"/>
                  </a:lnTo>
                  <a:lnTo>
                    <a:pt x="424132" y="1186833"/>
                  </a:lnTo>
                  <a:lnTo>
                    <a:pt x="468203" y="1198952"/>
                  </a:lnTo>
                  <a:lnTo>
                    <a:pt x="513543" y="1207775"/>
                  </a:lnTo>
                  <a:lnTo>
                    <a:pt x="560018" y="1213168"/>
                  </a:lnTo>
                  <a:lnTo>
                    <a:pt x="607491" y="1214996"/>
                  </a:lnTo>
                  <a:lnTo>
                    <a:pt x="654967" y="1213168"/>
                  </a:lnTo>
                  <a:lnTo>
                    <a:pt x="701443" y="1207775"/>
                  </a:lnTo>
                  <a:lnTo>
                    <a:pt x="746784" y="1198952"/>
                  </a:lnTo>
                  <a:lnTo>
                    <a:pt x="790857" y="1186833"/>
                  </a:lnTo>
                  <a:lnTo>
                    <a:pt x="833525" y="1171554"/>
                  </a:lnTo>
                  <a:lnTo>
                    <a:pt x="874653" y="1153250"/>
                  </a:lnTo>
                  <a:lnTo>
                    <a:pt x="914107" y="1132055"/>
                  </a:lnTo>
                  <a:lnTo>
                    <a:pt x="951752" y="1108106"/>
                  </a:lnTo>
                  <a:lnTo>
                    <a:pt x="987451" y="1081537"/>
                  </a:lnTo>
                  <a:lnTo>
                    <a:pt x="1021071" y="1052482"/>
                  </a:lnTo>
                  <a:lnTo>
                    <a:pt x="1052477" y="1021078"/>
                  </a:lnTo>
                  <a:lnTo>
                    <a:pt x="1081532" y="987459"/>
                  </a:lnTo>
                  <a:lnTo>
                    <a:pt x="1108102" y="951760"/>
                  </a:lnTo>
                  <a:lnTo>
                    <a:pt x="1132052" y="914117"/>
                  </a:lnTo>
                  <a:lnTo>
                    <a:pt x="1153247" y="874664"/>
                  </a:lnTo>
                  <a:lnTo>
                    <a:pt x="1171552" y="833536"/>
                  </a:lnTo>
                  <a:lnTo>
                    <a:pt x="1186832" y="790868"/>
                  </a:lnTo>
                  <a:lnTo>
                    <a:pt x="1198951" y="746796"/>
                  </a:lnTo>
                  <a:lnTo>
                    <a:pt x="1207775" y="701455"/>
                  </a:lnTo>
                  <a:lnTo>
                    <a:pt x="1213168" y="654979"/>
                  </a:lnTo>
                  <a:lnTo>
                    <a:pt x="1214996" y="607504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1619" y="3706431"/>
              <a:ext cx="1215390" cy="1215390"/>
            </a:xfrm>
            <a:custGeom>
              <a:avLst/>
              <a:gdLst/>
              <a:ahLst/>
              <a:cxnLst/>
              <a:rect l="l" t="t" r="r" b="b"/>
              <a:pathLst>
                <a:path w="1215389" h="1215389">
                  <a:moveTo>
                    <a:pt x="607491" y="1214996"/>
                  </a:moveTo>
                  <a:lnTo>
                    <a:pt x="560018" y="1213168"/>
                  </a:lnTo>
                  <a:lnTo>
                    <a:pt x="513543" y="1207775"/>
                  </a:lnTo>
                  <a:lnTo>
                    <a:pt x="468203" y="1198952"/>
                  </a:lnTo>
                  <a:lnTo>
                    <a:pt x="424132" y="1186833"/>
                  </a:lnTo>
                  <a:lnTo>
                    <a:pt x="381465" y="1171554"/>
                  </a:lnTo>
                  <a:lnTo>
                    <a:pt x="340337" y="1153250"/>
                  </a:lnTo>
                  <a:lnTo>
                    <a:pt x="300884" y="1132055"/>
                  </a:lnTo>
                  <a:lnTo>
                    <a:pt x="263240" y="1108106"/>
                  </a:lnTo>
                  <a:lnTo>
                    <a:pt x="227541" y="1081537"/>
                  </a:lnTo>
                  <a:lnTo>
                    <a:pt x="193922" y="1052482"/>
                  </a:lnTo>
                  <a:lnTo>
                    <a:pt x="162517" y="1021078"/>
                  </a:lnTo>
                  <a:lnTo>
                    <a:pt x="133463" y="987459"/>
                  </a:lnTo>
                  <a:lnTo>
                    <a:pt x="106893" y="951760"/>
                  </a:lnTo>
                  <a:lnTo>
                    <a:pt x="82943" y="914117"/>
                  </a:lnTo>
                  <a:lnTo>
                    <a:pt x="61748" y="874664"/>
                  </a:lnTo>
                  <a:lnTo>
                    <a:pt x="43443" y="833536"/>
                  </a:lnTo>
                  <a:lnTo>
                    <a:pt x="28164" y="790868"/>
                  </a:lnTo>
                  <a:lnTo>
                    <a:pt x="16044" y="746796"/>
                  </a:lnTo>
                  <a:lnTo>
                    <a:pt x="7221" y="701455"/>
                  </a:lnTo>
                  <a:lnTo>
                    <a:pt x="1827" y="654979"/>
                  </a:lnTo>
                  <a:lnTo>
                    <a:pt x="0" y="607504"/>
                  </a:lnTo>
                  <a:lnTo>
                    <a:pt x="1827" y="560029"/>
                  </a:lnTo>
                  <a:lnTo>
                    <a:pt x="7221" y="513553"/>
                  </a:lnTo>
                  <a:lnTo>
                    <a:pt x="16044" y="468211"/>
                  </a:lnTo>
                  <a:lnTo>
                    <a:pt x="28164" y="424139"/>
                  </a:lnTo>
                  <a:lnTo>
                    <a:pt x="43443" y="381470"/>
                  </a:lnTo>
                  <a:lnTo>
                    <a:pt x="61748" y="340342"/>
                  </a:lnTo>
                  <a:lnTo>
                    <a:pt x="82943" y="300888"/>
                  </a:lnTo>
                  <a:lnTo>
                    <a:pt x="106893" y="263244"/>
                  </a:lnTo>
                  <a:lnTo>
                    <a:pt x="133463" y="227544"/>
                  </a:lnTo>
                  <a:lnTo>
                    <a:pt x="162517" y="193924"/>
                  </a:lnTo>
                  <a:lnTo>
                    <a:pt x="193922" y="162519"/>
                  </a:lnTo>
                  <a:lnTo>
                    <a:pt x="227541" y="133464"/>
                  </a:lnTo>
                  <a:lnTo>
                    <a:pt x="263240" y="106893"/>
                  </a:lnTo>
                  <a:lnTo>
                    <a:pt x="300884" y="82943"/>
                  </a:lnTo>
                  <a:lnTo>
                    <a:pt x="340337" y="61748"/>
                  </a:lnTo>
                  <a:lnTo>
                    <a:pt x="381465" y="43443"/>
                  </a:lnTo>
                  <a:lnTo>
                    <a:pt x="424132" y="28164"/>
                  </a:lnTo>
                  <a:lnTo>
                    <a:pt x="468203" y="16044"/>
                  </a:lnTo>
                  <a:lnTo>
                    <a:pt x="513543" y="7221"/>
                  </a:lnTo>
                  <a:lnTo>
                    <a:pt x="560018" y="1827"/>
                  </a:lnTo>
                  <a:lnTo>
                    <a:pt x="607491" y="0"/>
                  </a:lnTo>
                  <a:lnTo>
                    <a:pt x="654967" y="1827"/>
                  </a:lnTo>
                  <a:lnTo>
                    <a:pt x="701443" y="7221"/>
                  </a:lnTo>
                  <a:lnTo>
                    <a:pt x="746784" y="16044"/>
                  </a:lnTo>
                  <a:lnTo>
                    <a:pt x="790857" y="28164"/>
                  </a:lnTo>
                  <a:lnTo>
                    <a:pt x="833525" y="43443"/>
                  </a:lnTo>
                  <a:lnTo>
                    <a:pt x="874653" y="61748"/>
                  </a:lnTo>
                  <a:lnTo>
                    <a:pt x="914107" y="82943"/>
                  </a:lnTo>
                  <a:lnTo>
                    <a:pt x="951752" y="106893"/>
                  </a:lnTo>
                  <a:lnTo>
                    <a:pt x="987451" y="133464"/>
                  </a:lnTo>
                  <a:lnTo>
                    <a:pt x="1021071" y="162519"/>
                  </a:lnTo>
                  <a:lnTo>
                    <a:pt x="1052477" y="193924"/>
                  </a:lnTo>
                  <a:lnTo>
                    <a:pt x="1081532" y="227544"/>
                  </a:lnTo>
                  <a:lnTo>
                    <a:pt x="1108102" y="263244"/>
                  </a:lnTo>
                  <a:lnTo>
                    <a:pt x="1132052" y="300888"/>
                  </a:lnTo>
                  <a:lnTo>
                    <a:pt x="1153247" y="340342"/>
                  </a:lnTo>
                  <a:lnTo>
                    <a:pt x="1171552" y="381470"/>
                  </a:lnTo>
                  <a:lnTo>
                    <a:pt x="1186832" y="424139"/>
                  </a:lnTo>
                  <a:lnTo>
                    <a:pt x="1198951" y="468211"/>
                  </a:lnTo>
                  <a:lnTo>
                    <a:pt x="1207775" y="513553"/>
                  </a:lnTo>
                  <a:lnTo>
                    <a:pt x="1213168" y="560029"/>
                  </a:lnTo>
                  <a:lnTo>
                    <a:pt x="1214996" y="607504"/>
                  </a:lnTo>
                  <a:lnTo>
                    <a:pt x="1213168" y="654979"/>
                  </a:lnTo>
                  <a:lnTo>
                    <a:pt x="1207775" y="701455"/>
                  </a:lnTo>
                  <a:lnTo>
                    <a:pt x="1198951" y="746796"/>
                  </a:lnTo>
                  <a:lnTo>
                    <a:pt x="1186832" y="790868"/>
                  </a:lnTo>
                  <a:lnTo>
                    <a:pt x="1171552" y="833536"/>
                  </a:lnTo>
                  <a:lnTo>
                    <a:pt x="1153247" y="874664"/>
                  </a:lnTo>
                  <a:lnTo>
                    <a:pt x="1132052" y="914117"/>
                  </a:lnTo>
                  <a:lnTo>
                    <a:pt x="1108102" y="951760"/>
                  </a:lnTo>
                  <a:lnTo>
                    <a:pt x="1081532" y="987459"/>
                  </a:lnTo>
                  <a:lnTo>
                    <a:pt x="1052477" y="1021078"/>
                  </a:lnTo>
                  <a:lnTo>
                    <a:pt x="1021071" y="1052482"/>
                  </a:lnTo>
                  <a:lnTo>
                    <a:pt x="987451" y="1081537"/>
                  </a:lnTo>
                  <a:lnTo>
                    <a:pt x="951752" y="1108106"/>
                  </a:lnTo>
                  <a:lnTo>
                    <a:pt x="914107" y="1132055"/>
                  </a:lnTo>
                  <a:lnTo>
                    <a:pt x="874653" y="1153250"/>
                  </a:lnTo>
                  <a:lnTo>
                    <a:pt x="833525" y="1171554"/>
                  </a:lnTo>
                  <a:lnTo>
                    <a:pt x="790857" y="1186833"/>
                  </a:lnTo>
                  <a:lnTo>
                    <a:pt x="746784" y="1198952"/>
                  </a:lnTo>
                  <a:lnTo>
                    <a:pt x="701443" y="1207775"/>
                  </a:lnTo>
                  <a:lnTo>
                    <a:pt x="654967" y="1213168"/>
                  </a:lnTo>
                  <a:lnTo>
                    <a:pt x="607491" y="12149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19110" y="43139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2375" y="3767188"/>
              <a:ext cx="1094105" cy="1094105"/>
            </a:xfrm>
            <a:custGeom>
              <a:avLst/>
              <a:gdLst/>
              <a:ahLst/>
              <a:cxnLst/>
              <a:rect l="l" t="t" r="r" b="b"/>
              <a:pathLst>
                <a:path w="1094105" h="1094104">
                  <a:moveTo>
                    <a:pt x="1093482" y="546747"/>
                  </a:moveTo>
                  <a:lnTo>
                    <a:pt x="1091475" y="499572"/>
                  </a:lnTo>
                  <a:lnTo>
                    <a:pt x="1085564" y="453512"/>
                  </a:lnTo>
                  <a:lnTo>
                    <a:pt x="1075912" y="408730"/>
                  </a:lnTo>
                  <a:lnTo>
                    <a:pt x="1062684" y="365390"/>
                  </a:lnTo>
                  <a:lnTo>
                    <a:pt x="1046044" y="323657"/>
                  </a:lnTo>
                  <a:lnTo>
                    <a:pt x="1026157" y="283694"/>
                  </a:lnTo>
                  <a:lnTo>
                    <a:pt x="1003185" y="245667"/>
                  </a:lnTo>
                  <a:lnTo>
                    <a:pt x="977294" y="209738"/>
                  </a:lnTo>
                  <a:lnTo>
                    <a:pt x="948647" y="176073"/>
                  </a:lnTo>
                  <a:lnTo>
                    <a:pt x="917409" y="144835"/>
                  </a:lnTo>
                  <a:lnTo>
                    <a:pt x="883743" y="116188"/>
                  </a:lnTo>
                  <a:lnTo>
                    <a:pt x="847815" y="90297"/>
                  </a:lnTo>
                  <a:lnTo>
                    <a:pt x="809787" y="67325"/>
                  </a:lnTo>
                  <a:lnTo>
                    <a:pt x="769825" y="47437"/>
                  </a:lnTo>
                  <a:lnTo>
                    <a:pt x="728092" y="30797"/>
                  </a:lnTo>
                  <a:lnTo>
                    <a:pt x="684752" y="17569"/>
                  </a:lnTo>
                  <a:lnTo>
                    <a:pt x="639970" y="7918"/>
                  </a:lnTo>
                  <a:lnTo>
                    <a:pt x="593909" y="2006"/>
                  </a:lnTo>
                  <a:lnTo>
                    <a:pt x="546735" y="0"/>
                  </a:lnTo>
                  <a:lnTo>
                    <a:pt x="499560" y="2006"/>
                  </a:lnTo>
                  <a:lnTo>
                    <a:pt x="453500" y="7918"/>
                  </a:lnTo>
                  <a:lnTo>
                    <a:pt x="408718" y="17569"/>
                  </a:lnTo>
                  <a:lnTo>
                    <a:pt x="365379" y="30797"/>
                  </a:lnTo>
                  <a:lnTo>
                    <a:pt x="323646" y="47437"/>
                  </a:lnTo>
                  <a:lnTo>
                    <a:pt x="283685" y="67325"/>
                  </a:lnTo>
                  <a:lnTo>
                    <a:pt x="245658" y="90297"/>
                  </a:lnTo>
                  <a:lnTo>
                    <a:pt x="209730" y="116188"/>
                  </a:lnTo>
                  <a:lnTo>
                    <a:pt x="176066" y="144835"/>
                  </a:lnTo>
                  <a:lnTo>
                    <a:pt x="144829" y="176073"/>
                  </a:lnTo>
                  <a:lnTo>
                    <a:pt x="116183" y="209738"/>
                  </a:lnTo>
                  <a:lnTo>
                    <a:pt x="90293" y="245667"/>
                  </a:lnTo>
                  <a:lnTo>
                    <a:pt x="67322" y="283694"/>
                  </a:lnTo>
                  <a:lnTo>
                    <a:pt x="47435" y="323657"/>
                  </a:lnTo>
                  <a:lnTo>
                    <a:pt x="30796" y="365390"/>
                  </a:lnTo>
                  <a:lnTo>
                    <a:pt x="17569" y="408730"/>
                  </a:lnTo>
                  <a:lnTo>
                    <a:pt x="7917" y="453512"/>
                  </a:lnTo>
                  <a:lnTo>
                    <a:pt x="2006" y="499572"/>
                  </a:lnTo>
                  <a:lnTo>
                    <a:pt x="0" y="546747"/>
                  </a:lnTo>
                  <a:lnTo>
                    <a:pt x="2006" y="593922"/>
                  </a:lnTo>
                  <a:lnTo>
                    <a:pt x="7917" y="639982"/>
                  </a:lnTo>
                  <a:lnTo>
                    <a:pt x="17569" y="684765"/>
                  </a:lnTo>
                  <a:lnTo>
                    <a:pt x="30796" y="728104"/>
                  </a:lnTo>
                  <a:lnTo>
                    <a:pt x="47435" y="769838"/>
                  </a:lnTo>
                  <a:lnTo>
                    <a:pt x="67322" y="809800"/>
                  </a:lnTo>
                  <a:lnTo>
                    <a:pt x="90293" y="847828"/>
                  </a:lnTo>
                  <a:lnTo>
                    <a:pt x="116183" y="883756"/>
                  </a:lnTo>
                  <a:lnTo>
                    <a:pt x="144829" y="917422"/>
                  </a:lnTo>
                  <a:lnTo>
                    <a:pt x="176066" y="948660"/>
                  </a:lnTo>
                  <a:lnTo>
                    <a:pt x="209730" y="977306"/>
                  </a:lnTo>
                  <a:lnTo>
                    <a:pt x="245658" y="1003198"/>
                  </a:lnTo>
                  <a:lnTo>
                    <a:pt x="283685" y="1026169"/>
                  </a:lnTo>
                  <a:lnTo>
                    <a:pt x="323646" y="1046057"/>
                  </a:lnTo>
                  <a:lnTo>
                    <a:pt x="365379" y="1062697"/>
                  </a:lnTo>
                  <a:lnTo>
                    <a:pt x="408718" y="1075925"/>
                  </a:lnTo>
                  <a:lnTo>
                    <a:pt x="453500" y="1085577"/>
                  </a:lnTo>
                  <a:lnTo>
                    <a:pt x="499560" y="1091488"/>
                  </a:lnTo>
                  <a:lnTo>
                    <a:pt x="546735" y="1093495"/>
                  </a:lnTo>
                  <a:lnTo>
                    <a:pt x="593909" y="1091488"/>
                  </a:lnTo>
                  <a:lnTo>
                    <a:pt x="639970" y="1085577"/>
                  </a:lnTo>
                  <a:lnTo>
                    <a:pt x="684752" y="1075925"/>
                  </a:lnTo>
                  <a:lnTo>
                    <a:pt x="728092" y="1062697"/>
                  </a:lnTo>
                  <a:lnTo>
                    <a:pt x="769825" y="1046057"/>
                  </a:lnTo>
                  <a:lnTo>
                    <a:pt x="809787" y="1026169"/>
                  </a:lnTo>
                  <a:lnTo>
                    <a:pt x="847815" y="1003198"/>
                  </a:lnTo>
                  <a:lnTo>
                    <a:pt x="883743" y="977306"/>
                  </a:lnTo>
                  <a:lnTo>
                    <a:pt x="917409" y="948660"/>
                  </a:lnTo>
                  <a:lnTo>
                    <a:pt x="948647" y="917422"/>
                  </a:lnTo>
                  <a:lnTo>
                    <a:pt x="977294" y="883756"/>
                  </a:lnTo>
                  <a:lnTo>
                    <a:pt x="1003185" y="847828"/>
                  </a:lnTo>
                  <a:lnTo>
                    <a:pt x="1026157" y="809800"/>
                  </a:lnTo>
                  <a:lnTo>
                    <a:pt x="1046044" y="769838"/>
                  </a:lnTo>
                  <a:lnTo>
                    <a:pt x="1062684" y="728104"/>
                  </a:lnTo>
                  <a:lnTo>
                    <a:pt x="1075912" y="684765"/>
                  </a:lnTo>
                  <a:lnTo>
                    <a:pt x="1085564" y="639982"/>
                  </a:lnTo>
                  <a:lnTo>
                    <a:pt x="1091475" y="593922"/>
                  </a:lnTo>
                  <a:lnTo>
                    <a:pt x="1093482" y="54674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2375" y="3767188"/>
              <a:ext cx="1094105" cy="1094105"/>
            </a:xfrm>
            <a:custGeom>
              <a:avLst/>
              <a:gdLst/>
              <a:ahLst/>
              <a:cxnLst/>
              <a:rect l="l" t="t" r="r" b="b"/>
              <a:pathLst>
                <a:path w="1094105" h="1094104">
                  <a:moveTo>
                    <a:pt x="546735" y="1093495"/>
                  </a:moveTo>
                  <a:lnTo>
                    <a:pt x="499560" y="1091488"/>
                  </a:lnTo>
                  <a:lnTo>
                    <a:pt x="453500" y="1085577"/>
                  </a:lnTo>
                  <a:lnTo>
                    <a:pt x="408718" y="1075925"/>
                  </a:lnTo>
                  <a:lnTo>
                    <a:pt x="365379" y="1062697"/>
                  </a:lnTo>
                  <a:lnTo>
                    <a:pt x="323646" y="1046057"/>
                  </a:lnTo>
                  <a:lnTo>
                    <a:pt x="283685" y="1026169"/>
                  </a:lnTo>
                  <a:lnTo>
                    <a:pt x="245658" y="1003198"/>
                  </a:lnTo>
                  <a:lnTo>
                    <a:pt x="209730" y="977306"/>
                  </a:lnTo>
                  <a:lnTo>
                    <a:pt x="176066" y="948660"/>
                  </a:lnTo>
                  <a:lnTo>
                    <a:pt x="144829" y="917422"/>
                  </a:lnTo>
                  <a:lnTo>
                    <a:pt x="116183" y="883756"/>
                  </a:lnTo>
                  <a:lnTo>
                    <a:pt x="90293" y="847828"/>
                  </a:lnTo>
                  <a:lnTo>
                    <a:pt x="67322" y="809800"/>
                  </a:lnTo>
                  <a:lnTo>
                    <a:pt x="47435" y="769838"/>
                  </a:lnTo>
                  <a:lnTo>
                    <a:pt x="30796" y="728104"/>
                  </a:lnTo>
                  <a:lnTo>
                    <a:pt x="17569" y="684765"/>
                  </a:lnTo>
                  <a:lnTo>
                    <a:pt x="7917" y="639982"/>
                  </a:lnTo>
                  <a:lnTo>
                    <a:pt x="2006" y="593922"/>
                  </a:lnTo>
                  <a:lnTo>
                    <a:pt x="0" y="546747"/>
                  </a:lnTo>
                  <a:lnTo>
                    <a:pt x="2006" y="499572"/>
                  </a:lnTo>
                  <a:lnTo>
                    <a:pt x="7917" y="453512"/>
                  </a:lnTo>
                  <a:lnTo>
                    <a:pt x="17569" y="408730"/>
                  </a:lnTo>
                  <a:lnTo>
                    <a:pt x="30796" y="365390"/>
                  </a:lnTo>
                  <a:lnTo>
                    <a:pt x="47435" y="323657"/>
                  </a:lnTo>
                  <a:lnTo>
                    <a:pt x="67322" y="283694"/>
                  </a:lnTo>
                  <a:lnTo>
                    <a:pt x="90293" y="245667"/>
                  </a:lnTo>
                  <a:lnTo>
                    <a:pt x="116183" y="209738"/>
                  </a:lnTo>
                  <a:lnTo>
                    <a:pt x="144829" y="176073"/>
                  </a:lnTo>
                  <a:lnTo>
                    <a:pt x="176066" y="144835"/>
                  </a:lnTo>
                  <a:lnTo>
                    <a:pt x="209730" y="116188"/>
                  </a:lnTo>
                  <a:lnTo>
                    <a:pt x="245658" y="90297"/>
                  </a:lnTo>
                  <a:lnTo>
                    <a:pt x="283685" y="67325"/>
                  </a:lnTo>
                  <a:lnTo>
                    <a:pt x="323646" y="47437"/>
                  </a:lnTo>
                  <a:lnTo>
                    <a:pt x="365379" y="30797"/>
                  </a:lnTo>
                  <a:lnTo>
                    <a:pt x="408718" y="17569"/>
                  </a:lnTo>
                  <a:lnTo>
                    <a:pt x="453500" y="7918"/>
                  </a:lnTo>
                  <a:lnTo>
                    <a:pt x="499560" y="2006"/>
                  </a:lnTo>
                  <a:lnTo>
                    <a:pt x="546735" y="0"/>
                  </a:lnTo>
                  <a:lnTo>
                    <a:pt x="593909" y="2006"/>
                  </a:lnTo>
                  <a:lnTo>
                    <a:pt x="639970" y="7918"/>
                  </a:lnTo>
                  <a:lnTo>
                    <a:pt x="684752" y="17569"/>
                  </a:lnTo>
                  <a:lnTo>
                    <a:pt x="728092" y="30797"/>
                  </a:lnTo>
                  <a:lnTo>
                    <a:pt x="769825" y="47437"/>
                  </a:lnTo>
                  <a:lnTo>
                    <a:pt x="809787" y="67325"/>
                  </a:lnTo>
                  <a:lnTo>
                    <a:pt x="847815" y="90297"/>
                  </a:lnTo>
                  <a:lnTo>
                    <a:pt x="883743" y="116188"/>
                  </a:lnTo>
                  <a:lnTo>
                    <a:pt x="917409" y="144835"/>
                  </a:lnTo>
                  <a:lnTo>
                    <a:pt x="948647" y="176073"/>
                  </a:lnTo>
                  <a:lnTo>
                    <a:pt x="977294" y="209738"/>
                  </a:lnTo>
                  <a:lnTo>
                    <a:pt x="1003185" y="245667"/>
                  </a:lnTo>
                  <a:lnTo>
                    <a:pt x="1026157" y="283694"/>
                  </a:lnTo>
                  <a:lnTo>
                    <a:pt x="1046044" y="323657"/>
                  </a:lnTo>
                  <a:lnTo>
                    <a:pt x="1062684" y="365390"/>
                  </a:lnTo>
                  <a:lnTo>
                    <a:pt x="1075912" y="408730"/>
                  </a:lnTo>
                  <a:lnTo>
                    <a:pt x="1085564" y="453512"/>
                  </a:lnTo>
                  <a:lnTo>
                    <a:pt x="1091475" y="499572"/>
                  </a:lnTo>
                  <a:lnTo>
                    <a:pt x="1093482" y="546747"/>
                  </a:lnTo>
                  <a:lnTo>
                    <a:pt x="1091475" y="593922"/>
                  </a:lnTo>
                  <a:lnTo>
                    <a:pt x="1085564" y="639982"/>
                  </a:lnTo>
                  <a:lnTo>
                    <a:pt x="1075912" y="684765"/>
                  </a:lnTo>
                  <a:lnTo>
                    <a:pt x="1062684" y="728104"/>
                  </a:lnTo>
                  <a:lnTo>
                    <a:pt x="1046044" y="769838"/>
                  </a:lnTo>
                  <a:lnTo>
                    <a:pt x="1026157" y="809800"/>
                  </a:lnTo>
                  <a:lnTo>
                    <a:pt x="1003185" y="847828"/>
                  </a:lnTo>
                  <a:lnTo>
                    <a:pt x="977294" y="883756"/>
                  </a:lnTo>
                  <a:lnTo>
                    <a:pt x="948647" y="917422"/>
                  </a:lnTo>
                  <a:lnTo>
                    <a:pt x="917409" y="948660"/>
                  </a:lnTo>
                  <a:lnTo>
                    <a:pt x="883743" y="977306"/>
                  </a:lnTo>
                  <a:lnTo>
                    <a:pt x="847815" y="1003198"/>
                  </a:lnTo>
                  <a:lnTo>
                    <a:pt x="809787" y="1026169"/>
                  </a:lnTo>
                  <a:lnTo>
                    <a:pt x="769825" y="1046057"/>
                  </a:lnTo>
                  <a:lnTo>
                    <a:pt x="728092" y="1062697"/>
                  </a:lnTo>
                  <a:lnTo>
                    <a:pt x="684752" y="1075925"/>
                  </a:lnTo>
                  <a:lnTo>
                    <a:pt x="639970" y="1085577"/>
                  </a:lnTo>
                  <a:lnTo>
                    <a:pt x="593909" y="1091488"/>
                  </a:lnTo>
                  <a:lnTo>
                    <a:pt x="546735" y="109349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19110" y="43139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59739" y="355455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1518754" y="759383"/>
                  </a:moveTo>
                  <a:lnTo>
                    <a:pt x="0" y="759383"/>
                  </a:lnTo>
                </a:path>
                <a:path w="1518920" h="1518920">
                  <a:moveTo>
                    <a:pt x="759371" y="0"/>
                  </a:moveTo>
                  <a:lnTo>
                    <a:pt x="759371" y="1518754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2153" y="3998048"/>
              <a:ext cx="162661" cy="21558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7122" y="4151934"/>
              <a:ext cx="323989" cy="32398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57122" y="4151934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162001" y="324002"/>
                  </a:moveTo>
                  <a:lnTo>
                    <a:pt x="205062" y="318215"/>
                  </a:lnTo>
                  <a:lnTo>
                    <a:pt x="243757" y="301884"/>
                  </a:lnTo>
                  <a:lnTo>
                    <a:pt x="276542" y="276553"/>
                  </a:lnTo>
                  <a:lnTo>
                    <a:pt x="301872" y="243766"/>
                  </a:lnTo>
                  <a:lnTo>
                    <a:pt x="318202" y="205067"/>
                  </a:lnTo>
                  <a:lnTo>
                    <a:pt x="323989" y="162001"/>
                  </a:lnTo>
                  <a:lnTo>
                    <a:pt x="318202" y="118934"/>
                  </a:lnTo>
                  <a:lnTo>
                    <a:pt x="301872" y="80235"/>
                  </a:lnTo>
                  <a:lnTo>
                    <a:pt x="276542" y="47448"/>
                  </a:lnTo>
                  <a:lnTo>
                    <a:pt x="243757" y="22117"/>
                  </a:lnTo>
                  <a:lnTo>
                    <a:pt x="205062" y="5786"/>
                  </a:lnTo>
                  <a:lnTo>
                    <a:pt x="162001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1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3"/>
                  </a:lnTo>
                  <a:lnTo>
                    <a:pt x="80235" y="301884"/>
                  </a:lnTo>
                  <a:lnTo>
                    <a:pt x="118934" y="318215"/>
                  </a:lnTo>
                  <a:lnTo>
                    <a:pt x="162001" y="3240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36417" y="3977811"/>
              <a:ext cx="252258" cy="25226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336417" y="3977811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29" h="252729">
                  <a:moveTo>
                    <a:pt x="87019" y="246500"/>
                  </a:moveTo>
                  <a:lnTo>
                    <a:pt x="136942" y="252260"/>
                  </a:lnTo>
                  <a:lnTo>
                    <a:pt x="183582" y="238896"/>
                  </a:lnTo>
                  <a:lnTo>
                    <a:pt x="221809" y="209021"/>
                  </a:lnTo>
                  <a:lnTo>
                    <a:pt x="246493" y="165246"/>
                  </a:lnTo>
                  <a:lnTo>
                    <a:pt x="252258" y="115316"/>
                  </a:lnTo>
                  <a:lnTo>
                    <a:pt x="238894" y="68672"/>
                  </a:lnTo>
                  <a:lnTo>
                    <a:pt x="209015" y="30443"/>
                  </a:lnTo>
                  <a:lnTo>
                    <a:pt x="165239" y="5759"/>
                  </a:lnTo>
                  <a:lnTo>
                    <a:pt x="115316" y="0"/>
                  </a:lnTo>
                  <a:lnTo>
                    <a:pt x="68676" y="13365"/>
                  </a:lnTo>
                  <a:lnTo>
                    <a:pt x="30449" y="43244"/>
                  </a:lnTo>
                  <a:lnTo>
                    <a:pt x="5765" y="87026"/>
                  </a:lnTo>
                  <a:lnTo>
                    <a:pt x="0" y="136949"/>
                  </a:lnTo>
                  <a:lnTo>
                    <a:pt x="13364" y="183589"/>
                  </a:lnTo>
                  <a:lnTo>
                    <a:pt x="43243" y="221817"/>
                  </a:lnTo>
                  <a:lnTo>
                    <a:pt x="87019" y="246500"/>
                  </a:lnTo>
                  <a:close/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62553" y="1785454"/>
              <a:ext cx="756920" cy="2319020"/>
            </a:xfrm>
            <a:custGeom>
              <a:avLst/>
              <a:gdLst/>
              <a:ahLst/>
              <a:cxnLst/>
              <a:rect l="l" t="t" r="r" b="b"/>
              <a:pathLst>
                <a:path w="756920" h="2319020">
                  <a:moveTo>
                    <a:pt x="756615" y="0"/>
                  </a:moveTo>
                  <a:lnTo>
                    <a:pt x="0" y="2318486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19168" y="17854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219168" y="17854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19168" y="178545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623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895166" y="1461452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647992" y="323977"/>
                  </a:moveTo>
                  <a:lnTo>
                    <a:pt x="324002" y="323977"/>
                  </a:lnTo>
                  <a:lnTo>
                    <a:pt x="324002" y="0"/>
                  </a:lnTo>
                  <a:lnTo>
                    <a:pt x="276110" y="3517"/>
                  </a:lnTo>
                  <a:lnTo>
                    <a:pt x="230416" y="13728"/>
                  </a:lnTo>
                  <a:lnTo>
                    <a:pt x="187401" y="30124"/>
                  </a:lnTo>
                  <a:lnTo>
                    <a:pt x="147574" y="52209"/>
                  </a:lnTo>
                  <a:lnTo>
                    <a:pt x="111429" y="79476"/>
                  </a:lnTo>
                  <a:lnTo>
                    <a:pt x="79463" y="111442"/>
                  </a:lnTo>
                  <a:lnTo>
                    <a:pt x="52197" y="147586"/>
                  </a:lnTo>
                  <a:lnTo>
                    <a:pt x="30111" y="187413"/>
                  </a:lnTo>
                  <a:lnTo>
                    <a:pt x="13716" y="230428"/>
                  </a:lnTo>
                  <a:lnTo>
                    <a:pt x="3505" y="276123"/>
                  </a:lnTo>
                  <a:lnTo>
                    <a:pt x="0" y="324002"/>
                  </a:lnTo>
                  <a:lnTo>
                    <a:pt x="323989" y="324002"/>
                  </a:lnTo>
                  <a:lnTo>
                    <a:pt x="323989" y="647979"/>
                  </a:lnTo>
                  <a:lnTo>
                    <a:pt x="371856" y="644474"/>
                  </a:lnTo>
                  <a:lnTo>
                    <a:pt x="417550" y="634263"/>
                  </a:lnTo>
                  <a:lnTo>
                    <a:pt x="460565" y="617867"/>
                  </a:lnTo>
                  <a:lnTo>
                    <a:pt x="500405" y="595782"/>
                  </a:lnTo>
                  <a:lnTo>
                    <a:pt x="536549" y="568515"/>
                  </a:lnTo>
                  <a:lnTo>
                    <a:pt x="568515" y="536549"/>
                  </a:lnTo>
                  <a:lnTo>
                    <a:pt x="595782" y="500405"/>
                  </a:lnTo>
                  <a:lnTo>
                    <a:pt x="617867" y="460578"/>
                  </a:lnTo>
                  <a:lnTo>
                    <a:pt x="634263" y="417563"/>
                  </a:lnTo>
                  <a:lnTo>
                    <a:pt x="644474" y="371868"/>
                  </a:lnTo>
                  <a:lnTo>
                    <a:pt x="647992" y="3239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95166" y="1461452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647992" y="324002"/>
                  </a:moveTo>
                  <a:lnTo>
                    <a:pt x="644474" y="276123"/>
                  </a:lnTo>
                  <a:lnTo>
                    <a:pt x="634263" y="230428"/>
                  </a:lnTo>
                  <a:lnTo>
                    <a:pt x="617867" y="187413"/>
                  </a:lnTo>
                  <a:lnTo>
                    <a:pt x="595782" y="147586"/>
                  </a:lnTo>
                  <a:lnTo>
                    <a:pt x="568515" y="111442"/>
                  </a:lnTo>
                  <a:lnTo>
                    <a:pt x="536549" y="79476"/>
                  </a:lnTo>
                  <a:lnTo>
                    <a:pt x="500405" y="52209"/>
                  </a:lnTo>
                  <a:lnTo>
                    <a:pt x="460578" y="30124"/>
                  </a:lnTo>
                  <a:lnTo>
                    <a:pt x="417563" y="13728"/>
                  </a:lnTo>
                  <a:lnTo>
                    <a:pt x="371868" y="3517"/>
                  </a:lnTo>
                  <a:lnTo>
                    <a:pt x="323989" y="0"/>
                  </a:lnTo>
                  <a:lnTo>
                    <a:pt x="323989" y="323989"/>
                  </a:lnTo>
                  <a:lnTo>
                    <a:pt x="0" y="323989"/>
                  </a:lnTo>
                  <a:lnTo>
                    <a:pt x="3505" y="371868"/>
                  </a:lnTo>
                  <a:lnTo>
                    <a:pt x="13716" y="417563"/>
                  </a:lnTo>
                  <a:lnTo>
                    <a:pt x="30111" y="460578"/>
                  </a:lnTo>
                  <a:lnTo>
                    <a:pt x="52197" y="500418"/>
                  </a:lnTo>
                  <a:lnTo>
                    <a:pt x="79463" y="536562"/>
                  </a:lnTo>
                  <a:lnTo>
                    <a:pt x="111429" y="568528"/>
                  </a:lnTo>
                  <a:lnTo>
                    <a:pt x="147574" y="595795"/>
                  </a:lnTo>
                  <a:lnTo>
                    <a:pt x="187413" y="617880"/>
                  </a:lnTo>
                  <a:lnTo>
                    <a:pt x="230428" y="634276"/>
                  </a:lnTo>
                  <a:lnTo>
                    <a:pt x="276123" y="644486"/>
                  </a:lnTo>
                  <a:lnTo>
                    <a:pt x="324002" y="647992"/>
                  </a:lnTo>
                  <a:lnTo>
                    <a:pt x="324002" y="324002"/>
                  </a:lnTo>
                  <a:lnTo>
                    <a:pt x="647992" y="3240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5166" y="1461452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324002" y="648004"/>
                  </a:moveTo>
                  <a:lnTo>
                    <a:pt x="371878" y="644491"/>
                  </a:lnTo>
                  <a:lnTo>
                    <a:pt x="417573" y="634285"/>
                  </a:lnTo>
                  <a:lnTo>
                    <a:pt x="460586" y="617889"/>
                  </a:lnTo>
                  <a:lnTo>
                    <a:pt x="500416" y="595803"/>
                  </a:lnTo>
                  <a:lnTo>
                    <a:pt x="536561" y="568528"/>
                  </a:lnTo>
                  <a:lnTo>
                    <a:pt x="568521" y="536567"/>
                  </a:lnTo>
                  <a:lnTo>
                    <a:pt x="595794" y="500420"/>
                  </a:lnTo>
                  <a:lnTo>
                    <a:pt x="617878" y="460588"/>
                  </a:lnTo>
                  <a:lnTo>
                    <a:pt x="634274" y="417574"/>
                  </a:lnTo>
                  <a:lnTo>
                    <a:pt x="644479" y="371878"/>
                  </a:lnTo>
                  <a:lnTo>
                    <a:pt x="647992" y="324002"/>
                  </a:lnTo>
                  <a:lnTo>
                    <a:pt x="644479" y="276123"/>
                  </a:lnTo>
                  <a:lnTo>
                    <a:pt x="634274" y="230425"/>
                  </a:lnTo>
                  <a:lnTo>
                    <a:pt x="617878" y="187410"/>
                  </a:lnTo>
                  <a:lnTo>
                    <a:pt x="595794" y="147579"/>
                  </a:lnTo>
                  <a:lnTo>
                    <a:pt x="568521" y="111432"/>
                  </a:lnTo>
                  <a:lnTo>
                    <a:pt x="536561" y="79471"/>
                  </a:lnTo>
                  <a:lnTo>
                    <a:pt x="500416" y="52198"/>
                  </a:lnTo>
                  <a:lnTo>
                    <a:pt x="460586" y="30113"/>
                  </a:lnTo>
                  <a:lnTo>
                    <a:pt x="417573" y="13717"/>
                  </a:lnTo>
                  <a:lnTo>
                    <a:pt x="371878" y="3512"/>
                  </a:lnTo>
                  <a:lnTo>
                    <a:pt x="324002" y="0"/>
                  </a:lnTo>
                  <a:lnTo>
                    <a:pt x="276123" y="3512"/>
                  </a:lnTo>
                  <a:lnTo>
                    <a:pt x="230425" y="13717"/>
                  </a:lnTo>
                  <a:lnTo>
                    <a:pt x="187410" y="30113"/>
                  </a:lnTo>
                  <a:lnTo>
                    <a:pt x="147579" y="52198"/>
                  </a:lnTo>
                  <a:lnTo>
                    <a:pt x="111432" y="79471"/>
                  </a:lnTo>
                  <a:lnTo>
                    <a:pt x="79471" y="111432"/>
                  </a:lnTo>
                  <a:lnTo>
                    <a:pt x="52198" y="147579"/>
                  </a:lnTo>
                  <a:lnTo>
                    <a:pt x="30113" y="187410"/>
                  </a:lnTo>
                  <a:lnTo>
                    <a:pt x="13717" y="230425"/>
                  </a:lnTo>
                  <a:lnTo>
                    <a:pt x="3512" y="276123"/>
                  </a:lnTo>
                  <a:lnTo>
                    <a:pt x="0" y="324002"/>
                  </a:lnTo>
                  <a:lnTo>
                    <a:pt x="3512" y="371878"/>
                  </a:lnTo>
                  <a:lnTo>
                    <a:pt x="13717" y="417574"/>
                  </a:lnTo>
                  <a:lnTo>
                    <a:pt x="30113" y="460588"/>
                  </a:lnTo>
                  <a:lnTo>
                    <a:pt x="52198" y="500420"/>
                  </a:lnTo>
                  <a:lnTo>
                    <a:pt x="79471" y="536567"/>
                  </a:lnTo>
                  <a:lnTo>
                    <a:pt x="111432" y="568528"/>
                  </a:lnTo>
                  <a:lnTo>
                    <a:pt x="147579" y="595803"/>
                  </a:lnTo>
                  <a:lnTo>
                    <a:pt x="187410" y="617889"/>
                  </a:lnTo>
                  <a:lnTo>
                    <a:pt x="230425" y="634285"/>
                  </a:lnTo>
                  <a:lnTo>
                    <a:pt x="276123" y="644491"/>
                  </a:lnTo>
                  <a:lnTo>
                    <a:pt x="324002" y="6480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65770" y="3266744"/>
              <a:ext cx="577850" cy="187960"/>
            </a:xfrm>
            <a:custGeom>
              <a:avLst/>
              <a:gdLst/>
              <a:ahLst/>
              <a:cxnLst/>
              <a:rect l="l" t="t" r="r" b="b"/>
              <a:pathLst>
                <a:path w="577850" h="187960">
                  <a:moveTo>
                    <a:pt x="0" y="0"/>
                  </a:moveTo>
                  <a:lnTo>
                    <a:pt x="577761" y="187718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6616" y="2952584"/>
              <a:ext cx="445770" cy="412115"/>
            </a:xfrm>
            <a:custGeom>
              <a:avLst/>
              <a:gdLst/>
              <a:ahLst/>
              <a:cxnLst/>
              <a:rect l="l" t="t" r="r" b="b"/>
              <a:pathLst>
                <a:path w="445770" h="412114">
                  <a:moveTo>
                    <a:pt x="445604" y="182778"/>
                  </a:moveTo>
                  <a:lnTo>
                    <a:pt x="285483" y="0"/>
                  </a:lnTo>
                  <a:lnTo>
                    <a:pt x="0" y="411632"/>
                  </a:lnTo>
                  <a:lnTo>
                    <a:pt x="445604" y="1827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86616" y="1853285"/>
              <a:ext cx="870585" cy="1511300"/>
            </a:xfrm>
            <a:custGeom>
              <a:avLst/>
              <a:gdLst/>
              <a:ahLst/>
              <a:cxnLst/>
              <a:rect l="l" t="t" r="r" b="b"/>
              <a:pathLst>
                <a:path w="870585" h="1511300">
                  <a:moveTo>
                    <a:pt x="0" y="1510931"/>
                  </a:moveTo>
                  <a:lnTo>
                    <a:pt x="285483" y="1099299"/>
                  </a:lnTo>
                  <a:lnTo>
                    <a:pt x="445604" y="1282077"/>
                  </a:lnTo>
                  <a:lnTo>
                    <a:pt x="0" y="1510931"/>
                  </a:lnTo>
                  <a:close/>
                </a:path>
                <a:path w="870585" h="1511300">
                  <a:moveTo>
                    <a:pt x="870127" y="0"/>
                  </a:moveTo>
                  <a:lnTo>
                    <a:pt x="856094" y="173088"/>
                  </a:lnTo>
                  <a:lnTo>
                    <a:pt x="823341" y="348526"/>
                  </a:lnTo>
                  <a:lnTo>
                    <a:pt x="774230" y="512254"/>
                  </a:lnTo>
                  <a:lnTo>
                    <a:pt x="711073" y="671309"/>
                  </a:lnTo>
                  <a:lnTo>
                    <a:pt x="633882" y="832675"/>
                  </a:lnTo>
                  <a:lnTo>
                    <a:pt x="537984" y="977722"/>
                  </a:lnTo>
                  <a:lnTo>
                    <a:pt x="430377" y="1118031"/>
                  </a:lnTo>
                  <a:lnTo>
                    <a:pt x="367030" y="1189012"/>
                  </a:lnTo>
                  <a:lnTo>
                    <a:pt x="365531" y="1190688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9666" y="3947083"/>
              <a:ext cx="108140" cy="8450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45307" y="3862120"/>
              <a:ext cx="4386173" cy="27637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946450" y="1785454"/>
              <a:ext cx="3945890" cy="4724400"/>
            </a:xfrm>
            <a:custGeom>
              <a:avLst/>
              <a:gdLst/>
              <a:ahLst/>
              <a:cxnLst/>
              <a:rect l="l" t="t" r="r" b="b"/>
              <a:pathLst>
                <a:path w="3945890" h="4724400">
                  <a:moveTo>
                    <a:pt x="688784" y="2604020"/>
                  </a:moveTo>
                  <a:lnTo>
                    <a:pt x="0" y="4723815"/>
                  </a:lnTo>
                </a:path>
                <a:path w="3945890" h="4724400">
                  <a:moveTo>
                    <a:pt x="3945712" y="0"/>
                  </a:moveTo>
                  <a:lnTo>
                    <a:pt x="3945712" y="4723815"/>
                  </a:lnTo>
                </a:path>
              </a:pathLst>
            </a:custGeom>
            <a:ln w="25400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19005" y="3866895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539991" y="1080007"/>
                  </a:moveTo>
                  <a:lnTo>
                    <a:pt x="589142" y="1077801"/>
                  </a:lnTo>
                  <a:lnTo>
                    <a:pt x="637057" y="1071307"/>
                  </a:lnTo>
                  <a:lnTo>
                    <a:pt x="683545" y="1060718"/>
                  </a:lnTo>
                  <a:lnTo>
                    <a:pt x="728415" y="1046223"/>
                  </a:lnTo>
                  <a:lnTo>
                    <a:pt x="771477" y="1028014"/>
                  </a:lnTo>
                  <a:lnTo>
                    <a:pt x="812540" y="1006281"/>
                  </a:lnTo>
                  <a:lnTo>
                    <a:pt x="851414" y="981214"/>
                  </a:lnTo>
                  <a:lnTo>
                    <a:pt x="887908" y="953005"/>
                  </a:lnTo>
                  <a:lnTo>
                    <a:pt x="921831" y="921843"/>
                  </a:lnTo>
                  <a:lnTo>
                    <a:pt x="952992" y="887920"/>
                  </a:lnTo>
                  <a:lnTo>
                    <a:pt x="981201" y="851427"/>
                  </a:lnTo>
                  <a:lnTo>
                    <a:pt x="1006268" y="812553"/>
                  </a:lnTo>
                  <a:lnTo>
                    <a:pt x="1028001" y="771490"/>
                  </a:lnTo>
                  <a:lnTo>
                    <a:pt x="1046211" y="728428"/>
                  </a:lnTo>
                  <a:lnTo>
                    <a:pt x="1060705" y="683557"/>
                  </a:lnTo>
                  <a:lnTo>
                    <a:pt x="1071295" y="637069"/>
                  </a:lnTo>
                  <a:lnTo>
                    <a:pt x="1077788" y="589155"/>
                  </a:lnTo>
                  <a:lnTo>
                    <a:pt x="1079995" y="540003"/>
                  </a:lnTo>
                  <a:lnTo>
                    <a:pt x="1077788" y="490852"/>
                  </a:lnTo>
                  <a:lnTo>
                    <a:pt x="1071295" y="442938"/>
                  </a:lnTo>
                  <a:lnTo>
                    <a:pt x="1060705" y="396450"/>
                  </a:lnTo>
                  <a:lnTo>
                    <a:pt x="1046211" y="351579"/>
                  </a:lnTo>
                  <a:lnTo>
                    <a:pt x="1028001" y="308517"/>
                  </a:lnTo>
                  <a:lnTo>
                    <a:pt x="1006268" y="267454"/>
                  </a:lnTo>
                  <a:lnTo>
                    <a:pt x="981201" y="228580"/>
                  </a:lnTo>
                  <a:lnTo>
                    <a:pt x="952992" y="192087"/>
                  </a:lnTo>
                  <a:lnTo>
                    <a:pt x="921831" y="158164"/>
                  </a:lnTo>
                  <a:lnTo>
                    <a:pt x="887908" y="127002"/>
                  </a:lnTo>
                  <a:lnTo>
                    <a:pt x="851414" y="98793"/>
                  </a:lnTo>
                  <a:lnTo>
                    <a:pt x="812540" y="73726"/>
                  </a:lnTo>
                  <a:lnTo>
                    <a:pt x="771477" y="51993"/>
                  </a:lnTo>
                  <a:lnTo>
                    <a:pt x="728415" y="33784"/>
                  </a:lnTo>
                  <a:lnTo>
                    <a:pt x="683545" y="19289"/>
                  </a:lnTo>
                  <a:lnTo>
                    <a:pt x="637057" y="8700"/>
                  </a:lnTo>
                  <a:lnTo>
                    <a:pt x="589142" y="2206"/>
                  </a:lnTo>
                  <a:lnTo>
                    <a:pt x="539991" y="0"/>
                  </a:lnTo>
                  <a:lnTo>
                    <a:pt x="490842" y="2206"/>
                  </a:lnTo>
                  <a:lnTo>
                    <a:pt x="442929" y="8700"/>
                  </a:lnTo>
                  <a:lnTo>
                    <a:pt x="396442" y="19289"/>
                  </a:lnTo>
                  <a:lnTo>
                    <a:pt x="351573" y="33784"/>
                  </a:lnTo>
                  <a:lnTo>
                    <a:pt x="308512" y="51993"/>
                  </a:lnTo>
                  <a:lnTo>
                    <a:pt x="267450" y="73726"/>
                  </a:lnTo>
                  <a:lnTo>
                    <a:pt x="228577" y="98793"/>
                  </a:lnTo>
                  <a:lnTo>
                    <a:pt x="192084" y="127002"/>
                  </a:lnTo>
                  <a:lnTo>
                    <a:pt x="158162" y="158164"/>
                  </a:lnTo>
                  <a:lnTo>
                    <a:pt x="127001" y="192087"/>
                  </a:lnTo>
                  <a:lnTo>
                    <a:pt x="98792" y="228580"/>
                  </a:lnTo>
                  <a:lnTo>
                    <a:pt x="73726" y="267454"/>
                  </a:lnTo>
                  <a:lnTo>
                    <a:pt x="51993" y="308517"/>
                  </a:lnTo>
                  <a:lnTo>
                    <a:pt x="33784" y="351579"/>
                  </a:lnTo>
                  <a:lnTo>
                    <a:pt x="19289" y="396450"/>
                  </a:lnTo>
                  <a:lnTo>
                    <a:pt x="8700" y="442938"/>
                  </a:lnTo>
                  <a:lnTo>
                    <a:pt x="2206" y="490852"/>
                  </a:lnTo>
                  <a:lnTo>
                    <a:pt x="0" y="540003"/>
                  </a:lnTo>
                  <a:lnTo>
                    <a:pt x="2206" y="589155"/>
                  </a:lnTo>
                  <a:lnTo>
                    <a:pt x="8700" y="637069"/>
                  </a:lnTo>
                  <a:lnTo>
                    <a:pt x="19289" y="683557"/>
                  </a:lnTo>
                  <a:lnTo>
                    <a:pt x="33784" y="728428"/>
                  </a:lnTo>
                  <a:lnTo>
                    <a:pt x="51993" y="771490"/>
                  </a:lnTo>
                  <a:lnTo>
                    <a:pt x="73726" y="812553"/>
                  </a:lnTo>
                  <a:lnTo>
                    <a:pt x="98792" y="851427"/>
                  </a:lnTo>
                  <a:lnTo>
                    <a:pt x="127001" y="887920"/>
                  </a:lnTo>
                  <a:lnTo>
                    <a:pt x="158162" y="921843"/>
                  </a:lnTo>
                  <a:lnTo>
                    <a:pt x="192084" y="953005"/>
                  </a:lnTo>
                  <a:lnTo>
                    <a:pt x="228577" y="981214"/>
                  </a:lnTo>
                  <a:lnTo>
                    <a:pt x="267450" y="1006281"/>
                  </a:lnTo>
                  <a:lnTo>
                    <a:pt x="308512" y="1028014"/>
                  </a:lnTo>
                  <a:lnTo>
                    <a:pt x="351573" y="1046223"/>
                  </a:lnTo>
                  <a:lnTo>
                    <a:pt x="396442" y="1060718"/>
                  </a:lnTo>
                  <a:lnTo>
                    <a:pt x="442929" y="1071307"/>
                  </a:lnTo>
                  <a:lnTo>
                    <a:pt x="490842" y="1077801"/>
                  </a:lnTo>
                  <a:lnTo>
                    <a:pt x="539991" y="108000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629048" y="5117198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330" y="350901"/>
                  </a:moveTo>
                  <a:lnTo>
                    <a:pt x="350888" y="0"/>
                  </a:lnTo>
                  <a:lnTo>
                    <a:pt x="0" y="80441"/>
                  </a:lnTo>
                  <a:lnTo>
                    <a:pt x="80429" y="431330"/>
                  </a:lnTo>
                  <a:lnTo>
                    <a:pt x="431330" y="350901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29048" y="5117198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350888" y="0"/>
                  </a:moveTo>
                  <a:lnTo>
                    <a:pt x="0" y="80441"/>
                  </a:lnTo>
                  <a:lnTo>
                    <a:pt x="80429" y="431330"/>
                  </a:lnTo>
                  <a:lnTo>
                    <a:pt x="431330" y="350901"/>
                  </a:lnTo>
                  <a:lnTo>
                    <a:pt x="350888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091622" y="299730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317" y="350888"/>
                  </a:moveTo>
                  <a:lnTo>
                    <a:pt x="350888" y="0"/>
                  </a:lnTo>
                  <a:lnTo>
                    <a:pt x="0" y="80429"/>
                  </a:lnTo>
                  <a:lnTo>
                    <a:pt x="80429" y="431317"/>
                  </a:lnTo>
                  <a:lnTo>
                    <a:pt x="431317" y="350888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091622" y="299730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350888" y="0"/>
                  </a:moveTo>
                  <a:lnTo>
                    <a:pt x="0" y="80429"/>
                  </a:lnTo>
                  <a:lnTo>
                    <a:pt x="80429" y="431317"/>
                  </a:lnTo>
                  <a:lnTo>
                    <a:pt x="431317" y="350888"/>
                  </a:lnTo>
                  <a:lnTo>
                    <a:pt x="350888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4614" y="4318445"/>
              <a:ext cx="166902" cy="25985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99799" y="5971616"/>
              <a:ext cx="103771" cy="19819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921770" y="4560023"/>
              <a:ext cx="328295" cy="1430020"/>
            </a:xfrm>
            <a:custGeom>
              <a:avLst/>
              <a:gdLst/>
              <a:ahLst/>
              <a:cxnLst/>
              <a:rect l="l" t="t" r="r" b="b"/>
              <a:pathLst>
                <a:path w="328295" h="1430020">
                  <a:moveTo>
                    <a:pt x="327761" y="142986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76660" y="4194619"/>
              <a:ext cx="103784" cy="19819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225404" y="1785454"/>
              <a:ext cx="601345" cy="2427605"/>
            </a:xfrm>
            <a:custGeom>
              <a:avLst/>
              <a:gdLst/>
              <a:ahLst/>
              <a:cxnLst/>
              <a:rect l="l" t="t" r="r" b="b"/>
              <a:pathLst>
                <a:path w="601345" h="2427604">
                  <a:moveTo>
                    <a:pt x="601002" y="242743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06184" y="1819960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17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67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57"/>
                  </a:moveTo>
                  <a:lnTo>
                    <a:pt x="0" y="316941"/>
                  </a:lnTo>
                  <a:lnTo>
                    <a:pt x="10477" y="367576"/>
                  </a:lnTo>
                  <a:lnTo>
                    <a:pt x="25323" y="367576"/>
                  </a:lnTo>
                  <a:lnTo>
                    <a:pt x="25323" y="331787"/>
                  </a:lnTo>
                  <a:lnTo>
                    <a:pt x="26200" y="319557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84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14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57" y="504659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593"/>
                  </a:lnTo>
                  <a:lnTo>
                    <a:pt x="58508" y="174625"/>
                  </a:lnTo>
                  <a:lnTo>
                    <a:pt x="70726" y="182473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4987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52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67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07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14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22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14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36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19"/>
                  </a:moveTo>
                  <a:lnTo>
                    <a:pt x="643496" y="470611"/>
                  </a:lnTo>
                  <a:lnTo>
                    <a:pt x="641756" y="476719"/>
                  </a:lnTo>
                  <a:lnTo>
                    <a:pt x="628662" y="502920"/>
                  </a:lnTo>
                  <a:lnTo>
                    <a:pt x="625170" y="508152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19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76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57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82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488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24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593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86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43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14"/>
                  </a:moveTo>
                  <a:lnTo>
                    <a:pt x="282028" y="663575"/>
                  </a:lnTo>
                  <a:lnTo>
                    <a:pt x="276783" y="661822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14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296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44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36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72"/>
                  </a:lnTo>
                  <a:lnTo>
                    <a:pt x="552691" y="595464"/>
                  </a:lnTo>
                  <a:lnTo>
                    <a:pt x="547458" y="598957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34"/>
                  </a:lnTo>
                  <a:lnTo>
                    <a:pt x="523011" y="616419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07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77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57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19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 rot="660000">
            <a:off x="8480558" y="3326469"/>
            <a:ext cx="36100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800" b="1" spc="60" dirty="0">
                <a:solidFill>
                  <a:srgbClr val="ED1C24"/>
                </a:solidFill>
                <a:latin typeface="Gill Sans MT"/>
                <a:cs typeface="Gill Sans MT"/>
              </a:rPr>
              <a:t>70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9191459" y="7294003"/>
            <a:ext cx="115506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0520T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79" name="object 79"/>
          <p:cNvSpPr txBox="1"/>
          <p:nvPr/>
        </p:nvSpPr>
        <p:spPr>
          <a:xfrm rot="15480000">
            <a:off x="4669914" y="5177622"/>
            <a:ext cx="37722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0"/>
              </a:lnSpc>
            </a:pPr>
            <a:r>
              <a:rPr sz="2400" b="1" spc="-175" dirty="0">
                <a:solidFill>
                  <a:srgbClr val="231F20"/>
                </a:solidFill>
                <a:latin typeface="Gill Sans MT"/>
                <a:cs typeface="Gill Sans MT"/>
              </a:rPr>
              <a:t>A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80" name="object 80"/>
          <p:cNvSpPr txBox="1"/>
          <p:nvPr/>
        </p:nvSpPr>
        <p:spPr>
          <a:xfrm rot="15480000">
            <a:off x="4139569" y="3057682"/>
            <a:ext cx="3628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0"/>
              </a:lnSpc>
            </a:pPr>
            <a:r>
              <a:rPr sz="2400" b="1" spc="-125" dirty="0">
                <a:solidFill>
                  <a:srgbClr val="231F20"/>
                </a:solidFill>
                <a:latin typeface="Gill Sans MT"/>
                <a:cs typeface="Gill Sans MT"/>
              </a:rPr>
              <a:t>R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xfrm>
            <a:off x="348620" y="457609"/>
            <a:ext cx="5125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110" dirty="0"/>
              <a:t> </a:t>
            </a:r>
            <a:r>
              <a:rPr spc="-50" dirty="0"/>
              <a:t>Type</a:t>
            </a:r>
            <a:r>
              <a:rPr spc="-85" dirty="0"/>
              <a:t> </a:t>
            </a:r>
            <a:r>
              <a:rPr spc="-520" dirty="0"/>
              <a:t>CT</a:t>
            </a:r>
            <a:r>
              <a:rPr spc="-70" dirty="0"/>
              <a:t> </a:t>
            </a:r>
            <a:r>
              <a:rPr spc="-200" dirty="0"/>
              <a:t>-</a:t>
            </a:r>
            <a:r>
              <a:rPr spc="-70" dirty="0"/>
              <a:t> </a:t>
            </a:r>
            <a:r>
              <a:rPr dirty="0"/>
              <a:t>Installation</a:t>
            </a:r>
            <a:r>
              <a:rPr spc="-80" dirty="0"/>
              <a:t> </a:t>
            </a:r>
            <a:r>
              <a:rPr spc="-10" dirty="0"/>
              <a:t>Step</a:t>
            </a:r>
            <a:r>
              <a:rPr spc="-85" dirty="0"/>
              <a:t> </a:t>
            </a:r>
            <a:r>
              <a:rPr spc="55" dirty="0"/>
              <a:t>1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348620" y="743720"/>
            <a:ext cx="3355975" cy="10706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400" b="1" dirty="0">
                <a:latin typeface="Gill Sans MT"/>
                <a:cs typeface="Gill Sans MT"/>
              </a:rPr>
              <a:t>Define</a:t>
            </a:r>
            <a:r>
              <a:rPr sz="2400" b="1" spc="-14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135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Position</a:t>
            </a:r>
            <a:endParaRPr sz="2400">
              <a:latin typeface="Gill Sans MT"/>
              <a:cs typeface="Gill Sans MT"/>
            </a:endParaRPr>
          </a:p>
          <a:p>
            <a:pPr marL="240665">
              <a:lnSpc>
                <a:spcPct val="100000"/>
              </a:lnSpc>
              <a:spcBef>
                <a:spcPts val="865"/>
              </a:spcBef>
            </a:pPr>
            <a:r>
              <a:rPr sz="3200" b="1" spc="90" dirty="0">
                <a:latin typeface="Gill Sans MT"/>
                <a:cs typeface="Gill Sans MT"/>
              </a:rPr>
              <a:t>1</a:t>
            </a:r>
            <a:endParaRPr sz="3200">
              <a:latin typeface="Gill Sans MT"/>
              <a:cs typeface="Gill Sans MT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95945F7-283B-3E31-E723-85A464E831FF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02F0571-0FD4-C4D3-1F66-0E25094C8F8A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7" name="Picture 8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E2D5751D-8A33-F278-7B4C-E3346F09B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9911" y="420934"/>
            <a:ext cx="2514600" cy="364490"/>
            <a:chOff x="7819911" y="420934"/>
            <a:chExt cx="2514600" cy="364490"/>
          </a:xfrm>
        </p:grpSpPr>
        <p:sp>
          <p:nvSpPr>
            <p:cNvPr id="3" name="object 3"/>
            <p:cNvSpPr/>
            <p:nvPr/>
          </p:nvSpPr>
          <p:spPr>
            <a:xfrm>
              <a:off x="7819911" y="420934"/>
              <a:ext cx="2514600" cy="364490"/>
            </a:xfrm>
            <a:custGeom>
              <a:avLst/>
              <a:gdLst/>
              <a:ahLst/>
              <a:cxnLst/>
              <a:rect l="l" t="t" r="r" b="b"/>
              <a:pathLst>
                <a:path w="2514600" h="364490">
                  <a:moveTo>
                    <a:pt x="2514465" y="191005"/>
                  </a:moveTo>
                  <a:lnTo>
                    <a:pt x="2510243" y="149346"/>
                  </a:lnTo>
                  <a:lnTo>
                    <a:pt x="2473029" y="83233"/>
                  </a:lnTo>
                  <a:lnTo>
                    <a:pt x="2442728" y="58681"/>
                  </a:lnTo>
                  <a:lnTo>
                    <a:pt x="2390733" y="39580"/>
                  </a:lnTo>
                  <a:lnTo>
                    <a:pt x="2333485" y="37789"/>
                  </a:lnTo>
                  <a:lnTo>
                    <a:pt x="2333625" y="12262"/>
                  </a:lnTo>
                  <a:lnTo>
                    <a:pt x="2198154" y="11564"/>
                  </a:lnTo>
                  <a:lnTo>
                    <a:pt x="2197671" y="37802"/>
                  </a:lnTo>
                  <a:lnTo>
                    <a:pt x="2060422" y="37103"/>
                  </a:lnTo>
                  <a:lnTo>
                    <a:pt x="2060194" y="12630"/>
                  </a:lnTo>
                  <a:lnTo>
                    <a:pt x="1928622" y="11957"/>
                  </a:lnTo>
                  <a:lnTo>
                    <a:pt x="1928495" y="37853"/>
                  </a:lnTo>
                  <a:lnTo>
                    <a:pt x="1857209" y="37484"/>
                  </a:lnTo>
                  <a:lnTo>
                    <a:pt x="1813044" y="15582"/>
                  </a:lnTo>
                  <a:lnTo>
                    <a:pt x="1764830" y="4033"/>
                  </a:lnTo>
                  <a:lnTo>
                    <a:pt x="1711230" y="614"/>
                  </a:lnTo>
                  <a:lnTo>
                    <a:pt x="1692490" y="819"/>
                  </a:lnTo>
                  <a:lnTo>
                    <a:pt x="1657827" y="3768"/>
                  </a:lnTo>
                  <a:lnTo>
                    <a:pt x="1624006" y="10311"/>
                  </a:lnTo>
                  <a:lnTo>
                    <a:pt x="1591756" y="21252"/>
                  </a:lnTo>
                  <a:lnTo>
                    <a:pt x="1561807" y="37395"/>
                  </a:lnTo>
                  <a:lnTo>
                    <a:pt x="1418170" y="37370"/>
                  </a:lnTo>
                  <a:lnTo>
                    <a:pt x="1376032" y="17469"/>
                  </a:lnTo>
                  <a:lnTo>
                    <a:pt x="1330388" y="6065"/>
                  </a:lnTo>
                  <a:lnTo>
                    <a:pt x="1322160" y="5121"/>
                  </a:lnTo>
                  <a:lnTo>
                    <a:pt x="1314264" y="3850"/>
                  </a:lnTo>
                  <a:lnTo>
                    <a:pt x="1306365" y="2848"/>
                  </a:lnTo>
                  <a:lnTo>
                    <a:pt x="1298130" y="2712"/>
                  </a:lnTo>
                  <a:lnTo>
                    <a:pt x="1283666" y="1832"/>
                  </a:lnTo>
                  <a:lnTo>
                    <a:pt x="1240332" y="2064"/>
                  </a:lnTo>
                  <a:lnTo>
                    <a:pt x="1174492" y="12140"/>
                  </a:lnTo>
                  <a:lnTo>
                    <a:pt x="1114958" y="37942"/>
                  </a:lnTo>
                  <a:lnTo>
                    <a:pt x="1114602" y="38297"/>
                  </a:lnTo>
                  <a:lnTo>
                    <a:pt x="995083" y="38043"/>
                  </a:lnTo>
                  <a:lnTo>
                    <a:pt x="947373" y="14921"/>
                  </a:lnTo>
                  <a:lnTo>
                    <a:pt x="894549" y="3486"/>
                  </a:lnTo>
                  <a:lnTo>
                    <a:pt x="839043" y="0"/>
                  </a:lnTo>
                  <a:lnTo>
                    <a:pt x="784699" y="3366"/>
                  </a:lnTo>
                  <a:lnTo>
                    <a:pt x="733106" y="15124"/>
                  </a:lnTo>
                  <a:lnTo>
                    <a:pt x="685850" y="36811"/>
                  </a:lnTo>
                  <a:lnTo>
                    <a:pt x="637971" y="37281"/>
                  </a:lnTo>
                  <a:lnTo>
                    <a:pt x="598258" y="37078"/>
                  </a:lnTo>
                  <a:lnTo>
                    <a:pt x="598030" y="11894"/>
                  </a:lnTo>
                  <a:lnTo>
                    <a:pt x="470014" y="11246"/>
                  </a:lnTo>
                  <a:lnTo>
                    <a:pt x="469874" y="38196"/>
                  </a:lnTo>
                  <a:lnTo>
                    <a:pt x="324472" y="37091"/>
                  </a:lnTo>
                  <a:lnTo>
                    <a:pt x="324243" y="12275"/>
                  </a:lnTo>
                  <a:lnTo>
                    <a:pt x="192684" y="11957"/>
                  </a:lnTo>
                  <a:lnTo>
                    <a:pt x="192189" y="38196"/>
                  </a:lnTo>
                  <a:lnTo>
                    <a:pt x="174121" y="38339"/>
                  </a:lnTo>
                  <a:lnTo>
                    <a:pt x="155889" y="38049"/>
                  </a:lnTo>
                  <a:lnTo>
                    <a:pt x="137985" y="38360"/>
                  </a:lnTo>
                  <a:lnTo>
                    <a:pt x="84167" y="52146"/>
                  </a:lnTo>
                  <a:lnTo>
                    <a:pt x="51036" y="74443"/>
                  </a:lnTo>
                  <a:lnTo>
                    <a:pt x="24518" y="104353"/>
                  </a:lnTo>
                  <a:lnTo>
                    <a:pt x="7620" y="139034"/>
                  </a:lnTo>
                  <a:lnTo>
                    <a:pt x="0" y="181506"/>
                  </a:lnTo>
                  <a:lnTo>
                    <a:pt x="658" y="203677"/>
                  </a:lnTo>
                  <a:lnTo>
                    <a:pt x="18338" y="259542"/>
                  </a:lnTo>
                  <a:lnTo>
                    <a:pt x="41863" y="290410"/>
                  </a:lnTo>
                  <a:lnTo>
                    <a:pt x="72207" y="314598"/>
                  </a:lnTo>
                  <a:lnTo>
                    <a:pt x="126663" y="333195"/>
                  </a:lnTo>
                  <a:lnTo>
                    <a:pt x="191731" y="335020"/>
                  </a:lnTo>
                  <a:lnTo>
                    <a:pt x="191643" y="354172"/>
                  </a:lnTo>
                  <a:lnTo>
                    <a:pt x="325335" y="354502"/>
                  </a:lnTo>
                  <a:lnTo>
                    <a:pt x="325793" y="333928"/>
                  </a:lnTo>
                  <a:lnTo>
                    <a:pt x="469061" y="335020"/>
                  </a:lnTo>
                  <a:lnTo>
                    <a:pt x="469315" y="354527"/>
                  </a:lnTo>
                  <a:lnTo>
                    <a:pt x="595922" y="355175"/>
                  </a:lnTo>
                  <a:lnTo>
                    <a:pt x="596988" y="354464"/>
                  </a:lnTo>
                  <a:lnTo>
                    <a:pt x="597090" y="334614"/>
                  </a:lnTo>
                  <a:lnTo>
                    <a:pt x="703122" y="334804"/>
                  </a:lnTo>
                  <a:lnTo>
                    <a:pt x="749361" y="351619"/>
                  </a:lnTo>
                  <a:lnTo>
                    <a:pt x="799096" y="360471"/>
                  </a:lnTo>
                  <a:lnTo>
                    <a:pt x="806907" y="360509"/>
                  </a:lnTo>
                  <a:lnTo>
                    <a:pt x="814349" y="361258"/>
                  </a:lnTo>
                  <a:lnTo>
                    <a:pt x="821791" y="362350"/>
                  </a:lnTo>
                  <a:lnTo>
                    <a:pt x="859536" y="361634"/>
                  </a:lnTo>
                  <a:lnTo>
                    <a:pt x="896329" y="358083"/>
                  </a:lnTo>
                  <a:lnTo>
                    <a:pt x="931610" y="350999"/>
                  </a:lnTo>
                  <a:lnTo>
                    <a:pt x="964819" y="339681"/>
                  </a:lnTo>
                  <a:lnTo>
                    <a:pt x="967308" y="339694"/>
                  </a:lnTo>
                  <a:lnTo>
                    <a:pt x="968730" y="337928"/>
                  </a:lnTo>
                  <a:lnTo>
                    <a:pt x="970508" y="336874"/>
                  </a:lnTo>
                  <a:lnTo>
                    <a:pt x="971575" y="335820"/>
                  </a:lnTo>
                  <a:lnTo>
                    <a:pt x="974064" y="336188"/>
                  </a:lnTo>
                  <a:lnTo>
                    <a:pt x="974775" y="334410"/>
                  </a:lnTo>
                  <a:lnTo>
                    <a:pt x="1123010" y="334817"/>
                  </a:lnTo>
                  <a:lnTo>
                    <a:pt x="1162435" y="349293"/>
                  </a:lnTo>
                  <a:lnTo>
                    <a:pt x="1203756" y="357931"/>
                  </a:lnTo>
                  <a:lnTo>
                    <a:pt x="1257682" y="362990"/>
                  </a:lnTo>
                  <a:lnTo>
                    <a:pt x="1285665" y="364030"/>
                  </a:lnTo>
                  <a:lnTo>
                    <a:pt x="1314018" y="363811"/>
                  </a:lnTo>
                  <a:lnTo>
                    <a:pt x="1369013" y="357620"/>
                  </a:lnTo>
                  <a:lnTo>
                    <a:pt x="1419809" y="341294"/>
                  </a:lnTo>
                  <a:lnTo>
                    <a:pt x="1423720" y="338830"/>
                  </a:lnTo>
                  <a:lnTo>
                    <a:pt x="1428699" y="337446"/>
                  </a:lnTo>
                  <a:lnTo>
                    <a:pt x="1431556" y="334271"/>
                  </a:lnTo>
                  <a:lnTo>
                    <a:pt x="1536877" y="335160"/>
                  </a:lnTo>
                  <a:lnTo>
                    <a:pt x="1579079" y="335020"/>
                  </a:lnTo>
                  <a:lnTo>
                    <a:pt x="1626374" y="352997"/>
                  </a:lnTo>
                  <a:lnTo>
                    <a:pt x="1677174" y="361411"/>
                  </a:lnTo>
                  <a:lnTo>
                    <a:pt x="1720640" y="362154"/>
                  </a:lnTo>
                  <a:lnTo>
                    <a:pt x="1763193" y="358569"/>
                  </a:lnTo>
                  <a:lnTo>
                    <a:pt x="1803910" y="349788"/>
                  </a:lnTo>
                  <a:lnTo>
                    <a:pt x="1841868" y="334944"/>
                  </a:lnTo>
                  <a:lnTo>
                    <a:pt x="1928037" y="335388"/>
                  </a:lnTo>
                  <a:lnTo>
                    <a:pt x="1927936" y="354540"/>
                  </a:lnTo>
                  <a:lnTo>
                    <a:pt x="2060930" y="355213"/>
                  </a:lnTo>
                  <a:lnTo>
                    <a:pt x="2061641" y="354870"/>
                  </a:lnTo>
                  <a:lnTo>
                    <a:pt x="2061743" y="334652"/>
                  </a:lnTo>
                  <a:lnTo>
                    <a:pt x="2196858" y="335337"/>
                  </a:lnTo>
                  <a:lnTo>
                    <a:pt x="2196757" y="354489"/>
                  </a:lnTo>
                  <a:lnTo>
                    <a:pt x="2333294" y="354832"/>
                  </a:lnTo>
                  <a:lnTo>
                    <a:pt x="2333396" y="334271"/>
                  </a:lnTo>
                  <a:lnTo>
                    <a:pt x="2380208" y="334156"/>
                  </a:lnTo>
                  <a:lnTo>
                    <a:pt x="2419616" y="325127"/>
                  </a:lnTo>
                  <a:lnTo>
                    <a:pt x="2453680" y="306516"/>
                  </a:lnTo>
                  <a:lnTo>
                    <a:pt x="2482002" y="279129"/>
                  </a:lnTo>
                  <a:lnTo>
                    <a:pt x="2502509" y="245515"/>
                  </a:lnTo>
                  <a:lnTo>
                    <a:pt x="2513495" y="206458"/>
                  </a:lnTo>
                  <a:lnTo>
                    <a:pt x="2511729" y="205378"/>
                  </a:lnTo>
                  <a:lnTo>
                    <a:pt x="2513507" y="204680"/>
                  </a:lnTo>
                  <a:lnTo>
                    <a:pt x="2514465" y="191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7238" y="437959"/>
              <a:ext cx="2111375" cy="329565"/>
            </a:xfrm>
            <a:custGeom>
              <a:avLst/>
              <a:gdLst/>
              <a:ahLst/>
              <a:cxnLst/>
              <a:rect l="l" t="t" r="r" b="b"/>
              <a:pathLst>
                <a:path w="2111375" h="329565">
                  <a:moveTo>
                    <a:pt x="374307" y="10388"/>
                  </a:moveTo>
                  <a:lnTo>
                    <a:pt x="279273" y="9906"/>
                  </a:lnTo>
                  <a:lnTo>
                    <a:pt x="278257" y="138988"/>
                  </a:lnTo>
                  <a:lnTo>
                    <a:pt x="100241" y="137718"/>
                  </a:lnTo>
                  <a:lnTo>
                    <a:pt x="100888" y="10769"/>
                  </a:lnTo>
                  <a:lnTo>
                    <a:pt x="1587" y="10261"/>
                  </a:lnTo>
                  <a:lnTo>
                    <a:pt x="0" y="321271"/>
                  </a:lnTo>
                  <a:lnTo>
                    <a:pt x="101066" y="321779"/>
                  </a:lnTo>
                  <a:lnTo>
                    <a:pt x="102057" y="197307"/>
                  </a:lnTo>
                  <a:lnTo>
                    <a:pt x="278663" y="198208"/>
                  </a:lnTo>
                  <a:lnTo>
                    <a:pt x="278028" y="321271"/>
                  </a:lnTo>
                  <a:lnTo>
                    <a:pt x="372719" y="321754"/>
                  </a:lnTo>
                  <a:lnTo>
                    <a:pt x="374307" y="10388"/>
                  </a:lnTo>
                  <a:close/>
                </a:path>
                <a:path w="2111375" h="329565">
                  <a:moveTo>
                    <a:pt x="840193" y="156883"/>
                  </a:moveTo>
                  <a:lnTo>
                    <a:pt x="833805" y="112115"/>
                  </a:lnTo>
                  <a:lnTo>
                    <a:pt x="799820" y="52717"/>
                  </a:lnTo>
                  <a:lnTo>
                    <a:pt x="762774" y="26301"/>
                  </a:lnTo>
                  <a:lnTo>
                    <a:pt x="719353" y="10096"/>
                  </a:lnTo>
                  <a:lnTo>
                    <a:pt x="673671" y="1993"/>
                  </a:lnTo>
                  <a:lnTo>
                    <a:pt x="630415" y="0"/>
                  </a:lnTo>
                  <a:lnTo>
                    <a:pt x="595845" y="1612"/>
                  </a:lnTo>
                  <a:lnTo>
                    <a:pt x="529983" y="14554"/>
                  </a:lnTo>
                  <a:lnTo>
                    <a:pt x="471195" y="46850"/>
                  </a:lnTo>
                  <a:lnTo>
                    <a:pt x="434047" y="102577"/>
                  </a:lnTo>
                  <a:lnTo>
                    <a:pt x="424878" y="179019"/>
                  </a:lnTo>
                  <a:lnTo>
                    <a:pt x="433260" y="220510"/>
                  </a:lnTo>
                  <a:lnTo>
                    <a:pt x="452158" y="257606"/>
                  </a:lnTo>
                  <a:lnTo>
                    <a:pt x="482473" y="288264"/>
                  </a:lnTo>
                  <a:lnTo>
                    <a:pt x="518147" y="308165"/>
                  </a:lnTo>
                  <a:lnTo>
                    <a:pt x="556641" y="320484"/>
                  </a:lnTo>
                  <a:lnTo>
                    <a:pt x="597623" y="326567"/>
                  </a:lnTo>
                  <a:lnTo>
                    <a:pt x="640791" y="327736"/>
                  </a:lnTo>
                  <a:lnTo>
                    <a:pt x="683907" y="324535"/>
                  </a:lnTo>
                  <a:lnTo>
                    <a:pt x="726147" y="315277"/>
                  </a:lnTo>
                  <a:lnTo>
                    <a:pt x="765175" y="298551"/>
                  </a:lnTo>
                  <a:lnTo>
                    <a:pt x="798652" y="272986"/>
                  </a:lnTo>
                  <a:lnTo>
                    <a:pt x="824242" y="237172"/>
                  </a:lnTo>
                  <a:lnTo>
                    <a:pt x="837577" y="195262"/>
                  </a:lnTo>
                  <a:lnTo>
                    <a:pt x="840193" y="156883"/>
                  </a:lnTo>
                  <a:close/>
                </a:path>
                <a:path w="2111375" h="329565">
                  <a:moveTo>
                    <a:pt x="1261071" y="216560"/>
                  </a:moveTo>
                  <a:lnTo>
                    <a:pt x="1233131" y="170827"/>
                  </a:lnTo>
                  <a:lnTo>
                    <a:pt x="1180312" y="149809"/>
                  </a:lnTo>
                  <a:lnTo>
                    <a:pt x="1131938" y="140652"/>
                  </a:lnTo>
                  <a:lnTo>
                    <a:pt x="1078712" y="133248"/>
                  </a:lnTo>
                  <a:lnTo>
                    <a:pt x="1056055" y="129540"/>
                  </a:lnTo>
                  <a:lnTo>
                    <a:pt x="1012825" y="116497"/>
                  </a:lnTo>
                  <a:lnTo>
                    <a:pt x="996276" y="93687"/>
                  </a:lnTo>
                  <a:lnTo>
                    <a:pt x="996327" y="83794"/>
                  </a:lnTo>
                  <a:lnTo>
                    <a:pt x="1029068" y="49720"/>
                  </a:lnTo>
                  <a:lnTo>
                    <a:pt x="1054239" y="46418"/>
                  </a:lnTo>
                  <a:lnTo>
                    <a:pt x="1067092" y="46558"/>
                  </a:lnTo>
                  <a:lnTo>
                    <a:pt x="1085126" y="51536"/>
                  </a:lnTo>
                  <a:lnTo>
                    <a:pt x="1101674" y="60477"/>
                  </a:lnTo>
                  <a:lnTo>
                    <a:pt x="1116228" y="72745"/>
                  </a:lnTo>
                  <a:lnTo>
                    <a:pt x="1128229" y="87655"/>
                  </a:lnTo>
                  <a:lnTo>
                    <a:pt x="1246670" y="88265"/>
                  </a:lnTo>
                  <a:lnTo>
                    <a:pt x="1249159" y="87566"/>
                  </a:lnTo>
                  <a:lnTo>
                    <a:pt x="1248816" y="86144"/>
                  </a:lnTo>
                  <a:lnTo>
                    <a:pt x="1216850" y="47078"/>
                  </a:lnTo>
                  <a:lnTo>
                    <a:pt x="1175410" y="21628"/>
                  </a:lnTo>
                  <a:lnTo>
                    <a:pt x="1127874" y="7378"/>
                  </a:lnTo>
                  <a:lnTo>
                    <a:pt x="1077595" y="1930"/>
                  </a:lnTo>
                  <a:lnTo>
                    <a:pt x="1035710" y="2095"/>
                  </a:lnTo>
                  <a:lnTo>
                    <a:pt x="994410" y="6870"/>
                  </a:lnTo>
                  <a:lnTo>
                    <a:pt x="954938" y="17322"/>
                  </a:lnTo>
                  <a:lnTo>
                    <a:pt x="918552" y="34455"/>
                  </a:lnTo>
                  <a:lnTo>
                    <a:pt x="889000" y="65786"/>
                  </a:lnTo>
                  <a:lnTo>
                    <a:pt x="880554" y="114757"/>
                  </a:lnTo>
                  <a:lnTo>
                    <a:pt x="883005" y="120802"/>
                  </a:lnTo>
                  <a:lnTo>
                    <a:pt x="884034" y="127190"/>
                  </a:lnTo>
                  <a:lnTo>
                    <a:pt x="920051" y="167233"/>
                  </a:lnTo>
                  <a:lnTo>
                    <a:pt x="973480" y="182613"/>
                  </a:lnTo>
                  <a:lnTo>
                    <a:pt x="1076007" y="201396"/>
                  </a:lnTo>
                  <a:lnTo>
                    <a:pt x="1109878" y="207784"/>
                  </a:lnTo>
                  <a:lnTo>
                    <a:pt x="1149108" y="234937"/>
                  </a:lnTo>
                  <a:lnTo>
                    <a:pt x="1150924" y="244652"/>
                  </a:lnTo>
                  <a:lnTo>
                    <a:pt x="1150467" y="254546"/>
                  </a:lnTo>
                  <a:lnTo>
                    <a:pt x="1147406" y="263753"/>
                  </a:lnTo>
                  <a:lnTo>
                    <a:pt x="1141476" y="271424"/>
                  </a:lnTo>
                  <a:lnTo>
                    <a:pt x="1121346" y="283552"/>
                  </a:lnTo>
                  <a:lnTo>
                    <a:pt x="1098245" y="288366"/>
                  </a:lnTo>
                  <a:lnTo>
                    <a:pt x="1074305" y="286994"/>
                  </a:lnTo>
                  <a:lnTo>
                    <a:pt x="1037653" y="272529"/>
                  </a:lnTo>
                  <a:lnTo>
                    <a:pt x="1012596" y="231406"/>
                  </a:lnTo>
                  <a:lnTo>
                    <a:pt x="880668" y="230733"/>
                  </a:lnTo>
                  <a:lnTo>
                    <a:pt x="899337" y="283387"/>
                  </a:lnTo>
                  <a:lnTo>
                    <a:pt x="939279" y="308673"/>
                  </a:lnTo>
                  <a:lnTo>
                    <a:pt x="993686" y="322948"/>
                  </a:lnTo>
                  <a:lnTo>
                    <a:pt x="1028776" y="326529"/>
                  </a:lnTo>
                  <a:lnTo>
                    <a:pt x="1034440" y="328333"/>
                  </a:lnTo>
                  <a:lnTo>
                    <a:pt x="1113167" y="329438"/>
                  </a:lnTo>
                  <a:lnTo>
                    <a:pt x="1116355" y="328752"/>
                  </a:lnTo>
                  <a:lnTo>
                    <a:pt x="1136624" y="327215"/>
                  </a:lnTo>
                  <a:lnTo>
                    <a:pt x="1175740" y="319341"/>
                  </a:lnTo>
                  <a:lnTo>
                    <a:pt x="1217980" y="301586"/>
                  </a:lnTo>
                  <a:lnTo>
                    <a:pt x="1253413" y="261531"/>
                  </a:lnTo>
                  <a:lnTo>
                    <a:pt x="1260462" y="235864"/>
                  </a:lnTo>
                  <a:lnTo>
                    <a:pt x="1261071" y="216560"/>
                  </a:lnTo>
                  <a:close/>
                </a:path>
                <a:path w="2111375" h="329565">
                  <a:moveTo>
                    <a:pt x="1695373" y="210070"/>
                  </a:moveTo>
                  <a:lnTo>
                    <a:pt x="1602816" y="210299"/>
                  </a:lnTo>
                  <a:lnTo>
                    <a:pt x="1597406" y="221615"/>
                  </a:lnTo>
                  <a:lnTo>
                    <a:pt x="1590814" y="232587"/>
                  </a:lnTo>
                  <a:lnTo>
                    <a:pt x="1552473" y="268503"/>
                  </a:lnTo>
                  <a:lnTo>
                    <a:pt x="1502498" y="281279"/>
                  </a:lnTo>
                  <a:lnTo>
                    <a:pt x="1476578" y="276682"/>
                  </a:lnTo>
                  <a:lnTo>
                    <a:pt x="1426451" y="240398"/>
                  </a:lnTo>
                  <a:lnTo>
                    <a:pt x="1402232" y="183743"/>
                  </a:lnTo>
                  <a:lnTo>
                    <a:pt x="1401368" y="166598"/>
                  </a:lnTo>
                  <a:lnTo>
                    <a:pt x="1402092" y="149529"/>
                  </a:lnTo>
                  <a:lnTo>
                    <a:pt x="1425054" y="90754"/>
                  </a:lnTo>
                  <a:lnTo>
                    <a:pt x="1475447" y="55118"/>
                  </a:lnTo>
                  <a:lnTo>
                    <a:pt x="1506105" y="50215"/>
                  </a:lnTo>
                  <a:lnTo>
                    <a:pt x="1535277" y="54317"/>
                  </a:lnTo>
                  <a:lnTo>
                    <a:pt x="1561642" y="67132"/>
                  </a:lnTo>
                  <a:lnTo>
                    <a:pt x="1583664" y="86779"/>
                  </a:lnTo>
                  <a:lnTo>
                    <a:pt x="1599768" y="111340"/>
                  </a:lnTo>
                  <a:lnTo>
                    <a:pt x="1686661" y="111785"/>
                  </a:lnTo>
                  <a:lnTo>
                    <a:pt x="1691982" y="111455"/>
                  </a:lnTo>
                  <a:lnTo>
                    <a:pt x="1689239" y="101955"/>
                  </a:lnTo>
                  <a:lnTo>
                    <a:pt x="1685734" y="92684"/>
                  </a:lnTo>
                  <a:lnTo>
                    <a:pt x="1648815" y="42557"/>
                  </a:lnTo>
                  <a:lnTo>
                    <a:pt x="1613750" y="20675"/>
                  </a:lnTo>
                  <a:lnTo>
                    <a:pt x="1573923" y="7607"/>
                  </a:lnTo>
                  <a:lnTo>
                    <a:pt x="1531899" y="1409"/>
                  </a:lnTo>
                  <a:lnTo>
                    <a:pt x="1504238" y="203"/>
                  </a:lnTo>
                  <a:lnTo>
                    <a:pt x="1451000" y="3911"/>
                  </a:lnTo>
                  <a:lnTo>
                    <a:pt x="1400289" y="16256"/>
                  </a:lnTo>
                  <a:lnTo>
                    <a:pt x="1355953" y="40754"/>
                  </a:lnTo>
                  <a:lnTo>
                    <a:pt x="1321892" y="80848"/>
                  </a:lnTo>
                  <a:lnTo>
                    <a:pt x="1303172" y="151599"/>
                  </a:lnTo>
                  <a:lnTo>
                    <a:pt x="1304671" y="189585"/>
                  </a:lnTo>
                  <a:lnTo>
                    <a:pt x="1327404" y="255333"/>
                  </a:lnTo>
                  <a:lnTo>
                    <a:pt x="1377873" y="301726"/>
                  </a:lnTo>
                  <a:lnTo>
                    <a:pt x="1408290" y="314642"/>
                  </a:lnTo>
                  <a:lnTo>
                    <a:pt x="1409357" y="315709"/>
                  </a:lnTo>
                  <a:lnTo>
                    <a:pt x="1409357" y="316064"/>
                  </a:lnTo>
                  <a:lnTo>
                    <a:pt x="1410766" y="315709"/>
                  </a:lnTo>
                  <a:lnTo>
                    <a:pt x="1426629" y="319811"/>
                  </a:lnTo>
                  <a:lnTo>
                    <a:pt x="1442872" y="323278"/>
                  </a:lnTo>
                  <a:lnTo>
                    <a:pt x="1459445" y="325882"/>
                  </a:lnTo>
                  <a:lnTo>
                    <a:pt x="1476324" y="327393"/>
                  </a:lnTo>
                  <a:lnTo>
                    <a:pt x="1515808" y="327799"/>
                  </a:lnTo>
                  <a:lnTo>
                    <a:pt x="1554530" y="324345"/>
                  </a:lnTo>
                  <a:lnTo>
                    <a:pt x="1626463" y="302628"/>
                  </a:lnTo>
                  <a:lnTo>
                    <a:pt x="1670570" y="265709"/>
                  </a:lnTo>
                  <a:lnTo>
                    <a:pt x="1694294" y="214312"/>
                  </a:lnTo>
                  <a:lnTo>
                    <a:pt x="1695005" y="212902"/>
                  </a:lnTo>
                  <a:lnTo>
                    <a:pt x="1695373" y="210070"/>
                  </a:lnTo>
                  <a:close/>
                </a:path>
                <a:path w="2111375" h="329565">
                  <a:moveTo>
                    <a:pt x="2111311" y="11468"/>
                  </a:moveTo>
                  <a:lnTo>
                    <a:pt x="2009533" y="10947"/>
                  </a:lnTo>
                  <a:lnTo>
                    <a:pt x="2008530" y="139674"/>
                  </a:lnTo>
                  <a:lnTo>
                    <a:pt x="1836534" y="138798"/>
                  </a:lnTo>
                  <a:lnTo>
                    <a:pt x="1837194" y="10426"/>
                  </a:lnTo>
                  <a:lnTo>
                    <a:pt x="1737893" y="9918"/>
                  </a:lnTo>
                  <a:lnTo>
                    <a:pt x="1736293" y="321627"/>
                  </a:lnTo>
                  <a:lnTo>
                    <a:pt x="1838071" y="322148"/>
                  </a:lnTo>
                  <a:lnTo>
                    <a:pt x="1839074" y="197675"/>
                  </a:lnTo>
                  <a:lnTo>
                    <a:pt x="2008581" y="198907"/>
                  </a:lnTo>
                  <a:lnTo>
                    <a:pt x="2007946" y="321602"/>
                  </a:lnTo>
                  <a:lnTo>
                    <a:pt x="2109724" y="322122"/>
                  </a:lnTo>
                  <a:lnTo>
                    <a:pt x="2111311" y="11468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6751" y="473989"/>
              <a:ext cx="2480945" cy="266065"/>
            </a:xfrm>
            <a:custGeom>
              <a:avLst/>
              <a:gdLst/>
              <a:ahLst/>
              <a:cxnLst/>
              <a:rect l="l" t="t" r="r" b="b"/>
              <a:pathLst>
                <a:path w="2480945" h="266065">
                  <a:moveTo>
                    <a:pt x="175272" y="1447"/>
                  </a:moveTo>
                  <a:lnTo>
                    <a:pt x="123494" y="1181"/>
                  </a:lnTo>
                  <a:lnTo>
                    <a:pt x="116395" y="2209"/>
                  </a:lnTo>
                  <a:lnTo>
                    <a:pt x="108585" y="4305"/>
                  </a:lnTo>
                  <a:lnTo>
                    <a:pt x="101130" y="5321"/>
                  </a:lnTo>
                  <a:lnTo>
                    <a:pt x="44577" y="35229"/>
                  </a:lnTo>
                  <a:lnTo>
                    <a:pt x="8153" y="87833"/>
                  </a:lnTo>
                  <a:lnTo>
                    <a:pt x="0" y="136779"/>
                  </a:lnTo>
                  <a:lnTo>
                    <a:pt x="2971" y="161975"/>
                  </a:lnTo>
                  <a:lnTo>
                    <a:pt x="29718" y="216877"/>
                  </a:lnTo>
                  <a:lnTo>
                    <a:pt x="91046" y="258356"/>
                  </a:lnTo>
                  <a:lnTo>
                    <a:pt x="128181" y="264350"/>
                  </a:lnTo>
                  <a:lnTo>
                    <a:pt x="128168" y="264706"/>
                  </a:lnTo>
                  <a:lnTo>
                    <a:pt x="174269" y="264934"/>
                  </a:lnTo>
                  <a:lnTo>
                    <a:pt x="174332" y="252882"/>
                  </a:lnTo>
                  <a:lnTo>
                    <a:pt x="134975" y="252679"/>
                  </a:lnTo>
                  <a:lnTo>
                    <a:pt x="106375" y="250405"/>
                  </a:lnTo>
                  <a:lnTo>
                    <a:pt x="57251" y="227647"/>
                  </a:lnTo>
                  <a:lnTo>
                    <a:pt x="25247" y="189064"/>
                  </a:lnTo>
                  <a:lnTo>
                    <a:pt x="12293" y="146634"/>
                  </a:lnTo>
                  <a:lnTo>
                    <a:pt x="12217" y="123317"/>
                  </a:lnTo>
                  <a:lnTo>
                    <a:pt x="19926" y="89776"/>
                  </a:lnTo>
                  <a:lnTo>
                    <a:pt x="62687" y="35318"/>
                  </a:lnTo>
                  <a:lnTo>
                    <a:pt x="112509" y="15455"/>
                  </a:lnTo>
                  <a:lnTo>
                    <a:pt x="133045" y="14274"/>
                  </a:lnTo>
                  <a:lnTo>
                    <a:pt x="154165" y="14554"/>
                  </a:lnTo>
                  <a:lnTo>
                    <a:pt x="175196" y="14566"/>
                  </a:lnTo>
                  <a:lnTo>
                    <a:pt x="175272" y="1447"/>
                  </a:lnTo>
                  <a:close/>
                </a:path>
                <a:path w="2480945" h="266065">
                  <a:moveTo>
                    <a:pt x="452945" y="736"/>
                  </a:moveTo>
                  <a:lnTo>
                    <a:pt x="307555" y="0"/>
                  </a:lnTo>
                  <a:lnTo>
                    <a:pt x="307479" y="13830"/>
                  </a:lnTo>
                  <a:lnTo>
                    <a:pt x="452882" y="14566"/>
                  </a:lnTo>
                  <a:lnTo>
                    <a:pt x="452945" y="736"/>
                  </a:lnTo>
                  <a:close/>
                </a:path>
                <a:path w="2480945" h="266065">
                  <a:moveTo>
                    <a:pt x="645160" y="1371"/>
                  </a:moveTo>
                  <a:lnTo>
                    <a:pt x="581685" y="698"/>
                  </a:lnTo>
                  <a:lnTo>
                    <a:pt x="581266" y="13462"/>
                  </a:lnTo>
                  <a:lnTo>
                    <a:pt x="634822" y="13373"/>
                  </a:lnTo>
                  <a:lnTo>
                    <a:pt x="645160" y="2438"/>
                  </a:lnTo>
                  <a:lnTo>
                    <a:pt x="645160" y="1371"/>
                  </a:lnTo>
                  <a:close/>
                </a:path>
                <a:path w="2480945" h="266065">
                  <a:moveTo>
                    <a:pt x="1076756" y="1803"/>
                  </a:moveTo>
                  <a:lnTo>
                    <a:pt x="1006894" y="1092"/>
                  </a:lnTo>
                  <a:lnTo>
                    <a:pt x="1001572" y="1778"/>
                  </a:lnTo>
                  <a:lnTo>
                    <a:pt x="1005090" y="6045"/>
                  </a:lnTo>
                  <a:lnTo>
                    <a:pt x="1007198" y="9956"/>
                  </a:lnTo>
                  <a:lnTo>
                    <a:pt x="1011796" y="13525"/>
                  </a:lnTo>
                  <a:lnTo>
                    <a:pt x="1067828" y="13817"/>
                  </a:lnTo>
                  <a:lnTo>
                    <a:pt x="1070686" y="9931"/>
                  </a:lnTo>
                  <a:lnTo>
                    <a:pt x="1074953" y="6400"/>
                  </a:lnTo>
                  <a:lnTo>
                    <a:pt x="1076756" y="1803"/>
                  </a:lnTo>
                  <a:close/>
                </a:path>
                <a:path w="2480945" h="266065">
                  <a:moveTo>
                    <a:pt x="1521117" y="1943"/>
                  </a:moveTo>
                  <a:lnTo>
                    <a:pt x="1429969" y="1130"/>
                  </a:lnTo>
                  <a:lnTo>
                    <a:pt x="1428559" y="1828"/>
                  </a:lnTo>
                  <a:lnTo>
                    <a:pt x="1426070" y="749"/>
                  </a:lnTo>
                  <a:lnTo>
                    <a:pt x="1425003" y="2159"/>
                  </a:lnTo>
                  <a:lnTo>
                    <a:pt x="1435239" y="12852"/>
                  </a:lnTo>
                  <a:lnTo>
                    <a:pt x="1511477" y="13957"/>
                  </a:lnTo>
                  <a:lnTo>
                    <a:pt x="1521104" y="3009"/>
                  </a:lnTo>
                  <a:lnTo>
                    <a:pt x="1521117" y="1943"/>
                  </a:lnTo>
                  <a:close/>
                </a:path>
                <a:path w="2480945" h="266065">
                  <a:moveTo>
                    <a:pt x="1911565" y="1460"/>
                  </a:moveTo>
                  <a:lnTo>
                    <a:pt x="1868297" y="1231"/>
                  </a:lnTo>
                  <a:lnTo>
                    <a:pt x="1866176" y="1943"/>
                  </a:lnTo>
                  <a:lnTo>
                    <a:pt x="1861934" y="139"/>
                  </a:lnTo>
                  <a:lnTo>
                    <a:pt x="1861210" y="2971"/>
                  </a:lnTo>
                  <a:lnTo>
                    <a:pt x="1870722" y="13309"/>
                  </a:lnTo>
                  <a:lnTo>
                    <a:pt x="1911502" y="13868"/>
                  </a:lnTo>
                  <a:lnTo>
                    <a:pt x="1911565" y="1460"/>
                  </a:lnTo>
                  <a:close/>
                </a:path>
                <a:path w="2480945" h="266065">
                  <a:moveTo>
                    <a:pt x="2181098" y="1066"/>
                  </a:moveTo>
                  <a:lnTo>
                    <a:pt x="2043849" y="368"/>
                  </a:lnTo>
                  <a:lnTo>
                    <a:pt x="2043785" y="13843"/>
                  </a:lnTo>
                  <a:lnTo>
                    <a:pt x="2181021" y="14541"/>
                  </a:lnTo>
                  <a:lnTo>
                    <a:pt x="2181098" y="1066"/>
                  </a:lnTo>
                  <a:close/>
                </a:path>
                <a:path w="2480945" h="266065">
                  <a:moveTo>
                    <a:pt x="2480500" y="122821"/>
                  </a:moveTo>
                  <a:lnTo>
                    <a:pt x="2479471" y="116433"/>
                  </a:lnTo>
                  <a:lnTo>
                    <a:pt x="2479141" y="110045"/>
                  </a:lnTo>
                  <a:lnTo>
                    <a:pt x="2477401" y="104000"/>
                  </a:lnTo>
                  <a:lnTo>
                    <a:pt x="2443086" y="41770"/>
                  </a:lnTo>
                  <a:lnTo>
                    <a:pt x="2381796" y="5994"/>
                  </a:lnTo>
                  <a:lnTo>
                    <a:pt x="2317280" y="1409"/>
                  </a:lnTo>
                  <a:lnTo>
                    <a:pt x="2317216" y="14173"/>
                  </a:lnTo>
                  <a:lnTo>
                    <a:pt x="2339213" y="14262"/>
                  </a:lnTo>
                  <a:lnTo>
                    <a:pt x="2361044" y="14935"/>
                  </a:lnTo>
                  <a:lnTo>
                    <a:pt x="2400846" y="25234"/>
                  </a:lnTo>
                  <a:lnTo>
                    <a:pt x="2449474" y="67919"/>
                  </a:lnTo>
                  <a:lnTo>
                    <a:pt x="2468753" y="129844"/>
                  </a:lnTo>
                  <a:lnTo>
                    <a:pt x="2470505" y="135178"/>
                  </a:lnTo>
                  <a:lnTo>
                    <a:pt x="2467292" y="139065"/>
                  </a:lnTo>
                  <a:lnTo>
                    <a:pt x="2468334" y="144386"/>
                  </a:lnTo>
                  <a:lnTo>
                    <a:pt x="2460599" y="177126"/>
                  </a:lnTo>
                  <a:lnTo>
                    <a:pt x="2419007" y="231025"/>
                  </a:lnTo>
                  <a:lnTo>
                    <a:pt x="2372461" y="251244"/>
                  </a:lnTo>
                  <a:lnTo>
                    <a:pt x="2354415" y="252869"/>
                  </a:lnTo>
                  <a:lnTo>
                    <a:pt x="2317051" y="252844"/>
                  </a:lnTo>
                  <a:lnTo>
                    <a:pt x="2316988" y="265252"/>
                  </a:lnTo>
                  <a:lnTo>
                    <a:pt x="2360257" y="265125"/>
                  </a:lnTo>
                  <a:lnTo>
                    <a:pt x="2361323" y="264058"/>
                  </a:lnTo>
                  <a:lnTo>
                    <a:pt x="2364511" y="265493"/>
                  </a:lnTo>
                  <a:lnTo>
                    <a:pt x="2364879" y="264083"/>
                  </a:lnTo>
                  <a:lnTo>
                    <a:pt x="2377122" y="261874"/>
                  </a:lnTo>
                  <a:lnTo>
                    <a:pt x="2388870" y="258762"/>
                  </a:lnTo>
                  <a:lnTo>
                    <a:pt x="2442006" y="226364"/>
                  </a:lnTo>
                  <a:lnTo>
                    <a:pt x="2477566" y="161607"/>
                  </a:lnTo>
                  <a:lnTo>
                    <a:pt x="2480500" y="12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52597" y="488486"/>
              <a:ext cx="214629" cy="227329"/>
            </a:xfrm>
            <a:custGeom>
              <a:avLst/>
              <a:gdLst/>
              <a:ahLst/>
              <a:cxnLst/>
              <a:rect l="l" t="t" r="r" b="b"/>
              <a:pathLst>
                <a:path w="214629" h="227329">
                  <a:moveTo>
                    <a:pt x="214147" y="105759"/>
                  </a:moveTo>
                  <a:lnTo>
                    <a:pt x="204827" y="65233"/>
                  </a:lnTo>
                  <a:lnTo>
                    <a:pt x="183094" y="32232"/>
                  </a:lnTo>
                  <a:lnTo>
                    <a:pt x="151207" y="9290"/>
                  </a:lnTo>
                  <a:lnTo>
                    <a:pt x="112639" y="0"/>
                  </a:lnTo>
                  <a:lnTo>
                    <a:pt x="92548" y="756"/>
                  </a:lnTo>
                  <a:lnTo>
                    <a:pt x="47593" y="18681"/>
                  </a:lnTo>
                  <a:lnTo>
                    <a:pt x="9967" y="63917"/>
                  </a:lnTo>
                  <a:lnTo>
                    <a:pt x="0" y="118510"/>
                  </a:lnTo>
                  <a:lnTo>
                    <a:pt x="3694" y="144313"/>
                  </a:lnTo>
                  <a:lnTo>
                    <a:pt x="26874" y="189515"/>
                  </a:lnTo>
                  <a:lnTo>
                    <a:pt x="74090" y="221808"/>
                  </a:lnTo>
                  <a:lnTo>
                    <a:pt x="102127" y="227156"/>
                  </a:lnTo>
                  <a:lnTo>
                    <a:pt x="131306" y="224097"/>
                  </a:lnTo>
                  <a:lnTo>
                    <a:pt x="180387" y="196240"/>
                  </a:lnTo>
                  <a:lnTo>
                    <a:pt x="209361" y="147542"/>
                  </a:lnTo>
                  <a:lnTo>
                    <a:pt x="214147" y="1057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58201" y="496341"/>
              <a:ext cx="2437765" cy="222250"/>
            </a:xfrm>
            <a:custGeom>
              <a:avLst/>
              <a:gdLst/>
              <a:ahLst/>
              <a:cxnLst/>
              <a:rect l="l" t="t" r="r" b="b"/>
              <a:pathLst>
                <a:path w="2437765" h="222250">
                  <a:moveTo>
                    <a:pt x="153708" y="1079"/>
                  </a:moveTo>
                  <a:lnTo>
                    <a:pt x="109728" y="1079"/>
                  </a:lnTo>
                  <a:lnTo>
                    <a:pt x="88760" y="3009"/>
                  </a:lnTo>
                  <a:lnTo>
                    <a:pt x="43268" y="23482"/>
                  </a:lnTo>
                  <a:lnTo>
                    <a:pt x="6946" y="71234"/>
                  </a:lnTo>
                  <a:lnTo>
                    <a:pt x="0" y="99949"/>
                  </a:lnTo>
                  <a:lnTo>
                    <a:pt x="1524" y="132410"/>
                  </a:lnTo>
                  <a:lnTo>
                    <a:pt x="30962" y="187883"/>
                  </a:lnTo>
                  <a:lnTo>
                    <a:pt x="78346" y="216839"/>
                  </a:lnTo>
                  <a:lnTo>
                    <a:pt x="127431" y="221335"/>
                  </a:lnTo>
                  <a:lnTo>
                    <a:pt x="152933" y="221310"/>
                  </a:lnTo>
                  <a:lnTo>
                    <a:pt x="152984" y="210324"/>
                  </a:lnTo>
                  <a:lnTo>
                    <a:pt x="98031" y="209321"/>
                  </a:lnTo>
                  <a:lnTo>
                    <a:pt x="85813" y="207264"/>
                  </a:lnTo>
                  <a:lnTo>
                    <a:pt x="31915" y="173316"/>
                  </a:lnTo>
                  <a:lnTo>
                    <a:pt x="11239" y="122262"/>
                  </a:lnTo>
                  <a:lnTo>
                    <a:pt x="12090" y="92925"/>
                  </a:lnTo>
                  <a:lnTo>
                    <a:pt x="35598" y="44907"/>
                  </a:lnTo>
                  <a:lnTo>
                    <a:pt x="80568" y="15608"/>
                  </a:lnTo>
                  <a:lnTo>
                    <a:pt x="115925" y="11137"/>
                  </a:lnTo>
                  <a:lnTo>
                    <a:pt x="134899" y="11747"/>
                  </a:lnTo>
                  <a:lnTo>
                    <a:pt x="153657" y="11722"/>
                  </a:lnTo>
                  <a:lnTo>
                    <a:pt x="153708" y="1079"/>
                  </a:lnTo>
                  <a:close/>
                </a:path>
                <a:path w="2437765" h="222250">
                  <a:moveTo>
                    <a:pt x="153962" y="20942"/>
                  </a:moveTo>
                  <a:lnTo>
                    <a:pt x="133997" y="20942"/>
                  </a:lnTo>
                  <a:lnTo>
                    <a:pt x="114020" y="20472"/>
                  </a:lnTo>
                  <a:lnTo>
                    <a:pt x="94754" y="21742"/>
                  </a:lnTo>
                  <a:lnTo>
                    <a:pt x="56832" y="38404"/>
                  </a:lnTo>
                  <a:lnTo>
                    <a:pt x="27406" y="74269"/>
                  </a:lnTo>
                  <a:lnTo>
                    <a:pt x="20497" y="123418"/>
                  </a:lnTo>
                  <a:lnTo>
                    <a:pt x="27711" y="148551"/>
                  </a:lnTo>
                  <a:lnTo>
                    <a:pt x="62318" y="187515"/>
                  </a:lnTo>
                  <a:lnTo>
                    <a:pt x="105244" y="200418"/>
                  </a:lnTo>
                  <a:lnTo>
                    <a:pt x="153035" y="201104"/>
                  </a:lnTo>
                  <a:lnTo>
                    <a:pt x="153085" y="191516"/>
                  </a:lnTo>
                  <a:lnTo>
                    <a:pt x="125069" y="191554"/>
                  </a:lnTo>
                  <a:lnTo>
                    <a:pt x="111086" y="191312"/>
                  </a:lnTo>
                  <a:lnTo>
                    <a:pt x="97053" y="190525"/>
                  </a:lnTo>
                  <a:lnTo>
                    <a:pt x="95643" y="189103"/>
                  </a:lnTo>
                  <a:lnTo>
                    <a:pt x="92798" y="190855"/>
                  </a:lnTo>
                  <a:lnTo>
                    <a:pt x="92100" y="188734"/>
                  </a:lnTo>
                  <a:lnTo>
                    <a:pt x="87490" y="189064"/>
                  </a:lnTo>
                  <a:lnTo>
                    <a:pt x="82892" y="186905"/>
                  </a:lnTo>
                  <a:lnTo>
                    <a:pt x="45212" y="159854"/>
                  </a:lnTo>
                  <a:lnTo>
                    <a:pt x="30035" y="121031"/>
                  </a:lnTo>
                  <a:lnTo>
                    <a:pt x="30734" y="95770"/>
                  </a:lnTo>
                  <a:lnTo>
                    <a:pt x="53365" y="53428"/>
                  </a:lnTo>
                  <a:lnTo>
                    <a:pt x="91808" y="32054"/>
                  </a:lnTo>
                  <a:lnTo>
                    <a:pt x="112191" y="30175"/>
                  </a:lnTo>
                  <a:lnTo>
                    <a:pt x="133299" y="30505"/>
                  </a:lnTo>
                  <a:lnTo>
                    <a:pt x="153911" y="30518"/>
                  </a:lnTo>
                  <a:lnTo>
                    <a:pt x="153962" y="20942"/>
                  </a:lnTo>
                  <a:close/>
                </a:path>
                <a:path w="2437765" h="222250">
                  <a:moveTo>
                    <a:pt x="431190" y="39382"/>
                  </a:moveTo>
                  <a:lnTo>
                    <a:pt x="286499" y="38646"/>
                  </a:lnTo>
                  <a:lnTo>
                    <a:pt x="285750" y="46799"/>
                  </a:lnTo>
                  <a:lnTo>
                    <a:pt x="286791" y="51066"/>
                  </a:lnTo>
                  <a:lnTo>
                    <a:pt x="431126" y="51803"/>
                  </a:lnTo>
                  <a:lnTo>
                    <a:pt x="431190" y="39382"/>
                  </a:lnTo>
                  <a:close/>
                </a:path>
                <a:path w="2437765" h="222250">
                  <a:moveTo>
                    <a:pt x="431292" y="20586"/>
                  </a:moveTo>
                  <a:lnTo>
                    <a:pt x="285889" y="19850"/>
                  </a:lnTo>
                  <a:lnTo>
                    <a:pt x="285838" y="29781"/>
                  </a:lnTo>
                  <a:lnTo>
                    <a:pt x="431241" y="30518"/>
                  </a:lnTo>
                  <a:lnTo>
                    <a:pt x="431292" y="20586"/>
                  </a:lnTo>
                  <a:close/>
                </a:path>
                <a:path w="2437765" h="222250">
                  <a:moveTo>
                    <a:pt x="431380" y="1079"/>
                  </a:moveTo>
                  <a:lnTo>
                    <a:pt x="285991" y="342"/>
                  </a:lnTo>
                  <a:lnTo>
                    <a:pt x="285940" y="10985"/>
                  </a:lnTo>
                  <a:lnTo>
                    <a:pt x="431330" y="11722"/>
                  </a:lnTo>
                  <a:lnTo>
                    <a:pt x="431380" y="1079"/>
                  </a:lnTo>
                  <a:close/>
                </a:path>
                <a:path w="2437765" h="222250">
                  <a:moveTo>
                    <a:pt x="585812" y="39471"/>
                  </a:moveTo>
                  <a:lnTo>
                    <a:pt x="559930" y="38976"/>
                  </a:lnTo>
                  <a:lnTo>
                    <a:pt x="559866" y="50685"/>
                  </a:lnTo>
                  <a:lnTo>
                    <a:pt x="580440" y="50787"/>
                  </a:lnTo>
                  <a:lnTo>
                    <a:pt x="582917" y="49733"/>
                  </a:lnTo>
                  <a:lnTo>
                    <a:pt x="585812" y="39471"/>
                  </a:lnTo>
                  <a:close/>
                </a:path>
                <a:path w="2437765" h="222250">
                  <a:moveTo>
                    <a:pt x="593356" y="21412"/>
                  </a:moveTo>
                  <a:lnTo>
                    <a:pt x="593001" y="20358"/>
                  </a:lnTo>
                  <a:lnTo>
                    <a:pt x="560019" y="19824"/>
                  </a:lnTo>
                  <a:lnTo>
                    <a:pt x="559981" y="29400"/>
                  </a:lnTo>
                  <a:lnTo>
                    <a:pt x="588340" y="29552"/>
                  </a:lnTo>
                  <a:lnTo>
                    <a:pt x="592251" y="28511"/>
                  </a:lnTo>
                  <a:lnTo>
                    <a:pt x="591566" y="23888"/>
                  </a:lnTo>
                  <a:lnTo>
                    <a:pt x="593356" y="21412"/>
                  </a:lnTo>
                  <a:close/>
                </a:path>
                <a:path w="2437765" h="222250">
                  <a:moveTo>
                    <a:pt x="605155" y="914"/>
                  </a:moveTo>
                  <a:lnTo>
                    <a:pt x="560120" y="330"/>
                  </a:lnTo>
                  <a:lnTo>
                    <a:pt x="560070" y="10604"/>
                  </a:lnTo>
                  <a:lnTo>
                    <a:pt x="598728" y="10807"/>
                  </a:lnTo>
                  <a:lnTo>
                    <a:pt x="601218" y="8343"/>
                  </a:lnTo>
                  <a:lnTo>
                    <a:pt x="603719" y="4445"/>
                  </a:lnTo>
                  <a:lnTo>
                    <a:pt x="605155" y="914"/>
                  </a:lnTo>
                  <a:close/>
                </a:path>
                <a:path w="2437765" h="222250">
                  <a:moveTo>
                    <a:pt x="807974" y="9398"/>
                  </a:moveTo>
                  <a:lnTo>
                    <a:pt x="804418" y="9639"/>
                  </a:lnTo>
                  <a:lnTo>
                    <a:pt x="802995" y="9728"/>
                  </a:lnTo>
                  <a:lnTo>
                    <a:pt x="797687" y="8280"/>
                  </a:lnTo>
                  <a:lnTo>
                    <a:pt x="793419" y="10388"/>
                  </a:lnTo>
                  <a:lnTo>
                    <a:pt x="799096" y="10414"/>
                  </a:lnTo>
                  <a:lnTo>
                    <a:pt x="802995" y="10693"/>
                  </a:lnTo>
                  <a:lnTo>
                    <a:pt x="804418" y="10795"/>
                  </a:lnTo>
                  <a:lnTo>
                    <a:pt x="807974" y="10312"/>
                  </a:lnTo>
                  <a:lnTo>
                    <a:pt x="807974" y="9398"/>
                  </a:lnTo>
                  <a:close/>
                </a:path>
                <a:path w="2437765" h="222250">
                  <a:moveTo>
                    <a:pt x="809383" y="10109"/>
                  </a:moveTo>
                  <a:lnTo>
                    <a:pt x="808583" y="10223"/>
                  </a:lnTo>
                  <a:lnTo>
                    <a:pt x="808583" y="10515"/>
                  </a:lnTo>
                  <a:lnTo>
                    <a:pt x="809383" y="10109"/>
                  </a:lnTo>
                  <a:close/>
                </a:path>
                <a:path w="2437765" h="222250">
                  <a:moveTo>
                    <a:pt x="855383" y="28790"/>
                  </a:moveTo>
                  <a:lnTo>
                    <a:pt x="852563" y="25577"/>
                  </a:lnTo>
                  <a:lnTo>
                    <a:pt x="845146" y="21285"/>
                  </a:lnTo>
                  <a:lnTo>
                    <a:pt x="782739" y="20256"/>
                  </a:lnTo>
                  <a:lnTo>
                    <a:pt x="760742" y="20497"/>
                  </a:lnTo>
                  <a:lnTo>
                    <a:pt x="755777" y="21894"/>
                  </a:lnTo>
                  <a:lnTo>
                    <a:pt x="751497" y="25425"/>
                  </a:lnTo>
                  <a:lnTo>
                    <a:pt x="747572" y="29298"/>
                  </a:lnTo>
                  <a:lnTo>
                    <a:pt x="801293" y="29933"/>
                  </a:lnTo>
                  <a:lnTo>
                    <a:pt x="828255" y="29921"/>
                  </a:lnTo>
                  <a:lnTo>
                    <a:pt x="855027" y="29489"/>
                  </a:lnTo>
                  <a:lnTo>
                    <a:pt x="855383" y="28790"/>
                  </a:lnTo>
                  <a:close/>
                </a:path>
                <a:path w="2437765" h="222250">
                  <a:moveTo>
                    <a:pt x="875131" y="51231"/>
                  </a:moveTo>
                  <a:lnTo>
                    <a:pt x="873734" y="46609"/>
                  </a:lnTo>
                  <a:lnTo>
                    <a:pt x="870204" y="43764"/>
                  </a:lnTo>
                  <a:lnTo>
                    <a:pt x="867397" y="39839"/>
                  </a:lnTo>
                  <a:lnTo>
                    <a:pt x="830503" y="39293"/>
                  </a:lnTo>
                  <a:lnTo>
                    <a:pt x="736892" y="39179"/>
                  </a:lnTo>
                  <a:lnTo>
                    <a:pt x="732612" y="42341"/>
                  </a:lnTo>
                  <a:lnTo>
                    <a:pt x="727964" y="51193"/>
                  </a:lnTo>
                  <a:lnTo>
                    <a:pt x="815555" y="51993"/>
                  </a:lnTo>
                  <a:lnTo>
                    <a:pt x="871943" y="51917"/>
                  </a:lnTo>
                  <a:lnTo>
                    <a:pt x="875131" y="51231"/>
                  </a:lnTo>
                  <a:close/>
                </a:path>
                <a:path w="2437765" h="222250">
                  <a:moveTo>
                    <a:pt x="1032649" y="39268"/>
                  </a:moveTo>
                  <a:lnTo>
                    <a:pt x="1027684" y="39598"/>
                  </a:lnTo>
                  <a:lnTo>
                    <a:pt x="1021664" y="38506"/>
                  </a:lnTo>
                  <a:lnTo>
                    <a:pt x="1017397" y="40259"/>
                  </a:lnTo>
                  <a:lnTo>
                    <a:pt x="1019492" y="47713"/>
                  </a:lnTo>
                  <a:lnTo>
                    <a:pt x="1019810" y="53746"/>
                  </a:lnTo>
                  <a:lnTo>
                    <a:pt x="1027988" y="49885"/>
                  </a:lnTo>
                  <a:lnTo>
                    <a:pt x="1032598" y="50977"/>
                  </a:lnTo>
                  <a:lnTo>
                    <a:pt x="1032649" y="39268"/>
                  </a:lnTo>
                  <a:close/>
                </a:path>
                <a:path w="2437765" h="222250">
                  <a:moveTo>
                    <a:pt x="1034478" y="28994"/>
                  </a:moveTo>
                  <a:lnTo>
                    <a:pt x="1032738" y="23660"/>
                  </a:lnTo>
                  <a:lnTo>
                    <a:pt x="1033805" y="21183"/>
                  </a:lnTo>
                  <a:lnTo>
                    <a:pt x="1026007" y="20434"/>
                  </a:lnTo>
                  <a:lnTo>
                    <a:pt x="1017511" y="20040"/>
                  </a:lnTo>
                  <a:lnTo>
                    <a:pt x="1010056" y="21069"/>
                  </a:lnTo>
                  <a:lnTo>
                    <a:pt x="1010742" y="23914"/>
                  </a:lnTo>
                  <a:lnTo>
                    <a:pt x="1011796" y="26746"/>
                  </a:lnTo>
                  <a:lnTo>
                    <a:pt x="1013206" y="29235"/>
                  </a:lnTo>
                  <a:lnTo>
                    <a:pt x="1030935" y="30035"/>
                  </a:lnTo>
                  <a:lnTo>
                    <a:pt x="1034478" y="28994"/>
                  </a:lnTo>
                  <a:close/>
                </a:path>
                <a:path w="2437765" h="222250">
                  <a:moveTo>
                    <a:pt x="1040295" y="1003"/>
                  </a:moveTo>
                  <a:lnTo>
                    <a:pt x="1029462" y="1028"/>
                  </a:lnTo>
                  <a:lnTo>
                    <a:pt x="1018527" y="901"/>
                  </a:lnTo>
                  <a:lnTo>
                    <a:pt x="1007922" y="1041"/>
                  </a:lnTo>
                  <a:lnTo>
                    <a:pt x="998093" y="1854"/>
                  </a:lnTo>
                  <a:lnTo>
                    <a:pt x="1000201" y="4699"/>
                  </a:lnTo>
                  <a:lnTo>
                    <a:pt x="1001610" y="7899"/>
                  </a:lnTo>
                  <a:lnTo>
                    <a:pt x="1004074" y="10756"/>
                  </a:lnTo>
                  <a:lnTo>
                    <a:pt x="1037056" y="10566"/>
                  </a:lnTo>
                  <a:lnTo>
                    <a:pt x="1040282" y="4203"/>
                  </a:lnTo>
                  <a:lnTo>
                    <a:pt x="1040295" y="1003"/>
                  </a:lnTo>
                  <a:close/>
                </a:path>
                <a:path w="2437765" h="222250">
                  <a:moveTo>
                    <a:pt x="1248067" y="10223"/>
                  </a:moveTo>
                  <a:lnTo>
                    <a:pt x="1241907" y="7429"/>
                  </a:lnTo>
                  <a:lnTo>
                    <a:pt x="1235189" y="5816"/>
                  </a:lnTo>
                  <a:lnTo>
                    <a:pt x="1227988" y="5143"/>
                  </a:lnTo>
                  <a:lnTo>
                    <a:pt x="1220431" y="5118"/>
                  </a:lnTo>
                  <a:lnTo>
                    <a:pt x="1212977" y="6502"/>
                  </a:lnTo>
                  <a:lnTo>
                    <a:pt x="1204468" y="6807"/>
                  </a:lnTo>
                  <a:lnTo>
                    <a:pt x="1198422" y="10325"/>
                  </a:lnTo>
                  <a:lnTo>
                    <a:pt x="1210602" y="10629"/>
                  </a:lnTo>
                  <a:lnTo>
                    <a:pt x="1223098" y="10807"/>
                  </a:lnTo>
                  <a:lnTo>
                    <a:pt x="1235659" y="10718"/>
                  </a:lnTo>
                  <a:lnTo>
                    <a:pt x="1248067" y="10223"/>
                  </a:lnTo>
                  <a:close/>
                </a:path>
                <a:path w="2437765" h="222250">
                  <a:moveTo>
                    <a:pt x="1274216" y="28448"/>
                  </a:moveTo>
                  <a:lnTo>
                    <a:pt x="1271752" y="25946"/>
                  </a:lnTo>
                  <a:lnTo>
                    <a:pt x="1265034" y="20243"/>
                  </a:lnTo>
                  <a:lnTo>
                    <a:pt x="1244815" y="20408"/>
                  </a:lnTo>
                  <a:lnTo>
                    <a:pt x="1203845" y="20332"/>
                  </a:lnTo>
                  <a:lnTo>
                    <a:pt x="1183830" y="20891"/>
                  </a:lnTo>
                  <a:lnTo>
                    <a:pt x="1183449" y="23723"/>
                  </a:lnTo>
                  <a:lnTo>
                    <a:pt x="1180960" y="26555"/>
                  </a:lnTo>
                  <a:lnTo>
                    <a:pt x="1182712" y="29400"/>
                  </a:lnTo>
                  <a:lnTo>
                    <a:pt x="1205865" y="29705"/>
                  </a:lnTo>
                  <a:lnTo>
                    <a:pt x="1228369" y="29806"/>
                  </a:lnTo>
                  <a:lnTo>
                    <a:pt x="1250734" y="29654"/>
                  </a:lnTo>
                  <a:lnTo>
                    <a:pt x="1273505" y="29146"/>
                  </a:lnTo>
                  <a:lnTo>
                    <a:pt x="1274216" y="28448"/>
                  </a:lnTo>
                  <a:close/>
                </a:path>
                <a:path w="2437765" h="222250">
                  <a:moveTo>
                    <a:pt x="1463878" y="43243"/>
                  </a:moveTo>
                  <a:lnTo>
                    <a:pt x="1463535" y="39700"/>
                  </a:lnTo>
                  <a:lnTo>
                    <a:pt x="1446161" y="39255"/>
                  </a:lnTo>
                  <a:lnTo>
                    <a:pt x="1442250" y="41008"/>
                  </a:lnTo>
                  <a:lnTo>
                    <a:pt x="1449324" y="45656"/>
                  </a:lnTo>
                  <a:lnTo>
                    <a:pt x="1443990" y="47040"/>
                  </a:lnTo>
                  <a:lnTo>
                    <a:pt x="1285481" y="45885"/>
                  </a:lnTo>
                  <a:lnTo>
                    <a:pt x="1282319" y="39484"/>
                  </a:lnTo>
                  <a:lnTo>
                    <a:pt x="1188694" y="39357"/>
                  </a:lnTo>
                  <a:lnTo>
                    <a:pt x="1459217" y="51384"/>
                  </a:lnTo>
                  <a:lnTo>
                    <a:pt x="1460995" y="50330"/>
                  </a:lnTo>
                  <a:lnTo>
                    <a:pt x="1462087" y="46786"/>
                  </a:lnTo>
                  <a:lnTo>
                    <a:pt x="1463878" y="43243"/>
                  </a:lnTo>
                  <a:close/>
                </a:path>
                <a:path w="2437765" h="222250">
                  <a:moveTo>
                    <a:pt x="1471079" y="21297"/>
                  </a:moveTo>
                  <a:lnTo>
                    <a:pt x="1462087" y="20815"/>
                  </a:lnTo>
                  <a:lnTo>
                    <a:pt x="1452905" y="20586"/>
                  </a:lnTo>
                  <a:lnTo>
                    <a:pt x="1443850" y="20764"/>
                  </a:lnTo>
                  <a:lnTo>
                    <a:pt x="1435265" y="21463"/>
                  </a:lnTo>
                  <a:lnTo>
                    <a:pt x="1439468" y="29641"/>
                  </a:lnTo>
                  <a:lnTo>
                    <a:pt x="1446733" y="29933"/>
                  </a:lnTo>
                  <a:lnTo>
                    <a:pt x="1453781" y="30073"/>
                  </a:lnTo>
                  <a:lnTo>
                    <a:pt x="1460754" y="29959"/>
                  </a:lnTo>
                  <a:lnTo>
                    <a:pt x="1467840" y="29438"/>
                  </a:lnTo>
                  <a:lnTo>
                    <a:pt x="1471079" y="21297"/>
                  </a:lnTo>
                  <a:close/>
                </a:path>
                <a:path w="2437765" h="222250">
                  <a:moveTo>
                    <a:pt x="1481823" y="1485"/>
                  </a:moveTo>
                  <a:lnTo>
                    <a:pt x="1452562" y="952"/>
                  </a:lnTo>
                  <a:lnTo>
                    <a:pt x="1437830" y="927"/>
                  </a:lnTo>
                  <a:lnTo>
                    <a:pt x="1423301" y="1193"/>
                  </a:lnTo>
                  <a:lnTo>
                    <a:pt x="1424355" y="4737"/>
                  </a:lnTo>
                  <a:lnTo>
                    <a:pt x="1426819" y="7594"/>
                  </a:lnTo>
                  <a:lnTo>
                    <a:pt x="1428927" y="10795"/>
                  </a:lnTo>
                  <a:lnTo>
                    <a:pt x="1476806" y="11036"/>
                  </a:lnTo>
                  <a:lnTo>
                    <a:pt x="1481442" y="5041"/>
                  </a:lnTo>
                  <a:lnTo>
                    <a:pt x="1481823" y="1485"/>
                  </a:lnTo>
                  <a:close/>
                </a:path>
                <a:path w="2437765" h="222250">
                  <a:moveTo>
                    <a:pt x="1683562" y="10325"/>
                  </a:moveTo>
                  <a:lnTo>
                    <a:pt x="1682496" y="10325"/>
                  </a:lnTo>
                  <a:lnTo>
                    <a:pt x="1682140" y="9956"/>
                  </a:lnTo>
                  <a:lnTo>
                    <a:pt x="1677543" y="9588"/>
                  </a:lnTo>
                  <a:lnTo>
                    <a:pt x="1671154" y="8483"/>
                  </a:lnTo>
                  <a:lnTo>
                    <a:pt x="1666900" y="10591"/>
                  </a:lnTo>
                  <a:lnTo>
                    <a:pt x="1672209" y="10972"/>
                  </a:lnTo>
                  <a:lnTo>
                    <a:pt x="1678241" y="11366"/>
                  </a:lnTo>
                  <a:lnTo>
                    <a:pt x="1683562" y="10325"/>
                  </a:lnTo>
                  <a:close/>
                </a:path>
                <a:path w="2437765" h="222250">
                  <a:moveTo>
                    <a:pt x="1727809" y="27216"/>
                  </a:moveTo>
                  <a:lnTo>
                    <a:pt x="1723555" y="26492"/>
                  </a:lnTo>
                  <a:lnTo>
                    <a:pt x="1722145" y="24358"/>
                  </a:lnTo>
                  <a:lnTo>
                    <a:pt x="1716493" y="20777"/>
                  </a:lnTo>
                  <a:lnTo>
                    <a:pt x="1696199" y="20586"/>
                  </a:lnTo>
                  <a:lnTo>
                    <a:pt x="1633855" y="20713"/>
                  </a:lnTo>
                  <a:lnTo>
                    <a:pt x="1629587" y="23164"/>
                  </a:lnTo>
                  <a:lnTo>
                    <a:pt x="1625320" y="25984"/>
                  </a:lnTo>
                  <a:lnTo>
                    <a:pt x="1621751" y="29514"/>
                  </a:lnTo>
                  <a:lnTo>
                    <a:pt x="1622107" y="29870"/>
                  </a:lnTo>
                  <a:lnTo>
                    <a:pt x="1727441" y="30403"/>
                  </a:lnTo>
                  <a:lnTo>
                    <a:pt x="1727809" y="27216"/>
                  </a:lnTo>
                  <a:close/>
                </a:path>
                <a:path w="2437765" h="222250">
                  <a:moveTo>
                    <a:pt x="1747177" y="52146"/>
                  </a:moveTo>
                  <a:lnTo>
                    <a:pt x="1745780" y="47523"/>
                  </a:lnTo>
                  <a:lnTo>
                    <a:pt x="1742262" y="43599"/>
                  </a:lnTo>
                  <a:lnTo>
                    <a:pt x="1738731" y="40043"/>
                  </a:lnTo>
                  <a:lnTo>
                    <a:pt x="1611426" y="39039"/>
                  </a:lnTo>
                  <a:lnTo>
                    <a:pt x="1611426" y="39751"/>
                  </a:lnTo>
                  <a:lnTo>
                    <a:pt x="1608213" y="42570"/>
                  </a:lnTo>
                  <a:lnTo>
                    <a:pt x="1605000" y="46799"/>
                  </a:lnTo>
                  <a:lnTo>
                    <a:pt x="1603565" y="51054"/>
                  </a:lnTo>
                  <a:lnTo>
                    <a:pt x="1747177" y="52146"/>
                  </a:lnTo>
                  <a:close/>
                </a:path>
                <a:path w="2437765" h="222250">
                  <a:moveTo>
                    <a:pt x="1890014" y="736"/>
                  </a:moveTo>
                  <a:lnTo>
                    <a:pt x="1881771" y="1016"/>
                  </a:lnTo>
                  <a:lnTo>
                    <a:pt x="1873605" y="749"/>
                  </a:lnTo>
                  <a:lnTo>
                    <a:pt x="1865566" y="622"/>
                  </a:lnTo>
                  <a:lnTo>
                    <a:pt x="1857730" y="1282"/>
                  </a:lnTo>
                  <a:lnTo>
                    <a:pt x="1863001" y="10528"/>
                  </a:lnTo>
                  <a:lnTo>
                    <a:pt x="1889950" y="11023"/>
                  </a:lnTo>
                  <a:lnTo>
                    <a:pt x="1890014" y="736"/>
                  </a:lnTo>
                  <a:close/>
                </a:path>
                <a:path w="2437765" h="222250">
                  <a:moveTo>
                    <a:pt x="1890166" y="39395"/>
                  </a:moveTo>
                  <a:lnTo>
                    <a:pt x="1885556" y="39370"/>
                  </a:lnTo>
                  <a:lnTo>
                    <a:pt x="1881301" y="39712"/>
                  </a:lnTo>
                  <a:lnTo>
                    <a:pt x="1877047" y="39687"/>
                  </a:lnTo>
                  <a:lnTo>
                    <a:pt x="1876679" y="42519"/>
                  </a:lnTo>
                  <a:lnTo>
                    <a:pt x="1878431" y="45364"/>
                  </a:lnTo>
                  <a:lnTo>
                    <a:pt x="1878418" y="48196"/>
                  </a:lnTo>
                  <a:lnTo>
                    <a:pt x="1879460" y="53530"/>
                  </a:lnTo>
                  <a:lnTo>
                    <a:pt x="1886216" y="50012"/>
                  </a:lnTo>
                  <a:lnTo>
                    <a:pt x="1890102" y="51104"/>
                  </a:lnTo>
                  <a:lnTo>
                    <a:pt x="1890166" y="39395"/>
                  </a:lnTo>
                  <a:close/>
                </a:path>
                <a:path w="2437765" h="222250">
                  <a:moveTo>
                    <a:pt x="1890268" y="20599"/>
                  </a:moveTo>
                  <a:lnTo>
                    <a:pt x="1870405" y="20497"/>
                  </a:lnTo>
                  <a:lnTo>
                    <a:pt x="1868982" y="21551"/>
                  </a:lnTo>
                  <a:lnTo>
                    <a:pt x="1870024" y="24396"/>
                  </a:lnTo>
                  <a:lnTo>
                    <a:pt x="1870367" y="27597"/>
                  </a:lnTo>
                  <a:lnTo>
                    <a:pt x="1872843" y="29730"/>
                  </a:lnTo>
                  <a:lnTo>
                    <a:pt x="1890217" y="29819"/>
                  </a:lnTo>
                  <a:lnTo>
                    <a:pt x="1890268" y="20599"/>
                  </a:lnTo>
                  <a:close/>
                </a:path>
                <a:path w="2437765" h="222250">
                  <a:moveTo>
                    <a:pt x="2158987" y="39712"/>
                  </a:moveTo>
                  <a:lnTo>
                    <a:pt x="2022094" y="39001"/>
                  </a:lnTo>
                  <a:lnTo>
                    <a:pt x="2022030" y="51066"/>
                  </a:lnTo>
                  <a:lnTo>
                    <a:pt x="2158923" y="51765"/>
                  </a:lnTo>
                  <a:lnTo>
                    <a:pt x="2158987" y="39712"/>
                  </a:lnTo>
                  <a:close/>
                </a:path>
                <a:path w="2437765" h="222250">
                  <a:moveTo>
                    <a:pt x="2159076" y="20916"/>
                  </a:moveTo>
                  <a:lnTo>
                    <a:pt x="2022195" y="20218"/>
                  </a:lnTo>
                  <a:lnTo>
                    <a:pt x="2022144" y="29781"/>
                  </a:lnTo>
                  <a:lnTo>
                    <a:pt x="2159025" y="30480"/>
                  </a:lnTo>
                  <a:lnTo>
                    <a:pt x="2159076" y="20916"/>
                  </a:lnTo>
                  <a:close/>
                </a:path>
                <a:path w="2437765" h="222250">
                  <a:moveTo>
                    <a:pt x="2159177" y="698"/>
                  </a:moveTo>
                  <a:lnTo>
                    <a:pt x="2022297" y="0"/>
                  </a:lnTo>
                  <a:lnTo>
                    <a:pt x="2022233" y="11341"/>
                  </a:lnTo>
                  <a:lnTo>
                    <a:pt x="2159127" y="12052"/>
                  </a:lnTo>
                  <a:lnTo>
                    <a:pt x="2159177" y="698"/>
                  </a:lnTo>
                  <a:close/>
                </a:path>
                <a:path w="2437765" h="222250">
                  <a:moveTo>
                    <a:pt x="2399093" y="105130"/>
                  </a:moveTo>
                  <a:lnTo>
                    <a:pt x="2385568" y="69291"/>
                  </a:lnTo>
                  <a:lnTo>
                    <a:pt x="2355773" y="45326"/>
                  </a:lnTo>
                  <a:lnTo>
                    <a:pt x="2326843" y="39725"/>
                  </a:lnTo>
                  <a:lnTo>
                    <a:pt x="2311057" y="39966"/>
                  </a:lnTo>
                  <a:lnTo>
                    <a:pt x="2295512" y="39700"/>
                  </a:lnTo>
                  <a:lnTo>
                    <a:pt x="2295448" y="51396"/>
                  </a:lnTo>
                  <a:lnTo>
                    <a:pt x="2309723" y="51638"/>
                  </a:lnTo>
                  <a:lnTo>
                    <a:pt x="2324303" y="51282"/>
                  </a:lnTo>
                  <a:lnTo>
                    <a:pt x="2338286" y="52120"/>
                  </a:lnTo>
                  <a:lnTo>
                    <a:pt x="2373846" y="73748"/>
                  </a:lnTo>
                  <a:lnTo>
                    <a:pt x="2386546" y="116827"/>
                  </a:lnTo>
                  <a:lnTo>
                    <a:pt x="2382990" y="132930"/>
                  </a:lnTo>
                  <a:lnTo>
                    <a:pt x="2348179" y="166890"/>
                  </a:lnTo>
                  <a:lnTo>
                    <a:pt x="2313698" y="170713"/>
                  </a:lnTo>
                  <a:lnTo>
                    <a:pt x="2295550" y="170561"/>
                  </a:lnTo>
                  <a:lnTo>
                    <a:pt x="2295499" y="182257"/>
                  </a:lnTo>
                  <a:lnTo>
                    <a:pt x="2341829" y="180949"/>
                  </a:lnTo>
                  <a:lnTo>
                    <a:pt x="2383117" y="155816"/>
                  </a:lnTo>
                  <a:lnTo>
                    <a:pt x="2398191" y="123380"/>
                  </a:lnTo>
                  <a:lnTo>
                    <a:pt x="2399093" y="105130"/>
                  </a:lnTo>
                  <a:close/>
                </a:path>
                <a:path w="2437765" h="222250">
                  <a:moveTo>
                    <a:pt x="2417546" y="101676"/>
                  </a:moveTo>
                  <a:lnTo>
                    <a:pt x="2398585" y="55168"/>
                  </a:lnTo>
                  <a:lnTo>
                    <a:pt x="2358009" y="25831"/>
                  </a:lnTo>
                  <a:lnTo>
                    <a:pt x="2327872" y="20802"/>
                  </a:lnTo>
                  <a:lnTo>
                    <a:pt x="2311743" y="20815"/>
                  </a:lnTo>
                  <a:lnTo>
                    <a:pt x="2295614" y="20548"/>
                  </a:lnTo>
                  <a:lnTo>
                    <a:pt x="2295563" y="30480"/>
                  </a:lnTo>
                  <a:lnTo>
                    <a:pt x="2320734" y="30518"/>
                  </a:lnTo>
                  <a:lnTo>
                    <a:pt x="2333053" y="30873"/>
                  </a:lnTo>
                  <a:lnTo>
                    <a:pt x="2382062" y="51219"/>
                  </a:lnTo>
                  <a:lnTo>
                    <a:pt x="2404859" y="86715"/>
                  </a:lnTo>
                  <a:lnTo>
                    <a:pt x="2408237" y="110578"/>
                  </a:lnTo>
                  <a:lnTo>
                    <a:pt x="2405011" y="134061"/>
                  </a:lnTo>
                  <a:lnTo>
                    <a:pt x="2379954" y="172758"/>
                  </a:lnTo>
                  <a:lnTo>
                    <a:pt x="2341105" y="190296"/>
                  </a:lnTo>
                  <a:lnTo>
                    <a:pt x="2318804" y="192201"/>
                  </a:lnTo>
                  <a:lnTo>
                    <a:pt x="2295448" y="191833"/>
                  </a:lnTo>
                  <a:lnTo>
                    <a:pt x="2295398" y="201409"/>
                  </a:lnTo>
                  <a:lnTo>
                    <a:pt x="2334133" y="200812"/>
                  </a:lnTo>
                  <a:lnTo>
                    <a:pt x="2391524" y="175107"/>
                  </a:lnTo>
                  <a:lnTo>
                    <a:pt x="2416302" y="128803"/>
                  </a:lnTo>
                  <a:lnTo>
                    <a:pt x="2417546" y="101676"/>
                  </a:lnTo>
                  <a:close/>
                </a:path>
                <a:path w="2437765" h="222250">
                  <a:moveTo>
                    <a:pt x="2437371" y="126111"/>
                  </a:moveTo>
                  <a:lnTo>
                    <a:pt x="2428621" y="65341"/>
                  </a:lnTo>
                  <a:lnTo>
                    <a:pt x="2388743" y="19113"/>
                  </a:lnTo>
                  <a:lnTo>
                    <a:pt x="2346325" y="2603"/>
                  </a:lnTo>
                  <a:lnTo>
                    <a:pt x="2295715" y="1041"/>
                  </a:lnTo>
                  <a:lnTo>
                    <a:pt x="2295664" y="11684"/>
                  </a:lnTo>
                  <a:lnTo>
                    <a:pt x="2328634" y="11849"/>
                  </a:lnTo>
                  <a:lnTo>
                    <a:pt x="2350236" y="14046"/>
                  </a:lnTo>
                  <a:lnTo>
                    <a:pt x="2388082" y="31559"/>
                  </a:lnTo>
                  <a:lnTo>
                    <a:pt x="2414117" y="61226"/>
                  </a:lnTo>
                  <a:lnTo>
                    <a:pt x="2420861" y="77216"/>
                  </a:lnTo>
                  <a:lnTo>
                    <a:pt x="2422982" y="80060"/>
                  </a:lnTo>
                  <a:lnTo>
                    <a:pt x="2423668" y="83972"/>
                  </a:lnTo>
                  <a:lnTo>
                    <a:pt x="2424709" y="87884"/>
                  </a:lnTo>
                  <a:lnTo>
                    <a:pt x="2427046" y="118427"/>
                  </a:lnTo>
                  <a:lnTo>
                    <a:pt x="2405570" y="173012"/>
                  </a:lnTo>
                  <a:lnTo>
                    <a:pt x="2363495" y="204254"/>
                  </a:lnTo>
                  <a:lnTo>
                    <a:pt x="2319197" y="211035"/>
                  </a:lnTo>
                  <a:lnTo>
                    <a:pt x="2295347" y="210629"/>
                  </a:lnTo>
                  <a:lnTo>
                    <a:pt x="2295296" y="221983"/>
                  </a:lnTo>
                  <a:lnTo>
                    <a:pt x="2346668" y="219659"/>
                  </a:lnTo>
                  <a:lnTo>
                    <a:pt x="2388298" y="203657"/>
                  </a:lnTo>
                  <a:lnTo>
                    <a:pt x="2428887" y="155816"/>
                  </a:lnTo>
                  <a:lnTo>
                    <a:pt x="2437371" y="126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875" y="535457"/>
              <a:ext cx="114831" cy="1431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3802" y="556958"/>
              <a:ext cx="81981" cy="1005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44599" y="555878"/>
              <a:ext cx="1872614" cy="15240"/>
            </a:xfrm>
            <a:custGeom>
              <a:avLst/>
              <a:gdLst/>
              <a:ahLst/>
              <a:cxnLst/>
              <a:rect l="l" t="t" r="r" b="b"/>
              <a:pathLst>
                <a:path w="1872615" h="15240">
                  <a:moveTo>
                    <a:pt x="144678" y="1130"/>
                  </a:moveTo>
                  <a:lnTo>
                    <a:pt x="0" y="381"/>
                  </a:lnTo>
                  <a:lnTo>
                    <a:pt x="330" y="3937"/>
                  </a:lnTo>
                  <a:lnTo>
                    <a:pt x="144665" y="4673"/>
                  </a:lnTo>
                  <a:lnTo>
                    <a:pt x="144678" y="1130"/>
                  </a:lnTo>
                  <a:close/>
                </a:path>
                <a:path w="1872615" h="15240">
                  <a:moveTo>
                    <a:pt x="293624" y="1892"/>
                  </a:moveTo>
                  <a:lnTo>
                    <a:pt x="292925" y="825"/>
                  </a:lnTo>
                  <a:lnTo>
                    <a:pt x="273418" y="723"/>
                  </a:lnTo>
                  <a:lnTo>
                    <a:pt x="273354" y="12420"/>
                  </a:lnTo>
                  <a:lnTo>
                    <a:pt x="279387" y="12458"/>
                  </a:lnTo>
                  <a:lnTo>
                    <a:pt x="286118" y="12839"/>
                  </a:lnTo>
                  <a:lnTo>
                    <a:pt x="291807" y="12166"/>
                  </a:lnTo>
                  <a:lnTo>
                    <a:pt x="293624" y="1892"/>
                  </a:lnTo>
                  <a:close/>
                </a:path>
                <a:path w="1872615" h="15240">
                  <a:moveTo>
                    <a:pt x="598919" y="12319"/>
                  </a:moveTo>
                  <a:lnTo>
                    <a:pt x="598576" y="8407"/>
                  </a:lnTo>
                  <a:lnTo>
                    <a:pt x="596468" y="5562"/>
                  </a:lnTo>
                  <a:lnTo>
                    <a:pt x="594715" y="2006"/>
                  </a:lnTo>
                  <a:lnTo>
                    <a:pt x="436549" y="850"/>
                  </a:lnTo>
                  <a:lnTo>
                    <a:pt x="435127" y="1905"/>
                  </a:lnTo>
                  <a:lnTo>
                    <a:pt x="433692" y="5080"/>
                  </a:lnTo>
                  <a:lnTo>
                    <a:pt x="431190" y="8623"/>
                  </a:lnTo>
                  <a:lnTo>
                    <a:pt x="431888" y="12166"/>
                  </a:lnTo>
                  <a:lnTo>
                    <a:pt x="597496" y="13373"/>
                  </a:lnTo>
                  <a:lnTo>
                    <a:pt x="597141" y="12306"/>
                  </a:lnTo>
                  <a:lnTo>
                    <a:pt x="598208" y="12661"/>
                  </a:lnTo>
                  <a:lnTo>
                    <a:pt x="598919" y="12319"/>
                  </a:lnTo>
                  <a:close/>
                </a:path>
                <a:path w="1872615" h="15240">
                  <a:moveTo>
                    <a:pt x="748944" y="9182"/>
                  </a:moveTo>
                  <a:lnTo>
                    <a:pt x="747890" y="6337"/>
                  </a:lnTo>
                  <a:lnTo>
                    <a:pt x="747560" y="3492"/>
                  </a:lnTo>
                  <a:lnTo>
                    <a:pt x="746506" y="1371"/>
                  </a:lnTo>
                  <a:lnTo>
                    <a:pt x="743318" y="990"/>
                  </a:lnTo>
                  <a:lnTo>
                    <a:pt x="740473" y="622"/>
                  </a:lnTo>
                  <a:lnTo>
                    <a:pt x="736930" y="1676"/>
                  </a:lnTo>
                  <a:lnTo>
                    <a:pt x="736892" y="9118"/>
                  </a:lnTo>
                  <a:lnTo>
                    <a:pt x="738644" y="12319"/>
                  </a:lnTo>
                  <a:lnTo>
                    <a:pt x="741832" y="13042"/>
                  </a:lnTo>
                  <a:lnTo>
                    <a:pt x="745731" y="13068"/>
                  </a:lnTo>
                  <a:lnTo>
                    <a:pt x="748931" y="12014"/>
                  </a:lnTo>
                  <a:lnTo>
                    <a:pt x="748944" y="9182"/>
                  </a:lnTo>
                  <a:close/>
                </a:path>
                <a:path w="1872615" h="15240">
                  <a:moveTo>
                    <a:pt x="1172400" y="5676"/>
                  </a:moveTo>
                  <a:lnTo>
                    <a:pt x="1172057" y="1765"/>
                  </a:lnTo>
                  <a:lnTo>
                    <a:pt x="1056106" y="469"/>
                  </a:lnTo>
                  <a:lnTo>
                    <a:pt x="992974" y="1562"/>
                  </a:lnTo>
                  <a:lnTo>
                    <a:pt x="1009256" y="4305"/>
                  </a:lnTo>
                  <a:lnTo>
                    <a:pt x="1025042" y="6515"/>
                  </a:lnTo>
                  <a:lnTo>
                    <a:pt x="1040815" y="8991"/>
                  </a:lnTo>
                  <a:lnTo>
                    <a:pt x="1056398" y="12522"/>
                  </a:lnTo>
                  <a:lnTo>
                    <a:pt x="1169517" y="13462"/>
                  </a:lnTo>
                  <a:lnTo>
                    <a:pt x="1172400" y="5676"/>
                  </a:lnTo>
                  <a:close/>
                </a:path>
                <a:path w="1872615" h="15240">
                  <a:moveTo>
                    <a:pt x="1604010" y="1143"/>
                  </a:moveTo>
                  <a:lnTo>
                    <a:pt x="1601177" y="1473"/>
                  </a:lnTo>
                  <a:lnTo>
                    <a:pt x="1598345" y="749"/>
                  </a:lnTo>
                  <a:lnTo>
                    <a:pt x="1595856" y="1803"/>
                  </a:lnTo>
                  <a:lnTo>
                    <a:pt x="1595843" y="4991"/>
                  </a:lnTo>
                  <a:lnTo>
                    <a:pt x="1597952" y="8204"/>
                  </a:lnTo>
                  <a:lnTo>
                    <a:pt x="1596872" y="11036"/>
                  </a:lnTo>
                  <a:lnTo>
                    <a:pt x="1470621" y="10388"/>
                  </a:lnTo>
                  <a:lnTo>
                    <a:pt x="1466062" y="1498"/>
                  </a:lnTo>
                  <a:lnTo>
                    <a:pt x="1312506" y="0"/>
                  </a:lnTo>
                  <a:lnTo>
                    <a:pt x="1309662" y="3175"/>
                  </a:lnTo>
                  <a:lnTo>
                    <a:pt x="1307503" y="8128"/>
                  </a:lnTo>
                  <a:lnTo>
                    <a:pt x="1306766" y="12738"/>
                  </a:lnTo>
                  <a:lnTo>
                    <a:pt x="1603946" y="14617"/>
                  </a:lnTo>
                  <a:lnTo>
                    <a:pt x="1604010" y="1143"/>
                  </a:lnTo>
                  <a:close/>
                </a:path>
                <a:path w="1872615" h="15240">
                  <a:moveTo>
                    <a:pt x="1872475" y="1447"/>
                  </a:moveTo>
                  <a:lnTo>
                    <a:pt x="1735937" y="749"/>
                  </a:lnTo>
                  <a:lnTo>
                    <a:pt x="1735924" y="4292"/>
                  </a:lnTo>
                  <a:lnTo>
                    <a:pt x="1872462" y="4991"/>
                  </a:lnTo>
                  <a:lnTo>
                    <a:pt x="1872475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8187" y="555688"/>
              <a:ext cx="93417" cy="1017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39126" y="576757"/>
              <a:ext cx="2275840" cy="163195"/>
            </a:xfrm>
            <a:custGeom>
              <a:avLst/>
              <a:gdLst/>
              <a:ahLst/>
              <a:cxnLst/>
              <a:rect l="l" t="t" r="r" b="b"/>
              <a:pathLst>
                <a:path w="2275840" h="163195">
                  <a:moveTo>
                    <a:pt x="72377" y="1168"/>
                  </a:moveTo>
                  <a:lnTo>
                    <a:pt x="24853" y="927"/>
                  </a:lnTo>
                  <a:lnTo>
                    <a:pt x="20942" y="1968"/>
                  </a:lnTo>
                  <a:lnTo>
                    <a:pt x="17386" y="4076"/>
                  </a:lnTo>
                  <a:lnTo>
                    <a:pt x="13830" y="5486"/>
                  </a:lnTo>
                  <a:lnTo>
                    <a:pt x="6997" y="11595"/>
                  </a:lnTo>
                  <a:lnTo>
                    <a:pt x="2273" y="19126"/>
                  </a:lnTo>
                  <a:lnTo>
                    <a:pt x="0" y="27800"/>
                  </a:lnTo>
                  <a:lnTo>
                    <a:pt x="546" y="37325"/>
                  </a:lnTo>
                  <a:lnTo>
                    <a:pt x="72072" y="59334"/>
                  </a:lnTo>
                  <a:lnTo>
                    <a:pt x="72148" y="45148"/>
                  </a:lnTo>
                  <a:lnTo>
                    <a:pt x="23215" y="44538"/>
                  </a:lnTo>
                  <a:lnTo>
                    <a:pt x="17538" y="42379"/>
                  </a:lnTo>
                  <a:lnTo>
                    <a:pt x="14376" y="36690"/>
                  </a:lnTo>
                  <a:lnTo>
                    <a:pt x="13703" y="31013"/>
                  </a:lnTo>
                  <a:lnTo>
                    <a:pt x="14084" y="25336"/>
                  </a:lnTo>
                  <a:lnTo>
                    <a:pt x="16598" y="18618"/>
                  </a:lnTo>
                  <a:lnTo>
                    <a:pt x="22644" y="16522"/>
                  </a:lnTo>
                  <a:lnTo>
                    <a:pt x="72288" y="16421"/>
                  </a:lnTo>
                  <a:lnTo>
                    <a:pt x="72377" y="1168"/>
                  </a:lnTo>
                  <a:close/>
                </a:path>
                <a:path w="2275840" h="163195">
                  <a:moveTo>
                    <a:pt x="349389" y="129895"/>
                  </a:moveTo>
                  <a:lnTo>
                    <a:pt x="206832" y="129171"/>
                  </a:lnTo>
                  <a:lnTo>
                    <a:pt x="206768" y="140868"/>
                  </a:lnTo>
                  <a:lnTo>
                    <a:pt x="349338" y="141605"/>
                  </a:lnTo>
                  <a:lnTo>
                    <a:pt x="349389" y="129895"/>
                  </a:lnTo>
                  <a:close/>
                </a:path>
                <a:path w="2275840" h="163195">
                  <a:moveTo>
                    <a:pt x="349491" y="111099"/>
                  </a:moveTo>
                  <a:lnTo>
                    <a:pt x="206933" y="110375"/>
                  </a:lnTo>
                  <a:lnTo>
                    <a:pt x="206883" y="120307"/>
                  </a:lnTo>
                  <a:lnTo>
                    <a:pt x="349440" y="121031"/>
                  </a:lnTo>
                  <a:lnTo>
                    <a:pt x="349491" y="111099"/>
                  </a:lnTo>
                  <a:close/>
                </a:path>
                <a:path w="2275840" h="163195">
                  <a:moveTo>
                    <a:pt x="349592" y="89827"/>
                  </a:moveTo>
                  <a:lnTo>
                    <a:pt x="207035" y="89103"/>
                  </a:lnTo>
                  <a:lnTo>
                    <a:pt x="206971" y="101511"/>
                  </a:lnTo>
                  <a:lnTo>
                    <a:pt x="349529" y="102235"/>
                  </a:lnTo>
                  <a:lnTo>
                    <a:pt x="349592" y="89827"/>
                  </a:lnTo>
                  <a:close/>
                </a:path>
                <a:path w="2275840" h="163195">
                  <a:moveTo>
                    <a:pt x="349643" y="149758"/>
                  </a:moveTo>
                  <a:lnTo>
                    <a:pt x="206730" y="149034"/>
                  </a:lnTo>
                  <a:lnTo>
                    <a:pt x="206667" y="162153"/>
                  </a:lnTo>
                  <a:lnTo>
                    <a:pt x="349580" y="162877"/>
                  </a:lnTo>
                  <a:lnTo>
                    <a:pt x="349643" y="149758"/>
                  </a:lnTo>
                  <a:close/>
                </a:path>
                <a:path w="2275840" h="163195">
                  <a:moveTo>
                    <a:pt x="349669" y="75285"/>
                  </a:moveTo>
                  <a:lnTo>
                    <a:pt x="207111" y="74561"/>
                  </a:lnTo>
                  <a:lnTo>
                    <a:pt x="207086" y="80238"/>
                  </a:lnTo>
                  <a:lnTo>
                    <a:pt x="349643" y="80962"/>
                  </a:lnTo>
                  <a:lnTo>
                    <a:pt x="349669" y="75285"/>
                  </a:lnTo>
                  <a:close/>
                </a:path>
                <a:path w="2275840" h="163195">
                  <a:moveTo>
                    <a:pt x="496023" y="27444"/>
                  </a:moveTo>
                  <a:lnTo>
                    <a:pt x="494626" y="23901"/>
                  </a:lnTo>
                  <a:lnTo>
                    <a:pt x="478663" y="23812"/>
                  </a:lnTo>
                  <a:lnTo>
                    <a:pt x="478599" y="36233"/>
                  </a:lnTo>
                  <a:lnTo>
                    <a:pt x="484276" y="35902"/>
                  </a:lnTo>
                  <a:lnTo>
                    <a:pt x="490296" y="36995"/>
                  </a:lnTo>
                  <a:lnTo>
                    <a:pt x="495274" y="35598"/>
                  </a:lnTo>
                  <a:lnTo>
                    <a:pt x="494944" y="31699"/>
                  </a:lnTo>
                  <a:lnTo>
                    <a:pt x="496023" y="27444"/>
                  </a:lnTo>
                  <a:close/>
                </a:path>
                <a:path w="2275840" h="163195">
                  <a:moveTo>
                    <a:pt x="496150" y="2273"/>
                  </a:moveTo>
                  <a:lnTo>
                    <a:pt x="495096" y="1206"/>
                  </a:lnTo>
                  <a:lnTo>
                    <a:pt x="478777" y="1117"/>
                  </a:lnTo>
                  <a:lnTo>
                    <a:pt x="478764" y="5372"/>
                  </a:lnTo>
                  <a:lnTo>
                    <a:pt x="478028" y="10693"/>
                  </a:lnTo>
                  <a:lnTo>
                    <a:pt x="479069" y="14249"/>
                  </a:lnTo>
                  <a:lnTo>
                    <a:pt x="484746" y="14274"/>
                  </a:lnTo>
                  <a:lnTo>
                    <a:pt x="490410" y="15011"/>
                  </a:lnTo>
                  <a:lnTo>
                    <a:pt x="495033" y="13970"/>
                  </a:lnTo>
                  <a:lnTo>
                    <a:pt x="496150" y="2273"/>
                  </a:lnTo>
                  <a:close/>
                </a:path>
                <a:path w="2275840" h="163195">
                  <a:moveTo>
                    <a:pt x="497281" y="58318"/>
                  </a:moveTo>
                  <a:lnTo>
                    <a:pt x="496620" y="51219"/>
                  </a:lnTo>
                  <a:lnTo>
                    <a:pt x="495554" y="49796"/>
                  </a:lnTo>
                  <a:lnTo>
                    <a:pt x="496989" y="47320"/>
                  </a:lnTo>
                  <a:lnTo>
                    <a:pt x="495223" y="45885"/>
                  </a:lnTo>
                  <a:lnTo>
                    <a:pt x="478561" y="45796"/>
                  </a:lnTo>
                  <a:lnTo>
                    <a:pt x="478485" y="58928"/>
                  </a:lnTo>
                  <a:lnTo>
                    <a:pt x="484873" y="58953"/>
                  </a:lnTo>
                  <a:lnTo>
                    <a:pt x="491248" y="59702"/>
                  </a:lnTo>
                  <a:lnTo>
                    <a:pt x="497281" y="58318"/>
                  </a:lnTo>
                  <a:close/>
                </a:path>
                <a:path w="2275840" h="163195">
                  <a:moveTo>
                    <a:pt x="501789" y="79616"/>
                  </a:moveTo>
                  <a:lnTo>
                    <a:pt x="501459" y="75704"/>
                  </a:lnTo>
                  <a:lnTo>
                    <a:pt x="500405" y="72161"/>
                  </a:lnTo>
                  <a:lnTo>
                    <a:pt x="499008" y="68961"/>
                  </a:lnTo>
                  <a:lnTo>
                    <a:pt x="478434" y="68503"/>
                  </a:lnTo>
                  <a:lnTo>
                    <a:pt x="478383" y="80200"/>
                  </a:lnTo>
                  <a:lnTo>
                    <a:pt x="486892" y="79895"/>
                  </a:lnTo>
                  <a:lnTo>
                    <a:pt x="493979" y="80632"/>
                  </a:lnTo>
                  <a:lnTo>
                    <a:pt x="501789" y="79616"/>
                  </a:lnTo>
                  <a:close/>
                </a:path>
                <a:path w="2275840" h="163195">
                  <a:moveTo>
                    <a:pt x="509485" y="100215"/>
                  </a:moveTo>
                  <a:lnTo>
                    <a:pt x="508444" y="96672"/>
                  </a:lnTo>
                  <a:lnTo>
                    <a:pt x="506679" y="93472"/>
                  </a:lnTo>
                  <a:lnTo>
                    <a:pt x="504926" y="89916"/>
                  </a:lnTo>
                  <a:lnTo>
                    <a:pt x="478332" y="89776"/>
                  </a:lnTo>
                  <a:lnTo>
                    <a:pt x="478269" y="101130"/>
                  </a:lnTo>
                  <a:lnTo>
                    <a:pt x="508419" y="101282"/>
                  </a:lnTo>
                  <a:lnTo>
                    <a:pt x="509485" y="100215"/>
                  </a:lnTo>
                  <a:close/>
                </a:path>
                <a:path w="2275840" h="163195">
                  <a:moveTo>
                    <a:pt x="518960" y="119773"/>
                  </a:moveTo>
                  <a:lnTo>
                    <a:pt x="517563" y="116573"/>
                  </a:lnTo>
                  <a:lnTo>
                    <a:pt x="516509" y="112674"/>
                  </a:lnTo>
                  <a:lnTo>
                    <a:pt x="513334" y="110883"/>
                  </a:lnTo>
                  <a:lnTo>
                    <a:pt x="481063" y="111074"/>
                  </a:lnTo>
                  <a:lnTo>
                    <a:pt x="476453" y="111048"/>
                  </a:lnTo>
                  <a:lnTo>
                    <a:pt x="479259" y="117081"/>
                  </a:lnTo>
                  <a:lnTo>
                    <a:pt x="478536" y="120281"/>
                  </a:lnTo>
                  <a:lnTo>
                    <a:pt x="498602" y="120561"/>
                  </a:lnTo>
                  <a:lnTo>
                    <a:pt x="508990" y="120434"/>
                  </a:lnTo>
                  <a:lnTo>
                    <a:pt x="518960" y="119773"/>
                  </a:lnTo>
                  <a:close/>
                </a:path>
                <a:path w="2275840" h="163195">
                  <a:moveTo>
                    <a:pt x="533755" y="140068"/>
                  </a:moveTo>
                  <a:lnTo>
                    <a:pt x="526707" y="130454"/>
                  </a:lnTo>
                  <a:lnTo>
                    <a:pt x="478485" y="129844"/>
                  </a:lnTo>
                  <a:lnTo>
                    <a:pt x="478421" y="140843"/>
                  </a:lnTo>
                  <a:lnTo>
                    <a:pt x="532333" y="140766"/>
                  </a:lnTo>
                  <a:lnTo>
                    <a:pt x="533755" y="140068"/>
                  </a:lnTo>
                  <a:close/>
                </a:path>
                <a:path w="2275840" h="163195">
                  <a:moveTo>
                    <a:pt x="556336" y="161099"/>
                  </a:moveTo>
                  <a:lnTo>
                    <a:pt x="552818" y="157899"/>
                  </a:lnTo>
                  <a:lnTo>
                    <a:pt x="548563" y="155028"/>
                  </a:lnTo>
                  <a:lnTo>
                    <a:pt x="545045" y="150761"/>
                  </a:lnTo>
                  <a:lnTo>
                    <a:pt x="478383" y="150063"/>
                  </a:lnTo>
                  <a:lnTo>
                    <a:pt x="478358" y="153962"/>
                  </a:lnTo>
                  <a:lnTo>
                    <a:pt x="477621" y="158572"/>
                  </a:lnTo>
                  <a:lnTo>
                    <a:pt x="479031" y="161772"/>
                  </a:lnTo>
                  <a:lnTo>
                    <a:pt x="498221" y="162179"/>
                  </a:lnTo>
                  <a:lnTo>
                    <a:pt x="555269" y="162166"/>
                  </a:lnTo>
                  <a:lnTo>
                    <a:pt x="556336" y="161099"/>
                  </a:lnTo>
                  <a:close/>
                </a:path>
                <a:path w="2275840" h="163195">
                  <a:moveTo>
                    <a:pt x="758380" y="111417"/>
                  </a:moveTo>
                  <a:lnTo>
                    <a:pt x="740283" y="110998"/>
                  </a:lnTo>
                  <a:lnTo>
                    <a:pt x="721093" y="110921"/>
                  </a:lnTo>
                  <a:lnTo>
                    <a:pt x="701573" y="111188"/>
                  </a:lnTo>
                  <a:lnTo>
                    <a:pt x="682485" y="111747"/>
                  </a:lnTo>
                  <a:lnTo>
                    <a:pt x="684606" y="113880"/>
                  </a:lnTo>
                  <a:lnTo>
                    <a:pt x="689559" y="115328"/>
                  </a:lnTo>
                  <a:lnTo>
                    <a:pt x="699820" y="119100"/>
                  </a:lnTo>
                  <a:lnTo>
                    <a:pt x="711161" y="120446"/>
                  </a:lnTo>
                  <a:lnTo>
                    <a:pt x="734936" y="120523"/>
                  </a:lnTo>
                  <a:lnTo>
                    <a:pt x="751624" y="116357"/>
                  </a:lnTo>
                  <a:lnTo>
                    <a:pt x="758380" y="111417"/>
                  </a:lnTo>
                  <a:close/>
                </a:path>
                <a:path w="2275840" h="163195">
                  <a:moveTo>
                    <a:pt x="785799" y="90284"/>
                  </a:moveTo>
                  <a:lnTo>
                    <a:pt x="660260" y="89293"/>
                  </a:lnTo>
                  <a:lnTo>
                    <a:pt x="659193" y="90703"/>
                  </a:lnTo>
                  <a:lnTo>
                    <a:pt x="655650" y="88912"/>
                  </a:lnTo>
                  <a:lnTo>
                    <a:pt x="654939" y="90678"/>
                  </a:lnTo>
                  <a:lnTo>
                    <a:pt x="664464" y="100660"/>
                  </a:lnTo>
                  <a:lnTo>
                    <a:pt x="774039" y="101930"/>
                  </a:lnTo>
                  <a:lnTo>
                    <a:pt x="777595" y="98399"/>
                  </a:lnTo>
                  <a:lnTo>
                    <a:pt x="783640" y="95592"/>
                  </a:lnTo>
                  <a:lnTo>
                    <a:pt x="785799" y="90284"/>
                  </a:lnTo>
                  <a:close/>
                </a:path>
                <a:path w="2275840" h="163195">
                  <a:moveTo>
                    <a:pt x="799376" y="69075"/>
                  </a:moveTo>
                  <a:lnTo>
                    <a:pt x="642289" y="67919"/>
                  </a:lnTo>
                  <a:lnTo>
                    <a:pt x="642277" y="68630"/>
                  </a:lnTo>
                  <a:lnTo>
                    <a:pt x="639445" y="69672"/>
                  </a:lnTo>
                  <a:lnTo>
                    <a:pt x="643331" y="72174"/>
                  </a:lnTo>
                  <a:lnTo>
                    <a:pt x="642251" y="74650"/>
                  </a:lnTo>
                  <a:lnTo>
                    <a:pt x="644017" y="75374"/>
                  </a:lnTo>
                  <a:lnTo>
                    <a:pt x="645071" y="78219"/>
                  </a:lnTo>
                  <a:lnTo>
                    <a:pt x="646836" y="79997"/>
                  </a:lnTo>
                  <a:lnTo>
                    <a:pt x="736549" y="80454"/>
                  </a:lnTo>
                  <a:lnTo>
                    <a:pt x="793292" y="80391"/>
                  </a:lnTo>
                  <a:lnTo>
                    <a:pt x="796150" y="77571"/>
                  </a:lnTo>
                  <a:lnTo>
                    <a:pt x="798652" y="72974"/>
                  </a:lnTo>
                  <a:lnTo>
                    <a:pt x="799376" y="69075"/>
                  </a:lnTo>
                  <a:close/>
                </a:path>
                <a:path w="2275840" h="163195">
                  <a:moveTo>
                    <a:pt x="807656" y="46418"/>
                  </a:moveTo>
                  <a:lnTo>
                    <a:pt x="758367" y="45110"/>
                  </a:lnTo>
                  <a:lnTo>
                    <a:pt x="634961" y="44831"/>
                  </a:lnTo>
                  <a:lnTo>
                    <a:pt x="632815" y="46596"/>
                  </a:lnTo>
                  <a:lnTo>
                    <a:pt x="633857" y="50495"/>
                  </a:lnTo>
                  <a:lnTo>
                    <a:pt x="634199" y="54749"/>
                  </a:lnTo>
                  <a:lnTo>
                    <a:pt x="636308" y="58661"/>
                  </a:lnTo>
                  <a:lnTo>
                    <a:pt x="803338" y="59524"/>
                  </a:lnTo>
                  <a:lnTo>
                    <a:pt x="806183" y="56349"/>
                  </a:lnTo>
                  <a:lnTo>
                    <a:pt x="807275" y="51028"/>
                  </a:lnTo>
                  <a:lnTo>
                    <a:pt x="807656" y="46418"/>
                  </a:lnTo>
                  <a:close/>
                </a:path>
                <a:path w="2275840" h="163195">
                  <a:moveTo>
                    <a:pt x="810577" y="28702"/>
                  </a:moveTo>
                  <a:lnTo>
                    <a:pt x="809536" y="25158"/>
                  </a:lnTo>
                  <a:lnTo>
                    <a:pt x="631164" y="23533"/>
                  </a:lnTo>
                  <a:lnTo>
                    <a:pt x="630085" y="27432"/>
                  </a:lnTo>
                  <a:lnTo>
                    <a:pt x="630059" y="32397"/>
                  </a:lnTo>
                  <a:lnTo>
                    <a:pt x="631101" y="36296"/>
                  </a:lnTo>
                  <a:lnTo>
                    <a:pt x="809472" y="37211"/>
                  </a:lnTo>
                  <a:lnTo>
                    <a:pt x="810552" y="33667"/>
                  </a:lnTo>
                  <a:lnTo>
                    <a:pt x="810577" y="28702"/>
                  </a:lnTo>
                  <a:close/>
                </a:path>
                <a:path w="2275840" h="163195">
                  <a:moveTo>
                    <a:pt x="810679" y="10617"/>
                  </a:moveTo>
                  <a:lnTo>
                    <a:pt x="808570" y="6350"/>
                  </a:lnTo>
                  <a:lnTo>
                    <a:pt x="807529" y="1739"/>
                  </a:lnTo>
                  <a:lnTo>
                    <a:pt x="634123" y="139"/>
                  </a:lnTo>
                  <a:lnTo>
                    <a:pt x="633044" y="1905"/>
                  </a:lnTo>
                  <a:lnTo>
                    <a:pt x="630516" y="11112"/>
                  </a:lnTo>
                  <a:lnTo>
                    <a:pt x="631913" y="15024"/>
                  </a:lnTo>
                  <a:lnTo>
                    <a:pt x="809586" y="15925"/>
                  </a:lnTo>
                  <a:lnTo>
                    <a:pt x="810679" y="10617"/>
                  </a:lnTo>
                  <a:close/>
                </a:path>
                <a:path w="2275840" h="163195">
                  <a:moveTo>
                    <a:pt x="951420" y="90068"/>
                  </a:moveTo>
                  <a:lnTo>
                    <a:pt x="946099" y="90398"/>
                  </a:lnTo>
                  <a:lnTo>
                    <a:pt x="940066" y="89306"/>
                  </a:lnTo>
                  <a:lnTo>
                    <a:pt x="935101" y="90690"/>
                  </a:lnTo>
                  <a:lnTo>
                    <a:pt x="930795" y="100952"/>
                  </a:lnTo>
                  <a:lnTo>
                    <a:pt x="936802" y="103111"/>
                  </a:lnTo>
                  <a:lnTo>
                    <a:pt x="944613" y="101739"/>
                  </a:lnTo>
                  <a:lnTo>
                    <a:pt x="951357" y="102120"/>
                  </a:lnTo>
                  <a:lnTo>
                    <a:pt x="951420" y="90068"/>
                  </a:lnTo>
                  <a:close/>
                </a:path>
                <a:path w="2275840" h="163195">
                  <a:moveTo>
                    <a:pt x="954849" y="113487"/>
                  </a:moveTo>
                  <a:lnTo>
                    <a:pt x="952373" y="111709"/>
                  </a:lnTo>
                  <a:lnTo>
                    <a:pt x="927900" y="111226"/>
                  </a:lnTo>
                  <a:lnTo>
                    <a:pt x="923645" y="112268"/>
                  </a:lnTo>
                  <a:lnTo>
                    <a:pt x="922909" y="116878"/>
                  </a:lnTo>
                  <a:lnTo>
                    <a:pt x="921118" y="120408"/>
                  </a:lnTo>
                  <a:lnTo>
                    <a:pt x="953744" y="120929"/>
                  </a:lnTo>
                  <a:lnTo>
                    <a:pt x="954849" y="113487"/>
                  </a:lnTo>
                  <a:close/>
                </a:path>
                <a:path w="2275840" h="163195">
                  <a:moveTo>
                    <a:pt x="962152" y="140487"/>
                  </a:moveTo>
                  <a:lnTo>
                    <a:pt x="961110" y="136931"/>
                  </a:lnTo>
                  <a:lnTo>
                    <a:pt x="958989" y="133731"/>
                  </a:lnTo>
                  <a:lnTo>
                    <a:pt x="957592" y="130530"/>
                  </a:lnTo>
                  <a:lnTo>
                    <a:pt x="914679" y="129946"/>
                  </a:lnTo>
                  <a:lnTo>
                    <a:pt x="911834" y="133134"/>
                  </a:lnTo>
                  <a:lnTo>
                    <a:pt x="908265" y="136664"/>
                  </a:lnTo>
                  <a:lnTo>
                    <a:pt x="906119" y="140550"/>
                  </a:lnTo>
                  <a:lnTo>
                    <a:pt x="957897" y="141173"/>
                  </a:lnTo>
                  <a:lnTo>
                    <a:pt x="962152" y="140487"/>
                  </a:lnTo>
                  <a:close/>
                </a:path>
                <a:path w="2275840" h="163195">
                  <a:moveTo>
                    <a:pt x="963866" y="14236"/>
                  </a:moveTo>
                  <a:lnTo>
                    <a:pt x="962469" y="9982"/>
                  </a:lnTo>
                  <a:lnTo>
                    <a:pt x="959650" y="5702"/>
                  </a:lnTo>
                  <a:lnTo>
                    <a:pt x="957541" y="1435"/>
                  </a:lnTo>
                  <a:lnTo>
                    <a:pt x="953643" y="1778"/>
                  </a:lnTo>
                  <a:lnTo>
                    <a:pt x="949032" y="1041"/>
                  </a:lnTo>
                  <a:lnTo>
                    <a:pt x="945121" y="2082"/>
                  </a:lnTo>
                  <a:lnTo>
                    <a:pt x="945108" y="5981"/>
                  </a:lnTo>
                  <a:lnTo>
                    <a:pt x="944727" y="10591"/>
                  </a:lnTo>
                  <a:lnTo>
                    <a:pt x="946124" y="14147"/>
                  </a:lnTo>
                  <a:lnTo>
                    <a:pt x="958189" y="14922"/>
                  </a:lnTo>
                  <a:lnTo>
                    <a:pt x="963866" y="14236"/>
                  </a:lnTo>
                  <a:close/>
                </a:path>
                <a:path w="2275840" h="163195">
                  <a:moveTo>
                    <a:pt x="978357" y="161493"/>
                  </a:moveTo>
                  <a:lnTo>
                    <a:pt x="969543" y="150799"/>
                  </a:lnTo>
                  <a:lnTo>
                    <a:pt x="896493" y="150075"/>
                  </a:lnTo>
                  <a:lnTo>
                    <a:pt x="892225" y="153593"/>
                  </a:lnTo>
                  <a:lnTo>
                    <a:pt x="887590" y="158178"/>
                  </a:lnTo>
                  <a:lnTo>
                    <a:pt x="883666" y="161709"/>
                  </a:lnTo>
                  <a:lnTo>
                    <a:pt x="966647" y="162496"/>
                  </a:lnTo>
                  <a:lnTo>
                    <a:pt x="970902" y="162864"/>
                  </a:lnTo>
                  <a:lnTo>
                    <a:pt x="974801" y="162534"/>
                  </a:lnTo>
                  <a:lnTo>
                    <a:pt x="978357" y="161493"/>
                  </a:lnTo>
                  <a:close/>
                </a:path>
                <a:path w="2275840" h="163195">
                  <a:moveTo>
                    <a:pt x="985024" y="35623"/>
                  </a:moveTo>
                  <a:lnTo>
                    <a:pt x="980795" y="31343"/>
                  </a:lnTo>
                  <a:lnTo>
                    <a:pt x="976896" y="29552"/>
                  </a:lnTo>
                  <a:lnTo>
                    <a:pt x="972667" y="24561"/>
                  </a:lnTo>
                  <a:lnTo>
                    <a:pt x="966063" y="24142"/>
                  </a:lnTo>
                  <a:lnTo>
                    <a:pt x="959243" y="24015"/>
                  </a:lnTo>
                  <a:lnTo>
                    <a:pt x="952474" y="24218"/>
                  </a:lnTo>
                  <a:lnTo>
                    <a:pt x="946073" y="24790"/>
                  </a:lnTo>
                  <a:lnTo>
                    <a:pt x="945692" y="28689"/>
                  </a:lnTo>
                  <a:lnTo>
                    <a:pt x="945680" y="32588"/>
                  </a:lnTo>
                  <a:lnTo>
                    <a:pt x="946010" y="36842"/>
                  </a:lnTo>
                  <a:lnTo>
                    <a:pt x="955890" y="36931"/>
                  </a:lnTo>
                  <a:lnTo>
                    <a:pt x="966050" y="37172"/>
                  </a:lnTo>
                  <a:lnTo>
                    <a:pt x="975931" y="36957"/>
                  </a:lnTo>
                  <a:lnTo>
                    <a:pt x="985024" y="35623"/>
                  </a:lnTo>
                  <a:close/>
                </a:path>
                <a:path w="2275840" h="163195">
                  <a:moveTo>
                    <a:pt x="1042009" y="58610"/>
                  </a:moveTo>
                  <a:lnTo>
                    <a:pt x="1024039" y="53340"/>
                  </a:lnTo>
                  <a:lnTo>
                    <a:pt x="1015212" y="50355"/>
                  </a:lnTo>
                  <a:lnTo>
                    <a:pt x="1006602" y="46723"/>
                  </a:lnTo>
                  <a:lnTo>
                    <a:pt x="944549" y="45707"/>
                  </a:lnTo>
                  <a:lnTo>
                    <a:pt x="944524" y="50317"/>
                  </a:lnTo>
                  <a:lnTo>
                    <a:pt x="942733" y="55270"/>
                  </a:lnTo>
                  <a:lnTo>
                    <a:pt x="944473" y="59182"/>
                  </a:lnTo>
                  <a:lnTo>
                    <a:pt x="993762" y="59296"/>
                  </a:lnTo>
                  <a:lnTo>
                    <a:pt x="1018082" y="59105"/>
                  </a:lnTo>
                  <a:lnTo>
                    <a:pt x="1042009" y="58610"/>
                  </a:lnTo>
                  <a:close/>
                </a:path>
                <a:path w="2275840" h="163195">
                  <a:moveTo>
                    <a:pt x="1156449" y="79768"/>
                  </a:moveTo>
                  <a:lnTo>
                    <a:pt x="1145692" y="77597"/>
                  </a:lnTo>
                  <a:lnTo>
                    <a:pt x="1123797" y="73926"/>
                  </a:lnTo>
                  <a:lnTo>
                    <a:pt x="1112862" y="71742"/>
                  </a:lnTo>
                  <a:lnTo>
                    <a:pt x="1104722" y="70637"/>
                  </a:lnTo>
                  <a:lnTo>
                    <a:pt x="1097280" y="67767"/>
                  </a:lnTo>
                  <a:lnTo>
                    <a:pt x="1088415" y="68427"/>
                  </a:lnTo>
                  <a:lnTo>
                    <a:pt x="1088415" y="68783"/>
                  </a:lnTo>
                  <a:lnTo>
                    <a:pt x="942657" y="68389"/>
                  </a:lnTo>
                  <a:lnTo>
                    <a:pt x="939457" y="70853"/>
                  </a:lnTo>
                  <a:lnTo>
                    <a:pt x="939787" y="75463"/>
                  </a:lnTo>
                  <a:lnTo>
                    <a:pt x="939063" y="79362"/>
                  </a:lnTo>
                  <a:lnTo>
                    <a:pt x="939761" y="80429"/>
                  </a:lnTo>
                  <a:lnTo>
                    <a:pt x="951115" y="80492"/>
                  </a:lnTo>
                  <a:lnTo>
                    <a:pt x="951141" y="75171"/>
                  </a:lnTo>
                  <a:lnTo>
                    <a:pt x="1097597" y="75920"/>
                  </a:lnTo>
                  <a:lnTo>
                    <a:pt x="1098308" y="74853"/>
                  </a:lnTo>
                  <a:lnTo>
                    <a:pt x="1116749" y="75311"/>
                  </a:lnTo>
                  <a:lnTo>
                    <a:pt x="1118146" y="79921"/>
                  </a:lnTo>
                  <a:lnTo>
                    <a:pt x="1127417" y="80327"/>
                  </a:lnTo>
                  <a:lnTo>
                    <a:pt x="1137285" y="80378"/>
                  </a:lnTo>
                  <a:lnTo>
                    <a:pt x="1156449" y="79768"/>
                  </a:lnTo>
                  <a:close/>
                </a:path>
                <a:path w="2275840" h="163195">
                  <a:moveTo>
                    <a:pt x="1190942" y="130657"/>
                  </a:moveTo>
                  <a:lnTo>
                    <a:pt x="1183855" y="130263"/>
                  </a:lnTo>
                  <a:lnTo>
                    <a:pt x="1174991" y="129870"/>
                  </a:lnTo>
                  <a:lnTo>
                    <a:pt x="1168247" y="130543"/>
                  </a:lnTo>
                  <a:lnTo>
                    <a:pt x="1174267" y="132702"/>
                  </a:lnTo>
                  <a:lnTo>
                    <a:pt x="1182065" y="131673"/>
                  </a:lnTo>
                  <a:lnTo>
                    <a:pt x="1188453" y="131711"/>
                  </a:lnTo>
                  <a:lnTo>
                    <a:pt x="1190942" y="130657"/>
                  </a:lnTo>
                  <a:close/>
                </a:path>
                <a:path w="2275840" h="163195">
                  <a:moveTo>
                    <a:pt x="1219822" y="101015"/>
                  </a:moveTo>
                  <a:lnTo>
                    <a:pt x="1218425" y="95681"/>
                  </a:lnTo>
                  <a:lnTo>
                    <a:pt x="1208519" y="91033"/>
                  </a:lnTo>
                  <a:lnTo>
                    <a:pt x="1156754" y="89700"/>
                  </a:lnTo>
                  <a:lnTo>
                    <a:pt x="1147279" y="89928"/>
                  </a:lnTo>
                  <a:lnTo>
                    <a:pt x="1128217" y="89954"/>
                  </a:lnTo>
                  <a:lnTo>
                    <a:pt x="1119149" y="90563"/>
                  </a:lnTo>
                  <a:lnTo>
                    <a:pt x="1119492" y="94475"/>
                  </a:lnTo>
                  <a:lnTo>
                    <a:pt x="1120533" y="98031"/>
                  </a:lnTo>
                  <a:lnTo>
                    <a:pt x="1122286" y="101231"/>
                  </a:lnTo>
                  <a:lnTo>
                    <a:pt x="1171308" y="101663"/>
                  </a:lnTo>
                  <a:lnTo>
                    <a:pt x="1195590" y="101511"/>
                  </a:lnTo>
                  <a:lnTo>
                    <a:pt x="1219822" y="101015"/>
                  </a:lnTo>
                  <a:close/>
                </a:path>
                <a:path w="2275840" h="163195">
                  <a:moveTo>
                    <a:pt x="1221879" y="115214"/>
                  </a:moveTo>
                  <a:lnTo>
                    <a:pt x="1220825" y="111302"/>
                  </a:lnTo>
                  <a:lnTo>
                    <a:pt x="1135011" y="110515"/>
                  </a:lnTo>
                  <a:lnTo>
                    <a:pt x="1133233" y="111925"/>
                  </a:lnTo>
                  <a:lnTo>
                    <a:pt x="1131824" y="110845"/>
                  </a:lnTo>
                  <a:lnTo>
                    <a:pt x="1129334" y="111899"/>
                  </a:lnTo>
                  <a:lnTo>
                    <a:pt x="1130376" y="115455"/>
                  </a:lnTo>
                  <a:lnTo>
                    <a:pt x="1134630" y="116535"/>
                  </a:lnTo>
                  <a:lnTo>
                    <a:pt x="1136738" y="119735"/>
                  </a:lnTo>
                  <a:lnTo>
                    <a:pt x="1215110" y="120853"/>
                  </a:lnTo>
                  <a:lnTo>
                    <a:pt x="1217955" y="119087"/>
                  </a:lnTo>
                  <a:lnTo>
                    <a:pt x="1221879" y="115214"/>
                  </a:lnTo>
                  <a:close/>
                </a:path>
                <a:path w="2275840" h="163195">
                  <a:moveTo>
                    <a:pt x="1374482" y="24142"/>
                  </a:moveTo>
                  <a:lnTo>
                    <a:pt x="1350721" y="24015"/>
                  </a:lnTo>
                  <a:lnTo>
                    <a:pt x="1347876" y="25069"/>
                  </a:lnTo>
                  <a:lnTo>
                    <a:pt x="1344688" y="23634"/>
                  </a:lnTo>
                  <a:lnTo>
                    <a:pt x="1341843" y="25031"/>
                  </a:lnTo>
                  <a:lnTo>
                    <a:pt x="1346085" y="27901"/>
                  </a:lnTo>
                  <a:lnTo>
                    <a:pt x="1348193" y="33223"/>
                  </a:lnTo>
                  <a:lnTo>
                    <a:pt x="1352435" y="36080"/>
                  </a:lnTo>
                  <a:lnTo>
                    <a:pt x="1374419" y="36550"/>
                  </a:lnTo>
                  <a:lnTo>
                    <a:pt x="1374482" y="24142"/>
                  </a:lnTo>
                  <a:close/>
                </a:path>
                <a:path w="2275840" h="163195">
                  <a:moveTo>
                    <a:pt x="1374597" y="1803"/>
                  </a:moveTo>
                  <a:lnTo>
                    <a:pt x="1355636" y="1473"/>
                  </a:lnTo>
                  <a:lnTo>
                    <a:pt x="1337271" y="1308"/>
                  </a:lnTo>
                  <a:lnTo>
                    <a:pt x="1319034" y="1473"/>
                  </a:lnTo>
                  <a:lnTo>
                    <a:pt x="1300467" y="2133"/>
                  </a:lnTo>
                  <a:lnTo>
                    <a:pt x="1306830" y="4940"/>
                  </a:lnTo>
                  <a:lnTo>
                    <a:pt x="1325587" y="13957"/>
                  </a:lnTo>
                  <a:lnTo>
                    <a:pt x="1374521" y="14922"/>
                  </a:lnTo>
                  <a:lnTo>
                    <a:pt x="1374571" y="5702"/>
                  </a:lnTo>
                  <a:lnTo>
                    <a:pt x="1374597" y="1803"/>
                  </a:lnTo>
                  <a:close/>
                </a:path>
                <a:path w="2275840" h="163195">
                  <a:moveTo>
                    <a:pt x="1376451" y="54292"/>
                  </a:moveTo>
                  <a:lnTo>
                    <a:pt x="1374343" y="50736"/>
                  </a:lnTo>
                  <a:lnTo>
                    <a:pt x="1374368" y="46482"/>
                  </a:lnTo>
                  <a:lnTo>
                    <a:pt x="1369758" y="46101"/>
                  </a:lnTo>
                  <a:lnTo>
                    <a:pt x="1364081" y="46075"/>
                  </a:lnTo>
                  <a:lnTo>
                    <a:pt x="1359471" y="46405"/>
                  </a:lnTo>
                  <a:lnTo>
                    <a:pt x="1360512" y="50673"/>
                  </a:lnTo>
                  <a:lnTo>
                    <a:pt x="1362265" y="54927"/>
                  </a:lnTo>
                  <a:lnTo>
                    <a:pt x="1364373" y="58839"/>
                  </a:lnTo>
                  <a:lnTo>
                    <a:pt x="1368272" y="59220"/>
                  </a:lnTo>
                  <a:lnTo>
                    <a:pt x="1372527" y="59588"/>
                  </a:lnTo>
                  <a:lnTo>
                    <a:pt x="1375714" y="58547"/>
                  </a:lnTo>
                  <a:lnTo>
                    <a:pt x="1376451" y="54292"/>
                  </a:lnTo>
                  <a:close/>
                </a:path>
                <a:path w="2275840" h="163195">
                  <a:moveTo>
                    <a:pt x="1380223" y="80200"/>
                  </a:moveTo>
                  <a:lnTo>
                    <a:pt x="1378496" y="71678"/>
                  </a:lnTo>
                  <a:lnTo>
                    <a:pt x="1377099" y="67068"/>
                  </a:lnTo>
                  <a:lnTo>
                    <a:pt x="1370698" y="69507"/>
                  </a:lnTo>
                  <a:lnTo>
                    <a:pt x="1366799" y="68783"/>
                  </a:lnTo>
                  <a:lnTo>
                    <a:pt x="1365008" y="72682"/>
                  </a:lnTo>
                  <a:lnTo>
                    <a:pt x="1368183" y="75882"/>
                  </a:lnTo>
                  <a:lnTo>
                    <a:pt x="1367091" y="80492"/>
                  </a:lnTo>
                  <a:lnTo>
                    <a:pt x="1380223" y="80200"/>
                  </a:lnTo>
                  <a:close/>
                </a:path>
                <a:path w="2275840" h="163195">
                  <a:moveTo>
                    <a:pt x="1387208" y="100812"/>
                  </a:moveTo>
                  <a:lnTo>
                    <a:pt x="1385112" y="94767"/>
                  </a:lnTo>
                  <a:lnTo>
                    <a:pt x="1383360" y="90500"/>
                  </a:lnTo>
                  <a:lnTo>
                    <a:pt x="1378750" y="89763"/>
                  </a:lnTo>
                  <a:lnTo>
                    <a:pt x="1372019" y="89738"/>
                  </a:lnTo>
                  <a:lnTo>
                    <a:pt x="1367040" y="90424"/>
                  </a:lnTo>
                  <a:lnTo>
                    <a:pt x="1367383" y="94322"/>
                  </a:lnTo>
                  <a:lnTo>
                    <a:pt x="1365237" y="97853"/>
                  </a:lnTo>
                  <a:lnTo>
                    <a:pt x="1366634" y="101765"/>
                  </a:lnTo>
                  <a:lnTo>
                    <a:pt x="1385785" y="101866"/>
                  </a:lnTo>
                  <a:lnTo>
                    <a:pt x="1387208" y="100812"/>
                  </a:lnTo>
                  <a:close/>
                </a:path>
                <a:path w="2275840" h="163195">
                  <a:moveTo>
                    <a:pt x="1396682" y="120002"/>
                  </a:moveTo>
                  <a:lnTo>
                    <a:pt x="1395285" y="117157"/>
                  </a:lnTo>
                  <a:lnTo>
                    <a:pt x="1393875" y="113957"/>
                  </a:lnTo>
                  <a:lnTo>
                    <a:pt x="1391767" y="111467"/>
                  </a:lnTo>
                  <a:lnTo>
                    <a:pt x="1377657" y="111226"/>
                  </a:lnTo>
                  <a:lnTo>
                    <a:pt x="1370711" y="111366"/>
                  </a:lnTo>
                  <a:lnTo>
                    <a:pt x="1364094" y="112039"/>
                  </a:lnTo>
                  <a:lnTo>
                    <a:pt x="1363726" y="114871"/>
                  </a:lnTo>
                  <a:lnTo>
                    <a:pt x="1361236" y="117348"/>
                  </a:lnTo>
                  <a:lnTo>
                    <a:pt x="1362278" y="120535"/>
                  </a:lnTo>
                  <a:lnTo>
                    <a:pt x="1370736" y="120827"/>
                  </a:lnTo>
                  <a:lnTo>
                    <a:pt x="1379474" y="120942"/>
                  </a:lnTo>
                  <a:lnTo>
                    <a:pt x="1388211" y="120726"/>
                  </a:lnTo>
                  <a:lnTo>
                    <a:pt x="1396682" y="120002"/>
                  </a:lnTo>
                  <a:close/>
                </a:path>
                <a:path w="2275840" h="163195">
                  <a:moveTo>
                    <a:pt x="1411122" y="140296"/>
                  </a:moveTo>
                  <a:lnTo>
                    <a:pt x="1403718" y="130683"/>
                  </a:lnTo>
                  <a:lnTo>
                    <a:pt x="1358341" y="130098"/>
                  </a:lnTo>
                  <a:lnTo>
                    <a:pt x="1355839" y="133273"/>
                  </a:lnTo>
                  <a:lnTo>
                    <a:pt x="1354035" y="137160"/>
                  </a:lnTo>
                  <a:lnTo>
                    <a:pt x="1352600" y="140703"/>
                  </a:lnTo>
                  <a:lnTo>
                    <a:pt x="1366913" y="141185"/>
                  </a:lnTo>
                  <a:lnTo>
                    <a:pt x="1381493" y="141389"/>
                  </a:lnTo>
                  <a:lnTo>
                    <a:pt x="1396085" y="141325"/>
                  </a:lnTo>
                  <a:lnTo>
                    <a:pt x="1410411" y="140995"/>
                  </a:lnTo>
                  <a:lnTo>
                    <a:pt x="1411122" y="140296"/>
                  </a:lnTo>
                  <a:close/>
                </a:path>
                <a:path w="2275840" h="163195">
                  <a:moveTo>
                    <a:pt x="1432293" y="161683"/>
                  </a:moveTo>
                  <a:lnTo>
                    <a:pt x="1429118" y="157403"/>
                  </a:lnTo>
                  <a:lnTo>
                    <a:pt x="1424520" y="155613"/>
                  </a:lnTo>
                  <a:lnTo>
                    <a:pt x="1421003" y="150977"/>
                  </a:lnTo>
                  <a:lnTo>
                    <a:pt x="1346174" y="150241"/>
                  </a:lnTo>
                  <a:lnTo>
                    <a:pt x="1342605" y="153060"/>
                  </a:lnTo>
                  <a:lnTo>
                    <a:pt x="1339392" y="158013"/>
                  </a:lnTo>
                  <a:lnTo>
                    <a:pt x="1336179" y="161899"/>
                  </a:lnTo>
                  <a:lnTo>
                    <a:pt x="1337602" y="162255"/>
                  </a:lnTo>
                  <a:lnTo>
                    <a:pt x="1429448" y="162369"/>
                  </a:lnTo>
                  <a:lnTo>
                    <a:pt x="1432293" y="161683"/>
                  </a:lnTo>
                  <a:close/>
                </a:path>
                <a:path w="2275840" h="163195">
                  <a:moveTo>
                    <a:pt x="1634693" y="112001"/>
                  </a:moveTo>
                  <a:lnTo>
                    <a:pt x="1634337" y="111645"/>
                  </a:lnTo>
                  <a:lnTo>
                    <a:pt x="1593278" y="110998"/>
                  </a:lnTo>
                  <a:lnTo>
                    <a:pt x="1572793" y="111137"/>
                  </a:lnTo>
                  <a:lnTo>
                    <a:pt x="1552765" y="111937"/>
                  </a:lnTo>
                  <a:lnTo>
                    <a:pt x="1557007" y="116217"/>
                  </a:lnTo>
                  <a:lnTo>
                    <a:pt x="1563027" y="118021"/>
                  </a:lnTo>
                  <a:lnTo>
                    <a:pt x="1568678" y="120523"/>
                  </a:lnTo>
                  <a:lnTo>
                    <a:pt x="1616913" y="120777"/>
                  </a:lnTo>
                  <a:lnTo>
                    <a:pt x="1623301" y="119392"/>
                  </a:lnTo>
                  <a:lnTo>
                    <a:pt x="1629346" y="115874"/>
                  </a:lnTo>
                  <a:lnTo>
                    <a:pt x="1634693" y="112001"/>
                  </a:lnTo>
                  <a:close/>
                </a:path>
                <a:path w="2275840" h="163195">
                  <a:moveTo>
                    <a:pt x="1658556" y="90843"/>
                  </a:moveTo>
                  <a:lnTo>
                    <a:pt x="1658200" y="90487"/>
                  </a:lnTo>
                  <a:lnTo>
                    <a:pt x="1532674" y="89496"/>
                  </a:lnTo>
                  <a:lnTo>
                    <a:pt x="1531950" y="90551"/>
                  </a:lnTo>
                  <a:lnTo>
                    <a:pt x="1530540" y="90195"/>
                  </a:lnTo>
                  <a:lnTo>
                    <a:pt x="1529473" y="90538"/>
                  </a:lnTo>
                  <a:lnTo>
                    <a:pt x="1531569" y="95516"/>
                  </a:lnTo>
                  <a:lnTo>
                    <a:pt x="1535112" y="97663"/>
                  </a:lnTo>
                  <a:lnTo>
                    <a:pt x="1538630" y="101574"/>
                  </a:lnTo>
                  <a:lnTo>
                    <a:pt x="1648218" y="102133"/>
                  </a:lnTo>
                  <a:lnTo>
                    <a:pt x="1652130" y="99326"/>
                  </a:lnTo>
                  <a:lnTo>
                    <a:pt x="1655343" y="94729"/>
                  </a:lnTo>
                  <a:lnTo>
                    <a:pt x="1658556" y="90843"/>
                  </a:lnTo>
                  <a:close/>
                </a:path>
                <a:path w="2275840" h="163195">
                  <a:moveTo>
                    <a:pt x="1671408" y="73177"/>
                  </a:moveTo>
                  <a:lnTo>
                    <a:pt x="1671078" y="68922"/>
                  </a:lnTo>
                  <a:lnTo>
                    <a:pt x="1516468" y="68135"/>
                  </a:lnTo>
                  <a:lnTo>
                    <a:pt x="1513967" y="70243"/>
                  </a:lnTo>
                  <a:lnTo>
                    <a:pt x="1518221" y="72034"/>
                  </a:lnTo>
                  <a:lnTo>
                    <a:pt x="1517142" y="74866"/>
                  </a:lnTo>
                  <a:lnTo>
                    <a:pt x="1519262" y="75590"/>
                  </a:lnTo>
                  <a:lnTo>
                    <a:pt x="1520317" y="78435"/>
                  </a:lnTo>
                  <a:lnTo>
                    <a:pt x="1521726" y="80213"/>
                  </a:lnTo>
                  <a:lnTo>
                    <a:pt x="1665693" y="80949"/>
                  </a:lnTo>
                  <a:lnTo>
                    <a:pt x="1667840" y="77419"/>
                  </a:lnTo>
                  <a:lnTo>
                    <a:pt x="1671408" y="73177"/>
                  </a:lnTo>
                  <a:close/>
                </a:path>
                <a:path w="2275840" h="163195">
                  <a:moveTo>
                    <a:pt x="1808619" y="150482"/>
                  </a:moveTo>
                  <a:lnTo>
                    <a:pt x="1762163" y="150241"/>
                  </a:lnTo>
                  <a:lnTo>
                    <a:pt x="1758238" y="154127"/>
                  </a:lnTo>
                  <a:lnTo>
                    <a:pt x="1752904" y="157645"/>
                  </a:lnTo>
                  <a:lnTo>
                    <a:pt x="1749691" y="162242"/>
                  </a:lnTo>
                  <a:lnTo>
                    <a:pt x="1808556" y="162534"/>
                  </a:lnTo>
                  <a:lnTo>
                    <a:pt x="1808619" y="150482"/>
                  </a:lnTo>
                  <a:close/>
                </a:path>
                <a:path w="2275840" h="163195">
                  <a:moveTo>
                    <a:pt x="1808683" y="68922"/>
                  </a:moveTo>
                  <a:lnTo>
                    <a:pt x="1801939" y="68884"/>
                  </a:lnTo>
                  <a:lnTo>
                    <a:pt x="1800504" y="71361"/>
                  </a:lnTo>
                  <a:lnTo>
                    <a:pt x="1801202" y="74904"/>
                  </a:lnTo>
                  <a:lnTo>
                    <a:pt x="1799767" y="77381"/>
                  </a:lnTo>
                  <a:lnTo>
                    <a:pt x="1798675" y="83045"/>
                  </a:lnTo>
                  <a:lnTo>
                    <a:pt x="1805787" y="79540"/>
                  </a:lnTo>
                  <a:lnTo>
                    <a:pt x="1808619" y="80619"/>
                  </a:lnTo>
                  <a:lnTo>
                    <a:pt x="1808683" y="68922"/>
                  </a:lnTo>
                  <a:close/>
                </a:path>
                <a:path w="2275840" h="163195">
                  <a:moveTo>
                    <a:pt x="1808721" y="130263"/>
                  </a:moveTo>
                  <a:lnTo>
                    <a:pt x="1779282" y="130111"/>
                  </a:lnTo>
                  <a:lnTo>
                    <a:pt x="1778215" y="130822"/>
                  </a:lnTo>
                  <a:lnTo>
                    <a:pt x="1775726" y="133997"/>
                  </a:lnTo>
                  <a:lnTo>
                    <a:pt x="1772513" y="137528"/>
                  </a:lnTo>
                  <a:lnTo>
                    <a:pt x="1771078" y="140716"/>
                  </a:lnTo>
                  <a:lnTo>
                    <a:pt x="1780438" y="141122"/>
                  </a:lnTo>
                  <a:lnTo>
                    <a:pt x="1789861" y="141262"/>
                  </a:lnTo>
                  <a:lnTo>
                    <a:pt x="1808670" y="141262"/>
                  </a:lnTo>
                  <a:lnTo>
                    <a:pt x="1808721" y="130263"/>
                  </a:lnTo>
                  <a:close/>
                </a:path>
                <a:path w="2275840" h="163195">
                  <a:moveTo>
                    <a:pt x="1808822" y="111467"/>
                  </a:moveTo>
                  <a:lnTo>
                    <a:pt x="1790382" y="111379"/>
                  </a:lnTo>
                  <a:lnTo>
                    <a:pt x="1787169" y="113487"/>
                  </a:lnTo>
                  <a:lnTo>
                    <a:pt x="1785010" y="120573"/>
                  </a:lnTo>
                  <a:lnTo>
                    <a:pt x="1808772" y="121043"/>
                  </a:lnTo>
                  <a:lnTo>
                    <a:pt x="1808822" y="111467"/>
                  </a:lnTo>
                  <a:close/>
                </a:path>
                <a:path w="2275840" h="163195">
                  <a:moveTo>
                    <a:pt x="1808924" y="90195"/>
                  </a:moveTo>
                  <a:lnTo>
                    <a:pt x="1794027" y="90119"/>
                  </a:lnTo>
                  <a:lnTo>
                    <a:pt x="1795767" y="97574"/>
                  </a:lnTo>
                  <a:lnTo>
                    <a:pt x="1793621" y="101473"/>
                  </a:lnTo>
                  <a:lnTo>
                    <a:pt x="1798231" y="102196"/>
                  </a:lnTo>
                  <a:lnTo>
                    <a:pt x="1803908" y="101523"/>
                  </a:lnTo>
                  <a:lnTo>
                    <a:pt x="1808861" y="101892"/>
                  </a:lnTo>
                  <a:lnTo>
                    <a:pt x="1808924" y="90195"/>
                  </a:lnTo>
                  <a:close/>
                </a:path>
                <a:path w="2275840" h="163195">
                  <a:moveTo>
                    <a:pt x="1809026" y="1536"/>
                  </a:moveTo>
                  <a:lnTo>
                    <a:pt x="1509014" y="0"/>
                  </a:lnTo>
                  <a:lnTo>
                    <a:pt x="1508277" y="4254"/>
                  </a:lnTo>
                  <a:lnTo>
                    <a:pt x="1506855" y="5308"/>
                  </a:lnTo>
                  <a:lnTo>
                    <a:pt x="1506804" y="14884"/>
                  </a:lnTo>
                  <a:lnTo>
                    <a:pt x="1808949" y="16433"/>
                  </a:lnTo>
                  <a:lnTo>
                    <a:pt x="1809026" y="1536"/>
                  </a:lnTo>
                  <a:close/>
                </a:path>
                <a:path w="2275840" h="163195">
                  <a:moveTo>
                    <a:pt x="1809127" y="50126"/>
                  </a:moveTo>
                  <a:lnTo>
                    <a:pt x="1808086" y="46570"/>
                  </a:lnTo>
                  <a:lnTo>
                    <a:pt x="1509496" y="44691"/>
                  </a:lnTo>
                  <a:lnTo>
                    <a:pt x="1508404" y="47879"/>
                  </a:lnTo>
                  <a:lnTo>
                    <a:pt x="1511541" y="58889"/>
                  </a:lnTo>
                  <a:lnTo>
                    <a:pt x="1675384" y="60426"/>
                  </a:lnTo>
                  <a:lnTo>
                    <a:pt x="1675384" y="59372"/>
                  </a:lnTo>
                  <a:lnTo>
                    <a:pt x="1677517" y="58674"/>
                  </a:lnTo>
                  <a:lnTo>
                    <a:pt x="1677530" y="55829"/>
                  </a:lnTo>
                  <a:lnTo>
                    <a:pt x="1678597" y="54419"/>
                  </a:lnTo>
                  <a:lnTo>
                    <a:pt x="1802015" y="54698"/>
                  </a:lnTo>
                  <a:lnTo>
                    <a:pt x="1803069" y="55765"/>
                  </a:lnTo>
                  <a:lnTo>
                    <a:pt x="1802358" y="57886"/>
                  </a:lnTo>
                  <a:lnTo>
                    <a:pt x="1803412" y="59309"/>
                  </a:lnTo>
                  <a:lnTo>
                    <a:pt x="1805190" y="58966"/>
                  </a:lnTo>
                  <a:lnTo>
                    <a:pt x="1807311" y="59690"/>
                  </a:lnTo>
                  <a:lnTo>
                    <a:pt x="1808378" y="58635"/>
                  </a:lnTo>
                  <a:lnTo>
                    <a:pt x="1809127" y="50126"/>
                  </a:lnTo>
                  <a:close/>
                </a:path>
                <a:path w="2275840" h="163195">
                  <a:moveTo>
                    <a:pt x="1809394" y="24307"/>
                  </a:moveTo>
                  <a:lnTo>
                    <a:pt x="1693824" y="24307"/>
                  </a:lnTo>
                  <a:lnTo>
                    <a:pt x="1693824" y="23876"/>
                  </a:lnTo>
                  <a:lnTo>
                    <a:pt x="1505864" y="23876"/>
                  </a:lnTo>
                  <a:lnTo>
                    <a:pt x="1505864" y="37350"/>
                  </a:lnTo>
                  <a:lnTo>
                    <a:pt x="1693824" y="37350"/>
                  </a:lnTo>
                  <a:lnTo>
                    <a:pt x="1693824" y="38125"/>
                  </a:lnTo>
                  <a:lnTo>
                    <a:pt x="1809394" y="38125"/>
                  </a:lnTo>
                  <a:lnTo>
                    <a:pt x="1809394" y="24307"/>
                  </a:lnTo>
                  <a:close/>
                </a:path>
                <a:path w="2275840" h="163195">
                  <a:moveTo>
                    <a:pt x="2077072" y="150787"/>
                  </a:moveTo>
                  <a:lnTo>
                    <a:pt x="1943379" y="150101"/>
                  </a:lnTo>
                  <a:lnTo>
                    <a:pt x="1942960" y="162521"/>
                  </a:lnTo>
                  <a:lnTo>
                    <a:pt x="2077008" y="163195"/>
                  </a:lnTo>
                  <a:lnTo>
                    <a:pt x="2077072" y="150787"/>
                  </a:lnTo>
                  <a:close/>
                </a:path>
                <a:path w="2275840" h="163195">
                  <a:moveTo>
                    <a:pt x="2077186" y="130225"/>
                  </a:moveTo>
                  <a:lnTo>
                    <a:pt x="1943138" y="129540"/>
                  </a:lnTo>
                  <a:lnTo>
                    <a:pt x="1943074" y="141236"/>
                  </a:lnTo>
                  <a:lnTo>
                    <a:pt x="2077123" y="141922"/>
                  </a:lnTo>
                  <a:lnTo>
                    <a:pt x="2077186" y="130225"/>
                  </a:lnTo>
                  <a:close/>
                </a:path>
                <a:path w="2275840" h="163195">
                  <a:moveTo>
                    <a:pt x="2077275" y="111429"/>
                  </a:moveTo>
                  <a:lnTo>
                    <a:pt x="1943227" y="110744"/>
                  </a:lnTo>
                  <a:lnTo>
                    <a:pt x="1943176" y="120675"/>
                  </a:lnTo>
                  <a:lnTo>
                    <a:pt x="2077224" y="121361"/>
                  </a:lnTo>
                  <a:lnTo>
                    <a:pt x="2077275" y="111429"/>
                  </a:lnTo>
                  <a:close/>
                </a:path>
                <a:path w="2275840" h="163195">
                  <a:moveTo>
                    <a:pt x="2077389" y="90144"/>
                  </a:moveTo>
                  <a:lnTo>
                    <a:pt x="1943341" y="89458"/>
                  </a:lnTo>
                  <a:lnTo>
                    <a:pt x="1943277" y="101879"/>
                  </a:lnTo>
                  <a:lnTo>
                    <a:pt x="2077326" y="102209"/>
                  </a:lnTo>
                  <a:lnTo>
                    <a:pt x="2077389" y="90144"/>
                  </a:lnTo>
                  <a:close/>
                </a:path>
                <a:path w="2275840" h="163195">
                  <a:moveTo>
                    <a:pt x="2077466" y="75615"/>
                  </a:moveTo>
                  <a:lnTo>
                    <a:pt x="1943417" y="74917"/>
                  </a:lnTo>
                  <a:lnTo>
                    <a:pt x="1943379" y="80238"/>
                  </a:lnTo>
                  <a:lnTo>
                    <a:pt x="2077440" y="80924"/>
                  </a:lnTo>
                  <a:lnTo>
                    <a:pt x="2077466" y="75615"/>
                  </a:lnTo>
                  <a:close/>
                </a:path>
                <a:path w="2275840" h="163195">
                  <a:moveTo>
                    <a:pt x="2275573" y="30035"/>
                  </a:moveTo>
                  <a:lnTo>
                    <a:pt x="2274405" y="21882"/>
                  </a:lnTo>
                  <a:lnTo>
                    <a:pt x="2271052" y="14541"/>
                  </a:lnTo>
                  <a:lnTo>
                    <a:pt x="2260244" y="4610"/>
                  </a:lnTo>
                  <a:lnTo>
                    <a:pt x="2245969" y="1651"/>
                  </a:lnTo>
                  <a:lnTo>
                    <a:pt x="2230158" y="1866"/>
                  </a:lnTo>
                  <a:lnTo>
                    <a:pt x="2214727" y="1485"/>
                  </a:lnTo>
                  <a:lnTo>
                    <a:pt x="2214651" y="15671"/>
                  </a:lnTo>
                  <a:lnTo>
                    <a:pt x="2231682" y="15748"/>
                  </a:lnTo>
                  <a:lnTo>
                    <a:pt x="2238832" y="15976"/>
                  </a:lnTo>
                  <a:lnTo>
                    <a:pt x="2262111" y="27965"/>
                  </a:lnTo>
                  <a:lnTo>
                    <a:pt x="2261349" y="38608"/>
                  </a:lnTo>
                  <a:lnTo>
                    <a:pt x="2256713" y="43192"/>
                  </a:lnTo>
                  <a:lnTo>
                    <a:pt x="2251392" y="44932"/>
                  </a:lnTo>
                  <a:lnTo>
                    <a:pt x="2214511" y="45453"/>
                  </a:lnTo>
                  <a:lnTo>
                    <a:pt x="2214435" y="59639"/>
                  </a:lnTo>
                  <a:lnTo>
                    <a:pt x="2246299" y="59626"/>
                  </a:lnTo>
                  <a:lnTo>
                    <a:pt x="2260676" y="56197"/>
                  </a:lnTo>
                  <a:lnTo>
                    <a:pt x="2271598" y="45745"/>
                  </a:lnTo>
                  <a:lnTo>
                    <a:pt x="2274608" y="38252"/>
                  </a:lnTo>
                  <a:lnTo>
                    <a:pt x="2275573" y="30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320484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58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7232497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58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7758960" y="1745567"/>
            <a:ext cx="2192020" cy="2172970"/>
            <a:chOff x="7758960" y="1745567"/>
            <a:chExt cx="2192020" cy="2172970"/>
          </a:xfrm>
        </p:grpSpPr>
        <p:sp>
          <p:nvSpPr>
            <p:cNvPr id="16" name="object 16"/>
            <p:cNvSpPr/>
            <p:nvPr/>
          </p:nvSpPr>
          <p:spPr>
            <a:xfrm>
              <a:off x="7764708" y="1929650"/>
              <a:ext cx="2009139" cy="1284605"/>
            </a:xfrm>
            <a:custGeom>
              <a:avLst/>
              <a:gdLst/>
              <a:ahLst/>
              <a:cxnLst/>
              <a:rect l="l" t="t" r="r" b="b"/>
              <a:pathLst>
                <a:path w="2009140" h="1284605">
                  <a:moveTo>
                    <a:pt x="2009020" y="350367"/>
                  </a:moveTo>
                  <a:lnTo>
                    <a:pt x="1979672" y="303847"/>
                  </a:lnTo>
                  <a:lnTo>
                    <a:pt x="1947666" y="258394"/>
                  </a:lnTo>
                  <a:lnTo>
                    <a:pt x="1913537" y="214779"/>
                  </a:lnTo>
                  <a:lnTo>
                    <a:pt x="1877637" y="173382"/>
                  </a:lnTo>
                  <a:lnTo>
                    <a:pt x="1840060" y="134216"/>
                  </a:lnTo>
                  <a:lnTo>
                    <a:pt x="1800898" y="97295"/>
                  </a:lnTo>
                  <a:lnTo>
                    <a:pt x="1760246" y="62633"/>
                  </a:lnTo>
                  <a:lnTo>
                    <a:pt x="1718197" y="30243"/>
                  </a:lnTo>
                  <a:lnTo>
                    <a:pt x="1674845" y="139"/>
                  </a:lnTo>
                  <a:lnTo>
                    <a:pt x="1673727" y="0"/>
                  </a:lnTo>
                  <a:lnTo>
                    <a:pt x="1549258" y="99890"/>
                  </a:lnTo>
                  <a:lnTo>
                    <a:pt x="1426303" y="179428"/>
                  </a:lnTo>
                  <a:lnTo>
                    <a:pt x="1231544" y="280231"/>
                  </a:lnTo>
                  <a:lnTo>
                    <a:pt x="891661" y="443915"/>
                  </a:lnTo>
                  <a:lnTo>
                    <a:pt x="507282" y="614432"/>
                  </a:lnTo>
                  <a:lnTo>
                    <a:pt x="230660" y="717353"/>
                  </a:lnTo>
                  <a:lnTo>
                    <a:pt x="63463" y="767924"/>
                  </a:lnTo>
                  <a:lnTo>
                    <a:pt x="7603" y="781334"/>
                  </a:lnTo>
                  <a:lnTo>
                    <a:pt x="7360" y="781392"/>
                  </a:lnTo>
                  <a:lnTo>
                    <a:pt x="2438" y="832413"/>
                  </a:lnTo>
                  <a:lnTo>
                    <a:pt x="0" y="883250"/>
                  </a:lnTo>
                  <a:lnTo>
                    <a:pt x="0" y="932964"/>
                  </a:lnTo>
                  <a:lnTo>
                    <a:pt x="2581" y="984395"/>
                  </a:lnTo>
                  <a:lnTo>
                    <a:pt x="7603" y="1034715"/>
                  </a:lnTo>
                  <a:lnTo>
                    <a:pt x="15115" y="1084873"/>
                  </a:lnTo>
                  <a:lnTo>
                    <a:pt x="25116" y="1134875"/>
                  </a:lnTo>
                  <a:lnTo>
                    <a:pt x="37609" y="1184728"/>
                  </a:lnTo>
                  <a:lnTo>
                    <a:pt x="52594" y="1234437"/>
                  </a:lnTo>
                  <a:lnTo>
                    <a:pt x="69182" y="1281479"/>
                  </a:lnTo>
                  <a:lnTo>
                    <a:pt x="406814" y="1178298"/>
                  </a:lnTo>
                  <a:lnTo>
                    <a:pt x="635304" y="1098134"/>
                  </a:lnTo>
                  <a:lnTo>
                    <a:pt x="858296" y="1000010"/>
                  </a:lnTo>
                  <a:lnTo>
                    <a:pt x="1179977" y="842784"/>
                  </a:lnTo>
                  <a:lnTo>
                    <a:pt x="1537687" y="653167"/>
                  </a:lnTo>
                  <a:lnTo>
                    <a:pt x="1797167" y="496662"/>
                  </a:lnTo>
                  <a:lnTo>
                    <a:pt x="1955208" y="390281"/>
                  </a:lnTo>
                  <a:lnTo>
                    <a:pt x="2008601" y="351040"/>
                  </a:lnTo>
                  <a:lnTo>
                    <a:pt x="2009020" y="350367"/>
                  </a:lnTo>
                  <a:close/>
                </a:path>
                <a:path w="2009140" h="1284605">
                  <a:moveTo>
                    <a:pt x="70073" y="1284008"/>
                  </a:moveTo>
                  <a:lnTo>
                    <a:pt x="69182" y="1281479"/>
                  </a:lnTo>
                  <a:lnTo>
                    <a:pt x="68638" y="1281645"/>
                  </a:lnTo>
                  <a:lnTo>
                    <a:pt x="70073" y="128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33347" y="2280018"/>
              <a:ext cx="2092325" cy="1632585"/>
            </a:xfrm>
            <a:custGeom>
              <a:avLst/>
              <a:gdLst/>
              <a:ahLst/>
              <a:cxnLst/>
              <a:rect l="l" t="t" r="r" b="b"/>
              <a:pathLst>
                <a:path w="2092325" h="1632585">
                  <a:moveTo>
                    <a:pt x="2091902" y="533314"/>
                  </a:moveTo>
                  <a:lnTo>
                    <a:pt x="2090178" y="487476"/>
                  </a:lnTo>
                  <a:lnTo>
                    <a:pt x="2086504" y="441673"/>
                  </a:lnTo>
                  <a:lnTo>
                    <a:pt x="2080870" y="395973"/>
                  </a:lnTo>
                  <a:lnTo>
                    <a:pt x="2073267" y="350439"/>
                  </a:lnTo>
                  <a:lnTo>
                    <a:pt x="2063684" y="305137"/>
                  </a:lnTo>
                  <a:lnTo>
                    <a:pt x="2052113" y="260132"/>
                  </a:lnTo>
                  <a:lnTo>
                    <a:pt x="2038543" y="215490"/>
                  </a:lnTo>
                  <a:lnTo>
                    <a:pt x="2022965" y="171276"/>
                  </a:lnTo>
                  <a:lnTo>
                    <a:pt x="2005370" y="127554"/>
                  </a:lnTo>
                  <a:lnTo>
                    <a:pt x="1985747" y="84391"/>
                  </a:lnTo>
                  <a:lnTo>
                    <a:pt x="1964088" y="41851"/>
                  </a:lnTo>
                  <a:lnTo>
                    <a:pt x="1940382" y="0"/>
                  </a:lnTo>
                  <a:lnTo>
                    <a:pt x="1939963" y="673"/>
                  </a:lnTo>
                  <a:lnTo>
                    <a:pt x="1886569" y="39914"/>
                  </a:lnTo>
                  <a:lnTo>
                    <a:pt x="1728528" y="146294"/>
                  </a:lnTo>
                  <a:lnTo>
                    <a:pt x="1469048" y="302800"/>
                  </a:lnTo>
                  <a:lnTo>
                    <a:pt x="1111338" y="492417"/>
                  </a:lnTo>
                  <a:lnTo>
                    <a:pt x="789657" y="649643"/>
                  </a:lnTo>
                  <a:lnTo>
                    <a:pt x="566666" y="747766"/>
                  </a:lnTo>
                  <a:lnTo>
                    <a:pt x="338176" y="827930"/>
                  </a:lnTo>
                  <a:lnTo>
                    <a:pt x="0" y="931278"/>
                  </a:lnTo>
                  <a:lnTo>
                    <a:pt x="1435" y="933640"/>
                  </a:lnTo>
                  <a:lnTo>
                    <a:pt x="19832" y="979106"/>
                  </a:lnTo>
                  <a:lnTo>
                    <a:pt x="40426" y="1023966"/>
                  </a:lnTo>
                  <a:lnTo>
                    <a:pt x="63226" y="1068144"/>
                  </a:lnTo>
                  <a:lnTo>
                    <a:pt x="88245" y="1111568"/>
                  </a:lnTo>
                  <a:lnTo>
                    <a:pt x="115494" y="1154163"/>
                  </a:lnTo>
                  <a:lnTo>
                    <a:pt x="144983" y="1195857"/>
                  </a:lnTo>
                  <a:lnTo>
                    <a:pt x="174509" y="1233850"/>
                  </a:lnTo>
                  <a:lnTo>
                    <a:pt x="205380" y="1270173"/>
                  </a:lnTo>
                  <a:lnTo>
                    <a:pt x="237535" y="1304817"/>
                  </a:lnTo>
                  <a:lnTo>
                    <a:pt x="270912" y="1337773"/>
                  </a:lnTo>
                  <a:lnTo>
                    <a:pt x="305450" y="1369032"/>
                  </a:lnTo>
                  <a:lnTo>
                    <a:pt x="341086" y="1398584"/>
                  </a:lnTo>
                  <a:lnTo>
                    <a:pt x="377761" y="1426422"/>
                  </a:lnTo>
                  <a:lnTo>
                    <a:pt x="415412" y="1452535"/>
                  </a:lnTo>
                  <a:lnTo>
                    <a:pt x="453977" y="1476914"/>
                  </a:lnTo>
                  <a:lnTo>
                    <a:pt x="493397" y="1499551"/>
                  </a:lnTo>
                  <a:lnTo>
                    <a:pt x="533608" y="1520437"/>
                  </a:lnTo>
                  <a:lnTo>
                    <a:pt x="574550" y="1539562"/>
                  </a:lnTo>
                  <a:lnTo>
                    <a:pt x="616162" y="1556917"/>
                  </a:lnTo>
                  <a:lnTo>
                    <a:pt x="658381" y="1572493"/>
                  </a:lnTo>
                  <a:lnTo>
                    <a:pt x="701147" y="1586282"/>
                  </a:lnTo>
                  <a:lnTo>
                    <a:pt x="744397" y="1598274"/>
                  </a:lnTo>
                  <a:lnTo>
                    <a:pt x="788072" y="1608460"/>
                  </a:lnTo>
                  <a:lnTo>
                    <a:pt x="832108" y="1616830"/>
                  </a:lnTo>
                  <a:lnTo>
                    <a:pt x="876445" y="1623377"/>
                  </a:lnTo>
                  <a:lnTo>
                    <a:pt x="921021" y="1628090"/>
                  </a:lnTo>
                  <a:lnTo>
                    <a:pt x="965776" y="1630962"/>
                  </a:lnTo>
                  <a:lnTo>
                    <a:pt x="1010646" y="1631982"/>
                  </a:lnTo>
                  <a:lnTo>
                    <a:pt x="1055572" y="1631141"/>
                  </a:lnTo>
                  <a:lnTo>
                    <a:pt x="1100492" y="1628431"/>
                  </a:lnTo>
                  <a:lnTo>
                    <a:pt x="1145343" y="1623843"/>
                  </a:lnTo>
                  <a:lnTo>
                    <a:pt x="1190065" y="1617367"/>
                  </a:lnTo>
                  <a:lnTo>
                    <a:pt x="1234597" y="1608994"/>
                  </a:lnTo>
                  <a:lnTo>
                    <a:pt x="1278877" y="1598716"/>
                  </a:lnTo>
                  <a:lnTo>
                    <a:pt x="1322843" y="1586523"/>
                  </a:lnTo>
                  <a:lnTo>
                    <a:pt x="1366434" y="1572406"/>
                  </a:lnTo>
                  <a:lnTo>
                    <a:pt x="1409589" y="1556356"/>
                  </a:lnTo>
                  <a:lnTo>
                    <a:pt x="1452246" y="1538364"/>
                  </a:lnTo>
                  <a:lnTo>
                    <a:pt x="1494344" y="1518421"/>
                  </a:lnTo>
                  <a:lnTo>
                    <a:pt x="1535821" y="1496518"/>
                  </a:lnTo>
                  <a:lnTo>
                    <a:pt x="1576616" y="1472646"/>
                  </a:lnTo>
                  <a:lnTo>
                    <a:pt x="1616668" y="1446796"/>
                  </a:lnTo>
                  <a:lnTo>
                    <a:pt x="1655914" y="1418958"/>
                  </a:lnTo>
                  <a:lnTo>
                    <a:pt x="1694659" y="1388820"/>
                  </a:lnTo>
                  <a:lnTo>
                    <a:pt x="1731665" y="1357284"/>
                  </a:lnTo>
                  <a:lnTo>
                    <a:pt x="1766923" y="1324415"/>
                  </a:lnTo>
                  <a:lnTo>
                    <a:pt x="1800424" y="1290277"/>
                  </a:lnTo>
                  <a:lnTo>
                    <a:pt x="1832157" y="1254937"/>
                  </a:lnTo>
                  <a:lnTo>
                    <a:pt x="1862114" y="1218459"/>
                  </a:lnTo>
                  <a:lnTo>
                    <a:pt x="1890284" y="1180909"/>
                  </a:lnTo>
                  <a:lnTo>
                    <a:pt x="1916657" y="1142351"/>
                  </a:lnTo>
                  <a:lnTo>
                    <a:pt x="1941225" y="1102851"/>
                  </a:lnTo>
                  <a:lnTo>
                    <a:pt x="1963978" y="1062475"/>
                  </a:lnTo>
                  <a:lnTo>
                    <a:pt x="1984906" y="1021287"/>
                  </a:lnTo>
                  <a:lnTo>
                    <a:pt x="2003999" y="979353"/>
                  </a:lnTo>
                  <a:lnTo>
                    <a:pt x="2021247" y="936738"/>
                  </a:lnTo>
                  <a:lnTo>
                    <a:pt x="2036642" y="893507"/>
                  </a:lnTo>
                  <a:lnTo>
                    <a:pt x="2050173" y="849725"/>
                  </a:lnTo>
                  <a:lnTo>
                    <a:pt x="2061831" y="805458"/>
                  </a:lnTo>
                  <a:lnTo>
                    <a:pt x="2071606" y="760771"/>
                  </a:lnTo>
                  <a:lnTo>
                    <a:pt x="2079489" y="715729"/>
                  </a:lnTo>
                  <a:lnTo>
                    <a:pt x="2085469" y="670397"/>
                  </a:lnTo>
                  <a:lnTo>
                    <a:pt x="2089538" y="624840"/>
                  </a:lnTo>
                  <a:lnTo>
                    <a:pt x="2091686" y="579124"/>
                  </a:lnTo>
                  <a:lnTo>
                    <a:pt x="2091902" y="533314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58798" y="1754409"/>
              <a:ext cx="1275715" cy="626110"/>
            </a:xfrm>
            <a:custGeom>
              <a:avLst/>
              <a:gdLst/>
              <a:ahLst/>
              <a:cxnLst/>
              <a:rect l="l" t="t" r="r" b="b"/>
              <a:pathLst>
                <a:path w="1275715" h="626110">
                  <a:moveTo>
                    <a:pt x="1275435" y="43224"/>
                  </a:moveTo>
                  <a:lnTo>
                    <a:pt x="1227964" y="28253"/>
                  </a:lnTo>
                  <a:lnTo>
                    <a:pt x="1180647" y="18347"/>
                  </a:lnTo>
                  <a:lnTo>
                    <a:pt x="1132950" y="10557"/>
                  </a:lnTo>
                  <a:lnTo>
                    <a:pt x="1084952" y="4894"/>
                  </a:lnTo>
                  <a:lnTo>
                    <a:pt x="1036728" y="1372"/>
                  </a:lnTo>
                  <a:lnTo>
                    <a:pt x="988357" y="0"/>
                  </a:lnTo>
                  <a:lnTo>
                    <a:pt x="939915" y="790"/>
                  </a:lnTo>
                  <a:lnTo>
                    <a:pt x="891479" y="3753"/>
                  </a:lnTo>
                  <a:lnTo>
                    <a:pt x="843125" y="8902"/>
                  </a:lnTo>
                  <a:lnTo>
                    <a:pt x="794932" y="16246"/>
                  </a:lnTo>
                  <a:lnTo>
                    <a:pt x="746976" y="25799"/>
                  </a:lnTo>
                  <a:lnTo>
                    <a:pt x="699334" y="37571"/>
                  </a:lnTo>
                  <a:lnTo>
                    <a:pt x="652083" y="51573"/>
                  </a:lnTo>
                  <a:lnTo>
                    <a:pt x="605300" y="67817"/>
                  </a:lnTo>
                  <a:lnTo>
                    <a:pt x="559063" y="86314"/>
                  </a:lnTo>
                  <a:lnTo>
                    <a:pt x="513447" y="107076"/>
                  </a:lnTo>
                  <a:lnTo>
                    <a:pt x="468531" y="130114"/>
                  </a:lnTo>
                  <a:lnTo>
                    <a:pt x="424391" y="155439"/>
                  </a:lnTo>
                  <a:lnTo>
                    <a:pt x="381104" y="183064"/>
                  </a:lnTo>
                  <a:lnTo>
                    <a:pt x="338747" y="212998"/>
                  </a:lnTo>
                  <a:lnTo>
                    <a:pt x="298980" y="243971"/>
                  </a:lnTo>
                  <a:lnTo>
                    <a:pt x="261047" y="276418"/>
                  </a:lnTo>
                  <a:lnTo>
                    <a:pt x="224959" y="310266"/>
                  </a:lnTo>
                  <a:lnTo>
                    <a:pt x="190726" y="345446"/>
                  </a:lnTo>
                  <a:lnTo>
                    <a:pt x="158357" y="381888"/>
                  </a:lnTo>
                  <a:lnTo>
                    <a:pt x="127865" y="419520"/>
                  </a:lnTo>
                  <a:lnTo>
                    <a:pt x="99258" y="458272"/>
                  </a:lnTo>
                  <a:lnTo>
                    <a:pt x="72548" y="498074"/>
                  </a:lnTo>
                  <a:lnTo>
                    <a:pt x="47744" y="538854"/>
                  </a:lnTo>
                  <a:lnTo>
                    <a:pt x="24858" y="580542"/>
                  </a:lnTo>
                  <a:lnTo>
                    <a:pt x="3898" y="623068"/>
                  </a:lnTo>
                  <a:lnTo>
                    <a:pt x="0" y="625532"/>
                  </a:lnTo>
                  <a:lnTo>
                    <a:pt x="227259" y="558730"/>
                  </a:lnTo>
                  <a:lnTo>
                    <a:pt x="373372" y="510599"/>
                  </a:lnTo>
                  <a:lnTo>
                    <a:pt x="501660" y="457859"/>
                  </a:lnTo>
                  <a:lnTo>
                    <a:pt x="675449" y="377234"/>
                  </a:lnTo>
                  <a:lnTo>
                    <a:pt x="891628" y="267492"/>
                  </a:lnTo>
                  <a:lnTo>
                    <a:pt x="1084270" y="159071"/>
                  </a:lnTo>
                  <a:lnTo>
                    <a:pt x="1222498" y="76229"/>
                  </a:lnTo>
                  <a:lnTo>
                    <a:pt x="1275435" y="4322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2069" y="1792198"/>
              <a:ext cx="1667510" cy="918844"/>
            </a:xfrm>
            <a:custGeom>
              <a:avLst/>
              <a:gdLst/>
              <a:ahLst/>
              <a:cxnLst/>
              <a:rect l="l" t="t" r="r" b="b"/>
              <a:pathLst>
                <a:path w="1667509" h="918844">
                  <a:moveTo>
                    <a:pt x="1366050" y="344256"/>
                  </a:moveTo>
                  <a:lnTo>
                    <a:pt x="1366050" y="2959"/>
                  </a:lnTo>
                  <a:lnTo>
                    <a:pt x="1313112" y="35963"/>
                  </a:lnTo>
                  <a:lnTo>
                    <a:pt x="1174886" y="118806"/>
                  </a:lnTo>
                  <a:lnTo>
                    <a:pt x="982248" y="227231"/>
                  </a:lnTo>
                  <a:lnTo>
                    <a:pt x="766076" y="336981"/>
                  </a:lnTo>
                  <a:lnTo>
                    <a:pt x="592280" y="417599"/>
                  </a:lnTo>
                  <a:lnTo>
                    <a:pt x="463989" y="470336"/>
                  </a:lnTo>
                  <a:lnTo>
                    <a:pt x="317879" y="518470"/>
                  </a:lnTo>
                  <a:lnTo>
                    <a:pt x="93842" y="584334"/>
                  </a:lnTo>
                  <a:lnTo>
                    <a:pt x="74795" y="627785"/>
                  </a:lnTo>
                  <a:lnTo>
                    <a:pt x="57180" y="673514"/>
                  </a:lnTo>
                  <a:lnTo>
                    <a:pt x="41679" y="719912"/>
                  </a:lnTo>
                  <a:lnTo>
                    <a:pt x="28303" y="766899"/>
                  </a:lnTo>
                  <a:lnTo>
                    <a:pt x="17066" y="814398"/>
                  </a:lnTo>
                  <a:lnTo>
                    <a:pt x="7979" y="862330"/>
                  </a:lnTo>
                  <a:lnTo>
                    <a:pt x="1054" y="910615"/>
                  </a:lnTo>
                  <a:lnTo>
                    <a:pt x="0" y="918845"/>
                  </a:lnTo>
                  <a:lnTo>
                    <a:pt x="56102" y="905376"/>
                  </a:lnTo>
                  <a:lnTo>
                    <a:pt x="223299" y="854805"/>
                  </a:lnTo>
                  <a:lnTo>
                    <a:pt x="499921" y="751884"/>
                  </a:lnTo>
                  <a:lnTo>
                    <a:pt x="884301" y="581367"/>
                  </a:lnTo>
                  <a:lnTo>
                    <a:pt x="1224183" y="417683"/>
                  </a:lnTo>
                  <a:lnTo>
                    <a:pt x="1366050" y="344256"/>
                  </a:lnTo>
                  <a:close/>
                </a:path>
                <a:path w="1667509" h="918844">
                  <a:moveTo>
                    <a:pt x="94513" y="582803"/>
                  </a:moveTo>
                  <a:lnTo>
                    <a:pt x="90627" y="585279"/>
                  </a:lnTo>
                  <a:lnTo>
                    <a:pt x="93842" y="584334"/>
                  </a:lnTo>
                  <a:lnTo>
                    <a:pt x="94513" y="582803"/>
                  </a:lnTo>
                  <a:close/>
                </a:path>
                <a:path w="1667509" h="918844">
                  <a:moveTo>
                    <a:pt x="1667484" y="137591"/>
                  </a:moveTo>
                  <a:lnTo>
                    <a:pt x="1626794" y="112085"/>
                  </a:lnTo>
                  <a:lnTo>
                    <a:pt x="1585165" y="88510"/>
                  </a:lnTo>
                  <a:lnTo>
                    <a:pt x="1542667" y="66878"/>
                  </a:lnTo>
                  <a:lnTo>
                    <a:pt x="1499373" y="47200"/>
                  </a:lnTo>
                  <a:lnTo>
                    <a:pt x="1455356" y="29487"/>
                  </a:lnTo>
                  <a:lnTo>
                    <a:pt x="1410688" y="13749"/>
                  </a:lnTo>
                  <a:lnTo>
                    <a:pt x="1365440" y="0"/>
                  </a:lnTo>
                  <a:lnTo>
                    <a:pt x="1366050" y="2959"/>
                  </a:lnTo>
                  <a:lnTo>
                    <a:pt x="1366050" y="344256"/>
                  </a:lnTo>
                  <a:lnTo>
                    <a:pt x="1418942" y="316880"/>
                  </a:lnTo>
                  <a:lnTo>
                    <a:pt x="1541897" y="237342"/>
                  </a:lnTo>
                  <a:lnTo>
                    <a:pt x="1666366" y="137452"/>
                  </a:lnTo>
                  <a:lnTo>
                    <a:pt x="1667484" y="137591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25471" y="2849397"/>
              <a:ext cx="275590" cy="555625"/>
            </a:xfrm>
            <a:custGeom>
              <a:avLst/>
              <a:gdLst/>
              <a:ahLst/>
              <a:cxnLst/>
              <a:rect l="l" t="t" r="r" b="b"/>
              <a:pathLst>
                <a:path w="275590" h="555625">
                  <a:moveTo>
                    <a:pt x="275094" y="0"/>
                  </a:moveTo>
                  <a:lnTo>
                    <a:pt x="190055" y="57073"/>
                  </a:lnTo>
                  <a:lnTo>
                    <a:pt x="147510" y="273735"/>
                  </a:lnTo>
                  <a:lnTo>
                    <a:pt x="0" y="517753"/>
                  </a:lnTo>
                  <a:lnTo>
                    <a:pt x="59054" y="555167"/>
                  </a:lnTo>
                  <a:lnTo>
                    <a:pt x="216522" y="298310"/>
                  </a:lnTo>
                  <a:lnTo>
                    <a:pt x="275094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25471" y="2849397"/>
              <a:ext cx="275590" cy="555625"/>
            </a:xfrm>
            <a:custGeom>
              <a:avLst/>
              <a:gdLst/>
              <a:ahLst/>
              <a:cxnLst/>
              <a:rect l="l" t="t" r="r" b="b"/>
              <a:pathLst>
                <a:path w="275590" h="555625">
                  <a:moveTo>
                    <a:pt x="59054" y="555167"/>
                  </a:moveTo>
                  <a:lnTo>
                    <a:pt x="216522" y="298310"/>
                  </a:lnTo>
                  <a:lnTo>
                    <a:pt x="275094" y="0"/>
                  </a:lnTo>
                  <a:lnTo>
                    <a:pt x="190055" y="57073"/>
                  </a:lnTo>
                  <a:lnTo>
                    <a:pt x="147510" y="273735"/>
                  </a:lnTo>
                  <a:lnTo>
                    <a:pt x="0" y="517753"/>
                  </a:lnTo>
                  <a:lnTo>
                    <a:pt x="59054" y="555167"/>
                  </a:lnTo>
                  <a:lnTo>
                    <a:pt x="216522" y="29831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40406" y="3088208"/>
              <a:ext cx="80149" cy="11076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97709" y="2833395"/>
              <a:ext cx="144983" cy="1752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930119" y="2670619"/>
              <a:ext cx="229235" cy="572135"/>
            </a:xfrm>
            <a:custGeom>
              <a:avLst/>
              <a:gdLst/>
              <a:ahLst/>
              <a:cxnLst/>
              <a:rect l="l" t="t" r="r" b="b"/>
              <a:pathLst>
                <a:path w="229234" h="572135">
                  <a:moveTo>
                    <a:pt x="228917" y="0"/>
                  </a:moveTo>
                  <a:lnTo>
                    <a:pt x="149186" y="64274"/>
                  </a:lnTo>
                  <a:lnTo>
                    <a:pt x="125691" y="283819"/>
                  </a:lnTo>
                  <a:lnTo>
                    <a:pt x="0" y="539762"/>
                  </a:lnTo>
                  <a:lnTo>
                    <a:pt x="62090" y="571893"/>
                  </a:lnTo>
                  <a:lnTo>
                    <a:pt x="196570" y="302272"/>
                  </a:lnTo>
                  <a:lnTo>
                    <a:pt x="228917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30119" y="2670619"/>
              <a:ext cx="229235" cy="572135"/>
            </a:xfrm>
            <a:custGeom>
              <a:avLst/>
              <a:gdLst/>
              <a:ahLst/>
              <a:cxnLst/>
              <a:rect l="l" t="t" r="r" b="b"/>
              <a:pathLst>
                <a:path w="229234" h="572135">
                  <a:moveTo>
                    <a:pt x="62090" y="571893"/>
                  </a:moveTo>
                  <a:lnTo>
                    <a:pt x="196570" y="302272"/>
                  </a:lnTo>
                  <a:lnTo>
                    <a:pt x="228917" y="0"/>
                  </a:lnTo>
                  <a:lnTo>
                    <a:pt x="149186" y="64274"/>
                  </a:lnTo>
                  <a:lnTo>
                    <a:pt x="125691" y="283819"/>
                  </a:lnTo>
                  <a:lnTo>
                    <a:pt x="0" y="539762"/>
                  </a:lnTo>
                  <a:lnTo>
                    <a:pt x="62090" y="571893"/>
                  </a:lnTo>
                  <a:lnTo>
                    <a:pt x="196570" y="30227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25445" y="2912363"/>
              <a:ext cx="83718" cy="10505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68041" y="2653296"/>
              <a:ext cx="132041" cy="17546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584526" y="3151187"/>
              <a:ext cx="962660" cy="669290"/>
            </a:xfrm>
            <a:custGeom>
              <a:avLst/>
              <a:gdLst/>
              <a:ahLst/>
              <a:cxnLst/>
              <a:rect l="l" t="t" r="r" b="b"/>
              <a:pathLst>
                <a:path w="962659" h="669289">
                  <a:moveTo>
                    <a:pt x="962431" y="494918"/>
                  </a:moveTo>
                  <a:lnTo>
                    <a:pt x="156514" y="0"/>
                  </a:lnTo>
                  <a:lnTo>
                    <a:pt x="0" y="253377"/>
                  </a:lnTo>
                  <a:lnTo>
                    <a:pt x="693978" y="668731"/>
                  </a:lnTo>
                  <a:lnTo>
                    <a:pt x="741713" y="648333"/>
                  </a:lnTo>
                  <a:lnTo>
                    <a:pt x="789492" y="623752"/>
                  </a:lnTo>
                  <a:lnTo>
                    <a:pt x="842645" y="590397"/>
                  </a:lnTo>
                  <a:lnTo>
                    <a:pt x="885386" y="560073"/>
                  </a:lnTo>
                  <a:lnTo>
                    <a:pt x="934049" y="521285"/>
                  </a:lnTo>
                  <a:lnTo>
                    <a:pt x="962431" y="494918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84526" y="3151187"/>
              <a:ext cx="962660" cy="669290"/>
            </a:xfrm>
            <a:custGeom>
              <a:avLst/>
              <a:gdLst/>
              <a:ahLst/>
              <a:cxnLst/>
              <a:rect l="l" t="t" r="r" b="b"/>
              <a:pathLst>
                <a:path w="962659" h="669289">
                  <a:moveTo>
                    <a:pt x="693978" y="668731"/>
                  </a:moveTo>
                  <a:lnTo>
                    <a:pt x="0" y="253377"/>
                  </a:lnTo>
                  <a:lnTo>
                    <a:pt x="156514" y="0"/>
                  </a:lnTo>
                  <a:lnTo>
                    <a:pt x="962431" y="494918"/>
                  </a:lnTo>
                  <a:lnTo>
                    <a:pt x="934049" y="521285"/>
                  </a:lnTo>
                  <a:lnTo>
                    <a:pt x="885386" y="560073"/>
                  </a:lnTo>
                  <a:lnTo>
                    <a:pt x="842645" y="590397"/>
                  </a:lnTo>
                  <a:lnTo>
                    <a:pt x="789492" y="623752"/>
                  </a:lnTo>
                  <a:lnTo>
                    <a:pt x="741713" y="648333"/>
                  </a:lnTo>
                  <a:lnTo>
                    <a:pt x="693978" y="668731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92209" y="2976486"/>
              <a:ext cx="815975" cy="584200"/>
            </a:xfrm>
            <a:custGeom>
              <a:avLst/>
              <a:gdLst/>
              <a:ahLst/>
              <a:cxnLst/>
              <a:rect l="l" t="t" r="r" b="b"/>
              <a:pathLst>
                <a:path w="815975" h="584200">
                  <a:moveTo>
                    <a:pt x="815416" y="340182"/>
                  </a:moveTo>
                  <a:lnTo>
                    <a:pt x="133908" y="0"/>
                  </a:lnTo>
                  <a:lnTo>
                    <a:pt x="0" y="266026"/>
                  </a:lnTo>
                  <a:lnTo>
                    <a:pt x="650862" y="583666"/>
                  </a:lnTo>
                  <a:lnTo>
                    <a:pt x="680364" y="550486"/>
                  </a:lnTo>
                  <a:lnTo>
                    <a:pt x="710762" y="512413"/>
                  </a:lnTo>
                  <a:lnTo>
                    <a:pt x="745832" y="463042"/>
                  </a:lnTo>
                  <a:lnTo>
                    <a:pt x="776881" y="415930"/>
                  </a:lnTo>
                  <a:lnTo>
                    <a:pt x="805149" y="366019"/>
                  </a:lnTo>
                  <a:lnTo>
                    <a:pt x="815416" y="340182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992209" y="2976486"/>
              <a:ext cx="815975" cy="584200"/>
            </a:xfrm>
            <a:custGeom>
              <a:avLst/>
              <a:gdLst/>
              <a:ahLst/>
              <a:cxnLst/>
              <a:rect l="l" t="t" r="r" b="b"/>
              <a:pathLst>
                <a:path w="815975" h="584200">
                  <a:moveTo>
                    <a:pt x="650862" y="583666"/>
                  </a:moveTo>
                  <a:lnTo>
                    <a:pt x="0" y="266026"/>
                  </a:lnTo>
                  <a:lnTo>
                    <a:pt x="133908" y="0"/>
                  </a:lnTo>
                  <a:lnTo>
                    <a:pt x="815416" y="340182"/>
                  </a:lnTo>
                  <a:lnTo>
                    <a:pt x="794478" y="387429"/>
                  </a:lnTo>
                  <a:lnTo>
                    <a:pt x="745832" y="463042"/>
                  </a:lnTo>
                  <a:lnTo>
                    <a:pt x="710762" y="512413"/>
                  </a:lnTo>
                  <a:lnTo>
                    <a:pt x="680364" y="550486"/>
                  </a:lnTo>
                  <a:lnTo>
                    <a:pt x="650862" y="583666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65310" y="1751917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1723951" y="1947059"/>
                  </a:moveTo>
                  <a:lnTo>
                    <a:pt x="1761944" y="1917532"/>
                  </a:lnTo>
                  <a:lnTo>
                    <a:pt x="1798267" y="1886661"/>
                  </a:lnTo>
                  <a:lnTo>
                    <a:pt x="1832911" y="1854506"/>
                  </a:lnTo>
                  <a:lnTo>
                    <a:pt x="1865867" y="1821129"/>
                  </a:lnTo>
                  <a:lnTo>
                    <a:pt x="1897126" y="1786592"/>
                  </a:lnTo>
                  <a:lnTo>
                    <a:pt x="1926679" y="1750955"/>
                  </a:lnTo>
                  <a:lnTo>
                    <a:pt x="1954516" y="1714280"/>
                  </a:lnTo>
                  <a:lnTo>
                    <a:pt x="1980629" y="1676630"/>
                  </a:lnTo>
                  <a:lnTo>
                    <a:pt x="2005009" y="1638064"/>
                  </a:lnTo>
                  <a:lnTo>
                    <a:pt x="2027646" y="1598644"/>
                  </a:lnTo>
                  <a:lnTo>
                    <a:pt x="2048532" y="1558433"/>
                  </a:lnTo>
                  <a:lnTo>
                    <a:pt x="2067657" y="1517491"/>
                  </a:lnTo>
                  <a:lnTo>
                    <a:pt x="2085012" y="1475879"/>
                  </a:lnTo>
                  <a:lnTo>
                    <a:pt x="2100588" y="1433660"/>
                  </a:lnTo>
                  <a:lnTo>
                    <a:pt x="2114377" y="1390894"/>
                  </a:lnTo>
                  <a:lnTo>
                    <a:pt x="2126369" y="1347644"/>
                  </a:lnTo>
                  <a:lnTo>
                    <a:pt x="2136555" y="1303970"/>
                  </a:lnTo>
                  <a:lnTo>
                    <a:pt x="2144926" y="1259933"/>
                  </a:lnTo>
                  <a:lnTo>
                    <a:pt x="2151473" y="1215596"/>
                  </a:lnTo>
                  <a:lnTo>
                    <a:pt x="2156187" y="1171020"/>
                  </a:lnTo>
                  <a:lnTo>
                    <a:pt x="2159058" y="1126266"/>
                  </a:lnTo>
                  <a:lnTo>
                    <a:pt x="2160079" y="1081395"/>
                  </a:lnTo>
                  <a:lnTo>
                    <a:pt x="2159239" y="1036469"/>
                  </a:lnTo>
                  <a:lnTo>
                    <a:pt x="2156529" y="991550"/>
                  </a:lnTo>
                  <a:lnTo>
                    <a:pt x="2151941" y="946698"/>
                  </a:lnTo>
                  <a:lnTo>
                    <a:pt x="2145466" y="901976"/>
                  </a:lnTo>
                  <a:lnTo>
                    <a:pt x="2137094" y="857444"/>
                  </a:lnTo>
                  <a:lnTo>
                    <a:pt x="2126816" y="813165"/>
                  </a:lnTo>
                  <a:lnTo>
                    <a:pt x="2114623" y="769199"/>
                  </a:lnTo>
                  <a:lnTo>
                    <a:pt x="2100507" y="725607"/>
                  </a:lnTo>
                  <a:lnTo>
                    <a:pt x="2084458" y="682453"/>
                  </a:lnTo>
                  <a:lnTo>
                    <a:pt x="2066467" y="639796"/>
                  </a:lnTo>
                  <a:lnTo>
                    <a:pt x="2046525" y="597698"/>
                  </a:lnTo>
                  <a:lnTo>
                    <a:pt x="2024623" y="556221"/>
                  </a:lnTo>
                  <a:lnTo>
                    <a:pt x="2000751" y="515425"/>
                  </a:lnTo>
                  <a:lnTo>
                    <a:pt x="1974902" y="475374"/>
                  </a:lnTo>
                  <a:lnTo>
                    <a:pt x="1947065" y="436127"/>
                  </a:lnTo>
                  <a:lnTo>
                    <a:pt x="1917537" y="398134"/>
                  </a:lnTo>
                  <a:lnTo>
                    <a:pt x="1886665" y="361811"/>
                  </a:lnTo>
                  <a:lnTo>
                    <a:pt x="1854510" y="327167"/>
                  </a:lnTo>
                  <a:lnTo>
                    <a:pt x="1821132" y="294211"/>
                  </a:lnTo>
                  <a:lnTo>
                    <a:pt x="1786594" y="262952"/>
                  </a:lnTo>
                  <a:lnTo>
                    <a:pt x="1750957" y="233399"/>
                  </a:lnTo>
                  <a:lnTo>
                    <a:pt x="1714282" y="205562"/>
                  </a:lnTo>
                  <a:lnTo>
                    <a:pt x="1676631" y="179449"/>
                  </a:lnTo>
                  <a:lnTo>
                    <a:pt x="1638065" y="155069"/>
                  </a:lnTo>
                  <a:lnTo>
                    <a:pt x="1598645" y="132432"/>
                  </a:lnTo>
                  <a:lnTo>
                    <a:pt x="1558433" y="111547"/>
                  </a:lnTo>
                  <a:lnTo>
                    <a:pt x="1517491" y="92422"/>
                  </a:lnTo>
                  <a:lnTo>
                    <a:pt x="1475880" y="75066"/>
                  </a:lnTo>
                  <a:lnTo>
                    <a:pt x="1433660" y="59490"/>
                  </a:lnTo>
                  <a:lnTo>
                    <a:pt x="1390894" y="45701"/>
                  </a:lnTo>
                  <a:lnTo>
                    <a:pt x="1347644" y="33709"/>
                  </a:lnTo>
                  <a:lnTo>
                    <a:pt x="1303970" y="23523"/>
                  </a:lnTo>
                  <a:lnTo>
                    <a:pt x="1259933" y="15152"/>
                  </a:lnTo>
                  <a:lnTo>
                    <a:pt x="1215596" y="8605"/>
                  </a:lnTo>
                  <a:lnTo>
                    <a:pt x="1171020" y="3891"/>
                  </a:lnTo>
                  <a:lnTo>
                    <a:pt x="1126265" y="1020"/>
                  </a:lnTo>
                  <a:lnTo>
                    <a:pt x="1081395" y="0"/>
                  </a:lnTo>
                  <a:lnTo>
                    <a:pt x="1036469" y="840"/>
                  </a:lnTo>
                  <a:lnTo>
                    <a:pt x="991549" y="3549"/>
                  </a:lnTo>
                  <a:lnTo>
                    <a:pt x="946698" y="8137"/>
                  </a:lnTo>
                  <a:lnTo>
                    <a:pt x="901975" y="14612"/>
                  </a:lnTo>
                  <a:lnTo>
                    <a:pt x="857444" y="22984"/>
                  </a:lnTo>
                  <a:lnTo>
                    <a:pt x="813164" y="33262"/>
                  </a:lnTo>
                  <a:lnTo>
                    <a:pt x="769197" y="45455"/>
                  </a:lnTo>
                  <a:lnTo>
                    <a:pt x="725606" y="59571"/>
                  </a:lnTo>
                  <a:lnTo>
                    <a:pt x="682451" y="75620"/>
                  </a:lnTo>
                  <a:lnTo>
                    <a:pt x="639793" y="93611"/>
                  </a:lnTo>
                  <a:lnTo>
                    <a:pt x="597695" y="113553"/>
                  </a:lnTo>
                  <a:lnTo>
                    <a:pt x="556217" y="135456"/>
                  </a:lnTo>
                  <a:lnTo>
                    <a:pt x="515421" y="159327"/>
                  </a:lnTo>
                  <a:lnTo>
                    <a:pt x="475368" y="185176"/>
                  </a:lnTo>
                  <a:lnTo>
                    <a:pt x="436120" y="213013"/>
                  </a:lnTo>
                  <a:lnTo>
                    <a:pt x="398128" y="242541"/>
                  </a:lnTo>
                  <a:lnTo>
                    <a:pt x="361806" y="273413"/>
                  </a:lnTo>
                  <a:lnTo>
                    <a:pt x="327163" y="305568"/>
                  </a:lnTo>
                  <a:lnTo>
                    <a:pt x="294208" y="338946"/>
                  </a:lnTo>
                  <a:lnTo>
                    <a:pt x="262949" y="373484"/>
                  </a:lnTo>
                  <a:lnTo>
                    <a:pt x="233397" y="409121"/>
                  </a:lnTo>
                  <a:lnTo>
                    <a:pt x="205560" y="445796"/>
                  </a:lnTo>
                  <a:lnTo>
                    <a:pt x="179448" y="483447"/>
                  </a:lnTo>
                  <a:lnTo>
                    <a:pt x="155068" y="522013"/>
                  </a:lnTo>
                  <a:lnTo>
                    <a:pt x="132432" y="561433"/>
                  </a:lnTo>
                  <a:lnTo>
                    <a:pt x="111546" y="601645"/>
                  </a:lnTo>
                  <a:lnTo>
                    <a:pt x="92421" y="642587"/>
                  </a:lnTo>
                  <a:lnTo>
                    <a:pt x="75066" y="684199"/>
                  </a:lnTo>
                  <a:lnTo>
                    <a:pt x="59490" y="726418"/>
                  </a:lnTo>
                  <a:lnTo>
                    <a:pt x="45701" y="769184"/>
                  </a:lnTo>
                  <a:lnTo>
                    <a:pt x="33709" y="812434"/>
                  </a:lnTo>
                  <a:lnTo>
                    <a:pt x="23523" y="856109"/>
                  </a:lnTo>
                  <a:lnTo>
                    <a:pt x="15152" y="900145"/>
                  </a:lnTo>
                  <a:lnTo>
                    <a:pt x="8605" y="944482"/>
                  </a:lnTo>
                  <a:lnTo>
                    <a:pt x="3891" y="989058"/>
                  </a:lnTo>
                  <a:lnTo>
                    <a:pt x="1020" y="1033813"/>
                  </a:lnTo>
                  <a:lnTo>
                    <a:pt x="0" y="1078683"/>
                  </a:lnTo>
                  <a:lnTo>
                    <a:pt x="840" y="1123609"/>
                  </a:lnTo>
                  <a:lnTo>
                    <a:pt x="3549" y="1168529"/>
                  </a:lnTo>
                  <a:lnTo>
                    <a:pt x="8137" y="1213380"/>
                  </a:lnTo>
                  <a:lnTo>
                    <a:pt x="14613" y="1258103"/>
                  </a:lnTo>
                  <a:lnTo>
                    <a:pt x="22985" y="1302635"/>
                  </a:lnTo>
                  <a:lnTo>
                    <a:pt x="33263" y="1346914"/>
                  </a:lnTo>
                  <a:lnTo>
                    <a:pt x="45456" y="1390881"/>
                  </a:lnTo>
                  <a:lnTo>
                    <a:pt x="59573" y="1434472"/>
                  </a:lnTo>
                  <a:lnTo>
                    <a:pt x="75622" y="1477628"/>
                  </a:lnTo>
                  <a:lnTo>
                    <a:pt x="93614" y="1520285"/>
                  </a:lnTo>
                  <a:lnTo>
                    <a:pt x="113556" y="1562383"/>
                  </a:lnTo>
                  <a:lnTo>
                    <a:pt x="135459" y="1603861"/>
                  </a:lnTo>
                  <a:lnTo>
                    <a:pt x="159331" y="1644657"/>
                  </a:lnTo>
                  <a:lnTo>
                    <a:pt x="185182" y="1684710"/>
                  </a:lnTo>
                  <a:lnTo>
                    <a:pt x="213020" y="1723958"/>
                  </a:lnTo>
                  <a:lnTo>
                    <a:pt x="242546" y="1761951"/>
                  </a:lnTo>
                  <a:lnTo>
                    <a:pt x="273417" y="1798274"/>
                  </a:lnTo>
                  <a:lnTo>
                    <a:pt x="305572" y="1832918"/>
                  </a:lnTo>
                  <a:lnTo>
                    <a:pt x="338949" y="1865874"/>
                  </a:lnTo>
                  <a:lnTo>
                    <a:pt x="373486" y="1897132"/>
                  </a:lnTo>
                  <a:lnTo>
                    <a:pt x="409123" y="1926685"/>
                  </a:lnTo>
                  <a:lnTo>
                    <a:pt x="445798" y="1954522"/>
                  </a:lnTo>
                  <a:lnTo>
                    <a:pt x="483448" y="1980635"/>
                  </a:lnTo>
                  <a:lnTo>
                    <a:pt x="522014" y="2005015"/>
                  </a:lnTo>
                  <a:lnTo>
                    <a:pt x="561434" y="2027652"/>
                  </a:lnTo>
                  <a:lnTo>
                    <a:pt x="601645" y="2048538"/>
                  </a:lnTo>
                  <a:lnTo>
                    <a:pt x="642587" y="2067662"/>
                  </a:lnTo>
                  <a:lnTo>
                    <a:pt x="684199" y="2085018"/>
                  </a:lnTo>
                  <a:lnTo>
                    <a:pt x="726418" y="2100594"/>
                  </a:lnTo>
                  <a:lnTo>
                    <a:pt x="769184" y="2114383"/>
                  </a:lnTo>
                  <a:lnTo>
                    <a:pt x="812434" y="2126375"/>
                  </a:lnTo>
                  <a:lnTo>
                    <a:pt x="856108" y="2136560"/>
                  </a:lnTo>
                  <a:lnTo>
                    <a:pt x="900145" y="2144931"/>
                  </a:lnTo>
                  <a:lnTo>
                    <a:pt x="944482" y="2151478"/>
                  </a:lnTo>
                  <a:lnTo>
                    <a:pt x="989058" y="2156191"/>
                  </a:lnTo>
                  <a:lnTo>
                    <a:pt x="1033813" y="2159062"/>
                  </a:lnTo>
                  <a:lnTo>
                    <a:pt x="1078683" y="2160082"/>
                  </a:lnTo>
                  <a:lnTo>
                    <a:pt x="1123609" y="2159242"/>
                  </a:lnTo>
                  <a:lnTo>
                    <a:pt x="1168528" y="2156532"/>
                  </a:lnTo>
                  <a:lnTo>
                    <a:pt x="1213380" y="2151944"/>
                  </a:lnTo>
                  <a:lnTo>
                    <a:pt x="1258102" y="2145468"/>
                  </a:lnTo>
                  <a:lnTo>
                    <a:pt x="1302634" y="2137095"/>
                  </a:lnTo>
                  <a:lnTo>
                    <a:pt x="1346914" y="2126817"/>
                  </a:lnTo>
                  <a:lnTo>
                    <a:pt x="1390880" y="2114624"/>
                  </a:lnTo>
                  <a:lnTo>
                    <a:pt x="1434471" y="2100507"/>
                  </a:lnTo>
                  <a:lnTo>
                    <a:pt x="1477626" y="2084457"/>
                  </a:lnTo>
                  <a:lnTo>
                    <a:pt x="1520283" y="2066465"/>
                  </a:lnTo>
                  <a:lnTo>
                    <a:pt x="1562380" y="2046522"/>
                  </a:lnTo>
                  <a:lnTo>
                    <a:pt x="1603858" y="2024619"/>
                  </a:lnTo>
                  <a:lnTo>
                    <a:pt x="1644653" y="2000747"/>
                  </a:lnTo>
                  <a:lnTo>
                    <a:pt x="1684704" y="1974896"/>
                  </a:lnTo>
                  <a:lnTo>
                    <a:pt x="1723951" y="194705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48507" y="3103308"/>
              <a:ext cx="194221" cy="13204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11234" y="3394824"/>
              <a:ext cx="194221" cy="13204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318779" y="1793468"/>
              <a:ext cx="1390650" cy="1838960"/>
            </a:xfrm>
            <a:custGeom>
              <a:avLst/>
              <a:gdLst/>
              <a:ahLst/>
              <a:cxnLst/>
              <a:rect l="l" t="t" r="r" b="b"/>
              <a:pathLst>
                <a:path w="1390650" h="1838960">
                  <a:moveTo>
                    <a:pt x="618540" y="1686598"/>
                  </a:moveTo>
                  <a:lnTo>
                    <a:pt x="292341" y="1838921"/>
                  </a:lnTo>
                </a:path>
                <a:path w="1390650" h="1838960">
                  <a:moveTo>
                    <a:pt x="788542" y="1605191"/>
                  </a:moveTo>
                  <a:lnTo>
                    <a:pt x="517347" y="1022578"/>
                  </a:lnTo>
                </a:path>
                <a:path w="1390650" h="1838960">
                  <a:moveTo>
                    <a:pt x="691527" y="943559"/>
                  </a:moveTo>
                  <a:lnTo>
                    <a:pt x="236042" y="0"/>
                  </a:lnTo>
                </a:path>
                <a:path w="1390650" h="1838960">
                  <a:moveTo>
                    <a:pt x="1390154" y="603872"/>
                  </a:moveTo>
                  <a:lnTo>
                    <a:pt x="0" y="1282496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03623" y="2623841"/>
              <a:ext cx="210277" cy="16020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006344" y="2646387"/>
              <a:ext cx="937894" cy="668020"/>
            </a:xfrm>
            <a:custGeom>
              <a:avLst/>
              <a:gdLst/>
              <a:ahLst/>
              <a:cxnLst/>
              <a:rect l="l" t="t" r="r" b="b"/>
              <a:pathLst>
                <a:path w="937895" h="668020">
                  <a:moveTo>
                    <a:pt x="271195" y="667816"/>
                  </a:moveTo>
                  <a:lnTo>
                    <a:pt x="0" y="85204"/>
                  </a:lnTo>
                </a:path>
                <a:path w="937895" h="668020">
                  <a:moveTo>
                    <a:pt x="448513" y="582612"/>
                  </a:moveTo>
                  <a:lnTo>
                    <a:pt x="177330" y="0"/>
                  </a:lnTo>
                </a:path>
                <a:path w="937895" h="668020">
                  <a:moveTo>
                    <a:pt x="937806" y="354139"/>
                  </a:moveTo>
                  <a:lnTo>
                    <a:pt x="611619" y="506463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63918" y="1146263"/>
            <a:ext cx="7143750" cy="5641340"/>
            <a:chOff x="363918" y="1146263"/>
            <a:chExt cx="7143750" cy="5641340"/>
          </a:xfrm>
        </p:grpSpPr>
        <p:sp>
          <p:nvSpPr>
            <p:cNvPr id="39" name="object 39"/>
            <p:cNvSpPr/>
            <p:nvPr/>
          </p:nvSpPr>
          <p:spPr>
            <a:xfrm>
              <a:off x="3398545" y="1831505"/>
              <a:ext cx="3995420" cy="4782820"/>
            </a:xfrm>
            <a:custGeom>
              <a:avLst/>
              <a:gdLst/>
              <a:ahLst/>
              <a:cxnLst/>
              <a:rect l="l" t="t" r="r" b="b"/>
              <a:pathLst>
                <a:path w="3995420" h="4782820">
                  <a:moveTo>
                    <a:pt x="3994975" y="4782794"/>
                  </a:moveTo>
                  <a:lnTo>
                    <a:pt x="3994975" y="0"/>
                  </a:lnTo>
                  <a:lnTo>
                    <a:pt x="3991546" y="173672"/>
                  </a:lnTo>
                  <a:lnTo>
                    <a:pt x="3966324" y="435749"/>
                  </a:lnTo>
                  <a:lnTo>
                    <a:pt x="3912603" y="688327"/>
                  </a:lnTo>
                  <a:lnTo>
                    <a:pt x="3833660" y="940968"/>
                  </a:lnTo>
                  <a:lnTo>
                    <a:pt x="3729469" y="1184109"/>
                  </a:lnTo>
                  <a:lnTo>
                    <a:pt x="3606317" y="1411465"/>
                  </a:lnTo>
                  <a:lnTo>
                    <a:pt x="3461067" y="1629346"/>
                  </a:lnTo>
                  <a:lnTo>
                    <a:pt x="3290557" y="1831441"/>
                  </a:lnTo>
                  <a:lnTo>
                    <a:pt x="3107397" y="2020900"/>
                  </a:lnTo>
                  <a:lnTo>
                    <a:pt x="2899041" y="2185085"/>
                  </a:lnTo>
                  <a:lnTo>
                    <a:pt x="2684284" y="2327186"/>
                  </a:lnTo>
                  <a:lnTo>
                    <a:pt x="2447455" y="2453500"/>
                  </a:lnTo>
                  <a:lnTo>
                    <a:pt x="2207475" y="2557691"/>
                  </a:lnTo>
                  <a:lnTo>
                    <a:pt x="1951697" y="2633484"/>
                  </a:lnTo>
                  <a:lnTo>
                    <a:pt x="1695932" y="2680843"/>
                  </a:lnTo>
                  <a:lnTo>
                    <a:pt x="1433855" y="2706103"/>
                  </a:lnTo>
                  <a:lnTo>
                    <a:pt x="1174927" y="2712415"/>
                  </a:lnTo>
                  <a:lnTo>
                    <a:pt x="912837" y="2687167"/>
                  </a:lnTo>
                  <a:lnTo>
                    <a:pt x="697369" y="2636532"/>
                  </a:lnTo>
                  <a:lnTo>
                    <a:pt x="0" y="4782794"/>
                  </a:lnTo>
                  <a:lnTo>
                    <a:pt x="3994975" y="4782794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94248" y="3974858"/>
              <a:ext cx="2067560" cy="1938020"/>
            </a:xfrm>
            <a:custGeom>
              <a:avLst/>
              <a:gdLst/>
              <a:ahLst/>
              <a:cxnLst/>
              <a:rect l="l" t="t" r="r" b="b"/>
              <a:pathLst>
                <a:path w="2067559" h="1938020">
                  <a:moveTo>
                    <a:pt x="2067369" y="1823974"/>
                  </a:moveTo>
                  <a:lnTo>
                    <a:pt x="1216812" y="0"/>
                  </a:lnTo>
                  <a:lnTo>
                    <a:pt x="0" y="567423"/>
                  </a:lnTo>
                  <a:lnTo>
                    <a:pt x="113487" y="810780"/>
                  </a:lnTo>
                  <a:lnTo>
                    <a:pt x="1086929" y="356844"/>
                  </a:lnTo>
                  <a:lnTo>
                    <a:pt x="1824012" y="1937448"/>
                  </a:lnTo>
                  <a:lnTo>
                    <a:pt x="2067369" y="1823974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94248" y="3974858"/>
              <a:ext cx="2067560" cy="1938020"/>
            </a:xfrm>
            <a:custGeom>
              <a:avLst/>
              <a:gdLst/>
              <a:ahLst/>
              <a:cxnLst/>
              <a:rect l="l" t="t" r="r" b="b"/>
              <a:pathLst>
                <a:path w="2067559" h="1938020">
                  <a:moveTo>
                    <a:pt x="113487" y="810780"/>
                  </a:moveTo>
                  <a:lnTo>
                    <a:pt x="1086929" y="356844"/>
                  </a:lnTo>
                  <a:lnTo>
                    <a:pt x="1824012" y="1937448"/>
                  </a:lnTo>
                  <a:lnTo>
                    <a:pt x="2067369" y="1823974"/>
                  </a:lnTo>
                  <a:lnTo>
                    <a:pt x="1216812" y="0"/>
                  </a:lnTo>
                  <a:lnTo>
                    <a:pt x="0" y="567423"/>
                  </a:lnTo>
                  <a:lnTo>
                    <a:pt x="113487" y="810780"/>
                  </a:lnTo>
                  <a:close/>
                </a:path>
              </a:pathLst>
            </a:custGeom>
            <a:ln w="642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1697" y="1207884"/>
              <a:ext cx="6334706" cy="444461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122004" y="1146263"/>
              <a:ext cx="5385435" cy="3378200"/>
            </a:xfrm>
            <a:custGeom>
              <a:avLst/>
              <a:gdLst/>
              <a:ahLst/>
              <a:cxnLst/>
              <a:rect l="l" t="t" r="r" b="b"/>
              <a:pathLst>
                <a:path w="5385434" h="3378200">
                  <a:moveTo>
                    <a:pt x="5385409" y="685241"/>
                  </a:moveTo>
                  <a:lnTo>
                    <a:pt x="0" y="685241"/>
                  </a:lnTo>
                </a:path>
                <a:path w="5385434" h="3378200">
                  <a:moveTo>
                    <a:pt x="2565158" y="0"/>
                  </a:moveTo>
                  <a:lnTo>
                    <a:pt x="2565133" y="3377971"/>
                  </a:lnTo>
                </a:path>
              </a:pathLst>
            </a:custGeom>
            <a:ln w="15430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33893" y="3179229"/>
              <a:ext cx="506095" cy="269240"/>
            </a:xfrm>
            <a:custGeom>
              <a:avLst/>
              <a:gdLst/>
              <a:ahLst/>
              <a:cxnLst/>
              <a:rect l="l" t="t" r="r" b="b"/>
              <a:pathLst>
                <a:path w="506094" h="269239">
                  <a:moveTo>
                    <a:pt x="505980" y="35064"/>
                  </a:moveTo>
                  <a:lnTo>
                    <a:pt x="0" y="0"/>
                  </a:lnTo>
                  <a:lnTo>
                    <a:pt x="429958" y="269049"/>
                  </a:lnTo>
                  <a:lnTo>
                    <a:pt x="505980" y="35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33893" y="3179229"/>
              <a:ext cx="506095" cy="269240"/>
            </a:xfrm>
            <a:custGeom>
              <a:avLst/>
              <a:gdLst/>
              <a:ahLst/>
              <a:cxnLst/>
              <a:rect l="l" t="t" r="r" b="b"/>
              <a:pathLst>
                <a:path w="506094" h="269239">
                  <a:moveTo>
                    <a:pt x="0" y="0"/>
                  </a:moveTo>
                  <a:lnTo>
                    <a:pt x="505980" y="35064"/>
                  </a:lnTo>
                  <a:lnTo>
                    <a:pt x="467969" y="152057"/>
                  </a:lnTo>
                  <a:lnTo>
                    <a:pt x="429958" y="269049"/>
                  </a:lnTo>
                  <a:lnTo>
                    <a:pt x="0" y="0"/>
                  </a:lnTo>
                  <a:close/>
                </a:path>
              </a:pathLst>
            </a:custGeom>
            <a:ln w="38569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35799" y="3776472"/>
              <a:ext cx="1230630" cy="1230630"/>
            </a:xfrm>
            <a:custGeom>
              <a:avLst/>
              <a:gdLst/>
              <a:ahLst/>
              <a:cxnLst/>
              <a:rect l="l" t="t" r="r" b="b"/>
              <a:pathLst>
                <a:path w="1230630" h="1230629">
                  <a:moveTo>
                    <a:pt x="1230172" y="615086"/>
                  </a:moveTo>
                  <a:lnTo>
                    <a:pt x="1228322" y="567018"/>
                  </a:lnTo>
                  <a:lnTo>
                    <a:pt x="1222861" y="519961"/>
                  </a:lnTo>
                  <a:lnTo>
                    <a:pt x="1213927" y="474053"/>
                  </a:lnTo>
                  <a:lnTo>
                    <a:pt x="1201657" y="429431"/>
                  </a:lnTo>
                  <a:lnTo>
                    <a:pt x="1186187" y="386230"/>
                  </a:lnTo>
                  <a:lnTo>
                    <a:pt x="1167654" y="344588"/>
                  </a:lnTo>
                  <a:lnTo>
                    <a:pt x="1146194" y="304641"/>
                  </a:lnTo>
                  <a:lnTo>
                    <a:pt x="1121945" y="266527"/>
                  </a:lnTo>
                  <a:lnTo>
                    <a:pt x="1095044" y="230382"/>
                  </a:lnTo>
                  <a:lnTo>
                    <a:pt x="1065626" y="196343"/>
                  </a:lnTo>
                  <a:lnTo>
                    <a:pt x="1033829" y="164546"/>
                  </a:lnTo>
                  <a:lnTo>
                    <a:pt x="999790" y="135128"/>
                  </a:lnTo>
                  <a:lnTo>
                    <a:pt x="963645" y="108226"/>
                  </a:lnTo>
                  <a:lnTo>
                    <a:pt x="925530" y="83978"/>
                  </a:lnTo>
                  <a:lnTo>
                    <a:pt x="885584" y="62518"/>
                  </a:lnTo>
                  <a:lnTo>
                    <a:pt x="843942" y="43985"/>
                  </a:lnTo>
                  <a:lnTo>
                    <a:pt x="800741" y="28515"/>
                  </a:lnTo>
                  <a:lnTo>
                    <a:pt x="756119" y="16245"/>
                  </a:lnTo>
                  <a:lnTo>
                    <a:pt x="710211" y="7311"/>
                  </a:lnTo>
                  <a:lnTo>
                    <a:pt x="663154" y="1850"/>
                  </a:lnTo>
                  <a:lnTo>
                    <a:pt x="615086" y="0"/>
                  </a:lnTo>
                  <a:lnTo>
                    <a:pt x="567018" y="1850"/>
                  </a:lnTo>
                  <a:lnTo>
                    <a:pt x="519961" y="7311"/>
                  </a:lnTo>
                  <a:lnTo>
                    <a:pt x="474053" y="16245"/>
                  </a:lnTo>
                  <a:lnTo>
                    <a:pt x="429431" y="28515"/>
                  </a:lnTo>
                  <a:lnTo>
                    <a:pt x="386230" y="43985"/>
                  </a:lnTo>
                  <a:lnTo>
                    <a:pt x="344588" y="62518"/>
                  </a:lnTo>
                  <a:lnTo>
                    <a:pt x="304641" y="83978"/>
                  </a:lnTo>
                  <a:lnTo>
                    <a:pt x="266527" y="108226"/>
                  </a:lnTo>
                  <a:lnTo>
                    <a:pt x="230382" y="135128"/>
                  </a:lnTo>
                  <a:lnTo>
                    <a:pt x="196343" y="164546"/>
                  </a:lnTo>
                  <a:lnTo>
                    <a:pt x="164546" y="196343"/>
                  </a:lnTo>
                  <a:lnTo>
                    <a:pt x="135128" y="230382"/>
                  </a:lnTo>
                  <a:lnTo>
                    <a:pt x="108226" y="266527"/>
                  </a:lnTo>
                  <a:lnTo>
                    <a:pt x="83978" y="304641"/>
                  </a:lnTo>
                  <a:lnTo>
                    <a:pt x="62518" y="344588"/>
                  </a:lnTo>
                  <a:lnTo>
                    <a:pt x="43985" y="386230"/>
                  </a:lnTo>
                  <a:lnTo>
                    <a:pt x="28515" y="429431"/>
                  </a:lnTo>
                  <a:lnTo>
                    <a:pt x="16245" y="474053"/>
                  </a:lnTo>
                  <a:lnTo>
                    <a:pt x="7311" y="519961"/>
                  </a:lnTo>
                  <a:lnTo>
                    <a:pt x="1850" y="567018"/>
                  </a:lnTo>
                  <a:lnTo>
                    <a:pt x="0" y="615086"/>
                  </a:lnTo>
                  <a:lnTo>
                    <a:pt x="1850" y="663154"/>
                  </a:lnTo>
                  <a:lnTo>
                    <a:pt x="7311" y="710211"/>
                  </a:lnTo>
                  <a:lnTo>
                    <a:pt x="16245" y="756119"/>
                  </a:lnTo>
                  <a:lnTo>
                    <a:pt x="28515" y="800741"/>
                  </a:lnTo>
                  <a:lnTo>
                    <a:pt x="43985" y="843942"/>
                  </a:lnTo>
                  <a:lnTo>
                    <a:pt x="62518" y="885584"/>
                  </a:lnTo>
                  <a:lnTo>
                    <a:pt x="83978" y="925530"/>
                  </a:lnTo>
                  <a:lnTo>
                    <a:pt x="108226" y="963645"/>
                  </a:lnTo>
                  <a:lnTo>
                    <a:pt x="135128" y="999790"/>
                  </a:lnTo>
                  <a:lnTo>
                    <a:pt x="164546" y="1033829"/>
                  </a:lnTo>
                  <a:lnTo>
                    <a:pt x="196343" y="1065626"/>
                  </a:lnTo>
                  <a:lnTo>
                    <a:pt x="230382" y="1095044"/>
                  </a:lnTo>
                  <a:lnTo>
                    <a:pt x="266527" y="1121945"/>
                  </a:lnTo>
                  <a:lnTo>
                    <a:pt x="304641" y="1146194"/>
                  </a:lnTo>
                  <a:lnTo>
                    <a:pt x="344588" y="1167654"/>
                  </a:lnTo>
                  <a:lnTo>
                    <a:pt x="386230" y="1186187"/>
                  </a:lnTo>
                  <a:lnTo>
                    <a:pt x="429431" y="1201657"/>
                  </a:lnTo>
                  <a:lnTo>
                    <a:pt x="474053" y="1213927"/>
                  </a:lnTo>
                  <a:lnTo>
                    <a:pt x="519961" y="1222861"/>
                  </a:lnTo>
                  <a:lnTo>
                    <a:pt x="567018" y="1228322"/>
                  </a:lnTo>
                  <a:lnTo>
                    <a:pt x="615086" y="1230172"/>
                  </a:lnTo>
                  <a:lnTo>
                    <a:pt x="663154" y="1228322"/>
                  </a:lnTo>
                  <a:lnTo>
                    <a:pt x="710211" y="1222861"/>
                  </a:lnTo>
                  <a:lnTo>
                    <a:pt x="756119" y="1213927"/>
                  </a:lnTo>
                  <a:lnTo>
                    <a:pt x="800741" y="1201657"/>
                  </a:lnTo>
                  <a:lnTo>
                    <a:pt x="843942" y="1186187"/>
                  </a:lnTo>
                  <a:lnTo>
                    <a:pt x="885584" y="1167654"/>
                  </a:lnTo>
                  <a:lnTo>
                    <a:pt x="925530" y="1146194"/>
                  </a:lnTo>
                  <a:lnTo>
                    <a:pt x="963645" y="1121945"/>
                  </a:lnTo>
                  <a:lnTo>
                    <a:pt x="999790" y="1095044"/>
                  </a:lnTo>
                  <a:lnTo>
                    <a:pt x="1033829" y="1065626"/>
                  </a:lnTo>
                  <a:lnTo>
                    <a:pt x="1065626" y="1033829"/>
                  </a:lnTo>
                  <a:lnTo>
                    <a:pt x="1095044" y="999790"/>
                  </a:lnTo>
                  <a:lnTo>
                    <a:pt x="1121945" y="963645"/>
                  </a:lnTo>
                  <a:lnTo>
                    <a:pt x="1146194" y="925530"/>
                  </a:lnTo>
                  <a:lnTo>
                    <a:pt x="1167654" y="885584"/>
                  </a:lnTo>
                  <a:lnTo>
                    <a:pt x="1186187" y="843942"/>
                  </a:lnTo>
                  <a:lnTo>
                    <a:pt x="1201657" y="800741"/>
                  </a:lnTo>
                  <a:lnTo>
                    <a:pt x="1213927" y="756119"/>
                  </a:lnTo>
                  <a:lnTo>
                    <a:pt x="1222861" y="710211"/>
                  </a:lnTo>
                  <a:lnTo>
                    <a:pt x="1228322" y="663154"/>
                  </a:lnTo>
                  <a:lnTo>
                    <a:pt x="1230172" y="615086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35799" y="3776472"/>
              <a:ext cx="1230630" cy="1230630"/>
            </a:xfrm>
            <a:custGeom>
              <a:avLst/>
              <a:gdLst/>
              <a:ahLst/>
              <a:cxnLst/>
              <a:rect l="l" t="t" r="r" b="b"/>
              <a:pathLst>
                <a:path w="1230630" h="1230629">
                  <a:moveTo>
                    <a:pt x="615086" y="1230172"/>
                  </a:moveTo>
                  <a:lnTo>
                    <a:pt x="567018" y="1228322"/>
                  </a:lnTo>
                  <a:lnTo>
                    <a:pt x="519961" y="1222861"/>
                  </a:lnTo>
                  <a:lnTo>
                    <a:pt x="474053" y="1213927"/>
                  </a:lnTo>
                  <a:lnTo>
                    <a:pt x="429431" y="1201657"/>
                  </a:lnTo>
                  <a:lnTo>
                    <a:pt x="386230" y="1186187"/>
                  </a:lnTo>
                  <a:lnTo>
                    <a:pt x="344588" y="1167654"/>
                  </a:lnTo>
                  <a:lnTo>
                    <a:pt x="304641" y="1146194"/>
                  </a:lnTo>
                  <a:lnTo>
                    <a:pt x="266527" y="1121945"/>
                  </a:lnTo>
                  <a:lnTo>
                    <a:pt x="230382" y="1095044"/>
                  </a:lnTo>
                  <a:lnTo>
                    <a:pt x="196343" y="1065626"/>
                  </a:lnTo>
                  <a:lnTo>
                    <a:pt x="164546" y="1033829"/>
                  </a:lnTo>
                  <a:lnTo>
                    <a:pt x="135128" y="999790"/>
                  </a:lnTo>
                  <a:lnTo>
                    <a:pt x="108226" y="963645"/>
                  </a:lnTo>
                  <a:lnTo>
                    <a:pt x="83978" y="925530"/>
                  </a:lnTo>
                  <a:lnTo>
                    <a:pt x="62518" y="885584"/>
                  </a:lnTo>
                  <a:lnTo>
                    <a:pt x="43985" y="843942"/>
                  </a:lnTo>
                  <a:lnTo>
                    <a:pt x="28515" y="800741"/>
                  </a:lnTo>
                  <a:lnTo>
                    <a:pt x="16245" y="756119"/>
                  </a:lnTo>
                  <a:lnTo>
                    <a:pt x="7311" y="710211"/>
                  </a:lnTo>
                  <a:lnTo>
                    <a:pt x="1850" y="663154"/>
                  </a:lnTo>
                  <a:lnTo>
                    <a:pt x="0" y="615086"/>
                  </a:lnTo>
                  <a:lnTo>
                    <a:pt x="1850" y="567018"/>
                  </a:lnTo>
                  <a:lnTo>
                    <a:pt x="7311" y="519961"/>
                  </a:lnTo>
                  <a:lnTo>
                    <a:pt x="16245" y="474053"/>
                  </a:lnTo>
                  <a:lnTo>
                    <a:pt x="28515" y="429431"/>
                  </a:lnTo>
                  <a:lnTo>
                    <a:pt x="43985" y="386230"/>
                  </a:lnTo>
                  <a:lnTo>
                    <a:pt x="62518" y="344588"/>
                  </a:lnTo>
                  <a:lnTo>
                    <a:pt x="83978" y="304641"/>
                  </a:lnTo>
                  <a:lnTo>
                    <a:pt x="108226" y="266527"/>
                  </a:lnTo>
                  <a:lnTo>
                    <a:pt x="135128" y="230382"/>
                  </a:lnTo>
                  <a:lnTo>
                    <a:pt x="164546" y="196343"/>
                  </a:lnTo>
                  <a:lnTo>
                    <a:pt x="196343" y="164546"/>
                  </a:lnTo>
                  <a:lnTo>
                    <a:pt x="230382" y="135128"/>
                  </a:lnTo>
                  <a:lnTo>
                    <a:pt x="266527" y="108226"/>
                  </a:lnTo>
                  <a:lnTo>
                    <a:pt x="304641" y="83978"/>
                  </a:lnTo>
                  <a:lnTo>
                    <a:pt x="344588" y="62518"/>
                  </a:lnTo>
                  <a:lnTo>
                    <a:pt x="386230" y="43985"/>
                  </a:lnTo>
                  <a:lnTo>
                    <a:pt x="429431" y="28515"/>
                  </a:lnTo>
                  <a:lnTo>
                    <a:pt x="474053" y="16245"/>
                  </a:lnTo>
                  <a:lnTo>
                    <a:pt x="519961" y="7311"/>
                  </a:lnTo>
                  <a:lnTo>
                    <a:pt x="567018" y="1850"/>
                  </a:lnTo>
                  <a:lnTo>
                    <a:pt x="615086" y="0"/>
                  </a:lnTo>
                  <a:lnTo>
                    <a:pt x="663154" y="1850"/>
                  </a:lnTo>
                  <a:lnTo>
                    <a:pt x="710211" y="7311"/>
                  </a:lnTo>
                  <a:lnTo>
                    <a:pt x="756119" y="16245"/>
                  </a:lnTo>
                  <a:lnTo>
                    <a:pt x="800741" y="28515"/>
                  </a:lnTo>
                  <a:lnTo>
                    <a:pt x="843942" y="43985"/>
                  </a:lnTo>
                  <a:lnTo>
                    <a:pt x="885584" y="62518"/>
                  </a:lnTo>
                  <a:lnTo>
                    <a:pt x="925530" y="83978"/>
                  </a:lnTo>
                  <a:lnTo>
                    <a:pt x="963645" y="108226"/>
                  </a:lnTo>
                  <a:lnTo>
                    <a:pt x="999790" y="135128"/>
                  </a:lnTo>
                  <a:lnTo>
                    <a:pt x="1033829" y="164546"/>
                  </a:lnTo>
                  <a:lnTo>
                    <a:pt x="1065626" y="196343"/>
                  </a:lnTo>
                  <a:lnTo>
                    <a:pt x="1095044" y="230382"/>
                  </a:lnTo>
                  <a:lnTo>
                    <a:pt x="1121945" y="266527"/>
                  </a:lnTo>
                  <a:lnTo>
                    <a:pt x="1146194" y="304641"/>
                  </a:lnTo>
                  <a:lnTo>
                    <a:pt x="1167654" y="344588"/>
                  </a:lnTo>
                  <a:lnTo>
                    <a:pt x="1186187" y="386230"/>
                  </a:lnTo>
                  <a:lnTo>
                    <a:pt x="1201657" y="429431"/>
                  </a:lnTo>
                  <a:lnTo>
                    <a:pt x="1213927" y="474053"/>
                  </a:lnTo>
                  <a:lnTo>
                    <a:pt x="1222861" y="519961"/>
                  </a:lnTo>
                  <a:lnTo>
                    <a:pt x="1228322" y="567018"/>
                  </a:lnTo>
                  <a:lnTo>
                    <a:pt x="1230172" y="615086"/>
                  </a:lnTo>
                  <a:lnTo>
                    <a:pt x="1228322" y="663154"/>
                  </a:lnTo>
                  <a:lnTo>
                    <a:pt x="1222861" y="710211"/>
                  </a:lnTo>
                  <a:lnTo>
                    <a:pt x="1213927" y="756119"/>
                  </a:lnTo>
                  <a:lnTo>
                    <a:pt x="1201657" y="800741"/>
                  </a:lnTo>
                  <a:lnTo>
                    <a:pt x="1186187" y="843942"/>
                  </a:lnTo>
                  <a:lnTo>
                    <a:pt x="1167654" y="885584"/>
                  </a:lnTo>
                  <a:lnTo>
                    <a:pt x="1146194" y="925530"/>
                  </a:lnTo>
                  <a:lnTo>
                    <a:pt x="1121945" y="963645"/>
                  </a:lnTo>
                  <a:lnTo>
                    <a:pt x="1095044" y="999790"/>
                  </a:lnTo>
                  <a:lnTo>
                    <a:pt x="1065626" y="1033829"/>
                  </a:lnTo>
                  <a:lnTo>
                    <a:pt x="1033829" y="1065626"/>
                  </a:lnTo>
                  <a:lnTo>
                    <a:pt x="999790" y="1095044"/>
                  </a:lnTo>
                  <a:lnTo>
                    <a:pt x="963645" y="1121945"/>
                  </a:lnTo>
                  <a:lnTo>
                    <a:pt x="925530" y="1146194"/>
                  </a:lnTo>
                  <a:lnTo>
                    <a:pt x="885584" y="1167654"/>
                  </a:lnTo>
                  <a:lnTo>
                    <a:pt x="843942" y="1186187"/>
                  </a:lnTo>
                  <a:lnTo>
                    <a:pt x="800741" y="1201657"/>
                  </a:lnTo>
                  <a:lnTo>
                    <a:pt x="756119" y="1213927"/>
                  </a:lnTo>
                  <a:lnTo>
                    <a:pt x="710211" y="1222861"/>
                  </a:lnTo>
                  <a:lnTo>
                    <a:pt x="663154" y="1228322"/>
                  </a:lnTo>
                  <a:lnTo>
                    <a:pt x="615086" y="1230172"/>
                  </a:lnTo>
                  <a:close/>
                </a:path>
              </a:pathLst>
            </a:custGeom>
            <a:ln w="12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50885" y="439155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97305" y="3837978"/>
              <a:ext cx="1107440" cy="1107440"/>
            </a:xfrm>
            <a:custGeom>
              <a:avLst/>
              <a:gdLst/>
              <a:ahLst/>
              <a:cxnLst/>
              <a:rect l="l" t="t" r="r" b="b"/>
              <a:pathLst>
                <a:path w="1107439" h="1107439">
                  <a:moveTo>
                    <a:pt x="1107147" y="553580"/>
                  </a:moveTo>
                  <a:lnTo>
                    <a:pt x="1105115" y="505816"/>
                  </a:lnTo>
                  <a:lnTo>
                    <a:pt x="1099130" y="459180"/>
                  </a:lnTo>
                  <a:lnTo>
                    <a:pt x="1089359" y="413838"/>
                  </a:lnTo>
                  <a:lnTo>
                    <a:pt x="1075966" y="369957"/>
                  </a:lnTo>
                  <a:lnTo>
                    <a:pt x="1059119" y="327702"/>
                  </a:lnTo>
                  <a:lnTo>
                    <a:pt x="1038983" y="287240"/>
                  </a:lnTo>
                  <a:lnTo>
                    <a:pt x="1015725" y="248738"/>
                  </a:lnTo>
                  <a:lnTo>
                    <a:pt x="989511" y="212360"/>
                  </a:lnTo>
                  <a:lnTo>
                    <a:pt x="960507" y="178274"/>
                  </a:lnTo>
                  <a:lnTo>
                    <a:pt x="928880" y="146645"/>
                  </a:lnTo>
                  <a:lnTo>
                    <a:pt x="894795" y="117640"/>
                  </a:lnTo>
                  <a:lnTo>
                    <a:pt x="858418" y="91426"/>
                  </a:lnTo>
                  <a:lnTo>
                    <a:pt x="819916" y="68167"/>
                  </a:lnTo>
                  <a:lnTo>
                    <a:pt x="779455" y="48030"/>
                  </a:lnTo>
                  <a:lnTo>
                    <a:pt x="737201" y="31182"/>
                  </a:lnTo>
                  <a:lnTo>
                    <a:pt x="693321" y="17789"/>
                  </a:lnTo>
                  <a:lnTo>
                    <a:pt x="647979" y="8017"/>
                  </a:lnTo>
                  <a:lnTo>
                    <a:pt x="601344" y="2032"/>
                  </a:lnTo>
                  <a:lnTo>
                    <a:pt x="553580" y="0"/>
                  </a:lnTo>
                  <a:lnTo>
                    <a:pt x="505816" y="2032"/>
                  </a:lnTo>
                  <a:lnTo>
                    <a:pt x="459180" y="8017"/>
                  </a:lnTo>
                  <a:lnTo>
                    <a:pt x="413838" y="17789"/>
                  </a:lnTo>
                  <a:lnTo>
                    <a:pt x="369957" y="31182"/>
                  </a:lnTo>
                  <a:lnTo>
                    <a:pt x="327702" y="48030"/>
                  </a:lnTo>
                  <a:lnTo>
                    <a:pt x="287240" y="68167"/>
                  </a:lnTo>
                  <a:lnTo>
                    <a:pt x="248738" y="91426"/>
                  </a:lnTo>
                  <a:lnTo>
                    <a:pt x="212360" y="117640"/>
                  </a:lnTo>
                  <a:lnTo>
                    <a:pt x="178274" y="146645"/>
                  </a:lnTo>
                  <a:lnTo>
                    <a:pt x="146645" y="178274"/>
                  </a:lnTo>
                  <a:lnTo>
                    <a:pt x="117640" y="212360"/>
                  </a:lnTo>
                  <a:lnTo>
                    <a:pt x="91426" y="248738"/>
                  </a:lnTo>
                  <a:lnTo>
                    <a:pt x="68167" y="287240"/>
                  </a:lnTo>
                  <a:lnTo>
                    <a:pt x="48030" y="327702"/>
                  </a:lnTo>
                  <a:lnTo>
                    <a:pt x="31182" y="369957"/>
                  </a:lnTo>
                  <a:lnTo>
                    <a:pt x="17789" y="413838"/>
                  </a:lnTo>
                  <a:lnTo>
                    <a:pt x="8017" y="459180"/>
                  </a:lnTo>
                  <a:lnTo>
                    <a:pt x="2032" y="505816"/>
                  </a:lnTo>
                  <a:lnTo>
                    <a:pt x="0" y="553580"/>
                  </a:lnTo>
                  <a:lnTo>
                    <a:pt x="2032" y="601342"/>
                  </a:lnTo>
                  <a:lnTo>
                    <a:pt x="8017" y="647976"/>
                  </a:lnTo>
                  <a:lnTo>
                    <a:pt x="17789" y="693316"/>
                  </a:lnTo>
                  <a:lnTo>
                    <a:pt x="31182" y="737196"/>
                  </a:lnTo>
                  <a:lnTo>
                    <a:pt x="48030" y="779450"/>
                  </a:lnTo>
                  <a:lnTo>
                    <a:pt x="68167" y="819911"/>
                  </a:lnTo>
                  <a:lnTo>
                    <a:pt x="91426" y="858412"/>
                  </a:lnTo>
                  <a:lnTo>
                    <a:pt x="117640" y="894789"/>
                  </a:lnTo>
                  <a:lnTo>
                    <a:pt x="146645" y="928875"/>
                  </a:lnTo>
                  <a:lnTo>
                    <a:pt x="178274" y="960503"/>
                  </a:lnTo>
                  <a:lnTo>
                    <a:pt x="212360" y="989507"/>
                  </a:lnTo>
                  <a:lnTo>
                    <a:pt x="248738" y="1015722"/>
                  </a:lnTo>
                  <a:lnTo>
                    <a:pt x="287240" y="1038981"/>
                  </a:lnTo>
                  <a:lnTo>
                    <a:pt x="327702" y="1059117"/>
                  </a:lnTo>
                  <a:lnTo>
                    <a:pt x="369957" y="1075965"/>
                  </a:lnTo>
                  <a:lnTo>
                    <a:pt x="413838" y="1089358"/>
                  </a:lnTo>
                  <a:lnTo>
                    <a:pt x="459180" y="1099130"/>
                  </a:lnTo>
                  <a:lnTo>
                    <a:pt x="505816" y="1105115"/>
                  </a:lnTo>
                  <a:lnTo>
                    <a:pt x="553580" y="1107147"/>
                  </a:lnTo>
                  <a:lnTo>
                    <a:pt x="601344" y="1105115"/>
                  </a:lnTo>
                  <a:lnTo>
                    <a:pt x="647979" y="1099130"/>
                  </a:lnTo>
                  <a:lnTo>
                    <a:pt x="693321" y="1089358"/>
                  </a:lnTo>
                  <a:lnTo>
                    <a:pt x="737201" y="1075965"/>
                  </a:lnTo>
                  <a:lnTo>
                    <a:pt x="779455" y="1059117"/>
                  </a:lnTo>
                  <a:lnTo>
                    <a:pt x="819916" y="1038981"/>
                  </a:lnTo>
                  <a:lnTo>
                    <a:pt x="858418" y="1015722"/>
                  </a:lnTo>
                  <a:lnTo>
                    <a:pt x="894795" y="989507"/>
                  </a:lnTo>
                  <a:lnTo>
                    <a:pt x="928880" y="960503"/>
                  </a:lnTo>
                  <a:lnTo>
                    <a:pt x="960507" y="928875"/>
                  </a:lnTo>
                  <a:lnTo>
                    <a:pt x="989511" y="894789"/>
                  </a:lnTo>
                  <a:lnTo>
                    <a:pt x="1015725" y="858412"/>
                  </a:lnTo>
                  <a:lnTo>
                    <a:pt x="1038983" y="819911"/>
                  </a:lnTo>
                  <a:lnTo>
                    <a:pt x="1059119" y="779450"/>
                  </a:lnTo>
                  <a:lnTo>
                    <a:pt x="1075966" y="737196"/>
                  </a:lnTo>
                  <a:lnTo>
                    <a:pt x="1089359" y="693316"/>
                  </a:lnTo>
                  <a:lnTo>
                    <a:pt x="1099130" y="647976"/>
                  </a:lnTo>
                  <a:lnTo>
                    <a:pt x="1105115" y="601342"/>
                  </a:lnTo>
                  <a:lnTo>
                    <a:pt x="1107147" y="55358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97305" y="3837978"/>
              <a:ext cx="1107440" cy="1107440"/>
            </a:xfrm>
            <a:custGeom>
              <a:avLst/>
              <a:gdLst/>
              <a:ahLst/>
              <a:cxnLst/>
              <a:rect l="l" t="t" r="r" b="b"/>
              <a:pathLst>
                <a:path w="1107439" h="1107439">
                  <a:moveTo>
                    <a:pt x="553580" y="1107147"/>
                  </a:moveTo>
                  <a:lnTo>
                    <a:pt x="505816" y="1105115"/>
                  </a:lnTo>
                  <a:lnTo>
                    <a:pt x="459180" y="1099130"/>
                  </a:lnTo>
                  <a:lnTo>
                    <a:pt x="413838" y="1089358"/>
                  </a:lnTo>
                  <a:lnTo>
                    <a:pt x="369957" y="1075965"/>
                  </a:lnTo>
                  <a:lnTo>
                    <a:pt x="327702" y="1059117"/>
                  </a:lnTo>
                  <a:lnTo>
                    <a:pt x="287240" y="1038981"/>
                  </a:lnTo>
                  <a:lnTo>
                    <a:pt x="248738" y="1015722"/>
                  </a:lnTo>
                  <a:lnTo>
                    <a:pt x="212360" y="989507"/>
                  </a:lnTo>
                  <a:lnTo>
                    <a:pt x="178274" y="960503"/>
                  </a:lnTo>
                  <a:lnTo>
                    <a:pt x="146645" y="928875"/>
                  </a:lnTo>
                  <a:lnTo>
                    <a:pt x="117640" y="894789"/>
                  </a:lnTo>
                  <a:lnTo>
                    <a:pt x="91426" y="858412"/>
                  </a:lnTo>
                  <a:lnTo>
                    <a:pt x="68167" y="819911"/>
                  </a:lnTo>
                  <a:lnTo>
                    <a:pt x="48030" y="779450"/>
                  </a:lnTo>
                  <a:lnTo>
                    <a:pt x="31182" y="737196"/>
                  </a:lnTo>
                  <a:lnTo>
                    <a:pt x="17789" y="693316"/>
                  </a:lnTo>
                  <a:lnTo>
                    <a:pt x="8017" y="647976"/>
                  </a:lnTo>
                  <a:lnTo>
                    <a:pt x="2032" y="601342"/>
                  </a:lnTo>
                  <a:lnTo>
                    <a:pt x="0" y="553580"/>
                  </a:lnTo>
                  <a:lnTo>
                    <a:pt x="2032" y="505816"/>
                  </a:lnTo>
                  <a:lnTo>
                    <a:pt x="8017" y="459180"/>
                  </a:lnTo>
                  <a:lnTo>
                    <a:pt x="17789" y="413838"/>
                  </a:lnTo>
                  <a:lnTo>
                    <a:pt x="31182" y="369957"/>
                  </a:lnTo>
                  <a:lnTo>
                    <a:pt x="48030" y="327702"/>
                  </a:lnTo>
                  <a:lnTo>
                    <a:pt x="68167" y="287240"/>
                  </a:lnTo>
                  <a:lnTo>
                    <a:pt x="91426" y="248738"/>
                  </a:lnTo>
                  <a:lnTo>
                    <a:pt x="117640" y="212360"/>
                  </a:lnTo>
                  <a:lnTo>
                    <a:pt x="146645" y="178274"/>
                  </a:lnTo>
                  <a:lnTo>
                    <a:pt x="178274" y="146645"/>
                  </a:lnTo>
                  <a:lnTo>
                    <a:pt x="212360" y="117640"/>
                  </a:lnTo>
                  <a:lnTo>
                    <a:pt x="248738" y="91426"/>
                  </a:lnTo>
                  <a:lnTo>
                    <a:pt x="287240" y="68167"/>
                  </a:lnTo>
                  <a:lnTo>
                    <a:pt x="327702" y="48030"/>
                  </a:lnTo>
                  <a:lnTo>
                    <a:pt x="369957" y="31182"/>
                  </a:lnTo>
                  <a:lnTo>
                    <a:pt x="413838" y="17789"/>
                  </a:lnTo>
                  <a:lnTo>
                    <a:pt x="459180" y="8017"/>
                  </a:lnTo>
                  <a:lnTo>
                    <a:pt x="505816" y="2032"/>
                  </a:lnTo>
                  <a:lnTo>
                    <a:pt x="553580" y="0"/>
                  </a:lnTo>
                  <a:lnTo>
                    <a:pt x="601344" y="2032"/>
                  </a:lnTo>
                  <a:lnTo>
                    <a:pt x="647979" y="8017"/>
                  </a:lnTo>
                  <a:lnTo>
                    <a:pt x="693321" y="17789"/>
                  </a:lnTo>
                  <a:lnTo>
                    <a:pt x="737201" y="31182"/>
                  </a:lnTo>
                  <a:lnTo>
                    <a:pt x="779455" y="48030"/>
                  </a:lnTo>
                  <a:lnTo>
                    <a:pt x="819916" y="68167"/>
                  </a:lnTo>
                  <a:lnTo>
                    <a:pt x="858418" y="91426"/>
                  </a:lnTo>
                  <a:lnTo>
                    <a:pt x="894795" y="117640"/>
                  </a:lnTo>
                  <a:lnTo>
                    <a:pt x="928880" y="146645"/>
                  </a:lnTo>
                  <a:lnTo>
                    <a:pt x="960507" y="178274"/>
                  </a:lnTo>
                  <a:lnTo>
                    <a:pt x="989511" y="212360"/>
                  </a:lnTo>
                  <a:lnTo>
                    <a:pt x="1015725" y="248738"/>
                  </a:lnTo>
                  <a:lnTo>
                    <a:pt x="1038983" y="287240"/>
                  </a:lnTo>
                  <a:lnTo>
                    <a:pt x="1059119" y="327702"/>
                  </a:lnTo>
                  <a:lnTo>
                    <a:pt x="1075966" y="369957"/>
                  </a:lnTo>
                  <a:lnTo>
                    <a:pt x="1089359" y="413838"/>
                  </a:lnTo>
                  <a:lnTo>
                    <a:pt x="1099130" y="459180"/>
                  </a:lnTo>
                  <a:lnTo>
                    <a:pt x="1105115" y="505816"/>
                  </a:lnTo>
                  <a:lnTo>
                    <a:pt x="1107147" y="553580"/>
                  </a:lnTo>
                  <a:lnTo>
                    <a:pt x="1105115" y="601342"/>
                  </a:lnTo>
                  <a:lnTo>
                    <a:pt x="1099130" y="647976"/>
                  </a:lnTo>
                  <a:lnTo>
                    <a:pt x="1089359" y="693316"/>
                  </a:lnTo>
                  <a:lnTo>
                    <a:pt x="1075966" y="737196"/>
                  </a:lnTo>
                  <a:lnTo>
                    <a:pt x="1059119" y="779450"/>
                  </a:lnTo>
                  <a:lnTo>
                    <a:pt x="1038983" y="819911"/>
                  </a:lnTo>
                  <a:lnTo>
                    <a:pt x="1015725" y="858412"/>
                  </a:lnTo>
                  <a:lnTo>
                    <a:pt x="989511" y="894789"/>
                  </a:lnTo>
                  <a:lnTo>
                    <a:pt x="960507" y="928875"/>
                  </a:lnTo>
                  <a:lnTo>
                    <a:pt x="928880" y="960503"/>
                  </a:lnTo>
                  <a:lnTo>
                    <a:pt x="894795" y="989507"/>
                  </a:lnTo>
                  <a:lnTo>
                    <a:pt x="858418" y="1015722"/>
                  </a:lnTo>
                  <a:lnTo>
                    <a:pt x="819916" y="1038981"/>
                  </a:lnTo>
                  <a:lnTo>
                    <a:pt x="779455" y="1059117"/>
                  </a:lnTo>
                  <a:lnTo>
                    <a:pt x="737201" y="1075965"/>
                  </a:lnTo>
                  <a:lnTo>
                    <a:pt x="693321" y="1089358"/>
                  </a:lnTo>
                  <a:lnTo>
                    <a:pt x="647979" y="1099130"/>
                  </a:lnTo>
                  <a:lnTo>
                    <a:pt x="601344" y="1105115"/>
                  </a:lnTo>
                  <a:lnTo>
                    <a:pt x="553580" y="1107147"/>
                  </a:lnTo>
                  <a:close/>
                </a:path>
              </a:pathLst>
            </a:custGeom>
            <a:ln w="12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750885" y="439155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82027" y="3622700"/>
              <a:ext cx="1537970" cy="1537970"/>
            </a:xfrm>
            <a:custGeom>
              <a:avLst/>
              <a:gdLst/>
              <a:ahLst/>
              <a:cxnLst/>
              <a:rect l="l" t="t" r="r" b="b"/>
              <a:pathLst>
                <a:path w="1537970" h="1537970">
                  <a:moveTo>
                    <a:pt x="1537716" y="768857"/>
                  </a:moveTo>
                  <a:lnTo>
                    <a:pt x="0" y="768857"/>
                  </a:lnTo>
                </a:path>
                <a:path w="1537970" h="1537970">
                  <a:moveTo>
                    <a:pt x="768858" y="0"/>
                  </a:moveTo>
                  <a:lnTo>
                    <a:pt x="768858" y="1537703"/>
                  </a:lnTo>
                </a:path>
              </a:pathLst>
            </a:custGeom>
            <a:ln w="10287">
              <a:solidFill>
                <a:srgbClr val="EF412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66582" y="4071721"/>
              <a:ext cx="164693" cy="2182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86864" y="4227525"/>
              <a:ext cx="328041" cy="32804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586864" y="4227525"/>
              <a:ext cx="328295" cy="328295"/>
            </a:xfrm>
            <a:custGeom>
              <a:avLst/>
              <a:gdLst/>
              <a:ahLst/>
              <a:cxnLst/>
              <a:rect l="l" t="t" r="r" b="b"/>
              <a:pathLst>
                <a:path w="328294" h="328295">
                  <a:moveTo>
                    <a:pt x="164020" y="328053"/>
                  </a:moveTo>
                  <a:lnTo>
                    <a:pt x="207624" y="322194"/>
                  </a:lnTo>
                  <a:lnTo>
                    <a:pt x="246806" y="305657"/>
                  </a:lnTo>
                  <a:lnTo>
                    <a:pt x="280001" y="280009"/>
                  </a:lnTo>
                  <a:lnTo>
                    <a:pt x="305648" y="246813"/>
                  </a:lnTo>
                  <a:lnTo>
                    <a:pt x="322182" y="207633"/>
                  </a:lnTo>
                  <a:lnTo>
                    <a:pt x="328041" y="164033"/>
                  </a:lnTo>
                  <a:lnTo>
                    <a:pt x="322182" y="120428"/>
                  </a:lnTo>
                  <a:lnTo>
                    <a:pt x="305648" y="81244"/>
                  </a:lnTo>
                  <a:lnTo>
                    <a:pt x="280001" y="48045"/>
                  </a:lnTo>
                  <a:lnTo>
                    <a:pt x="246806" y="22396"/>
                  </a:lnTo>
                  <a:lnTo>
                    <a:pt x="207624" y="5859"/>
                  </a:lnTo>
                  <a:lnTo>
                    <a:pt x="164020" y="0"/>
                  </a:lnTo>
                  <a:lnTo>
                    <a:pt x="120416" y="5859"/>
                  </a:lnTo>
                  <a:lnTo>
                    <a:pt x="81234" y="22396"/>
                  </a:lnTo>
                  <a:lnTo>
                    <a:pt x="48039" y="48045"/>
                  </a:lnTo>
                  <a:lnTo>
                    <a:pt x="22392" y="81244"/>
                  </a:lnTo>
                  <a:lnTo>
                    <a:pt x="5858" y="120428"/>
                  </a:lnTo>
                  <a:lnTo>
                    <a:pt x="0" y="164033"/>
                  </a:lnTo>
                  <a:lnTo>
                    <a:pt x="5858" y="207633"/>
                  </a:lnTo>
                  <a:lnTo>
                    <a:pt x="22392" y="246813"/>
                  </a:lnTo>
                  <a:lnTo>
                    <a:pt x="48039" y="280009"/>
                  </a:lnTo>
                  <a:lnTo>
                    <a:pt x="81234" y="305657"/>
                  </a:lnTo>
                  <a:lnTo>
                    <a:pt x="120416" y="322194"/>
                  </a:lnTo>
                  <a:lnTo>
                    <a:pt x="164020" y="328053"/>
                  </a:lnTo>
                  <a:close/>
                </a:path>
              </a:pathLst>
            </a:custGeom>
            <a:ln w="12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07226" y="4064820"/>
              <a:ext cx="227706" cy="22770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687138" y="18315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87138" y="18315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87138" y="183150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6324" y="0"/>
                  </a:moveTo>
                  <a:lnTo>
                    <a:pt x="0" y="0"/>
                  </a:lnTo>
                </a:path>
              </a:pathLst>
            </a:custGeom>
            <a:ln w="12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359097" y="1503451"/>
              <a:ext cx="328295" cy="328295"/>
            </a:xfrm>
            <a:custGeom>
              <a:avLst/>
              <a:gdLst/>
              <a:ahLst/>
              <a:cxnLst/>
              <a:rect l="l" t="t" r="r" b="b"/>
              <a:pathLst>
                <a:path w="328295" h="328294">
                  <a:moveTo>
                    <a:pt x="328053" y="328041"/>
                  </a:moveTo>
                  <a:lnTo>
                    <a:pt x="328040" y="0"/>
                  </a:lnTo>
                  <a:lnTo>
                    <a:pt x="279566" y="3556"/>
                  </a:lnTo>
                  <a:lnTo>
                    <a:pt x="233300" y="13889"/>
                  </a:lnTo>
                  <a:lnTo>
                    <a:pt x="189750" y="30490"/>
                  </a:lnTo>
                  <a:lnTo>
                    <a:pt x="149422" y="52851"/>
                  </a:lnTo>
                  <a:lnTo>
                    <a:pt x="112824" y="80465"/>
                  </a:lnTo>
                  <a:lnTo>
                    <a:pt x="80465" y="112824"/>
                  </a:lnTo>
                  <a:lnTo>
                    <a:pt x="52851" y="149422"/>
                  </a:lnTo>
                  <a:lnTo>
                    <a:pt x="30490" y="189750"/>
                  </a:lnTo>
                  <a:lnTo>
                    <a:pt x="13889" y="233300"/>
                  </a:lnTo>
                  <a:lnTo>
                    <a:pt x="3556" y="279566"/>
                  </a:lnTo>
                  <a:lnTo>
                    <a:pt x="0" y="328041"/>
                  </a:lnTo>
                  <a:lnTo>
                    <a:pt x="328053" y="3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59097" y="1503463"/>
              <a:ext cx="656590" cy="656590"/>
            </a:xfrm>
            <a:custGeom>
              <a:avLst/>
              <a:gdLst/>
              <a:ahLst/>
              <a:cxnLst/>
              <a:rect l="l" t="t" r="r" b="b"/>
              <a:pathLst>
                <a:path w="656589" h="656589">
                  <a:moveTo>
                    <a:pt x="656082" y="328041"/>
                  </a:moveTo>
                  <a:lnTo>
                    <a:pt x="652513" y="279565"/>
                  </a:lnTo>
                  <a:lnTo>
                    <a:pt x="642188" y="233299"/>
                  </a:lnTo>
                  <a:lnTo>
                    <a:pt x="625589" y="189750"/>
                  </a:lnTo>
                  <a:lnTo>
                    <a:pt x="603224" y="149428"/>
                  </a:lnTo>
                  <a:lnTo>
                    <a:pt x="575614" y="112826"/>
                  </a:lnTo>
                  <a:lnTo>
                    <a:pt x="543255" y="80467"/>
                  </a:lnTo>
                  <a:lnTo>
                    <a:pt x="506653" y="52857"/>
                  </a:lnTo>
                  <a:lnTo>
                    <a:pt x="466331" y="30492"/>
                  </a:lnTo>
                  <a:lnTo>
                    <a:pt x="422783" y="13893"/>
                  </a:lnTo>
                  <a:lnTo>
                    <a:pt x="376516" y="3568"/>
                  </a:lnTo>
                  <a:lnTo>
                    <a:pt x="328041" y="0"/>
                  </a:lnTo>
                  <a:lnTo>
                    <a:pt x="328041" y="328028"/>
                  </a:lnTo>
                  <a:lnTo>
                    <a:pt x="0" y="328028"/>
                  </a:lnTo>
                  <a:lnTo>
                    <a:pt x="3556" y="376504"/>
                  </a:lnTo>
                  <a:lnTo>
                    <a:pt x="13881" y="422770"/>
                  </a:lnTo>
                  <a:lnTo>
                    <a:pt x="30480" y="466331"/>
                  </a:lnTo>
                  <a:lnTo>
                    <a:pt x="52844" y="506653"/>
                  </a:lnTo>
                  <a:lnTo>
                    <a:pt x="80454" y="543255"/>
                  </a:lnTo>
                  <a:lnTo>
                    <a:pt x="112814" y="575614"/>
                  </a:lnTo>
                  <a:lnTo>
                    <a:pt x="149415" y="603224"/>
                  </a:lnTo>
                  <a:lnTo>
                    <a:pt x="189750" y="625589"/>
                  </a:lnTo>
                  <a:lnTo>
                    <a:pt x="233299" y="642188"/>
                  </a:lnTo>
                  <a:lnTo>
                    <a:pt x="279565" y="652513"/>
                  </a:lnTo>
                  <a:lnTo>
                    <a:pt x="328053" y="656069"/>
                  </a:lnTo>
                  <a:lnTo>
                    <a:pt x="328053" y="328041"/>
                  </a:lnTo>
                  <a:lnTo>
                    <a:pt x="656082" y="328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59097" y="1503464"/>
              <a:ext cx="656590" cy="656590"/>
            </a:xfrm>
            <a:custGeom>
              <a:avLst/>
              <a:gdLst/>
              <a:ahLst/>
              <a:cxnLst/>
              <a:rect l="l" t="t" r="r" b="b"/>
              <a:pathLst>
                <a:path w="656589" h="656589">
                  <a:moveTo>
                    <a:pt x="328040" y="656082"/>
                  </a:moveTo>
                  <a:lnTo>
                    <a:pt x="376517" y="652525"/>
                  </a:lnTo>
                  <a:lnTo>
                    <a:pt x="422785" y="642192"/>
                  </a:lnTo>
                  <a:lnTo>
                    <a:pt x="466337" y="625591"/>
                  </a:lnTo>
                  <a:lnTo>
                    <a:pt x="506665" y="603230"/>
                  </a:lnTo>
                  <a:lnTo>
                    <a:pt x="543262" y="575616"/>
                  </a:lnTo>
                  <a:lnTo>
                    <a:pt x="575621" y="543257"/>
                  </a:lnTo>
                  <a:lnTo>
                    <a:pt x="603234" y="506659"/>
                  </a:lnTo>
                  <a:lnTo>
                    <a:pt x="625594" y="466331"/>
                  </a:lnTo>
                  <a:lnTo>
                    <a:pt x="642193" y="422781"/>
                  </a:lnTo>
                  <a:lnTo>
                    <a:pt x="652525" y="376515"/>
                  </a:lnTo>
                  <a:lnTo>
                    <a:pt x="656082" y="328040"/>
                  </a:lnTo>
                  <a:lnTo>
                    <a:pt x="652525" y="279564"/>
                  </a:lnTo>
                  <a:lnTo>
                    <a:pt x="642193" y="233296"/>
                  </a:lnTo>
                  <a:lnTo>
                    <a:pt x="625594" y="189744"/>
                  </a:lnTo>
                  <a:lnTo>
                    <a:pt x="603234" y="149416"/>
                  </a:lnTo>
                  <a:lnTo>
                    <a:pt x="575621" y="112819"/>
                  </a:lnTo>
                  <a:lnTo>
                    <a:pt x="543262" y="80460"/>
                  </a:lnTo>
                  <a:lnTo>
                    <a:pt x="506665" y="52847"/>
                  </a:lnTo>
                  <a:lnTo>
                    <a:pt x="466337" y="30487"/>
                  </a:lnTo>
                  <a:lnTo>
                    <a:pt x="422785" y="13888"/>
                  </a:lnTo>
                  <a:lnTo>
                    <a:pt x="376517" y="3556"/>
                  </a:lnTo>
                  <a:lnTo>
                    <a:pt x="328040" y="0"/>
                  </a:lnTo>
                  <a:lnTo>
                    <a:pt x="279566" y="3556"/>
                  </a:lnTo>
                  <a:lnTo>
                    <a:pt x="233300" y="13888"/>
                  </a:lnTo>
                  <a:lnTo>
                    <a:pt x="189750" y="30487"/>
                  </a:lnTo>
                  <a:lnTo>
                    <a:pt x="149422" y="52847"/>
                  </a:lnTo>
                  <a:lnTo>
                    <a:pt x="112824" y="80460"/>
                  </a:lnTo>
                  <a:lnTo>
                    <a:pt x="80465" y="112819"/>
                  </a:lnTo>
                  <a:lnTo>
                    <a:pt x="52851" y="149416"/>
                  </a:lnTo>
                  <a:lnTo>
                    <a:pt x="30490" y="189744"/>
                  </a:lnTo>
                  <a:lnTo>
                    <a:pt x="13889" y="233296"/>
                  </a:lnTo>
                  <a:lnTo>
                    <a:pt x="3556" y="279564"/>
                  </a:lnTo>
                  <a:lnTo>
                    <a:pt x="0" y="328040"/>
                  </a:lnTo>
                  <a:lnTo>
                    <a:pt x="3556" y="376515"/>
                  </a:lnTo>
                  <a:lnTo>
                    <a:pt x="13889" y="422781"/>
                  </a:lnTo>
                  <a:lnTo>
                    <a:pt x="30490" y="466331"/>
                  </a:lnTo>
                  <a:lnTo>
                    <a:pt x="52851" y="506659"/>
                  </a:lnTo>
                  <a:lnTo>
                    <a:pt x="80465" y="543257"/>
                  </a:lnTo>
                  <a:lnTo>
                    <a:pt x="112824" y="575616"/>
                  </a:lnTo>
                  <a:lnTo>
                    <a:pt x="149422" y="603230"/>
                  </a:lnTo>
                  <a:lnTo>
                    <a:pt x="189750" y="625591"/>
                  </a:lnTo>
                  <a:lnTo>
                    <a:pt x="233300" y="642192"/>
                  </a:lnTo>
                  <a:lnTo>
                    <a:pt x="279566" y="652525"/>
                  </a:lnTo>
                  <a:lnTo>
                    <a:pt x="328040" y="656082"/>
                  </a:lnTo>
                  <a:close/>
                </a:path>
              </a:pathLst>
            </a:custGeom>
            <a:ln w="12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87125" y="1831479"/>
              <a:ext cx="328295" cy="328295"/>
            </a:xfrm>
            <a:custGeom>
              <a:avLst/>
              <a:gdLst/>
              <a:ahLst/>
              <a:cxnLst/>
              <a:rect l="l" t="t" r="r" b="b"/>
              <a:pathLst>
                <a:path w="328295" h="328294">
                  <a:moveTo>
                    <a:pt x="328053" y="0"/>
                  </a:moveTo>
                  <a:lnTo>
                    <a:pt x="0" y="0"/>
                  </a:lnTo>
                  <a:lnTo>
                    <a:pt x="0" y="328053"/>
                  </a:lnTo>
                  <a:lnTo>
                    <a:pt x="48477" y="324496"/>
                  </a:lnTo>
                  <a:lnTo>
                    <a:pt x="94745" y="314164"/>
                  </a:lnTo>
                  <a:lnTo>
                    <a:pt x="138298" y="297563"/>
                  </a:lnTo>
                  <a:lnTo>
                    <a:pt x="178628" y="275202"/>
                  </a:lnTo>
                  <a:lnTo>
                    <a:pt x="215226" y="247587"/>
                  </a:lnTo>
                  <a:lnTo>
                    <a:pt x="247587" y="215226"/>
                  </a:lnTo>
                  <a:lnTo>
                    <a:pt x="275202" y="178628"/>
                  </a:lnTo>
                  <a:lnTo>
                    <a:pt x="297563" y="138298"/>
                  </a:lnTo>
                  <a:lnTo>
                    <a:pt x="314164" y="94745"/>
                  </a:lnTo>
                  <a:lnTo>
                    <a:pt x="324496" y="48477"/>
                  </a:lnTo>
                  <a:lnTo>
                    <a:pt x="3280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101862" y="3331286"/>
              <a:ext cx="585470" cy="190500"/>
            </a:xfrm>
            <a:custGeom>
              <a:avLst/>
              <a:gdLst/>
              <a:ahLst/>
              <a:cxnLst/>
              <a:rect l="l" t="t" r="r" b="b"/>
              <a:pathLst>
                <a:path w="585469" h="190500">
                  <a:moveTo>
                    <a:pt x="0" y="0"/>
                  </a:moveTo>
                  <a:lnTo>
                    <a:pt x="584974" y="190068"/>
                  </a:lnTo>
                </a:path>
              </a:pathLst>
            </a:custGeom>
            <a:ln w="38569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666676" y="3013202"/>
              <a:ext cx="451484" cy="417195"/>
            </a:xfrm>
            <a:custGeom>
              <a:avLst/>
              <a:gdLst/>
              <a:ahLst/>
              <a:cxnLst/>
              <a:rect l="l" t="t" r="r" b="b"/>
              <a:pathLst>
                <a:path w="451485" h="417195">
                  <a:moveTo>
                    <a:pt x="451167" y="185064"/>
                  </a:moveTo>
                  <a:lnTo>
                    <a:pt x="289039" y="0"/>
                  </a:lnTo>
                  <a:lnTo>
                    <a:pt x="0" y="416775"/>
                  </a:lnTo>
                  <a:lnTo>
                    <a:pt x="451167" y="185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666676" y="1900186"/>
              <a:ext cx="881380" cy="1530350"/>
            </a:xfrm>
            <a:custGeom>
              <a:avLst/>
              <a:gdLst/>
              <a:ahLst/>
              <a:cxnLst/>
              <a:rect l="l" t="t" r="r" b="b"/>
              <a:pathLst>
                <a:path w="881379" h="1530350">
                  <a:moveTo>
                    <a:pt x="0" y="1529791"/>
                  </a:moveTo>
                  <a:lnTo>
                    <a:pt x="289039" y="1113015"/>
                  </a:lnTo>
                  <a:lnTo>
                    <a:pt x="451167" y="1298079"/>
                  </a:lnTo>
                  <a:lnTo>
                    <a:pt x="0" y="1529791"/>
                  </a:lnTo>
                  <a:close/>
                </a:path>
                <a:path w="881379" h="1530350">
                  <a:moveTo>
                    <a:pt x="880986" y="0"/>
                  </a:moveTo>
                  <a:lnTo>
                    <a:pt x="866787" y="175247"/>
                  </a:lnTo>
                  <a:lnTo>
                    <a:pt x="833627" y="352869"/>
                  </a:lnTo>
                  <a:lnTo>
                    <a:pt x="783894" y="518642"/>
                  </a:lnTo>
                  <a:lnTo>
                    <a:pt x="719950" y="679691"/>
                  </a:lnTo>
                  <a:lnTo>
                    <a:pt x="641794" y="843064"/>
                  </a:lnTo>
                  <a:lnTo>
                    <a:pt x="544702" y="989926"/>
                  </a:lnTo>
                  <a:lnTo>
                    <a:pt x="435749" y="1131989"/>
                  </a:lnTo>
                  <a:lnTo>
                    <a:pt x="370103" y="1205547"/>
                  </a:lnTo>
                </a:path>
              </a:pathLst>
            </a:custGeom>
            <a:ln w="38569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83067" y="4020121"/>
              <a:ext cx="109486" cy="8555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398545" y="1831505"/>
              <a:ext cx="3995420" cy="4782820"/>
            </a:xfrm>
            <a:custGeom>
              <a:avLst/>
              <a:gdLst/>
              <a:ahLst/>
              <a:cxnLst/>
              <a:rect l="l" t="t" r="r" b="b"/>
              <a:pathLst>
                <a:path w="3995420" h="4782820">
                  <a:moveTo>
                    <a:pt x="697369" y="2636532"/>
                  </a:moveTo>
                  <a:lnTo>
                    <a:pt x="0" y="4782794"/>
                  </a:lnTo>
                </a:path>
                <a:path w="3995420" h="4782820">
                  <a:moveTo>
                    <a:pt x="3994975" y="0"/>
                  </a:moveTo>
                  <a:lnTo>
                    <a:pt x="3994975" y="4782794"/>
                  </a:lnTo>
                </a:path>
              </a:pathLst>
            </a:custGeom>
            <a:ln w="25717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07951" y="4267390"/>
              <a:ext cx="1560233" cy="210869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687138" y="1831505"/>
              <a:ext cx="2306320" cy="4715510"/>
            </a:xfrm>
            <a:custGeom>
              <a:avLst/>
              <a:gdLst/>
              <a:ahLst/>
              <a:cxnLst/>
              <a:rect l="l" t="t" r="r" b="b"/>
              <a:pathLst>
                <a:path w="2306320" h="4715509">
                  <a:moveTo>
                    <a:pt x="0" y="0"/>
                  </a:moveTo>
                  <a:lnTo>
                    <a:pt x="2073617" y="4715510"/>
                  </a:lnTo>
                </a:path>
                <a:path w="2306320" h="4715509">
                  <a:moveTo>
                    <a:pt x="2053094" y="4055986"/>
                  </a:moveTo>
                  <a:lnTo>
                    <a:pt x="2306116" y="4612195"/>
                  </a:lnTo>
                </a:path>
              </a:pathLst>
            </a:custGeom>
            <a:ln w="1543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86828" y="6316434"/>
              <a:ext cx="196634" cy="13369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70548" y="6540588"/>
              <a:ext cx="196634" cy="13368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266675" y="6212370"/>
              <a:ext cx="1222375" cy="568960"/>
            </a:xfrm>
            <a:custGeom>
              <a:avLst/>
              <a:gdLst/>
              <a:ahLst/>
              <a:cxnLst/>
              <a:rect l="l" t="t" r="r" b="b"/>
              <a:pathLst>
                <a:path w="1222375" h="568959">
                  <a:moveTo>
                    <a:pt x="330276" y="414528"/>
                  </a:moveTo>
                  <a:lnTo>
                    <a:pt x="0" y="568744"/>
                  </a:lnTo>
                </a:path>
                <a:path w="1222375" h="568959">
                  <a:moveTo>
                    <a:pt x="1221981" y="0"/>
                  </a:moveTo>
                  <a:lnTo>
                    <a:pt x="891705" y="154228"/>
                  </a:lnTo>
                </a:path>
              </a:pathLst>
            </a:custGeom>
            <a:ln w="12852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042073" y="3619699"/>
              <a:ext cx="1312545" cy="1312545"/>
            </a:xfrm>
            <a:custGeom>
              <a:avLst/>
              <a:gdLst/>
              <a:ahLst/>
              <a:cxnLst/>
              <a:rect l="l" t="t" r="r" b="b"/>
              <a:pathLst>
                <a:path w="1312545" h="1312545">
                  <a:moveTo>
                    <a:pt x="1047284" y="1182818"/>
                  </a:moveTo>
                  <a:lnTo>
                    <a:pt x="1085520" y="1152180"/>
                  </a:lnTo>
                  <a:lnTo>
                    <a:pt x="1120876" y="1119302"/>
                  </a:lnTo>
                  <a:lnTo>
                    <a:pt x="1153325" y="1084363"/>
                  </a:lnTo>
                  <a:lnTo>
                    <a:pt x="1182842" y="1047541"/>
                  </a:lnTo>
                  <a:lnTo>
                    <a:pt x="1209401" y="1009012"/>
                  </a:lnTo>
                  <a:lnTo>
                    <a:pt x="1232974" y="968954"/>
                  </a:lnTo>
                  <a:lnTo>
                    <a:pt x="1253537" y="927544"/>
                  </a:lnTo>
                  <a:lnTo>
                    <a:pt x="1271062" y="884961"/>
                  </a:lnTo>
                  <a:lnTo>
                    <a:pt x="1285523" y="841381"/>
                  </a:lnTo>
                  <a:lnTo>
                    <a:pt x="1296895" y="796982"/>
                  </a:lnTo>
                  <a:lnTo>
                    <a:pt x="1305151" y="751942"/>
                  </a:lnTo>
                  <a:lnTo>
                    <a:pt x="1310265" y="706438"/>
                  </a:lnTo>
                  <a:lnTo>
                    <a:pt x="1312210" y="660647"/>
                  </a:lnTo>
                  <a:lnTo>
                    <a:pt x="1310961" y="614748"/>
                  </a:lnTo>
                  <a:lnTo>
                    <a:pt x="1306491" y="568917"/>
                  </a:lnTo>
                  <a:lnTo>
                    <a:pt x="1298774" y="523331"/>
                  </a:lnTo>
                  <a:lnTo>
                    <a:pt x="1287784" y="478170"/>
                  </a:lnTo>
                  <a:lnTo>
                    <a:pt x="1273494" y="433609"/>
                  </a:lnTo>
                  <a:lnTo>
                    <a:pt x="1255879" y="389827"/>
                  </a:lnTo>
                  <a:lnTo>
                    <a:pt x="1234912" y="347000"/>
                  </a:lnTo>
                  <a:lnTo>
                    <a:pt x="1210567" y="305308"/>
                  </a:lnTo>
                  <a:lnTo>
                    <a:pt x="1182818" y="264926"/>
                  </a:lnTo>
                  <a:lnTo>
                    <a:pt x="1152180" y="226690"/>
                  </a:lnTo>
                  <a:lnTo>
                    <a:pt x="1119302" y="191334"/>
                  </a:lnTo>
                  <a:lnTo>
                    <a:pt x="1084363" y="158884"/>
                  </a:lnTo>
                  <a:lnTo>
                    <a:pt x="1047541" y="129367"/>
                  </a:lnTo>
                  <a:lnTo>
                    <a:pt x="1009012" y="102809"/>
                  </a:lnTo>
                  <a:lnTo>
                    <a:pt x="968954" y="79235"/>
                  </a:lnTo>
                  <a:lnTo>
                    <a:pt x="927544" y="58673"/>
                  </a:lnTo>
                  <a:lnTo>
                    <a:pt x="884961" y="41148"/>
                  </a:lnTo>
                  <a:lnTo>
                    <a:pt x="841381" y="26686"/>
                  </a:lnTo>
                  <a:lnTo>
                    <a:pt x="796982" y="15314"/>
                  </a:lnTo>
                  <a:lnTo>
                    <a:pt x="751942" y="7059"/>
                  </a:lnTo>
                  <a:lnTo>
                    <a:pt x="706438" y="1945"/>
                  </a:lnTo>
                  <a:lnTo>
                    <a:pt x="660647" y="0"/>
                  </a:lnTo>
                  <a:lnTo>
                    <a:pt x="614748" y="1249"/>
                  </a:lnTo>
                  <a:lnTo>
                    <a:pt x="568917" y="5719"/>
                  </a:lnTo>
                  <a:lnTo>
                    <a:pt x="523331" y="13436"/>
                  </a:lnTo>
                  <a:lnTo>
                    <a:pt x="478170" y="24426"/>
                  </a:lnTo>
                  <a:lnTo>
                    <a:pt x="433609" y="38715"/>
                  </a:lnTo>
                  <a:lnTo>
                    <a:pt x="389827" y="56330"/>
                  </a:lnTo>
                  <a:lnTo>
                    <a:pt x="347000" y="77297"/>
                  </a:lnTo>
                  <a:lnTo>
                    <a:pt x="305308" y="101642"/>
                  </a:lnTo>
                  <a:lnTo>
                    <a:pt x="264926" y="129391"/>
                  </a:lnTo>
                  <a:lnTo>
                    <a:pt x="226690" y="160030"/>
                  </a:lnTo>
                  <a:lnTo>
                    <a:pt x="191334" y="192907"/>
                  </a:lnTo>
                  <a:lnTo>
                    <a:pt x="158884" y="227846"/>
                  </a:lnTo>
                  <a:lnTo>
                    <a:pt x="129367" y="264669"/>
                  </a:lnTo>
                  <a:lnTo>
                    <a:pt x="102809" y="303198"/>
                  </a:lnTo>
                  <a:lnTo>
                    <a:pt x="79235" y="343256"/>
                  </a:lnTo>
                  <a:lnTo>
                    <a:pt x="58673" y="384665"/>
                  </a:lnTo>
                  <a:lnTo>
                    <a:pt x="41148" y="427249"/>
                  </a:lnTo>
                  <a:lnTo>
                    <a:pt x="26686" y="470828"/>
                  </a:lnTo>
                  <a:lnTo>
                    <a:pt x="15314" y="515227"/>
                  </a:lnTo>
                  <a:lnTo>
                    <a:pt x="7059" y="560267"/>
                  </a:lnTo>
                  <a:lnTo>
                    <a:pt x="1945" y="605772"/>
                  </a:lnTo>
                  <a:lnTo>
                    <a:pt x="0" y="651562"/>
                  </a:lnTo>
                  <a:lnTo>
                    <a:pt x="1249" y="697462"/>
                  </a:lnTo>
                  <a:lnTo>
                    <a:pt x="5719" y="743293"/>
                  </a:lnTo>
                  <a:lnTo>
                    <a:pt x="13436" y="788878"/>
                  </a:lnTo>
                  <a:lnTo>
                    <a:pt x="24426" y="834040"/>
                  </a:lnTo>
                  <a:lnTo>
                    <a:pt x="38715" y="878600"/>
                  </a:lnTo>
                  <a:lnTo>
                    <a:pt x="56330" y="922383"/>
                  </a:lnTo>
                  <a:lnTo>
                    <a:pt x="77297" y="965209"/>
                  </a:lnTo>
                  <a:lnTo>
                    <a:pt x="101642" y="1006902"/>
                  </a:lnTo>
                  <a:lnTo>
                    <a:pt x="129391" y="1047284"/>
                  </a:lnTo>
                  <a:lnTo>
                    <a:pt x="160030" y="1085520"/>
                  </a:lnTo>
                  <a:lnTo>
                    <a:pt x="192907" y="1120876"/>
                  </a:lnTo>
                  <a:lnTo>
                    <a:pt x="227846" y="1153325"/>
                  </a:lnTo>
                  <a:lnTo>
                    <a:pt x="264669" y="1182842"/>
                  </a:lnTo>
                  <a:lnTo>
                    <a:pt x="303198" y="1209401"/>
                  </a:lnTo>
                  <a:lnTo>
                    <a:pt x="343256" y="1232974"/>
                  </a:lnTo>
                  <a:lnTo>
                    <a:pt x="384665" y="1253537"/>
                  </a:lnTo>
                  <a:lnTo>
                    <a:pt x="427249" y="1271062"/>
                  </a:lnTo>
                  <a:lnTo>
                    <a:pt x="470828" y="1285523"/>
                  </a:lnTo>
                  <a:lnTo>
                    <a:pt x="515227" y="1296895"/>
                  </a:lnTo>
                  <a:lnTo>
                    <a:pt x="560267" y="1305151"/>
                  </a:lnTo>
                  <a:lnTo>
                    <a:pt x="605772" y="1310265"/>
                  </a:lnTo>
                  <a:lnTo>
                    <a:pt x="651562" y="1312210"/>
                  </a:lnTo>
                  <a:lnTo>
                    <a:pt x="697462" y="1310961"/>
                  </a:lnTo>
                  <a:lnTo>
                    <a:pt x="743293" y="1306491"/>
                  </a:lnTo>
                  <a:lnTo>
                    <a:pt x="788878" y="1298774"/>
                  </a:lnTo>
                  <a:lnTo>
                    <a:pt x="834040" y="1287784"/>
                  </a:lnTo>
                  <a:lnTo>
                    <a:pt x="878600" y="1273494"/>
                  </a:lnTo>
                  <a:lnTo>
                    <a:pt x="922383" y="1255879"/>
                  </a:lnTo>
                  <a:lnTo>
                    <a:pt x="965209" y="1234912"/>
                  </a:lnTo>
                  <a:lnTo>
                    <a:pt x="1006902" y="1210567"/>
                  </a:lnTo>
                  <a:lnTo>
                    <a:pt x="1047284" y="1182818"/>
                  </a:lnTo>
                  <a:close/>
                </a:path>
              </a:pathLst>
            </a:custGeom>
            <a:ln w="2057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849065" y="5502097"/>
              <a:ext cx="3543935" cy="889635"/>
            </a:xfrm>
            <a:custGeom>
              <a:avLst/>
              <a:gdLst/>
              <a:ahLst/>
              <a:cxnLst/>
              <a:rect l="l" t="t" r="r" b="b"/>
              <a:pathLst>
                <a:path w="3543934" h="889635">
                  <a:moveTo>
                    <a:pt x="0" y="812380"/>
                  </a:moveTo>
                  <a:lnTo>
                    <a:pt x="48028" y="821036"/>
                  </a:lnTo>
                  <a:lnTo>
                    <a:pt x="96229" y="829190"/>
                  </a:lnTo>
                  <a:lnTo>
                    <a:pt x="144600" y="836837"/>
                  </a:lnTo>
                  <a:lnTo>
                    <a:pt x="193138" y="843977"/>
                  </a:lnTo>
                  <a:lnTo>
                    <a:pt x="241841" y="850605"/>
                  </a:lnTo>
                  <a:lnTo>
                    <a:pt x="290705" y="856719"/>
                  </a:lnTo>
                  <a:lnTo>
                    <a:pt x="339728" y="862316"/>
                  </a:lnTo>
                  <a:lnTo>
                    <a:pt x="388907" y="867394"/>
                  </a:lnTo>
                  <a:lnTo>
                    <a:pt x="438239" y="871949"/>
                  </a:lnTo>
                  <a:lnTo>
                    <a:pt x="487722" y="875979"/>
                  </a:lnTo>
                  <a:lnTo>
                    <a:pt x="537352" y="879480"/>
                  </a:lnTo>
                  <a:lnTo>
                    <a:pt x="587126" y="882451"/>
                  </a:lnTo>
                  <a:lnTo>
                    <a:pt x="637043" y="884888"/>
                  </a:lnTo>
                  <a:lnTo>
                    <a:pt x="687099" y="886788"/>
                  </a:lnTo>
                  <a:lnTo>
                    <a:pt x="737291" y="888149"/>
                  </a:lnTo>
                  <a:lnTo>
                    <a:pt x="787616" y="888967"/>
                  </a:lnTo>
                  <a:lnTo>
                    <a:pt x="838072" y="889241"/>
                  </a:lnTo>
                  <a:lnTo>
                    <a:pt x="890402" y="888947"/>
                  </a:lnTo>
                  <a:lnTo>
                    <a:pt x="942590" y="888067"/>
                  </a:lnTo>
                  <a:lnTo>
                    <a:pt x="994635" y="886603"/>
                  </a:lnTo>
                  <a:lnTo>
                    <a:pt x="1046533" y="884560"/>
                  </a:lnTo>
                  <a:lnTo>
                    <a:pt x="1098280" y="881941"/>
                  </a:lnTo>
                  <a:lnTo>
                    <a:pt x="1149874" y="878747"/>
                  </a:lnTo>
                  <a:lnTo>
                    <a:pt x="1201312" y="874984"/>
                  </a:lnTo>
                  <a:lnTo>
                    <a:pt x="1252590" y="870653"/>
                  </a:lnTo>
                  <a:lnTo>
                    <a:pt x="1303706" y="865757"/>
                  </a:lnTo>
                  <a:lnTo>
                    <a:pt x="1354656" y="860301"/>
                  </a:lnTo>
                  <a:lnTo>
                    <a:pt x="1405437" y="854287"/>
                  </a:lnTo>
                  <a:lnTo>
                    <a:pt x="1456045" y="847718"/>
                  </a:lnTo>
                  <a:lnTo>
                    <a:pt x="1506479" y="840597"/>
                  </a:lnTo>
                  <a:lnTo>
                    <a:pt x="1556734" y="832928"/>
                  </a:lnTo>
                  <a:lnTo>
                    <a:pt x="1606808" y="824714"/>
                  </a:lnTo>
                  <a:lnTo>
                    <a:pt x="1656697" y="815957"/>
                  </a:lnTo>
                  <a:lnTo>
                    <a:pt x="1706398" y="806661"/>
                  </a:lnTo>
                  <a:lnTo>
                    <a:pt x="1755909" y="796829"/>
                  </a:lnTo>
                  <a:lnTo>
                    <a:pt x="1805225" y="786464"/>
                  </a:lnTo>
                  <a:lnTo>
                    <a:pt x="1854344" y="775570"/>
                  </a:lnTo>
                  <a:lnTo>
                    <a:pt x="1903264" y="764149"/>
                  </a:lnTo>
                  <a:lnTo>
                    <a:pt x="1951979" y="752204"/>
                  </a:lnTo>
                  <a:lnTo>
                    <a:pt x="2000488" y="739739"/>
                  </a:lnTo>
                  <a:lnTo>
                    <a:pt x="2048788" y="726757"/>
                  </a:lnTo>
                  <a:lnTo>
                    <a:pt x="2096875" y="713261"/>
                  </a:lnTo>
                  <a:lnTo>
                    <a:pt x="2144746" y="699254"/>
                  </a:lnTo>
                  <a:lnTo>
                    <a:pt x="2192397" y="684739"/>
                  </a:lnTo>
                  <a:lnTo>
                    <a:pt x="2239827" y="669720"/>
                  </a:lnTo>
                  <a:lnTo>
                    <a:pt x="2287031" y="654199"/>
                  </a:lnTo>
                  <a:lnTo>
                    <a:pt x="2334007" y="638179"/>
                  </a:lnTo>
                  <a:lnTo>
                    <a:pt x="2380752" y="621665"/>
                  </a:lnTo>
                  <a:lnTo>
                    <a:pt x="2427261" y="604658"/>
                  </a:lnTo>
                  <a:lnTo>
                    <a:pt x="2473533" y="587162"/>
                  </a:lnTo>
                  <a:lnTo>
                    <a:pt x="2519564" y="569180"/>
                  </a:lnTo>
                  <a:lnTo>
                    <a:pt x="2565350" y="550716"/>
                  </a:lnTo>
                  <a:lnTo>
                    <a:pt x="2610890" y="531771"/>
                  </a:lnTo>
                  <a:lnTo>
                    <a:pt x="2656179" y="512351"/>
                  </a:lnTo>
                  <a:lnTo>
                    <a:pt x="2701215" y="492457"/>
                  </a:lnTo>
                  <a:lnTo>
                    <a:pt x="2745994" y="472093"/>
                  </a:lnTo>
                  <a:lnTo>
                    <a:pt x="2790513" y="451262"/>
                  </a:lnTo>
                  <a:lnTo>
                    <a:pt x="2834769" y="429966"/>
                  </a:lnTo>
                  <a:lnTo>
                    <a:pt x="2878759" y="408211"/>
                  </a:lnTo>
                  <a:lnTo>
                    <a:pt x="2922481" y="385997"/>
                  </a:lnTo>
                  <a:lnTo>
                    <a:pt x="2965930" y="363329"/>
                  </a:lnTo>
                  <a:lnTo>
                    <a:pt x="3009103" y="340209"/>
                  </a:lnTo>
                  <a:lnTo>
                    <a:pt x="3051998" y="316641"/>
                  </a:lnTo>
                  <a:lnTo>
                    <a:pt x="3094611" y="292628"/>
                  </a:lnTo>
                  <a:lnTo>
                    <a:pt x="3136940" y="268173"/>
                  </a:lnTo>
                  <a:lnTo>
                    <a:pt x="3178980" y="243279"/>
                  </a:lnTo>
                  <a:lnTo>
                    <a:pt x="3220730" y="217949"/>
                  </a:lnTo>
                  <a:lnTo>
                    <a:pt x="3262185" y="192187"/>
                  </a:lnTo>
                  <a:lnTo>
                    <a:pt x="3303343" y="165995"/>
                  </a:lnTo>
                  <a:lnTo>
                    <a:pt x="3344200" y="139377"/>
                  </a:lnTo>
                  <a:lnTo>
                    <a:pt x="3384754" y="112335"/>
                  </a:lnTo>
                  <a:lnTo>
                    <a:pt x="3425001" y="84874"/>
                  </a:lnTo>
                  <a:lnTo>
                    <a:pt x="3464939" y="56995"/>
                  </a:lnTo>
                  <a:lnTo>
                    <a:pt x="3504563" y="28703"/>
                  </a:lnTo>
                  <a:lnTo>
                    <a:pt x="3543871" y="0"/>
                  </a:lnTo>
                </a:path>
              </a:pathLst>
            </a:custGeom>
            <a:ln w="20574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686871" y="4699444"/>
              <a:ext cx="0" cy="1493520"/>
            </a:xfrm>
            <a:custGeom>
              <a:avLst/>
              <a:gdLst/>
              <a:ahLst/>
              <a:cxnLst/>
              <a:rect l="l" t="t" r="r" b="b"/>
              <a:pathLst>
                <a:path h="1493520">
                  <a:moveTo>
                    <a:pt x="0" y="0"/>
                  </a:moveTo>
                  <a:lnTo>
                    <a:pt x="0" y="1493469"/>
                  </a:lnTo>
                </a:path>
              </a:pathLst>
            </a:custGeom>
            <a:ln w="20574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34877" y="6178169"/>
              <a:ext cx="103949" cy="19613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34903" y="4537862"/>
              <a:ext cx="103949" cy="19613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799419" y="5336603"/>
              <a:ext cx="350520" cy="350520"/>
            </a:xfrm>
            <a:custGeom>
              <a:avLst/>
              <a:gdLst/>
              <a:ahLst/>
              <a:cxnLst/>
              <a:rect l="l" t="t" r="r" b="b"/>
              <a:pathLst>
                <a:path w="350520" h="350520">
                  <a:moveTo>
                    <a:pt x="349910" y="349910"/>
                  </a:moveTo>
                  <a:lnTo>
                    <a:pt x="349910" y="0"/>
                  </a:lnTo>
                  <a:lnTo>
                    <a:pt x="0" y="0"/>
                  </a:lnTo>
                  <a:lnTo>
                    <a:pt x="0" y="349910"/>
                  </a:lnTo>
                  <a:lnTo>
                    <a:pt x="349910" y="34991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799419" y="5336603"/>
              <a:ext cx="350520" cy="350520"/>
            </a:xfrm>
            <a:custGeom>
              <a:avLst/>
              <a:gdLst/>
              <a:ahLst/>
              <a:cxnLst/>
              <a:rect l="l" t="t" r="r" b="b"/>
              <a:pathLst>
                <a:path w="350520" h="350520">
                  <a:moveTo>
                    <a:pt x="0" y="0"/>
                  </a:moveTo>
                  <a:lnTo>
                    <a:pt x="0" y="349910"/>
                  </a:lnTo>
                  <a:lnTo>
                    <a:pt x="349910" y="349910"/>
                  </a:lnTo>
                  <a:lnTo>
                    <a:pt x="349910" y="0"/>
                  </a:lnTo>
                  <a:lnTo>
                    <a:pt x="0" y="0"/>
                  </a:lnTo>
                  <a:close/>
                </a:path>
              </a:pathLst>
            </a:custGeom>
            <a:ln w="642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014643" y="6258407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470611" y="311785"/>
                  </a:moveTo>
                  <a:lnTo>
                    <a:pt x="311772" y="0"/>
                  </a:lnTo>
                  <a:lnTo>
                    <a:pt x="0" y="158851"/>
                  </a:lnTo>
                  <a:lnTo>
                    <a:pt x="158838" y="470623"/>
                  </a:lnTo>
                  <a:lnTo>
                    <a:pt x="470611" y="311785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14643" y="6258407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470611" y="311785"/>
                  </a:moveTo>
                  <a:lnTo>
                    <a:pt x="311772" y="0"/>
                  </a:lnTo>
                  <a:lnTo>
                    <a:pt x="0" y="158851"/>
                  </a:lnTo>
                  <a:lnTo>
                    <a:pt x="158838" y="470623"/>
                  </a:lnTo>
                  <a:lnTo>
                    <a:pt x="470611" y="311785"/>
                  </a:lnTo>
                  <a:close/>
                </a:path>
              </a:pathLst>
            </a:custGeom>
            <a:ln w="642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05828" y="1874354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38" y="84683"/>
                  </a:moveTo>
                  <a:lnTo>
                    <a:pt x="212166" y="73342"/>
                  </a:lnTo>
                  <a:lnTo>
                    <a:pt x="172885" y="58496"/>
                  </a:lnTo>
                  <a:lnTo>
                    <a:pt x="137960" y="40157"/>
                  </a:lnTo>
                  <a:lnTo>
                    <a:pt x="100406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74"/>
                  </a:lnTo>
                  <a:lnTo>
                    <a:pt x="190347" y="296862"/>
                  </a:lnTo>
                  <a:lnTo>
                    <a:pt x="271538" y="84683"/>
                  </a:lnTo>
                  <a:close/>
                </a:path>
                <a:path w="588644" h="301625">
                  <a:moveTo>
                    <a:pt x="588492" y="231368"/>
                  </a:moveTo>
                  <a:lnTo>
                    <a:pt x="509028" y="12217"/>
                  </a:lnTo>
                  <a:lnTo>
                    <a:pt x="502056" y="18326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73"/>
                  </a:lnTo>
                  <a:lnTo>
                    <a:pt x="455777" y="48018"/>
                  </a:lnTo>
                  <a:lnTo>
                    <a:pt x="444423" y="53251"/>
                  </a:lnTo>
                  <a:lnTo>
                    <a:pt x="432193" y="59372"/>
                  </a:lnTo>
                  <a:lnTo>
                    <a:pt x="392912" y="72466"/>
                  </a:lnTo>
                  <a:lnTo>
                    <a:pt x="349250" y="82067"/>
                  </a:lnTo>
                  <a:lnTo>
                    <a:pt x="333540" y="82943"/>
                  </a:lnTo>
                  <a:lnTo>
                    <a:pt x="317817" y="84683"/>
                  </a:lnTo>
                  <a:lnTo>
                    <a:pt x="397268" y="301218"/>
                  </a:lnTo>
                  <a:lnTo>
                    <a:pt x="479348" y="224383"/>
                  </a:lnTo>
                  <a:lnTo>
                    <a:pt x="588492" y="231368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63918" y="1291094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187" y="319570"/>
                  </a:moveTo>
                  <a:lnTo>
                    <a:pt x="0" y="316953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187" y="319570"/>
                  </a:lnTo>
                  <a:close/>
                </a:path>
                <a:path w="694690" h="693419">
                  <a:moveTo>
                    <a:pt x="46278" y="461022"/>
                  </a:moveTo>
                  <a:lnTo>
                    <a:pt x="43649" y="455777"/>
                  </a:lnTo>
                  <a:lnTo>
                    <a:pt x="41910" y="449668"/>
                  </a:lnTo>
                  <a:lnTo>
                    <a:pt x="40170" y="444423"/>
                  </a:lnTo>
                  <a:lnTo>
                    <a:pt x="36677" y="432206"/>
                  </a:lnTo>
                  <a:lnTo>
                    <a:pt x="34925" y="426961"/>
                  </a:lnTo>
                  <a:lnTo>
                    <a:pt x="34048" y="420852"/>
                  </a:lnTo>
                  <a:lnTo>
                    <a:pt x="32308" y="415620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22"/>
                  </a:lnTo>
                  <a:close/>
                </a:path>
                <a:path w="694690" h="693419">
                  <a:moveTo>
                    <a:pt x="48895" y="226148"/>
                  </a:moveTo>
                  <a:lnTo>
                    <a:pt x="24447" y="216535"/>
                  </a:lnTo>
                  <a:lnTo>
                    <a:pt x="20078" y="268058"/>
                  </a:lnTo>
                  <a:lnTo>
                    <a:pt x="34048" y="271551"/>
                  </a:lnTo>
                  <a:lnTo>
                    <a:pt x="35801" y="266306"/>
                  </a:lnTo>
                  <a:lnTo>
                    <a:pt x="39293" y="254088"/>
                  </a:lnTo>
                  <a:lnTo>
                    <a:pt x="41033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895" y="226148"/>
                  </a:lnTo>
                  <a:close/>
                </a:path>
                <a:path w="694690" h="693419">
                  <a:moveTo>
                    <a:pt x="92557" y="544842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96"/>
                  </a:lnTo>
                  <a:lnTo>
                    <a:pt x="78574" y="525627"/>
                  </a:lnTo>
                  <a:lnTo>
                    <a:pt x="75095" y="520395"/>
                  </a:lnTo>
                  <a:lnTo>
                    <a:pt x="72466" y="515150"/>
                  </a:lnTo>
                  <a:lnTo>
                    <a:pt x="68973" y="509917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42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74" y="126606"/>
                  </a:lnTo>
                  <a:lnTo>
                    <a:pt x="58496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76"/>
                  </a:lnTo>
                  <a:lnTo>
                    <a:pt x="83820" y="162407"/>
                  </a:lnTo>
                  <a:lnTo>
                    <a:pt x="87312" y="157162"/>
                  </a:lnTo>
                  <a:lnTo>
                    <a:pt x="90805" y="152806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200"/>
                  </a:moveTo>
                  <a:lnTo>
                    <a:pt x="157162" y="607707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16" y="596353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53" y="580631"/>
                  </a:lnTo>
                  <a:lnTo>
                    <a:pt x="106527" y="599846"/>
                  </a:lnTo>
                  <a:lnTo>
                    <a:pt x="152793" y="623417"/>
                  </a:lnTo>
                  <a:lnTo>
                    <a:pt x="161531" y="611200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26"/>
                  </a:lnTo>
                  <a:lnTo>
                    <a:pt x="131838" y="108280"/>
                  </a:lnTo>
                  <a:lnTo>
                    <a:pt x="137083" y="103911"/>
                  </a:lnTo>
                  <a:lnTo>
                    <a:pt x="141452" y="100418"/>
                  </a:lnTo>
                  <a:lnTo>
                    <a:pt x="145808" y="96050"/>
                  </a:lnTo>
                  <a:lnTo>
                    <a:pt x="150177" y="92557"/>
                  </a:lnTo>
                  <a:lnTo>
                    <a:pt x="155422" y="89065"/>
                  </a:lnTo>
                  <a:lnTo>
                    <a:pt x="159778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091" y="653973"/>
                  </a:moveTo>
                  <a:lnTo>
                    <a:pt x="240982" y="652233"/>
                  </a:lnTo>
                  <a:lnTo>
                    <a:pt x="235750" y="649617"/>
                  </a:lnTo>
                  <a:lnTo>
                    <a:pt x="230505" y="647865"/>
                  </a:lnTo>
                  <a:lnTo>
                    <a:pt x="224396" y="645248"/>
                  </a:lnTo>
                  <a:lnTo>
                    <a:pt x="219151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65" y="635647"/>
                  </a:lnTo>
                  <a:lnTo>
                    <a:pt x="191211" y="659218"/>
                  </a:lnTo>
                  <a:lnTo>
                    <a:pt x="241858" y="667943"/>
                  </a:lnTo>
                  <a:lnTo>
                    <a:pt x="247091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106"/>
                  </a:lnTo>
                  <a:lnTo>
                    <a:pt x="206933" y="41046"/>
                  </a:lnTo>
                  <a:lnTo>
                    <a:pt x="212166" y="55016"/>
                  </a:lnTo>
                  <a:lnTo>
                    <a:pt x="218287" y="53263"/>
                  </a:lnTo>
                  <a:lnTo>
                    <a:pt x="228765" y="48031"/>
                  </a:lnTo>
                  <a:lnTo>
                    <a:pt x="234873" y="46278"/>
                  </a:lnTo>
                  <a:lnTo>
                    <a:pt x="240106" y="43662"/>
                  </a:lnTo>
                  <a:lnTo>
                    <a:pt x="245351" y="41910"/>
                  </a:lnTo>
                  <a:lnTo>
                    <a:pt x="251460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388" y="669696"/>
                  </a:moveTo>
                  <a:lnTo>
                    <a:pt x="329171" y="669696"/>
                  </a:lnTo>
                  <a:lnTo>
                    <a:pt x="323926" y="668820"/>
                  </a:lnTo>
                  <a:lnTo>
                    <a:pt x="317817" y="667943"/>
                  </a:lnTo>
                  <a:lnTo>
                    <a:pt x="311708" y="667943"/>
                  </a:lnTo>
                  <a:lnTo>
                    <a:pt x="305600" y="667080"/>
                  </a:lnTo>
                  <a:lnTo>
                    <a:pt x="300355" y="666203"/>
                  </a:lnTo>
                  <a:lnTo>
                    <a:pt x="294246" y="665327"/>
                  </a:lnTo>
                  <a:lnTo>
                    <a:pt x="289877" y="691527"/>
                  </a:lnTo>
                  <a:lnTo>
                    <a:pt x="340525" y="684542"/>
                  </a:lnTo>
                  <a:lnTo>
                    <a:pt x="341388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71" y="13970"/>
                  </a:lnTo>
                  <a:lnTo>
                    <a:pt x="304723" y="28816"/>
                  </a:lnTo>
                  <a:lnTo>
                    <a:pt x="316941" y="27076"/>
                  </a:lnTo>
                  <a:lnTo>
                    <a:pt x="323062" y="27076"/>
                  </a:lnTo>
                  <a:lnTo>
                    <a:pt x="329171" y="26200"/>
                  </a:lnTo>
                  <a:lnTo>
                    <a:pt x="352742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55" y="671436"/>
                  </a:moveTo>
                  <a:lnTo>
                    <a:pt x="436562" y="657466"/>
                  </a:lnTo>
                  <a:lnTo>
                    <a:pt x="430453" y="659218"/>
                  </a:lnTo>
                  <a:lnTo>
                    <a:pt x="425208" y="660095"/>
                  </a:lnTo>
                  <a:lnTo>
                    <a:pt x="419100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80"/>
                  </a:lnTo>
                  <a:lnTo>
                    <a:pt x="392912" y="693267"/>
                  </a:lnTo>
                  <a:lnTo>
                    <a:pt x="440055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53" y="15722"/>
                  </a:lnTo>
                  <a:lnTo>
                    <a:pt x="401637" y="30568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00" y="34061"/>
                  </a:lnTo>
                  <a:lnTo>
                    <a:pt x="424345" y="34925"/>
                  </a:lnTo>
                  <a:lnTo>
                    <a:pt x="430453" y="36677"/>
                  </a:lnTo>
                  <a:lnTo>
                    <a:pt x="435686" y="38417"/>
                  </a:lnTo>
                  <a:lnTo>
                    <a:pt x="441807" y="40170"/>
                  </a:lnTo>
                  <a:lnTo>
                    <a:pt x="447040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60" y="629526"/>
                  </a:moveTo>
                  <a:lnTo>
                    <a:pt x="522998" y="617308"/>
                  </a:lnTo>
                  <a:lnTo>
                    <a:pt x="518642" y="619925"/>
                  </a:lnTo>
                  <a:lnTo>
                    <a:pt x="513397" y="623417"/>
                  </a:lnTo>
                  <a:lnTo>
                    <a:pt x="508165" y="626033"/>
                  </a:lnTo>
                  <a:lnTo>
                    <a:pt x="502920" y="629526"/>
                  </a:lnTo>
                  <a:lnTo>
                    <a:pt x="487210" y="637387"/>
                  </a:lnTo>
                  <a:lnTo>
                    <a:pt x="481088" y="640003"/>
                  </a:lnTo>
                  <a:lnTo>
                    <a:pt x="492442" y="663587"/>
                  </a:lnTo>
                  <a:lnTo>
                    <a:pt x="530860" y="629526"/>
                  </a:lnTo>
                  <a:close/>
                </a:path>
                <a:path w="694690" h="693419">
                  <a:moveTo>
                    <a:pt x="548322" y="63741"/>
                  </a:moveTo>
                  <a:lnTo>
                    <a:pt x="499427" y="47155"/>
                  </a:lnTo>
                  <a:lnTo>
                    <a:pt x="491566" y="60248"/>
                  </a:lnTo>
                  <a:lnTo>
                    <a:pt x="497687" y="63741"/>
                  </a:lnTo>
                  <a:lnTo>
                    <a:pt x="508165" y="68986"/>
                  </a:lnTo>
                  <a:lnTo>
                    <a:pt x="512521" y="72478"/>
                  </a:lnTo>
                  <a:lnTo>
                    <a:pt x="517766" y="75095"/>
                  </a:lnTo>
                  <a:lnTo>
                    <a:pt x="528243" y="82080"/>
                  </a:lnTo>
                  <a:lnTo>
                    <a:pt x="532612" y="85572"/>
                  </a:lnTo>
                  <a:lnTo>
                    <a:pt x="548322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67"/>
                  </a:lnTo>
                  <a:lnTo>
                    <a:pt x="565785" y="583260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47" y="129222"/>
                  </a:lnTo>
                  <a:lnTo>
                    <a:pt x="586740" y="133591"/>
                  </a:lnTo>
                  <a:lnTo>
                    <a:pt x="591108" y="137960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23"/>
                  </a:lnTo>
                  <a:lnTo>
                    <a:pt x="641756" y="476732"/>
                  </a:lnTo>
                  <a:lnTo>
                    <a:pt x="628650" y="502932"/>
                  </a:lnTo>
                  <a:lnTo>
                    <a:pt x="625157" y="508165"/>
                  </a:lnTo>
                  <a:lnTo>
                    <a:pt x="622541" y="513410"/>
                  </a:lnTo>
                  <a:lnTo>
                    <a:pt x="645248" y="527380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76" y="227012"/>
                  </a:moveTo>
                  <a:lnTo>
                    <a:pt x="641756" y="185978"/>
                  </a:lnTo>
                  <a:lnTo>
                    <a:pt x="628650" y="192087"/>
                  </a:lnTo>
                  <a:lnTo>
                    <a:pt x="631278" y="198208"/>
                  </a:lnTo>
                  <a:lnTo>
                    <a:pt x="634771" y="203441"/>
                  </a:lnTo>
                  <a:lnTo>
                    <a:pt x="636511" y="208686"/>
                  </a:lnTo>
                  <a:lnTo>
                    <a:pt x="641756" y="219163"/>
                  </a:lnTo>
                  <a:lnTo>
                    <a:pt x="643496" y="224396"/>
                  </a:lnTo>
                  <a:lnTo>
                    <a:pt x="646112" y="230505"/>
                  </a:lnTo>
                  <a:lnTo>
                    <a:pt x="647865" y="235750"/>
                  </a:lnTo>
                  <a:lnTo>
                    <a:pt x="673176" y="227012"/>
                  </a:lnTo>
                  <a:close/>
                </a:path>
                <a:path w="694690" h="693419">
                  <a:moveTo>
                    <a:pt x="684530" y="431330"/>
                  </a:moveTo>
                  <a:lnTo>
                    <a:pt x="681913" y="379818"/>
                  </a:lnTo>
                  <a:lnTo>
                    <a:pt x="667067" y="378066"/>
                  </a:lnTo>
                  <a:lnTo>
                    <a:pt x="665327" y="390296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21"/>
                  </a:lnTo>
                  <a:lnTo>
                    <a:pt x="684530" y="431330"/>
                  </a:lnTo>
                  <a:close/>
                </a:path>
                <a:path w="694690" h="693419">
                  <a:moveTo>
                    <a:pt x="694143" y="328307"/>
                  </a:moveTo>
                  <a:lnTo>
                    <a:pt x="675805" y="279400"/>
                  </a:lnTo>
                  <a:lnTo>
                    <a:pt x="661835" y="282028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67" y="317817"/>
                  </a:lnTo>
                  <a:lnTo>
                    <a:pt x="667943" y="329171"/>
                  </a:lnTo>
                  <a:lnTo>
                    <a:pt x="694143" y="328307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63918" y="1291094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20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187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20"/>
                  </a:lnTo>
                  <a:close/>
                </a:path>
                <a:path w="694690" h="693419">
                  <a:moveTo>
                    <a:pt x="34048" y="272415"/>
                  </a:moveTo>
                  <a:lnTo>
                    <a:pt x="20078" y="268058"/>
                  </a:lnTo>
                  <a:lnTo>
                    <a:pt x="0" y="316953"/>
                  </a:lnTo>
                  <a:lnTo>
                    <a:pt x="26187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48" y="272415"/>
                  </a:lnTo>
                  <a:close/>
                </a:path>
                <a:path w="694690" h="693419">
                  <a:moveTo>
                    <a:pt x="66357" y="505548"/>
                  </a:moveTo>
                  <a:lnTo>
                    <a:pt x="63741" y="499440"/>
                  </a:lnTo>
                  <a:lnTo>
                    <a:pt x="60248" y="494195"/>
                  </a:lnTo>
                  <a:lnTo>
                    <a:pt x="52387" y="478485"/>
                  </a:lnTo>
                  <a:lnTo>
                    <a:pt x="50647" y="472363"/>
                  </a:lnTo>
                  <a:lnTo>
                    <a:pt x="48018" y="467131"/>
                  </a:lnTo>
                  <a:lnTo>
                    <a:pt x="46278" y="461022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48"/>
                  </a:lnTo>
                  <a:lnTo>
                    <a:pt x="51511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496" y="204317"/>
                  </a:lnTo>
                  <a:lnTo>
                    <a:pt x="61988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53" y="580631"/>
                  </a:moveTo>
                  <a:lnTo>
                    <a:pt x="120497" y="577138"/>
                  </a:lnTo>
                  <a:lnTo>
                    <a:pt x="116128" y="572782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43"/>
                  </a:lnTo>
                  <a:lnTo>
                    <a:pt x="96037" y="550075"/>
                  </a:lnTo>
                  <a:lnTo>
                    <a:pt x="92557" y="544842"/>
                  </a:lnTo>
                  <a:lnTo>
                    <a:pt x="80327" y="553567"/>
                  </a:lnTo>
                  <a:lnTo>
                    <a:pt x="106527" y="599846"/>
                  </a:lnTo>
                  <a:lnTo>
                    <a:pt x="124853" y="580631"/>
                  </a:lnTo>
                  <a:close/>
                </a:path>
                <a:path w="694690" h="693419">
                  <a:moveTo>
                    <a:pt x="131838" y="108280"/>
                  </a:moveTo>
                  <a:lnTo>
                    <a:pt x="122237" y="96926"/>
                  </a:lnTo>
                  <a:lnTo>
                    <a:pt x="78574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38" y="108280"/>
                  </a:lnTo>
                  <a:close/>
                </a:path>
                <a:path w="694690" h="693419">
                  <a:moveTo>
                    <a:pt x="203441" y="635647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10" y="624293"/>
                  </a:lnTo>
                  <a:lnTo>
                    <a:pt x="177241" y="620801"/>
                  </a:lnTo>
                  <a:lnTo>
                    <a:pt x="172008" y="618185"/>
                  </a:lnTo>
                  <a:lnTo>
                    <a:pt x="161531" y="611200"/>
                  </a:lnTo>
                  <a:lnTo>
                    <a:pt x="152793" y="623417"/>
                  </a:lnTo>
                  <a:lnTo>
                    <a:pt x="191211" y="659218"/>
                  </a:lnTo>
                  <a:lnTo>
                    <a:pt x="203441" y="635647"/>
                  </a:lnTo>
                  <a:close/>
                </a:path>
                <a:path w="694690" h="693419">
                  <a:moveTo>
                    <a:pt x="212166" y="55892"/>
                  </a:moveTo>
                  <a:lnTo>
                    <a:pt x="206057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508"/>
                  </a:lnTo>
                  <a:lnTo>
                    <a:pt x="212166" y="55892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16" y="663587"/>
                  </a:lnTo>
                  <a:lnTo>
                    <a:pt x="276783" y="661835"/>
                  </a:lnTo>
                  <a:lnTo>
                    <a:pt x="270675" y="660095"/>
                  </a:lnTo>
                  <a:lnTo>
                    <a:pt x="264553" y="659218"/>
                  </a:lnTo>
                  <a:lnTo>
                    <a:pt x="258445" y="657466"/>
                  </a:lnTo>
                  <a:lnTo>
                    <a:pt x="253212" y="655726"/>
                  </a:lnTo>
                  <a:lnTo>
                    <a:pt x="247091" y="653973"/>
                  </a:lnTo>
                  <a:lnTo>
                    <a:pt x="241858" y="667943"/>
                  </a:lnTo>
                  <a:lnTo>
                    <a:pt x="289877" y="691527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71" y="13970"/>
                  </a:lnTo>
                  <a:lnTo>
                    <a:pt x="249720" y="13106"/>
                  </a:lnTo>
                  <a:lnTo>
                    <a:pt x="256705" y="38417"/>
                  </a:lnTo>
                  <a:lnTo>
                    <a:pt x="268922" y="34925"/>
                  </a:lnTo>
                  <a:lnTo>
                    <a:pt x="275031" y="34061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80"/>
                  </a:lnTo>
                  <a:lnTo>
                    <a:pt x="383298" y="667943"/>
                  </a:lnTo>
                  <a:lnTo>
                    <a:pt x="378066" y="667943"/>
                  </a:lnTo>
                  <a:lnTo>
                    <a:pt x="365836" y="669696"/>
                  </a:lnTo>
                  <a:lnTo>
                    <a:pt x="341388" y="669696"/>
                  </a:lnTo>
                  <a:lnTo>
                    <a:pt x="341388" y="684542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18" y="0"/>
                  </a:lnTo>
                  <a:lnTo>
                    <a:pt x="352742" y="26200"/>
                  </a:lnTo>
                  <a:lnTo>
                    <a:pt x="364096" y="26200"/>
                  </a:lnTo>
                  <a:lnTo>
                    <a:pt x="370205" y="27076"/>
                  </a:lnTo>
                  <a:lnTo>
                    <a:pt x="376313" y="27076"/>
                  </a:lnTo>
                  <a:lnTo>
                    <a:pt x="400761" y="30568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42" y="663587"/>
                  </a:moveTo>
                  <a:lnTo>
                    <a:pt x="481088" y="640003"/>
                  </a:lnTo>
                  <a:lnTo>
                    <a:pt x="470611" y="645248"/>
                  </a:lnTo>
                  <a:lnTo>
                    <a:pt x="465378" y="646988"/>
                  </a:lnTo>
                  <a:lnTo>
                    <a:pt x="459270" y="649617"/>
                  </a:lnTo>
                  <a:lnTo>
                    <a:pt x="454025" y="651357"/>
                  </a:lnTo>
                  <a:lnTo>
                    <a:pt x="447916" y="653110"/>
                  </a:lnTo>
                  <a:lnTo>
                    <a:pt x="442671" y="654850"/>
                  </a:lnTo>
                  <a:lnTo>
                    <a:pt x="436562" y="656602"/>
                  </a:lnTo>
                  <a:lnTo>
                    <a:pt x="440055" y="671436"/>
                  </a:lnTo>
                  <a:lnTo>
                    <a:pt x="492442" y="663587"/>
                  </a:lnTo>
                  <a:close/>
                </a:path>
                <a:path w="694690" h="693419">
                  <a:moveTo>
                    <a:pt x="498551" y="47155"/>
                  </a:moveTo>
                  <a:lnTo>
                    <a:pt x="455777" y="17462"/>
                  </a:lnTo>
                  <a:lnTo>
                    <a:pt x="447040" y="41910"/>
                  </a:lnTo>
                  <a:lnTo>
                    <a:pt x="453148" y="43662"/>
                  </a:lnTo>
                  <a:lnTo>
                    <a:pt x="459270" y="46278"/>
                  </a:lnTo>
                  <a:lnTo>
                    <a:pt x="464502" y="48031"/>
                  </a:lnTo>
                  <a:lnTo>
                    <a:pt x="469747" y="50647"/>
                  </a:lnTo>
                  <a:lnTo>
                    <a:pt x="475856" y="53263"/>
                  </a:lnTo>
                  <a:lnTo>
                    <a:pt x="481088" y="55016"/>
                  </a:lnTo>
                  <a:lnTo>
                    <a:pt x="491566" y="60248"/>
                  </a:lnTo>
                  <a:lnTo>
                    <a:pt x="498551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45" y="606831"/>
                  </a:lnTo>
                  <a:lnTo>
                    <a:pt x="533476" y="609447"/>
                  </a:lnTo>
                  <a:lnTo>
                    <a:pt x="522998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22" y="63741"/>
                  </a:lnTo>
                  <a:lnTo>
                    <a:pt x="532612" y="85572"/>
                  </a:lnTo>
                  <a:lnTo>
                    <a:pt x="537845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15" y="99542"/>
                  </a:lnTo>
                  <a:lnTo>
                    <a:pt x="557060" y="103911"/>
                  </a:lnTo>
                  <a:lnTo>
                    <a:pt x="561428" y="108280"/>
                  </a:lnTo>
                  <a:lnTo>
                    <a:pt x="565785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98"/>
                  </a:lnTo>
                  <a:lnTo>
                    <a:pt x="609447" y="161531"/>
                  </a:lnTo>
                  <a:lnTo>
                    <a:pt x="612063" y="166776"/>
                  </a:lnTo>
                  <a:lnTo>
                    <a:pt x="615556" y="171132"/>
                  </a:lnTo>
                  <a:lnTo>
                    <a:pt x="619048" y="177253"/>
                  </a:lnTo>
                  <a:lnTo>
                    <a:pt x="622541" y="181610"/>
                  </a:lnTo>
                  <a:lnTo>
                    <a:pt x="625157" y="186855"/>
                  </a:lnTo>
                  <a:lnTo>
                    <a:pt x="628650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80"/>
                  </a:moveTo>
                  <a:lnTo>
                    <a:pt x="622541" y="513410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35"/>
                  </a:lnTo>
                  <a:lnTo>
                    <a:pt x="594601" y="552691"/>
                  </a:lnTo>
                  <a:lnTo>
                    <a:pt x="605955" y="562305"/>
                  </a:lnTo>
                  <a:lnTo>
                    <a:pt x="645248" y="527380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76" y="227012"/>
                  </a:lnTo>
                  <a:lnTo>
                    <a:pt x="647865" y="235750"/>
                  </a:lnTo>
                  <a:lnTo>
                    <a:pt x="650481" y="240982"/>
                  </a:lnTo>
                  <a:lnTo>
                    <a:pt x="653973" y="253212"/>
                  </a:lnTo>
                  <a:lnTo>
                    <a:pt x="655713" y="258445"/>
                  </a:lnTo>
                  <a:lnTo>
                    <a:pt x="659218" y="270675"/>
                  </a:lnTo>
                  <a:lnTo>
                    <a:pt x="660082" y="275920"/>
                  </a:lnTo>
                  <a:lnTo>
                    <a:pt x="661835" y="282028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30" y="431330"/>
                  </a:moveTo>
                  <a:lnTo>
                    <a:pt x="659218" y="425221"/>
                  </a:lnTo>
                  <a:lnTo>
                    <a:pt x="657466" y="430453"/>
                  </a:lnTo>
                  <a:lnTo>
                    <a:pt x="653973" y="442683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12" y="465378"/>
                  </a:lnTo>
                  <a:lnTo>
                    <a:pt x="643496" y="470623"/>
                  </a:lnTo>
                  <a:lnTo>
                    <a:pt x="657466" y="476732"/>
                  </a:lnTo>
                  <a:lnTo>
                    <a:pt x="684530" y="431330"/>
                  </a:lnTo>
                  <a:close/>
                </a:path>
                <a:path w="694690" h="693419">
                  <a:moveTo>
                    <a:pt x="694143" y="328307"/>
                  </a:moveTo>
                  <a:lnTo>
                    <a:pt x="667943" y="329171"/>
                  </a:lnTo>
                  <a:lnTo>
                    <a:pt x="668820" y="341401"/>
                  </a:lnTo>
                  <a:lnTo>
                    <a:pt x="668820" y="353618"/>
                  </a:lnTo>
                  <a:lnTo>
                    <a:pt x="667067" y="378066"/>
                  </a:lnTo>
                  <a:lnTo>
                    <a:pt x="681913" y="379818"/>
                  </a:lnTo>
                  <a:lnTo>
                    <a:pt x="694143" y="328307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 rot="20160000">
            <a:off x="8594687" y="3323372"/>
            <a:ext cx="3412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b="1" spc="-25" dirty="0">
                <a:solidFill>
                  <a:srgbClr val="ED1C24"/>
                </a:solidFill>
                <a:latin typeface="Gill Sans MT"/>
                <a:cs typeface="Gill Sans MT"/>
              </a:rPr>
              <a:t>15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9191459" y="7294003"/>
            <a:ext cx="115506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0530T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87" name="object 87"/>
          <p:cNvSpPr txBox="1"/>
          <p:nvPr/>
        </p:nvSpPr>
        <p:spPr>
          <a:xfrm rot="20160000">
            <a:off x="9511119" y="2883079"/>
            <a:ext cx="3412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b="1" spc="-25" dirty="0">
                <a:solidFill>
                  <a:srgbClr val="ED1C24"/>
                </a:solidFill>
                <a:latin typeface="Gill Sans MT"/>
                <a:cs typeface="Gill Sans MT"/>
              </a:rPr>
              <a:t>15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852123" y="5294252"/>
            <a:ext cx="24511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A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89" name="object 89"/>
          <p:cNvSpPr txBox="1"/>
          <p:nvPr/>
        </p:nvSpPr>
        <p:spPr>
          <a:xfrm rot="19980000">
            <a:off x="6074754" y="6352665"/>
            <a:ext cx="363005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10"/>
              </a:lnSpc>
            </a:pPr>
            <a:r>
              <a:rPr sz="2400" b="1" spc="-220" dirty="0">
                <a:solidFill>
                  <a:srgbClr val="231F20"/>
                </a:solidFill>
                <a:latin typeface="Gill Sans MT"/>
                <a:cs typeface="Gill Sans MT"/>
              </a:rPr>
              <a:t>B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48620" y="457609"/>
            <a:ext cx="5125720" cy="14116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11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Type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spc="-520" dirty="0">
                <a:latin typeface="Gill Sans MT"/>
                <a:cs typeface="Gill Sans MT"/>
              </a:rPr>
              <a:t>CT</a:t>
            </a:r>
            <a:r>
              <a:rPr sz="2400" b="1" spc="-70" dirty="0">
                <a:latin typeface="Gill Sans MT"/>
                <a:cs typeface="Gill Sans MT"/>
              </a:rPr>
              <a:t> </a:t>
            </a:r>
            <a:r>
              <a:rPr sz="2400" b="1" spc="-200" dirty="0">
                <a:latin typeface="Gill Sans MT"/>
                <a:cs typeface="Gill Sans MT"/>
              </a:rPr>
              <a:t>-</a:t>
            </a:r>
            <a:r>
              <a:rPr sz="2400" b="1" spc="-7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Installation</a:t>
            </a:r>
            <a:r>
              <a:rPr sz="2400" b="1" spc="-80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Step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spc="55" dirty="0">
                <a:latin typeface="Gill Sans MT"/>
                <a:cs typeface="Gill Sans MT"/>
              </a:rPr>
              <a:t>2 </a:t>
            </a:r>
            <a:r>
              <a:rPr sz="2400" b="1" spc="-65" dirty="0">
                <a:latin typeface="Gill Sans MT"/>
                <a:cs typeface="Gill Sans MT"/>
              </a:rPr>
              <a:t>Locate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spc="-55" dirty="0">
                <a:latin typeface="Gill Sans MT"/>
                <a:cs typeface="Gill Sans MT"/>
              </a:rPr>
              <a:t>center</a:t>
            </a:r>
            <a:r>
              <a:rPr sz="2400" b="1" spc="-8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point</a:t>
            </a:r>
            <a:r>
              <a:rPr sz="2400" b="1" spc="-80" dirty="0">
                <a:latin typeface="Gill Sans MT"/>
                <a:cs typeface="Gill Sans MT"/>
              </a:rPr>
              <a:t> </a:t>
            </a:r>
            <a:r>
              <a:rPr sz="2400" b="1" spc="75" dirty="0">
                <a:latin typeface="Gill Sans MT"/>
                <a:cs typeface="Gill Sans MT"/>
              </a:rPr>
              <a:t>of</a:t>
            </a:r>
            <a:r>
              <a:rPr sz="2400" b="1" spc="-80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midsection</a:t>
            </a:r>
            <a:endParaRPr sz="2400">
              <a:latin typeface="Gill Sans MT"/>
              <a:cs typeface="Gill Sans MT"/>
            </a:endParaRPr>
          </a:p>
          <a:p>
            <a:pPr marL="240029">
              <a:lnSpc>
                <a:spcPct val="100000"/>
              </a:lnSpc>
              <a:spcBef>
                <a:spcPts val="1290"/>
              </a:spcBef>
            </a:pPr>
            <a:r>
              <a:rPr sz="3200" b="1" spc="90" dirty="0">
                <a:latin typeface="Gill Sans MT"/>
                <a:cs typeface="Gill Sans MT"/>
              </a:rPr>
              <a:t>2</a:t>
            </a:r>
            <a:endParaRPr sz="3200">
              <a:latin typeface="Gill Sans MT"/>
              <a:cs typeface="Gill Sans MT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52AF466-A631-49D3-5771-3EEA9549959C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E724B63-CA8F-65BA-889B-FA275AFE4AD6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5" name="Picture 9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8C77E180-433F-798F-3302-8C1B2C46F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1280" y="1212405"/>
            <a:ext cx="8100695" cy="5803265"/>
            <a:chOff x="1301280" y="1212405"/>
            <a:chExt cx="8100695" cy="5803265"/>
          </a:xfrm>
        </p:grpSpPr>
        <p:sp>
          <p:nvSpPr>
            <p:cNvPr id="3" name="object 3"/>
            <p:cNvSpPr/>
            <p:nvPr/>
          </p:nvSpPr>
          <p:spPr>
            <a:xfrm>
              <a:off x="2827413" y="1730984"/>
              <a:ext cx="3540125" cy="4932680"/>
            </a:xfrm>
            <a:custGeom>
              <a:avLst/>
              <a:gdLst/>
              <a:ahLst/>
              <a:cxnLst/>
              <a:rect l="l" t="t" r="r" b="b"/>
              <a:pathLst>
                <a:path w="3540125" h="4932680">
                  <a:moveTo>
                    <a:pt x="3539820" y="4932514"/>
                  </a:moveTo>
                  <a:lnTo>
                    <a:pt x="3539820" y="0"/>
                  </a:lnTo>
                  <a:lnTo>
                    <a:pt x="3537115" y="137223"/>
                  </a:lnTo>
                  <a:lnTo>
                    <a:pt x="3517188" y="344296"/>
                  </a:lnTo>
                  <a:lnTo>
                    <a:pt x="3474732" y="543864"/>
                  </a:lnTo>
                  <a:lnTo>
                    <a:pt x="3412363" y="743496"/>
                  </a:lnTo>
                  <a:lnTo>
                    <a:pt x="3330028" y="935608"/>
                  </a:lnTo>
                  <a:lnTo>
                    <a:pt x="3232721" y="1115250"/>
                  </a:lnTo>
                  <a:lnTo>
                    <a:pt x="3117951" y="1287398"/>
                  </a:lnTo>
                  <a:lnTo>
                    <a:pt x="2983229" y="1447076"/>
                  </a:lnTo>
                  <a:lnTo>
                    <a:pt x="2838513" y="1596783"/>
                  </a:lnTo>
                  <a:lnTo>
                    <a:pt x="2673883" y="1726514"/>
                  </a:lnTo>
                  <a:lnTo>
                    <a:pt x="2504185" y="1838794"/>
                  </a:lnTo>
                  <a:lnTo>
                    <a:pt x="2317064" y="1938591"/>
                  </a:lnTo>
                  <a:lnTo>
                    <a:pt x="2127453" y="2020925"/>
                  </a:lnTo>
                  <a:lnTo>
                    <a:pt x="1925358" y="2080806"/>
                  </a:lnTo>
                  <a:lnTo>
                    <a:pt x="1723263" y="2118233"/>
                  </a:lnTo>
                  <a:lnTo>
                    <a:pt x="1516176" y="2138184"/>
                  </a:lnTo>
                  <a:lnTo>
                    <a:pt x="1311592" y="2143175"/>
                  </a:lnTo>
                  <a:lnTo>
                    <a:pt x="1104506" y="2123224"/>
                  </a:lnTo>
                  <a:lnTo>
                    <a:pt x="934262" y="2083219"/>
                  </a:lnTo>
                  <a:lnTo>
                    <a:pt x="0" y="4932514"/>
                  </a:lnTo>
                  <a:lnTo>
                    <a:pt x="3539820" y="4932514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02340" y="3472548"/>
              <a:ext cx="1633855" cy="1530985"/>
            </a:xfrm>
            <a:custGeom>
              <a:avLst/>
              <a:gdLst/>
              <a:ahLst/>
              <a:cxnLst/>
              <a:rect l="l" t="t" r="r" b="b"/>
              <a:pathLst>
                <a:path w="1633854" h="1530985">
                  <a:moveTo>
                    <a:pt x="1633499" y="1441183"/>
                  </a:moveTo>
                  <a:lnTo>
                    <a:pt x="961440" y="0"/>
                  </a:lnTo>
                  <a:lnTo>
                    <a:pt x="0" y="448335"/>
                  </a:lnTo>
                  <a:lnTo>
                    <a:pt x="89662" y="640626"/>
                  </a:lnTo>
                  <a:lnTo>
                    <a:pt x="858812" y="281952"/>
                  </a:lnTo>
                  <a:lnTo>
                    <a:pt x="1441208" y="1530857"/>
                  </a:lnTo>
                  <a:lnTo>
                    <a:pt x="1633499" y="1441183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340" y="3472548"/>
              <a:ext cx="1633855" cy="1530985"/>
            </a:xfrm>
            <a:custGeom>
              <a:avLst/>
              <a:gdLst/>
              <a:ahLst/>
              <a:cxnLst/>
              <a:rect l="l" t="t" r="r" b="b"/>
              <a:pathLst>
                <a:path w="1633854" h="1530985">
                  <a:moveTo>
                    <a:pt x="89662" y="640626"/>
                  </a:moveTo>
                  <a:lnTo>
                    <a:pt x="858812" y="281952"/>
                  </a:lnTo>
                  <a:lnTo>
                    <a:pt x="1441208" y="1530857"/>
                  </a:lnTo>
                  <a:lnTo>
                    <a:pt x="1633499" y="1441183"/>
                  </a:lnTo>
                  <a:lnTo>
                    <a:pt x="961440" y="0"/>
                  </a:lnTo>
                  <a:lnTo>
                    <a:pt x="0" y="448335"/>
                  </a:lnTo>
                  <a:lnTo>
                    <a:pt x="89662" y="640626"/>
                  </a:lnTo>
                  <a:close/>
                </a:path>
                <a:path w="1633854" h="1530985">
                  <a:moveTo>
                    <a:pt x="299440" y="542810"/>
                  </a:moveTo>
                  <a:lnTo>
                    <a:pt x="251434" y="439864"/>
                  </a:lnTo>
                </a:path>
                <a:path w="1633854" h="1530985">
                  <a:moveTo>
                    <a:pt x="299440" y="542810"/>
                  </a:moveTo>
                  <a:lnTo>
                    <a:pt x="251434" y="439864"/>
                  </a:lnTo>
                </a:path>
                <a:path w="1633854" h="1530985">
                  <a:moveTo>
                    <a:pt x="340220" y="523786"/>
                  </a:moveTo>
                  <a:lnTo>
                    <a:pt x="313956" y="467461"/>
                  </a:lnTo>
                </a:path>
                <a:path w="1633854" h="1530985">
                  <a:moveTo>
                    <a:pt x="340220" y="523786"/>
                  </a:moveTo>
                  <a:lnTo>
                    <a:pt x="313956" y="467461"/>
                  </a:lnTo>
                </a:path>
                <a:path w="1633854" h="1530985">
                  <a:moveTo>
                    <a:pt x="379069" y="505675"/>
                  </a:moveTo>
                  <a:lnTo>
                    <a:pt x="331063" y="402729"/>
                  </a:lnTo>
                </a:path>
                <a:path w="1633854" h="1530985">
                  <a:moveTo>
                    <a:pt x="379069" y="505675"/>
                  </a:moveTo>
                  <a:lnTo>
                    <a:pt x="331063" y="402729"/>
                  </a:lnTo>
                </a:path>
                <a:path w="1633854" h="1530985">
                  <a:moveTo>
                    <a:pt x="419862" y="486651"/>
                  </a:moveTo>
                  <a:lnTo>
                    <a:pt x="393598" y="430326"/>
                  </a:lnTo>
                </a:path>
                <a:path w="1633854" h="1530985">
                  <a:moveTo>
                    <a:pt x="419862" y="486651"/>
                  </a:moveTo>
                  <a:lnTo>
                    <a:pt x="393598" y="430326"/>
                  </a:lnTo>
                </a:path>
                <a:path w="1633854" h="1530985">
                  <a:moveTo>
                    <a:pt x="458711" y="468528"/>
                  </a:moveTo>
                  <a:lnTo>
                    <a:pt x="410705" y="365594"/>
                  </a:lnTo>
                </a:path>
                <a:path w="1633854" h="1530985">
                  <a:moveTo>
                    <a:pt x="458711" y="468528"/>
                  </a:moveTo>
                  <a:lnTo>
                    <a:pt x="410705" y="365594"/>
                  </a:lnTo>
                </a:path>
                <a:path w="1633854" h="1530985">
                  <a:moveTo>
                    <a:pt x="499490" y="449516"/>
                  </a:moveTo>
                  <a:lnTo>
                    <a:pt x="473227" y="393179"/>
                  </a:lnTo>
                </a:path>
                <a:path w="1633854" h="1530985">
                  <a:moveTo>
                    <a:pt x="499490" y="449516"/>
                  </a:moveTo>
                  <a:lnTo>
                    <a:pt x="473227" y="393179"/>
                  </a:lnTo>
                </a:path>
                <a:path w="1633854" h="1530985">
                  <a:moveTo>
                    <a:pt x="538340" y="431393"/>
                  </a:moveTo>
                  <a:lnTo>
                    <a:pt x="490334" y="328460"/>
                  </a:lnTo>
                </a:path>
                <a:path w="1633854" h="1530985">
                  <a:moveTo>
                    <a:pt x="538340" y="431393"/>
                  </a:moveTo>
                  <a:lnTo>
                    <a:pt x="490334" y="328460"/>
                  </a:lnTo>
                </a:path>
                <a:path w="1633854" h="1530985">
                  <a:moveTo>
                    <a:pt x="579132" y="412381"/>
                  </a:moveTo>
                  <a:lnTo>
                    <a:pt x="552856" y="356044"/>
                  </a:lnTo>
                </a:path>
                <a:path w="1633854" h="1530985">
                  <a:moveTo>
                    <a:pt x="579132" y="412381"/>
                  </a:moveTo>
                  <a:lnTo>
                    <a:pt x="552856" y="356044"/>
                  </a:lnTo>
                </a:path>
                <a:path w="1633854" h="1530985">
                  <a:moveTo>
                    <a:pt x="619912" y="393357"/>
                  </a:moveTo>
                  <a:lnTo>
                    <a:pt x="571906" y="290410"/>
                  </a:lnTo>
                </a:path>
                <a:path w="1633854" h="1530985">
                  <a:moveTo>
                    <a:pt x="619912" y="393357"/>
                  </a:moveTo>
                  <a:lnTo>
                    <a:pt x="571906" y="290410"/>
                  </a:lnTo>
                </a:path>
                <a:path w="1633854" h="1530985">
                  <a:moveTo>
                    <a:pt x="660704" y="374332"/>
                  </a:moveTo>
                  <a:lnTo>
                    <a:pt x="634441" y="318008"/>
                  </a:lnTo>
                </a:path>
                <a:path w="1633854" h="1530985">
                  <a:moveTo>
                    <a:pt x="660704" y="374332"/>
                  </a:moveTo>
                  <a:lnTo>
                    <a:pt x="634441" y="318008"/>
                  </a:lnTo>
                </a:path>
                <a:path w="1633854" h="1530985">
                  <a:moveTo>
                    <a:pt x="697611" y="357124"/>
                  </a:moveTo>
                  <a:lnTo>
                    <a:pt x="649604" y="254190"/>
                  </a:lnTo>
                </a:path>
                <a:path w="1633854" h="1530985">
                  <a:moveTo>
                    <a:pt x="697611" y="357124"/>
                  </a:moveTo>
                  <a:lnTo>
                    <a:pt x="649604" y="254190"/>
                  </a:lnTo>
                </a:path>
                <a:path w="1633854" h="1530985">
                  <a:moveTo>
                    <a:pt x="740333" y="337197"/>
                  </a:moveTo>
                  <a:lnTo>
                    <a:pt x="714070" y="280873"/>
                  </a:lnTo>
                </a:path>
                <a:path w="1633854" h="1530985">
                  <a:moveTo>
                    <a:pt x="740333" y="337197"/>
                  </a:moveTo>
                  <a:lnTo>
                    <a:pt x="714070" y="280873"/>
                  </a:lnTo>
                </a:path>
                <a:path w="1633854" h="1530985">
                  <a:moveTo>
                    <a:pt x="779183" y="319087"/>
                  </a:moveTo>
                  <a:lnTo>
                    <a:pt x="731177" y="216141"/>
                  </a:lnTo>
                </a:path>
                <a:path w="1633854" h="1530985">
                  <a:moveTo>
                    <a:pt x="779183" y="319087"/>
                  </a:moveTo>
                  <a:lnTo>
                    <a:pt x="731177" y="216141"/>
                  </a:lnTo>
                </a:path>
                <a:path w="1633854" h="1530985">
                  <a:moveTo>
                    <a:pt x="818032" y="300964"/>
                  </a:moveTo>
                  <a:lnTo>
                    <a:pt x="791768" y="244640"/>
                  </a:lnTo>
                </a:path>
                <a:path w="1633854" h="1530985">
                  <a:moveTo>
                    <a:pt x="818032" y="300964"/>
                  </a:moveTo>
                  <a:lnTo>
                    <a:pt x="791768" y="244640"/>
                  </a:lnTo>
                </a:path>
                <a:path w="1633854" h="1530985">
                  <a:moveTo>
                    <a:pt x="858812" y="281952"/>
                  </a:moveTo>
                  <a:lnTo>
                    <a:pt x="810818" y="179006"/>
                  </a:lnTo>
                </a:path>
                <a:path w="1633854" h="1530985">
                  <a:moveTo>
                    <a:pt x="858812" y="281952"/>
                  </a:moveTo>
                  <a:lnTo>
                    <a:pt x="810818" y="179006"/>
                  </a:lnTo>
                </a:path>
                <a:path w="1633854" h="1530985">
                  <a:moveTo>
                    <a:pt x="858812" y="281952"/>
                  </a:moveTo>
                  <a:lnTo>
                    <a:pt x="963701" y="233045"/>
                  </a:lnTo>
                </a:path>
                <a:path w="1633854" h="1530985">
                  <a:moveTo>
                    <a:pt x="858812" y="281952"/>
                  </a:moveTo>
                  <a:lnTo>
                    <a:pt x="963701" y="233045"/>
                  </a:lnTo>
                </a:path>
                <a:path w="1633854" h="1530985">
                  <a:moveTo>
                    <a:pt x="877836" y="322732"/>
                  </a:moveTo>
                  <a:lnTo>
                    <a:pt x="932218" y="297383"/>
                  </a:lnTo>
                </a:path>
                <a:path w="1633854" h="1530985">
                  <a:moveTo>
                    <a:pt x="877836" y="322732"/>
                  </a:moveTo>
                  <a:lnTo>
                    <a:pt x="932218" y="297383"/>
                  </a:lnTo>
                </a:path>
                <a:path w="1633854" h="1530985">
                  <a:moveTo>
                    <a:pt x="896861" y="363524"/>
                  </a:moveTo>
                  <a:lnTo>
                    <a:pt x="1001750" y="314617"/>
                  </a:lnTo>
                </a:path>
                <a:path w="1633854" h="1530985">
                  <a:moveTo>
                    <a:pt x="896861" y="363524"/>
                  </a:moveTo>
                  <a:lnTo>
                    <a:pt x="1001750" y="314617"/>
                  </a:lnTo>
                </a:path>
                <a:path w="1633854" h="1530985">
                  <a:moveTo>
                    <a:pt x="914971" y="402374"/>
                  </a:moveTo>
                  <a:lnTo>
                    <a:pt x="969365" y="377012"/>
                  </a:lnTo>
                </a:path>
                <a:path w="1633854" h="1530985">
                  <a:moveTo>
                    <a:pt x="914971" y="402374"/>
                  </a:moveTo>
                  <a:lnTo>
                    <a:pt x="969365" y="377012"/>
                  </a:lnTo>
                </a:path>
                <a:path w="1633854" h="1530985">
                  <a:moveTo>
                    <a:pt x="933094" y="441223"/>
                  </a:moveTo>
                  <a:lnTo>
                    <a:pt x="1037971" y="392303"/>
                  </a:lnTo>
                </a:path>
                <a:path w="1633854" h="1530985">
                  <a:moveTo>
                    <a:pt x="933094" y="441223"/>
                  </a:moveTo>
                  <a:lnTo>
                    <a:pt x="1037971" y="392303"/>
                  </a:lnTo>
                </a:path>
                <a:path w="1633854" h="1530985">
                  <a:moveTo>
                    <a:pt x="952106" y="482015"/>
                  </a:moveTo>
                  <a:lnTo>
                    <a:pt x="1006500" y="456653"/>
                  </a:lnTo>
                </a:path>
                <a:path w="1633854" h="1530985">
                  <a:moveTo>
                    <a:pt x="952106" y="482015"/>
                  </a:moveTo>
                  <a:lnTo>
                    <a:pt x="1006500" y="456653"/>
                  </a:lnTo>
                </a:path>
                <a:path w="1633854" h="1530985">
                  <a:moveTo>
                    <a:pt x="971130" y="522795"/>
                  </a:moveTo>
                  <a:lnTo>
                    <a:pt x="1076007" y="473887"/>
                  </a:lnTo>
                </a:path>
                <a:path w="1633854" h="1530985">
                  <a:moveTo>
                    <a:pt x="971130" y="522795"/>
                  </a:moveTo>
                  <a:lnTo>
                    <a:pt x="1076007" y="473887"/>
                  </a:lnTo>
                </a:path>
                <a:path w="1633854" h="1530985">
                  <a:moveTo>
                    <a:pt x="989241" y="561644"/>
                  </a:moveTo>
                  <a:lnTo>
                    <a:pt x="1043635" y="536282"/>
                  </a:lnTo>
                </a:path>
                <a:path w="1633854" h="1530985">
                  <a:moveTo>
                    <a:pt x="989241" y="561644"/>
                  </a:moveTo>
                  <a:lnTo>
                    <a:pt x="1043635" y="536282"/>
                  </a:lnTo>
                </a:path>
                <a:path w="1633854" h="1530985">
                  <a:moveTo>
                    <a:pt x="1008265" y="602437"/>
                  </a:moveTo>
                  <a:lnTo>
                    <a:pt x="1113154" y="553516"/>
                  </a:lnTo>
                </a:path>
                <a:path w="1633854" h="1530985">
                  <a:moveTo>
                    <a:pt x="1008265" y="602437"/>
                  </a:moveTo>
                  <a:lnTo>
                    <a:pt x="1113154" y="553516"/>
                  </a:lnTo>
                </a:path>
                <a:path w="1633854" h="1530985">
                  <a:moveTo>
                    <a:pt x="1027290" y="643216"/>
                  </a:moveTo>
                  <a:lnTo>
                    <a:pt x="1081671" y="617855"/>
                  </a:lnTo>
                </a:path>
                <a:path w="1633854" h="1530985">
                  <a:moveTo>
                    <a:pt x="1027290" y="643216"/>
                  </a:moveTo>
                  <a:lnTo>
                    <a:pt x="1081671" y="617855"/>
                  </a:lnTo>
                </a:path>
                <a:path w="1633854" h="1530985">
                  <a:moveTo>
                    <a:pt x="1045400" y="682066"/>
                  </a:moveTo>
                  <a:lnTo>
                    <a:pt x="1150289" y="633158"/>
                  </a:lnTo>
                </a:path>
                <a:path w="1633854" h="1530985">
                  <a:moveTo>
                    <a:pt x="1045400" y="682066"/>
                  </a:moveTo>
                  <a:lnTo>
                    <a:pt x="1150289" y="633158"/>
                  </a:lnTo>
                </a:path>
                <a:path w="1633854" h="1530985">
                  <a:moveTo>
                    <a:pt x="1064425" y="722858"/>
                  </a:moveTo>
                  <a:lnTo>
                    <a:pt x="1118806" y="697496"/>
                  </a:lnTo>
                </a:path>
                <a:path w="1633854" h="1530985">
                  <a:moveTo>
                    <a:pt x="1064425" y="722858"/>
                  </a:moveTo>
                  <a:lnTo>
                    <a:pt x="1118806" y="697496"/>
                  </a:lnTo>
                </a:path>
                <a:path w="1633854" h="1530985">
                  <a:moveTo>
                    <a:pt x="1082535" y="761707"/>
                  </a:moveTo>
                  <a:lnTo>
                    <a:pt x="1187424" y="712787"/>
                  </a:lnTo>
                </a:path>
                <a:path w="1633854" h="1530985">
                  <a:moveTo>
                    <a:pt x="1082535" y="761707"/>
                  </a:moveTo>
                  <a:lnTo>
                    <a:pt x="1187424" y="712787"/>
                  </a:lnTo>
                </a:path>
                <a:path w="1633854" h="1530985">
                  <a:moveTo>
                    <a:pt x="1102461" y="804430"/>
                  </a:moveTo>
                  <a:lnTo>
                    <a:pt x="1156842" y="779068"/>
                  </a:lnTo>
                </a:path>
                <a:path w="1633854" h="1530985">
                  <a:moveTo>
                    <a:pt x="1102461" y="804430"/>
                  </a:moveTo>
                  <a:lnTo>
                    <a:pt x="1156842" y="779068"/>
                  </a:lnTo>
                </a:path>
                <a:path w="1633854" h="1530985">
                  <a:moveTo>
                    <a:pt x="1119670" y="841336"/>
                  </a:moveTo>
                  <a:lnTo>
                    <a:pt x="1224559" y="792429"/>
                  </a:lnTo>
                </a:path>
                <a:path w="1633854" h="1530985">
                  <a:moveTo>
                    <a:pt x="1119670" y="841336"/>
                  </a:moveTo>
                  <a:lnTo>
                    <a:pt x="1224559" y="792429"/>
                  </a:lnTo>
                </a:path>
                <a:path w="1633854" h="1530985">
                  <a:moveTo>
                    <a:pt x="1138694" y="882129"/>
                  </a:moveTo>
                  <a:lnTo>
                    <a:pt x="1193076" y="856767"/>
                  </a:lnTo>
                </a:path>
                <a:path w="1633854" h="1530985">
                  <a:moveTo>
                    <a:pt x="1138694" y="882129"/>
                  </a:moveTo>
                  <a:lnTo>
                    <a:pt x="1193076" y="856767"/>
                  </a:lnTo>
                </a:path>
                <a:path w="1633854" h="1530985">
                  <a:moveTo>
                    <a:pt x="1157719" y="922909"/>
                  </a:moveTo>
                  <a:lnTo>
                    <a:pt x="1262595" y="874001"/>
                  </a:lnTo>
                </a:path>
                <a:path w="1633854" h="1530985">
                  <a:moveTo>
                    <a:pt x="1157719" y="922909"/>
                  </a:moveTo>
                  <a:lnTo>
                    <a:pt x="1262595" y="874001"/>
                  </a:lnTo>
                </a:path>
                <a:path w="1633854" h="1530985">
                  <a:moveTo>
                    <a:pt x="1176731" y="963701"/>
                  </a:moveTo>
                  <a:lnTo>
                    <a:pt x="1231125" y="938339"/>
                  </a:lnTo>
                </a:path>
                <a:path w="1633854" h="1530985">
                  <a:moveTo>
                    <a:pt x="1176731" y="963701"/>
                  </a:moveTo>
                  <a:lnTo>
                    <a:pt x="1231125" y="938339"/>
                  </a:lnTo>
                </a:path>
                <a:path w="1633854" h="1530985">
                  <a:moveTo>
                    <a:pt x="1194854" y="1002550"/>
                  </a:moveTo>
                  <a:lnTo>
                    <a:pt x="1299730" y="953642"/>
                  </a:lnTo>
                </a:path>
                <a:path w="1633854" h="1530985">
                  <a:moveTo>
                    <a:pt x="1194854" y="1002550"/>
                  </a:moveTo>
                  <a:lnTo>
                    <a:pt x="1299730" y="953642"/>
                  </a:lnTo>
                </a:path>
                <a:path w="1633854" h="1530985">
                  <a:moveTo>
                    <a:pt x="1213865" y="1043330"/>
                  </a:moveTo>
                  <a:lnTo>
                    <a:pt x="1268260" y="1017968"/>
                  </a:lnTo>
                </a:path>
                <a:path w="1633854" h="1530985">
                  <a:moveTo>
                    <a:pt x="1213865" y="1043330"/>
                  </a:moveTo>
                  <a:lnTo>
                    <a:pt x="1268260" y="1017968"/>
                  </a:lnTo>
                </a:path>
                <a:path w="1633854" h="1530985">
                  <a:moveTo>
                    <a:pt x="1232890" y="1084122"/>
                  </a:moveTo>
                  <a:lnTo>
                    <a:pt x="1337779" y="1035215"/>
                  </a:lnTo>
                </a:path>
                <a:path w="1633854" h="1530985">
                  <a:moveTo>
                    <a:pt x="1232890" y="1084122"/>
                  </a:moveTo>
                  <a:lnTo>
                    <a:pt x="1337779" y="1035215"/>
                  </a:lnTo>
                </a:path>
                <a:path w="1633854" h="1530985">
                  <a:moveTo>
                    <a:pt x="1251000" y="1122972"/>
                  </a:moveTo>
                  <a:lnTo>
                    <a:pt x="1305394" y="1097610"/>
                  </a:lnTo>
                </a:path>
                <a:path w="1633854" h="1530985">
                  <a:moveTo>
                    <a:pt x="1251000" y="1122972"/>
                  </a:moveTo>
                  <a:lnTo>
                    <a:pt x="1305394" y="1097610"/>
                  </a:lnTo>
                </a:path>
                <a:path w="1633854" h="1530985">
                  <a:moveTo>
                    <a:pt x="1269123" y="1161808"/>
                  </a:moveTo>
                  <a:lnTo>
                    <a:pt x="1374000" y="1112901"/>
                  </a:lnTo>
                </a:path>
                <a:path w="1633854" h="1530985">
                  <a:moveTo>
                    <a:pt x="1269123" y="1161808"/>
                  </a:moveTo>
                  <a:lnTo>
                    <a:pt x="1374000" y="1112901"/>
                  </a:lnTo>
                </a:path>
                <a:path w="1633854" h="1530985">
                  <a:moveTo>
                    <a:pt x="1288135" y="1202601"/>
                  </a:moveTo>
                  <a:lnTo>
                    <a:pt x="1342529" y="1177239"/>
                  </a:lnTo>
                </a:path>
                <a:path w="1633854" h="1530985">
                  <a:moveTo>
                    <a:pt x="1288135" y="1202601"/>
                  </a:moveTo>
                  <a:lnTo>
                    <a:pt x="1342529" y="1177239"/>
                  </a:lnTo>
                </a:path>
                <a:path w="1633854" h="1530985">
                  <a:moveTo>
                    <a:pt x="1307160" y="1243393"/>
                  </a:moveTo>
                  <a:lnTo>
                    <a:pt x="1412049" y="1194485"/>
                  </a:lnTo>
                </a:path>
                <a:path w="1633854" h="1530985">
                  <a:moveTo>
                    <a:pt x="1307160" y="1243393"/>
                  </a:moveTo>
                  <a:lnTo>
                    <a:pt x="1412049" y="1194485"/>
                  </a:lnTo>
                </a:path>
                <a:path w="1633854" h="1530985">
                  <a:moveTo>
                    <a:pt x="1326184" y="1284185"/>
                  </a:moveTo>
                  <a:lnTo>
                    <a:pt x="1380566" y="1258823"/>
                  </a:lnTo>
                </a:path>
                <a:path w="1633854" h="1530985">
                  <a:moveTo>
                    <a:pt x="1326184" y="1284185"/>
                  </a:moveTo>
                  <a:lnTo>
                    <a:pt x="1380566" y="1258823"/>
                  </a:lnTo>
                </a:path>
                <a:path w="1633854" h="1530985">
                  <a:moveTo>
                    <a:pt x="1344294" y="1323022"/>
                  </a:moveTo>
                  <a:lnTo>
                    <a:pt x="1449184" y="1274114"/>
                  </a:lnTo>
                </a:path>
                <a:path w="1633854" h="1530985">
                  <a:moveTo>
                    <a:pt x="1344294" y="1323022"/>
                  </a:moveTo>
                  <a:lnTo>
                    <a:pt x="1449184" y="127411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4227" y="1244460"/>
              <a:ext cx="5005705" cy="2630170"/>
            </a:xfrm>
            <a:custGeom>
              <a:avLst/>
              <a:gdLst/>
              <a:ahLst/>
              <a:cxnLst/>
              <a:rect l="l" t="t" r="r" b="b"/>
              <a:pathLst>
                <a:path w="5005705" h="2630170">
                  <a:moveTo>
                    <a:pt x="36224" y="2016150"/>
                  </a:moveTo>
                  <a:lnTo>
                    <a:pt x="36224" y="1880382"/>
                  </a:lnTo>
                  <a:lnTo>
                    <a:pt x="23183" y="1914601"/>
                  </a:lnTo>
                  <a:lnTo>
                    <a:pt x="5795" y="1941905"/>
                  </a:lnTo>
                  <a:lnTo>
                    <a:pt x="0" y="1961584"/>
                  </a:lnTo>
                  <a:lnTo>
                    <a:pt x="5795" y="1983159"/>
                  </a:lnTo>
                  <a:lnTo>
                    <a:pt x="23183" y="2016150"/>
                  </a:lnTo>
                  <a:lnTo>
                    <a:pt x="36224" y="2016150"/>
                  </a:lnTo>
                  <a:close/>
                </a:path>
                <a:path w="5005705" h="2630170">
                  <a:moveTo>
                    <a:pt x="864673" y="1886407"/>
                  </a:moveTo>
                  <a:lnTo>
                    <a:pt x="739921" y="1851444"/>
                  </a:lnTo>
                  <a:lnTo>
                    <a:pt x="605186" y="1831517"/>
                  </a:lnTo>
                  <a:lnTo>
                    <a:pt x="482936" y="1819046"/>
                  </a:lnTo>
                  <a:lnTo>
                    <a:pt x="23183" y="1819046"/>
                  </a:lnTo>
                  <a:lnTo>
                    <a:pt x="27530" y="1827547"/>
                  </a:lnTo>
                  <a:lnTo>
                    <a:pt x="34775" y="1849678"/>
                  </a:lnTo>
                  <a:lnTo>
                    <a:pt x="36224" y="1880382"/>
                  </a:lnTo>
                  <a:lnTo>
                    <a:pt x="36224" y="2016150"/>
                  </a:lnTo>
                  <a:lnTo>
                    <a:pt x="482936" y="2016150"/>
                  </a:lnTo>
                  <a:lnTo>
                    <a:pt x="482936" y="2016343"/>
                  </a:lnTo>
                  <a:lnTo>
                    <a:pt x="641813" y="2028621"/>
                  </a:lnTo>
                  <a:lnTo>
                    <a:pt x="794810" y="2068537"/>
                  </a:lnTo>
                  <a:lnTo>
                    <a:pt x="859682" y="2089814"/>
                  </a:lnTo>
                  <a:lnTo>
                    <a:pt x="859682" y="1886407"/>
                  </a:lnTo>
                  <a:lnTo>
                    <a:pt x="864673" y="1886407"/>
                  </a:lnTo>
                  <a:close/>
                </a:path>
                <a:path w="5005705" h="2630170">
                  <a:moveTo>
                    <a:pt x="482936" y="2016343"/>
                  </a:moveTo>
                  <a:lnTo>
                    <a:pt x="482936" y="2016150"/>
                  </a:lnTo>
                  <a:lnTo>
                    <a:pt x="480434" y="2016150"/>
                  </a:lnTo>
                  <a:lnTo>
                    <a:pt x="482936" y="2016343"/>
                  </a:lnTo>
                  <a:close/>
                </a:path>
                <a:path w="5005705" h="2630170">
                  <a:moveTo>
                    <a:pt x="4808188" y="1387195"/>
                  </a:moveTo>
                  <a:lnTo>
                    <a:pt x="4808188" y="556374"/>
                  </a:lnTo>
                  <a:lnTo>
                    <a:pt x="4793214" y="743496"/>
                  </a:lnTo>
                  <a:lnTo>
                    <a:pt x="4763281" y="928103"/>
                  </a:lnTo>
                  <a:lnTo>
                    <a:pt x="4713382" y="1105268"/>
                  </a:lnTo>
                  <a:lnTo>
                    <a:pt x="4646009" y="1274927"/>
                  </a:lnTo>
                  <a:lnTo>
                    <a:pt x="4563675" y="1444561"/>
                  </a:lnTo>
                  <a:lnTo>
                    <a:pt x="4461376" y="1599272"/>
                  </a:lnTo>
                  <a:lnTo>
                    <a:pt x="4346657" y="1751431"/>
                  </a:lnTo>
                  <a:lnTo>
                    <a:pt x="4221867" y="1888693"/>
                  </a:lnTo>
                  <a:lnTo>
                    <a:pt x="4077150" y="2008454"/>
                  </a:lnTo>
                  <a:lnTo>
                    <a:pt x="3927494" y="2123224"/>
                  </a:lnTo>
                  <a:lnTo>
                    <a:pt x="3762787" y="2215540"/>
                  </a:lnTo>
                  <a:lnTo>
                    <a:pt x="3598119" y="2292883"/>
                  </a:lnTo>
                  <a:lnTo>
                    <a:pt x="3415988" y="2355253"/>
                  </a:lnTo>
                  <a:lnTo>
                    <a:pt x="3241338" y="2400173"/>
                  </a:lnTo>
                  <a:lnTo>
                    <a:pt x="3049225" y="2427617"/>
                  </a:lnTo>
                  <a:lnTo>
                    <a:pt x="2864592" y="2437587"/>
                  </a:lnTo>
                  <a:lnTo>
                    <a:pt x="2862103" y="2437587"/>
                  </a:lnTo>
                  <a:lnTo>
                    <a:pt x="2682462" y="2427617"/>
                  </a:lnTo>
                  <a:lnTo>
                    <a:pt x="2490349" y="2400173"/>
                  </a:lnTo>
                  <a:lnTo>
                    <a:pt x="2315698" y="2355253"/>
                  </a:lnTo>
                  <a:lnTo>
                    <a:pt x="2228373" y="2330310"/>
                  </a:lnTo>
                  <a:lnTo>
                    <a:pt x="859682" y="1886407"/>
                  </a:lnTo>
                  <a:lnTo>
                    <a:pt x="859682" y="2089814"/>
                  </a:lnTo>
                  <a:lnTo>
                    <a:pt x="2163502" y="2517432"/>
                  </a:lnTo>
                  <a:lnTo>
                    <a:pt x="2365597" y="2567330"/>
                  </a:lnTo>
                  <a:lnTo>
                    <a:pt x="2567692" y="2609748"/>
                  </a:lnTo>
                  <a:lnTo>
                    <a:pt x="2774778" y="2629700"/>
                  </a:lnTo>
                  <a:lnTo>
                    <a:pt x="2979362" y="2624709"/>
                  </a:lnTo>
                  <a:lnTo>
                    <a:pt x="3186449" y="2604757"/>
                  </a:lnTo>
                  <a:lnTo>
                    <a:pt x="3388544" y="2567330"/>
                  </a:lnTo>
                  <a:lnTo>
                    <a:pt x="3590639" y="2507449"/>
                  </a:lnTo>
                  <a:lnTo>
                    <a:pt x="3780250" y="2425115"/>
                  </a:lnTo>
                  <a:lnTo>
                    <a:pt x="3967372" y="2325319"/>
                  </a:lnTo>
                  <a:lnTo>
                    <a:pt x="4137069" y="2213038"/>
                  </a:lnTo>
                  <a:lnTo>
                    <a:pt x="4301699" y="2083308"/>
                  </a:lnTo>
                  <a:lnTo>
                    <a:pt x="4446416" y="1933600"/>
                  </a:lnTo>
                  <a:lnTo>
                    <a:pt x="4581137" y="1773923"/>
                  </a:lnTo>
                  <a:lnTo>
                    <a:pt x="4695907" y="1601774"/>
                  </a:lnTo>
                  <a:lnTo>
                    <a:pt x="4793214" y="1422133"/>
                  </a:lnTo>
                  <a:lnTo>
                    <a:pt x="4808188" y="1387195"/>
                  </a:lnTo>
                  <a:close/>
                </a:path>
                <a:path w="5005705" h="2630170">
                  <a:moveTo>
                    <a:pt x="5005292" y="416661"/>
                  </a:moveTo>
                  <a:lnTo>
                    <a:pt x="4985365" y="209575"/>
                  </a:lnTo>
                  <a:lnTo>
                    <a:pt x="4952892" y="2489"/>
                  </a:lnTo>
                  <a:lnTo>
                    <a:pt x="4748307" y="0"/>
                  </a:lnTo>
                  <a:lnTo>
                    <a:pt x="4788223" y="184619"/>
                  </a:lnTo>
                  <a:lnTo>
                    <a:pt x="4808188" y="366763"/>
                  </a:lnTo>
                  <a:lnTo>
                    <a:pt x="4808188" y="1387195"/>
                  </a:lnTo>
                  <a:lnTo>
                    <a:pt x="4875549" y="1230020"/>
                  </a:lnTo>
                  <a:lnTo>
                    <a:pt x="4937918" y="1030389"/>
                  </a:lnTo>
                  <a:lnTo>
                    <a:pt x="4980374" y="830821"/>
                  </a:lnTo>
                  <a:lnTo>
                    <a:pt x="5000301" y="623747"/>
                  </a:lnTo>
                  <a:lnTo>
                    <a:pt x="5005292" y="416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4818" y="1244460"/>
              <a:ext cx="3888104" cy="2430780"/>
            </a:xfrm>
            <a:custGeom>
              <a:avLst/>
              <a:gdLst/>
              <a:ahLst/>
              <a:cxnLst/>
              <a:rect l="l" t="t" r="r" b="b"/>
              <a:pathLst>
                <a:path w="3888104" h="2430779">
                  <a:moveTo>
                    <a:pt x="3888016" y="486524"/>
                  </a:moveTo>
                  <a:lnTo>
                    <a:pt x="3887502" y="434657"/>
                  </a:lnTo>
                  <a:lnTo>
                    <a:pt x="3885923" y="384108"/>
                  </a:lnTo>
                  <a:lnTo>
                    <a:pt x="3883217" y="334650"/>
                  </a:lnTo>
                  <a:lnTo>
                    <a:pt x="3879325" y="286058"/>
                  </a:lnTo>
                  <a:lnTo>
                    <a:pt x="3874187" y="238104"/>
                  </a:lnTo>
                  <a:lnTo>
                    <a:pt x="3867743" y="190563"/>
                  </a:lnTo>
                  <a:lnTo>
                    <a:pt x="3859934" y="143208"/>
                  </a:lnTo>
                  <a:lnTo>
                    <a:pt x="3850700" y="95813"/>
                  </a:lnTo>
                  <a:lnTo>
                    <a:pt x="3839980" y="48153"/>
                  </a:lnTo>
                  <a:lnTo>
                    <a:pt x="3827716" y="0"/>
                  </a:lnTo>
                  <a:lnTo>
                    <a:pt x="41452" y="85267"/>
                  </a:lnTo>
                  <a:lnTo>
                    <a:pt x="31872" y="134041"/>
                  </a:lnTo>
                  <a:lnTo>
                    <a:pt x="23515" y="183243"/>
                  </a:lnTo>
                  <a:lnTo>
                    <a:pt x="16398" y="232857"/>
                  </a:lnTo>
                  <a:lnTo>
                    <a:pt x="10539" y="282867"/>
                  </a:lnTo>
                  <a:lnTo>
                    <a:pt x="5953" y="333255"/>
                  </a:lnTo>
                  <a:lnTo>
                    <a:pt x="2656" y="384005"/>
                  </a:lnTo>
                  <a:lnTo>
                    <a:pt x="666" y="435100"/>
                  </a:lnTo>
                  <a:lnTo>
                    <a:pt x="0" y="486524"/>
                  </a:lnTo>
                  <a:lnTo>
                    <a:pt x="597" y="535183"/>
                  </a:lnTo>
                  <a:lnTo>
                    <a:pt x="2379" y="583548"/>
                  </a:lnTo>
                  <a:lnTo>
                    <a:pt x="5332" y="631606"/>
                  </a:lnTo>
                  <a:lnTo>
                    <a:pt x="9442" y="679341"/>
                  </a:lnTo>
                  <a:lnTo>
                    <a:pt x="14695" y="726741"/>
                  </a:lnTo>
                  <a:lnTo>
                    <a:pt x="21078" y="773792"/>
                  </a:lnTo>
                  <a:lnTo>
                    <a:pt x="28576" y="820479"/>
                  </a:lnTo>
                  <a:lnTo>
                    <a:pt x="37175" y="866788"/>
                  </a:lnTo>
                  <a:lnTo>
                    <a:pt x="46862" y="912706"/>
                  </a:lnTo>
                  <a:lnTo>
                    <a:pt x="57623" y="958219"/>
                  </a:lnTo>
                  <a:lnTo>
                    <a:pt x="69443" y="1003313"/>
                  </a:lnTo>
                  <a:lnTo>
                    <a:pt x="82308" y="1047974"/>
                  </a:lnTo>
                  <a:lnTo>
                    <a:pt x="96206" y="1092187"/>
                  </a:lnTo>
                  <a:lnTo>
                    <a:pt x="111122" y="1135940"/>
                  </a:lnTo>
                  <a:lnTo>
                    <a:pt x="127041" y="1179217"/>
                  </a:lnTo>
                  <a:lnTo>
                    <a:pt x="143950" y="1222006"/>
                  </a:lnTo>
                  <a:lnTo>
                    <a:pt x="161836" y="1264292"/>
                  </a:lnTo>
                  <a:lnTo>
                    <a:pt x="180684" y="1306062"/>
                  </a:lnTo>
                  <a:lnTo>
                    <a:pt x="200480" y="1347300"/>
                  </a:lnTo>
                  <a:lnTo>
                    <a:pt x="221210" y="1387995"/>
                  </a:lnTo>
                  <a:lnTo>
                    <a:pt x="242861" y="1428131"/>
                  </a:lnTo>
                  <a:lnTo>
                    <a:pt x="265418" y="1467694"/>
                  </a:lnTo>
                  <a:lnTo>
                    <a:pt x="288867" y="1506672"/>
                  </a:lnTo>
                  <a:lnTo>
                    <a:pt x="313196" y="1545049"/>
                  </a:lnTo>
                  <a:lnTo>
                    <a:pt x="338389" y="1582812"/>
                  </a:lnTo>
                  <a:lnTo>
                    <a:pt x="364433" y="1619947"/>
                  </a:lnTo>
                  <a:lnTo>
                    <a:pt x="391314" y="1656440"/>
                  </a:lnTo>
                  <a:lnTo>
                    <a:pt x="419017" y="1692277"/>
                  </a:lnTo>
                  <a:lnTo>
                    <a:pt x="447530" y="1727444"/>
                  </a:lnTo>
                  <a:lnTo>
                    <a:pt x="476838" y="1761928"/>
                  </a:lnTo>
                  <a:lnTo>
                    <a:pt x="506927" y="1795714"/>
                  </a:lnTo>
                  <a:lnTo>
                    <a:pt x="537783" y="1828788"/>
                  </a:lnTo>
                  <a:lnTo>
                    <a:pt x="569393" y="1861137"/>
                  </a:lnTo>
                  <a:lnTo>
                    <a:pt x="601742" y="1892746"/>
                  </a:lnTo>
                  <a:lnTo>
                    <a:pt x="634816" y="1923602"/>
                  </a:lnTo>
                  <a:lnTo>
                    <a:pt x="668602" y="1953691"/>
                  </a:lnTo>
                  <a:lnTo>
                    <a:pt x="703086" y="1982999"/>
                  </a:lnTo>
                  <a:lnTo>
                    <a:pt x="738254" y="2011512"/>
                  </a:lnTo>
                  <a:lnTo>
                    <a:pt x="774091" y="2039215"/>
                  </a:lnTo>
                  <a:lnTo>
                    <a:pt x="810584" y="2066096"/>
                  </a:lnTo>
                  <a:lnTo>
                    <a:pt x="847719" y="2092139"/>
                  </a:lnTo>
                  <a:lnTo>
                    <a:pt x="885482" y="2117332"/>
                  </a:lnTo>
                  <a:lnTo>
                    <a:pt x="923859" y="2141661"/>
                  </a:lnTo>
                  <a:lnTo>
                    <a:pt x="962836" y="2165110"/>
                  </a:lnTo>
                  <a:lnTo>
                    <a:pt x="1002400" y="2187667"/>
                  </a:lnTo>
                  <a:lnTo>
                    <a:pt x="1042536" y="2209318"/>
                  </a:lnTo>
                  <a:lnTo>
                    <a:pt x="1083230" y="2230048"/>
                  </a:lnTo>
                  <a:lnTo>
                    <a:pt x="1124469" y="2249843"/>
                  </a:lnTo>
                  <a:lnTo>
                    <a:pt x="1166238" y="2268691"/>
                  </a:lnTo>
                  <a:lnTo>
                    <a:pt x="1208524" y="2286576"/>
                  </a:lnTo>
                  <a:lnTo>
                    <a:pt x="1251313" y="2303486"/>
                  </a:lnTo>
                  <a:lnTo>
                    <a:pt x="1294590" y="2319405"/>
                  </a:lnTo>
                  <a:lnTo>
                    <a:pt x="1338343" y="2334320"/>
                  </a:lnTo>
                  <a:lnTo>
                    <a:pt x="1382556" y="2348218"/>
                  </a:lnTo>
                  <a:lnTo>
                    <a:pt x="1427216" y="2361083"/>
                  </a:lnTo>
                  <a:lnTo>
                    <a:pt x="1472310" y="2372903"/>
                  </a:lnTo>
                  <a:lnTo>
                    <a:pt x="1517822" y="2383663"/>
                  </a:lnTo>
                  <a:lnTo>
                    <a:pt x="1563740" y="2393350"/>
                  </a:lnTo>
                  <a:lnTo>
                    <a:pt x="1610049" y="2401949"/>
                  </a:lnTo>
                  <a:lnTo>
                    <a:pt x="1656736" y="2409447"/>
                  </a:lnTo>
                  <a:lnTo>
                    <a:pt x="1703786" y="2415830"/>
                  </a:lnTo>
                  <a:lnTo>
                    <a:pt x="1751186" y="2421083"/>
                  </a:lnTo>
                  <a:lnTo>
                    <a:pt x="1798921" y="2425193"/>
                  </a:lnTo>
                  <a:lnTo>
                    <a:pt x="1846978" y="2428146"/>
                  </a:lnTo>
                  <a:lnTo>
                    <a:pt x="1895343" y="2429928"/>
                  </a:lnTo>
                  <a:lnTo>
                    <a:pt x="1944001" y="2430526"/>
                  </a:lnTo>
                  <a:lnTo>
                    <a:pt x="1992660" y="2429928"/>
                  </a:lnTo>
                  <a:lnTo>
                    <a:pt x="2041026" y="2428146"/>
                  </a:lnTo>
                  <a:lnTo>
                    <a:pt x="2089083" y="2425193"/>
                  </a:lnTo>
                  <a:lnTo>
                    <a:pt x="2136819" y="2421083"/>
                  </a:lnTo>
                  <a:lnTo>
                    <a:pt x="2184219" y="2415830"/>
                  </a:lnTo>
                  <a:lnTo>
                    <a:pt x="2231270" y="2409447"/>
                  </a:lnTo>
                  <a:lnTo>
                    <a:pt x="2277957" y="2401949"/>
                  </a:lnTo>
                  <a:lnTo>
                    <a:pt x="2324266" y="2393350"/>
                  </a:lnTo>
                  <a:lnTo>
                    <a:pt x="2370185" y="2383663"/>
                  </a:lnTo>
                  <a:lnTo>
                    <a:pt x="2415698" y="2372903"/>
                  </a:lnTo>
                  <a:lnTo>
                    <a:pt x="2460791" y="2361083"/>
                  </a:lnTo>
                  <a:lnTo>
                    <a:pt x="2505452" y="2348218"/>
                  </a:lnTo>
                  <a:lnTo>
                    <a:pt x="2549666" y="2334320"/>
                  </a:lnTo>
                  <a:lnTo>
                    <a:pt x="2593418" y="2319405"/>
                  </a:lnTo>
                  <a:lnTo>
                    <a:pt x="2636696" y="2303486"/>
                  </a:lnTo>
                  <a:lnTo>
                    <a:pt x="2679485" y="2286576"/>
                  </a:lnTo>
                  <a:lnTo>
                    <a:pt x="2721772" y="2268691"/>
                  </a:lnTo>
                  <a:lnTo>
                    <a:pt x="2763541" y="2249843"/>
                  </a:lnTo>
                  <a:lnTo>
                    <a:pt x="2804780" y="2230048"/>
                  </a:lnTo>
                  <a:lnTo>
                    <a:pt x="2845475" y="2209318"/>
                  </a:lnTo>
                  <a:lnTo>
                    <a:pt x="2885611" y="2187667"/>
                  </a:lnTo>
                  <a:lnTo>
                    <a:pt x="2925175" y="2165110"/>
                  </a:lnTo>
                  <a:lnTo>
                    <a:pt x="2964153" y="2141661"/>
                  </a:lnTo>
                  <a:lnTo>
                    <a:pt x="3002530" y="2117332"/>
                  </a:lnTo>
                  <a:lnTo>
                    <a:pt x="3040293" y="2092139"/>
                  </a:lnTo>
                  <a:lnTo>
                    <a:pt x="3077428" y="2066096"/>
                  </a:lnTo>
                  <a:lnTo>
                    <a:pt x="3113922" y="2039215"/>
                  </a:lnTo>
                  <a:lnTo>
                    <a:pt x="3149759" y="2011512"/>
                  </a:lnTo>
                  <a:lnTo>
                    <a:pt x="3184927" y="1982999"/>
                  </a:lnTo>
                  <a:lnTo>
                    <a:pt x="3219411" y="1953691"/>
                  </a:lnTo>
                  <a:lnTo>
                    <a:pt x="3253197" y="1923602"/>
                  </a:lnTo>
                  <a:lnTo>
                    <a:pt x="3286271" y="1892746"/>
                  </a:lnTo>
                  <a:lnTo>
                    <a:pt x="3318621" y="1861137"/>
                  </a:lnTo>
                  <a:lnTo>
                    <a:pt x="3350230" y="1828788"/>
                  </a:lnTo>
                  <a:lnTo>
                    <a:pt x="3381087" y="1795714"/>
                  </a:lnTo>
                  <a:lnTo>
                    <a:pt x="3411176" y="1761928"/>
                  </a:lnTo>
                  <a:lnTo>
                    <a:pt x="3440484" y="1727444"/>
                  </a:lnTo>
                  <a:lnTo>
                    <a:pt x="3468997" y="1692277"/>
                  </a:lnTo>
                  <a:lnTo>
                    <a:pt x="3496701" y="1656440"/>
                  </a:lnTo>
                  <a:lnTo>
                    <a:pt x="3523581" y="1619947"/>
                  </a:lnTo>
                  <a:lnTo>
                    <a:pt x="3549625" y="1582812"/>
                  </a:lnTo>
                  <a:lnTo>
                    <a:pt x="3574819" y="1545049"/>
                  </a:lnTo>
                  <a:lnTo>
                    <a:pt x="3599147" y="1506672"/>
                  </a:lnTo>
                  <a:lnTo>
                    <a:pt x="3622597" y="1467694"/>
                  </a:lnTo>
                  <a:lnTo>
                    <a:pt x="3645154" y="1428131"/>
                  </a:lnTo>
                  <a:lnTo>
                    <a:pt x="3666805" y="1387995"/>
                  </a:lnTo>
                  <a:lnTo>
                    <a:pt x="3687535" y="1347300"/>
                  </a:lnTo>
                  <a:lnTo>
                    <a:pt x="3707331" y="1306062"/>
                  </a:lnTo>
                  <a:lnTo>
                    <a:pt x="3726179" y="1264292"/>
                  </a:lnTo>
                  <a:lnTo>
                    <a:pt x="3744065" y="1222006"/>
                  </a:lnTo>
                  <a:lnTo>
                    <a:pt x="3760974" y="1179217"/>
                  </a:lnTo>
                  <a:lnTo>
                    <a:pt x="3776893" y="1135940"/>
                  </a:lnTo>
                  <a:lnTo>
                    <a:pt x="3791809" y="1092187"/>
                  </a:lnTo>
                  <a:lnTo>
                    <a:pt x="3805707" y="1047974"/>
                  </a:lnTo>
                  <a:lnTo>
                    <a:pt x="3818572" y="1003313"/>
                  </a:lnTo>
                  <a:lnTo>
                    <a:pt x="3830392" y="958219"/>
                  </a:lnTo>
                  <a:lnTo>
                    <a:pt x="3841153" y="912706"/>
                  </a:lnTo>
                  <a:lnTo>
                    <a:pt x="3850840" y="866788"/>
                  </a:lnTo>
                  <a:lnTo>
                    <a:pt x="3859439" y="820479"/>
                  </a:lnTo>
                  <a:lnTo>
                    <a:pt x="3866937" y="773792"/>
                  </a:lnTo>
                  <a:lnTo>
                    <a:pt x="3873320" y="726741"/>
                  </a:lnTo>
                  <a:lnTo>
                    <a:pt x="3878573" y="679341"/>
                  </a:lnTo>
                  <a:lnTo>
                    <a:pt x="3882683" y="631606"/>
                  </a:lnTo>
                  <a:lnTo>
                    <a:pt x="3885636" y="583548"/>
                  </a:lnTo>
                  <a:lnTo>
                    <a:pt x="3887418" y="535183"/>
                  </a:lnTo>
                  <a:lnTo>
                    <a:pt x="3888016" y="486524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4818" y="1244460"/>
              <a:ext cx="3888104" cy="2430780"/>
            </a:xfrm>
            <a:custGeom>
              <a:avLst/>
              <a:gdLst/>
              <a:ahLst/>
              <a:cxnLst/>
              <a:rect l="l" t="t" r="r" b="b"/>
              <a:pathLst>
                <a:path w="3888104" h="2430779">
                  <a:moveTo>
                    <a:pt x="3827716" y="0"/>
                  </a:moveTo>
                  <a:lnTo>
                    <a:pt x="3839980" y="48153"/>
                  </a:lnTo>
                  <a:lnTo>
                    <a:pt x="3850700" y="95813"/>
                  </a:lnTo>
                  <a:lnTo>
                    <a:pt x="3859934" y="143208"/>
                  </a:lnTo>
                  <a:lnTo>
                    <a:pt x="3867743" y="190563"/>
                  </a:lnTo>
                  <a:lnTo>
                    <a:pt x="3874187" y="238104"/>
                  </a:lnTo>
                  <a:lnTo>
                    <a:pt x="3879325" y="286058"/>
                  </a:lnTo>
                  <a:lnTo>
                    <a:pt x="3883217" y="334650"/>
                  </a:lnTo>
                  <a:lnTo>
                    <a:pt x="3885923" y="384108"/>
                  </a:lnTo>
                  <a:lnTo>
                    <a:pt x="3887502" y="434657"/>
                  </a:lnTo>
                  <a:lnTo>
                    <a:pt x="3888016" y="486524"/>
                  </a:lnTo>
                  <a:lnTo>
                    <a:pt x="3887418" y="535183"/>
                  </a:lnTo>
                  <a:lnTo>
                    <a:pt x="3885636" y="583548"/>
                  </a:lnTo>
                  <a:lnTo>
                    <a:pt x="3882683" y="631606"/>
                  </a:lnTo>
                  <a:lnTo>
                    <a:pt x="3878573" y="679341"/>
                  </a:lnTo>
                  <a:lnTo>
                    <a:pt x="3873320" y="726741"/>
                  </a:lnTo>
                  <a:lnTo>
                    <a:pt x="3866937" y="773792"/>
                  </a:lnTo>
                  <a:lnTo>
                    <a:pt x="3859439" y="820479"/>
                  </a:lnTo>
                  <a:lnTo>
                    <a:pt x="3850840" y="866788"/>
                  </a:lnTo>
                  <a:lnTo>
                    <a:pt x="3841153" y="912706"/>
                  </a:lnTo>
                  <a:lnTo>
                    <a:pt x="3830392" y="958219"/>
                  </a:lnTo>
                  <a:lnTo>
                    <a:pt x="3818572" y="1003313"/>
                  </a:lnTo>
                  <a:lnTo>
                    <a:pt x="3805707" y="1047974"/>
                  </a:lnTo>
                  <a:lnTo>
                    <a:pt x="3791809" y="1092187"/>
                  </a:lnTo>
                  <a:lnTo>
                    <a:pt x="3776893" y="1135940"/>
                  </a:lnTo>
                  <a:lnTo>
                    <a:pt x="3760974" y="1179217"/>
                  </a:lnTo>
                  <a:lnTo>
                    <a:pt x="3744065" y="1222006"/>
                  </a:lnTo>
                  <a:lnTo>
                    <a:pt x="3726179" y="1264292"/>
                  </a:lnTo>
                  <a:lnTo>
                    <a:pt x="3707331" y="1306062"/>
                  </a:lnTo>
                  <a:lnTo>
                    <a:pt x="3687535" y="1347300"/>
                  </a:lnTo>
                  <a:lnTo>
                    <a:pt x="3666805" y="1387995"/>
                  </a:lnTo>
                  <a:lnTo>
                    <a:pt x="3645154" y="1428131"/>
                  </a:lnTo>
                  <a:lnTo>
                    <a:pt x="3622597" y="1467694"/>
                  </a:lnTo>
                  <a:lnTo>
                    <a:pt x="3599147" y="1506672"/>
                  </a:lnTo>
                  <a:lnTo>
                    <a:pt x="3574819" y="1545049"/>
                  </a:lnTo>
                  <a:lnTo>
                    <a:pt x="3549625" y="1582812"/>
                  </a:lnTo>
                  <a:lnTo>
                    <a:pt x="3523581" y="1619947"/>
                  </a:lnTo>
                  <a:lnTo>
                    <a:pt x="3496701" y="1656440"/>
                  </a:lnTo>
                  <a:lnTo>
                    <a:pt x="3468997" y="1692277"/>
                  </a:lnTo>
                  <a:lnTo>
                    <a:pt x="3440484" y="1727444"/>
                  </a:lnTo>
                  <a:lnTo>
                    <a:pt x="3411176" y="1761928"/>
                  </a:lnTo>
                  <a:lnTo>
                    <a:pt x="3381087" y="1795714"/>
                  </a:lnTo>
                  <a:lnTo>
                    <a:pt x="3350230" y="1828788"/>
                  </a:lnTo>
                  <a:lnTo>
                    <a:pt x="3318621" y="1861137"/>
                  </a:lnTo>
                  <a:lnTo>
                    <a:pt x="3286271" y="1892746"/>
                  </a:lnTo>
                  <a:lnTo>
                    <a:pt x="3253197" y="1923602"/>
                  </a:lnTo>
                  <a:lnTo>
                    <a:pt x="3219411" y="1953691"/>
                  </a:lnTo>
                  <a:lnTo>
                    <a:pt x="3184927" y="1982999"/>
                  </a:lnTo>
                  <a:lnTo>
                    <a:pt x="3149759" y="2011512"/>
                  </a:lnTo>
                  <a:lnTo>
                    <a:pt x="3113922" y="2039215"/>
                  </a:lnTo>
                  <a:lnTo>
                    <a:pt x="3077428" y="2066096"/>
                  </a:lnTo>
                  <a:lnTo>
                    <a:pt x="3040293" y="2092139"/>
                  </a:lnTo>
                  <a:lnTo>
                    <a:pt x="3002530" y="2117332"/>
                  </a:lnTo>
                  <a:lnTo>
                    <a:pt x="2964153" y="2141661"/>
                  </a:lnTo>
                  <a:lnTo>
                    <a:pt x="2925175" y="2165110"/>
                  </a:lnTo>
                  <a:lnTo>
                    <a:pt x="2885611" y="2187667"/>
                  </a:lnTo>
                  <a:lnTo>
                    <a:pt x="2845475" y="2209318"/>
                  </a:lnTo>
                  <a:lnTo>
                    <a:pt x="2804780" y="2230048"/>
                  </a:lnTo>
                  <a:lnTo>
                    <a:pt x="2763541" y="2249843"/>
                  </a:lnTo>
                  <a:lnTo>
                    <a:pt x="2721772" y="2268691"/>
                  </a:lnTo>
                  <a:lnTo>
                    <a:pt x="2679485" y="2286576"/>
                  </a:lnTo>
                  <a:lnTo>
                    <a:pt x="2636696" y="2303486"/>
                  </a:lnTo>
                  <a:lnTo>
                    <a:pt x="2593418" y="2319405"/>
                  </a:lnTo>
                  <a:lnTo>
                    <a:pt x="2549666" y="2334320"/>
                  </a:lnTo>
                  <a:lnTo>
                    <a:pt x="2505452" y="2348218"/>
                  </a:lnTo>
                  <a:lnTo>
                    <a:pt x="2460791" y="2361083"/>
                  </a:lnTo>
                  <a:lnTo>
                    <a:pt x="2415698" y="2372903"/>
                  </a:lnTo>
                  <a:lnTo>
                    <a:pt x="2370185" y="2383663"/>
                  </a:lnTo>
                  <a:lnTo>
                    <a:pt x="2324266" y="2393350"/>
                  </a:lnTo>
                  <a:lnTo>
                    <a:pt x="2277957" y="2401949"/>
                  </a:lnTo>
                  <a:lnTo>
                    <a:pt x="2231270" y="2409447"/>
                  </a:lnTo>
                  <a:lnTo>
                    <a:pt x="2184219" y="2415830"/>
                  </a:lnTo>
                  <a:lnTo>
                    <a:pt x="2136819" y="2421083"/>
                  </a:lnTo>
                  <a:lnTo>
                    <a:pt x="2089083" y="2425193"/>
                  </a:lnTo>
                  <a:lnTo>
                    <a:pt x="2041026" y="2428146"/>
                  </a:lnTo>
                  <a:lnTo>
                    <a:pt x="1992660" y="2429928"/>
                  </a:lnTo>
                  <a:lnTo>
                    <a:pt x="1944001" y="2430526"/>
                  </a:lnTo>
                  <a:lnTo>
                    <a:pt x="1895343" y="2429928"/>
                  </a:lnTo>
                  <a:lnTo>
                    <a:pt x="1846978" y="2428146"/>
                  </a:lnTo>
                  <a:lnTo>
                    <a:pt x="1798921" y="2425193"/>
                  </a:lnTo>
                  <a:lnTo>
                    <a:pt x="1751186" y="2421083"/>
                  </a:lnTo>
                  <a:lnTo>
                    <a:pt x="1703786" y="2415830"/>
                  </a:lnTo>
                  <a:lnTo>
                    <a:pt x="1656736" y="2409447"/>
                  </a:lnTo>
                  <a:lnTo>
                    <a:pt x="1610049" y="2401949"/>
                  </a:lnTo>
                  <a:lnTo>
                    <a:pt x="1563740" y="2393350"/>
                  </a:lnTo>
                  <a:lnTo>
                    <a:pt x="1517822" y="2383663"/>
                  </a:lnTo>
                  <a:lnTo>
                    <a:pt x="1472310" y="2372903"/>
                  </a:lnTo>
                  <a:lnTo>
                    <a:pt x="1427216" y="2361083"/>
                  </a:lnTo>
                  <a:lnTo>
                    <a:pt x="1382556" y="2348218"/>
                  </a:lnTo>
                  <a:lnTo>
                    <a:pt x="1338343" y="2334320"/>
                  </a:lnTo>
                  <a:lnTo>
                    <a:pt x="1294590" y="2319405"/>
                  </a:lnTo>
                  <a:lnTo>
                    <a:pt x="1251313" y="2303486"/>
                  </a:lnTo>
                  <a:lnTo>
                    <a:pt x="1208524" y="2286576"/>
                  </a:lnTo>
                  <a:lnTo>
                    <a:pt x="1166238" y="2268691"/>
                  </a:lnTo>
                  <a:lnTo>
                    <a:pt x="1124469" y="2249843"/>
                  </a:lnTo>
                  <a:lnTo>
                    <a:pt x="1083230" y="2230048"/>
                  </a:lnTo>
                  <a:lnTo>
                    <a:pt x="1042536" y="2209318"/>
                  </a:lnTo>
                  <a:lnTo>
                    <a:pt x="1002400" y="2187667"/>
                  </a:lnTo>
                  <a:lnTo>
                    <a:pt x="962836" y="2165110"/>
                  </a:lnTo>
                  <a:lnTo>
                    <a:pt x="923859" y="2141661"/>
                  </a:lnTo>
                  <a:lnTo>
                    <a:pt x="885482" y="2117332"/>
                  </a:lnTo>
                  <a:lnTo>
                    <a:pt x="847719" y="2092139"/>
                  </a:lnTo>
                  <a:lnTo>
                    <a:pt x="810584" y="2066096"/>
                  </a:lnTo>
                  <a:lnTo>
                    <a:pt x="774091" y="2039215"/>
                  </a:lnTo>
                  <a:lnTo>
                    <a:pt x="738254" y="2011512"/>
                  </a:lnTo>
                  <a:lnTo>
                    <a:pt x="703086" y="1982999"/>
                  </a:lnTo>
                  <a:lnTo>
                    <a:pt x="668602" y="1953691"/>
                  </a:lnTo>
                  <a:lnTo>
                    <a:pt x="634816" y="1923602"/>
                  </a:lnTo>
                  <a:lnTo>
                    <a:pt x="601742" y="1892746"/>
                  </a:lnTo>
                  <a:lnTo>
                    <a:pt x="569393" y="1861137"/>
                  </a:lnTo>
                  <a:lnTo>
                    <a:pt x="537783" y="1828788"/>
                  </a:lnTo>
                  <a:lnTo>
                    <a:pt x="506927" y="1795714"/>
                  </a:lnTo>
                  <a:lnTo>
                    <a:pt x="476838" y="1761928"/>
                  </a:lnTo>
                  <a:lnTo>
                    <a:pt x="447530" y="1727444"/>
                  </a:lnTo>
                  <a:lnTo>
                    <a:pt x="419017" y="1692277"/>
                  </a:lnTo>
                  <a:lnTo>
                    <a:pt x="391314" y="1656440"/>
                  </a:lnTo>
                  <a:lnTo>
                    <a:pt x="364433" y="1619947"/>
                  </a:lnTo>
                  <a:lnTo>
                    <a:pt x="338389" y="1582812"/>
                  </a:lnTo>
                  <a:lnTo>
                    <a:pt x="313196" y="1545049"/>
                  </a:lnTo>
                  <a:lnTo>
                    <a:pt x="288867" y="1506672"/>
                  </a:lnTo>
                  <a:lnTo>
                    <a:pt x="265418" y="1467694"/>
                  </a:lnTo>
                  <a:lnTo>
                    <a:pt x="242861" y="1428131"/>
                  </a:lnTo>
                  <a:lnTo>
                    <a:pt x="221210" y="1387995"/>
                  </a:lnTo>
                  <a:lnTo>
                    <a:pt x="200480" y="1347300"/>
                  </a:lnTo>
                  <a:lnTo>
                    <a:pt x="180684" y="1306062"/>
                  </a:lnTo>
                  <a:lnTo>
                    <a:pt x="161836" y="1264292"/>
                  </a:lnTo>
                  <a:lnTo>
                    <a:pt x="143950" y="1222006"/>
                  </a:lnTo>
                  <a:lnTo>
                    <a:pt x="127041" y="1179217"/>
                  </a:lnTo>
                  <a:lnTo>
                    <a:pt x="111122" y="1135940"/>
                  </a:lnTo>
                  <a:lnTo>
                    <a:pt x="96206" y="1092187"/>
                  </a:lnTo>
                  <a:lnTo>
                    <a:pt x="82308" y="1047974"/>
                  </a:lnTo>
                  <a:lnTo>
                    <a:pt x="69443" y="1003313"/>
                  </a:lnTo>
                  <a:lnTo>
                    <a:pt x="57623" y="958219"/>
                  </a:lnTo>
                  <a:lnTo>
                    <a:pt x="46862" y="912706"/>
                  </a:lnTo>
                  <a:lnTo>
                    <a:pt x="37175" y="866788"/>
                  </a:lnTo>
                  <a:lnTo>
                    <a:pt x="28576" y="820479"/>
                  </a:lnTo>
                  <a:lnTo>
                    <a:pt x="21078" y="773792"/>
                  </a:lnTo>
                  <a:lnTo>
                    <a:pt x="14695" y="726741"/>
                  </a:lnTo>
                  <a:lnTo>
                    <a:pt x="9442" y="679341"/>
                  </a:lnTo>
                  <a:lnTo>
                    <a:pt x="5332" y="631606"/>
                  </a:lnTo>
                  <a:lnTo>
                    <a:pt x="2379" y="583548"/>
                  </a:lnTo>
                  <a:lnTo>
                    <a:pt x="597" y="535183"/>
                  </a:lnTo>
                  <a:lnTo>
                    <a:pt x="0" y="486524"/>
                  </a:lnTo>
                  <a:lnTo>
                    <a:pt x="666" y="435100"/>
                  </a:lnTo>
                  <a:lnTo>
                    <a:pt x="2656" y="384005"/>
                  </a:lnTo>
                  <a:lnTo>
                    <a:pt x="5953" y="333255"/>
                  </a:lnTo>
                  <a:lnTo>
                    <a:pt x="10539" y="282867"/>
                  </a:lnTo>
                  <a:lnTo>
                    <a:pt x="16398" y="232857"/>
                  </a:lnTo>
                  <a:lnTo>
                    <a:pt x="23515" y="183243"/>
                  </a:lnTo>
                  <a:lnTo>
                    <a:pt x="31872" y="134041"/>
                  </a:lnTo>
                  <a:lnTo>
                    <a:pt x="41452" y="8526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1498" y="1243304"/>
              <a:ext cx="3674745" cy="2325370"/>
            </a:xfrm>
            <a:custGeom>
              <a:avLst/>
              <a:gdLst/>
              <a:ahLst/>
              <a:cxnLst/>
              <a:rect l="l" t="t" r="r" b="b"/>
              <a:pathLst>
                <a:path w="3674745" h="2325370">
                  <a:moveTo>
                    <a:pt x="3674160" y="487680"/>
                  </a:moveTo>
                  <a:lnTo>
                    <a:pt x="3673732" y="434187"/>
                  </a:lnTo>
                  <a:lnTo>
                    <a:pt x="3672358" y="382880"/>
                  </a:lnTo>
                  <a:lnTo>
                    <a:pt x="3669902" y="333331"/>
                  </a:lnTo>
                  <a:lnTo>
                    <a:pt x="3666231" y="285117"/>
                  </a:lnTo>
                  <a:lnTo>
                    <a:pt x="3661209" y="237810"/>
                  </a:lnTo>
                  <a:lnTo>
                    <a:pt x="3654703" y="190986"/>
                  </a:lnTo>
                  <a:lnTo>
                    <a:pt x="3646576" y="144218"/>
                  </a:lnTo>
                  <a:lnTo>
                    <a:pt x="3636695" y="97082"/>
                  </a:lnTo>
                  <a:lnTo>
                    <a:pt x="3624925" y="49151"/>
                  </a:lnTo>
                  <a:lnTo>
                    <a:pt x="3611130" y="0"/>
                  </a:lnTo>
                  <a:lnTo>
                    <a:pt x="46266" y="81178"/>
                  </a:lnTo>
                  <a:lnTo>
                    <a:pt x="34389" y="132801"/>
                  </a:lnTo>
                  <a:lnTo>
                    <a:pt x="24506" y="182734"/>
                  </a:lnTo>
                  <a:lnTo>
                    <a:pt x="16491" y="231707"/>
                  </a:lnTo>
                  <a:lnTo>
                    <a:pt x="10217" y="280447"/>
                  </a:lnTo>
                  <a:lnTo>
                    <a:pt x="5557" y="329686"/>
                  </a:lnTo>
                  <a:lnTo>
                    <a:pt x="2385" y="380151"/>
                  </a:lnTo>
                  <a:lnTo>
                    <a:pt x="575" y="432573"/>
                  </a:lnTo>
                  <a:lnTo>
                    <a:pt x="0" y="487680"/>
                  </a:lnTo>
                  <a:lnTo>
                    <a:pt x="619" y="535845"/>
                  </a:lnTo>
                  <a:lnTo>
                    <a:pt x="2466" y="583705"/>
                  </a:lnTo>
                  <a:lnTo>
                    <a:pt x="5527" y="631244"/>
                  </a:lnTo>
                  <a:lnTo>
                    <a:pt x="9785" y="678448"/>
                  </a:lnTo>
                  <a:lnTo>
                    <a:pt x="15227" y="725301"/>
                  </a:lnTo>
                  <a:lnTo>
                    <a:pt x="21836" y="771788"/>
                  </a:lnTo>
                  <a:lnTo>
                    <a:pt x="29598" y="817893"/>
                  </a:lnTo>
                  <a:lnTo>
                    <a:pt x="38497" y="863603"/>
                  </a:lnTo>
                  <a:lnTo>
                    <a:pt x="48519" y="908901"/>
                  </a:lnTo>
                  <a:lnTo>
                    <a:pt x="59648" y="953772"/>
                  </a:lnTo>
                  <a:lnTo>
                    <a:pt x="71869" y="998202"/>
                  </a:lnTo>
                  <a:lnTo>
                    <a:pt x="85167" y="1042175"/>
                  </a:lnTo>
                  <a:lnTo>
                    <a:pt x="99527" y="1085677"/>
                  </a:lnTo>
                  <a:lnTo>
                    <a:pt x="114933" y="1128691"/>
                  </a:lnTo>
                  <a:lnTo>
                    <a:pt x="131372" y="1171203"/>
                  </a:lnTo>
                  <a:lnTo>
                    <a:pt x="148826" y="1213198"/>
                  </a:lnTo>
                  <a:lnTo>
                    <a:pt x="167283" y="1254660"/>
                  </a:lnTo>
                  <a:lnTo>
                    <a:pt x="186725" y="1295575"/>
                  </a:lnTo>
                  <a:lnTo>
                    <a:pt x="207138" y="1335927"/>
                  </a:lnTo>
                  <a:lnTo>
                    <a:pt x="228508" y="1375701"/>
                  </a:lnTo>
                  <a:lnTo>
                    <a:pt x="250818" y="1414883"/>
                  </a:lnTo>
                  <a:lnTo>
                    <a:pt x="274054" y="1453456"/>
                  </a:lnTo>
                  <a:lnTo>
                    <a:pt x="298200" y="1491407"/>
                  </a:lnTo>
                  <a:lnTo>
                    <a:pt x="323242" y="1528719"/>
                  </a:lnTo>
                  <a:lnTo>
                    <a:pt x="349165" y="1565377"/>
                  </a:lnTo>
                  <a:lnTo>
                    <a:pt x="375952" y="1601367"/>
                  </a:lnTo>
                  <a:lnTo>
                    <a:pt x="403590" y="1636674"/>
                  </a:lnTo>
                  <a:lnTo>
                    <a:pt x="432062" y="1671281"/>
                  </a:lnTo>
                  <a:lnTo>
                    <a:pt x="461355" y="1705175"/>
                  </a:lnTo>
                  <a:lnTo>
                    <a:pt x="491452" y="1738340"/>
                  </a:lnTo>
                  <a:lnTo>
                    <a:pt x="522338" y="1770760"/>
                  </a:lnTo>
                  <a:lnTo>
                    <a:pt x="553999" y="1802421"/>
                  </a:lnTo>
                  <a:lnTo>
                    <a:pt x="586420" y="1833308"/>
                  </a:lnTo>
                  <a:lnTo>
                    <a:pt x="619584" y="1863405"/>
                  </a:lnTo>
                  <a:lnTo>
                    <a:pt x="653478" y="1892697"/>
                  </a:lnTo>
                  <a:lnTo>
                    <a:pt x="688086" y="1921170"/>
                  </a:lnTo>
                  <a:lnTo>
                    <a:pt x="723392" y="1948807"/>
                  </a:lnTo>
                  <a:lnTo>
                    <a:pt x="759382" y="1975595"/>
                  </a:lnTo>
                  <a:lnTo>
                    <a:pt x="796041" y="2001517"/>
                  </a:lnTo>
                  <a:lnTo>
                    <a:pt x="833353" y="2026559"/>
                  </a:lnTo>
                  <a:lnTo>
                    <a:pt x="871303" y="2050706"/>
                  </a:lnTo>
                  <a:lnTo>
                    <a:pt x="909876" y="2073941"/>
                  </a:lnTo>
                  <a:lnTo>
                    <a:pt x="949058" y="2096252"/>
                  </a:lnTo>
                  <a:lnTo>
                    <a:pt x="988832" y="2117621"/>
                  </a:lnTo>
                  <a:lnTo>
                    <a:pt x="1029185" y="2138035"/>
                  </a:lnTo>
                  <a:lnTo>
                    <a:pt x="1070099" y="2157477"/>
                  </a:lnTo>
                  <a:lnTo>
                    <a:pt x="1111562" y="2175933"/>
                  </a:lnTo>
                  <a:lnTo>
                    <a:pt x="1153557" y="2193388"/>
                  </a:lnTo>
                  <a:lnTo>
                    <a:pt x="1196069" y="2209826"/>
                  </a:lnTo>
                  <a:lnTo>
                    <a:pt x="1239083" y="2225233"/>
                  </a:lnTo>
                  <a:lnTo>
                    <a:pt x="1282584" y="2239592"/>
                  </a:lnTo>
                  <a:lnTo>
                    <a:pt x="1326557" y="2252891"/>
                  </a:lnTo>
                  <a:lnTo>
                    <a:pt x="1370987" y="2265112"/>
                  </a:lnTo>
                  <a:lnTo>
                    <a:pt x="1415859" y="2276241"/>
                  </a:lnTo>
                  <a:lnTo>
                    <a:pt x="1461157" y="2286262"/>
                  </a:lnTo>
                  <a:lnTo>
                    <a:pt x="1506866" y="2295162"/>
                  </a:lnTo>
                  <a:lnTo>
                    <a:pt x="1552972" y="2302923"/>
                  </a:lnTo>
                  <a:lnTo>
                    <a:pt x="1599458" y="2309533"/>
                  </a:lnTo>
                  <a:lnTo>
                    <a:pt x="1646311" y="2314974"/>
                  </a:lnTo>
                  <a:lnTo>
                    <a:pt x="1693515" y="2319233"/>
                  </a:lnTo>
                  <a:lnTo>
                    <a:pt x="1741054" y="2322293"/>
                  </a:lnTo>
                  <a:lnTo>
                    <a:pt x="1788914" y="2324141"/>
                  </a:lnTo>
                  <a:lnTo>
                    <a:pt x="1837080" y="2324760"/>
                  </a:lnTo>
                  <a:lnTo>
                    <a:pt x="1885245" y="2324141"/>
                  </a:lnTo>
                  <a:lnTo>
                    <a:pt x="1933105" y="2322293"/>
                  </a:lnTo>
                  <a:lnTo>
                    <a:pt x="1980645" y="2319233"/>
                  </a:lnTo>
                  <a:lnTo>
                    <a:pt x="2027849" y="2314974"/>
                  </a:lnTo>
                  <a:lnTo>
                    <a:pt x="2074701" y="2309533"/>
                  </a:lnTo>
                  <a:lnTo>
                    <a:pt x="2121188" y="2302923"/>
                  </a:lnTo>
                  <a:lnTo>
                    <a:pt x="2167294" y="2295162"/>
                  </a:lnTo>
                  <a:lnTo>
                    <a:pt x="2213003" y="2286262"/>
                  </a:lnTo>
                  <a:lnTo>
                    <a:pt x="2258301" y="2276241"/>
                  </a:lnTo>
                  <a:lnTo>
                    <a:pt x="2303173" y="2265112"/>
                  </a:lnTo>
                  <a:lnTo>
                    <a:pt x="2347603" y="2252891"/>
                  </a:lnTo>
                  <a:lnTo>
                    <a:pt x="2391576" y="2239592"/>
                  </a:lnTo>
                  <a:lnTo>
                    <a:pt x="2435077" y="2225233"/>
                  </a:lnTo>
                  <a:lnTo>
                    <a:pt x="2478091" y="2209826"/>
                  </a:lnTo>
                  <a:lnTo>
                    <a:pt x="2520603" y="2193388"/>
                  </a:lnTo>
                  <a:lnTo>
                    <a:pt x="2562598" y="2175933"/>
                  </a:lnTo>
                  <a:lnTo>
                    <a:pt x="2604060" y="2157477"/>
                  </a:lnTo>
                  <a:lnTo>
                    <a:pt x="2644975" y="2138035"/>
                  </a:lnTo>
                  <a:lnTo>
                    <a:pt x="2685327" y="2117621"/>
                  </a:lnTo>
                  <a:lnTo>
                    <a:pt x="2725102" y="2096252"/>
                  </a:lnTo>
                  <a:lnTo>
                    <a:pt x="2764283" y="2073941"/>
                  </a:lnTo>
                  <a:lnTo>
                    <a:pt x="2802857" y="2050706"/>
                  </a:lnTo>
                  <a:lnTo>
                    <a:pt x="2840807" y="2026559"/>
                  </a:lnTo>
                  <a:lnTo>
                    <a:pt x="2878119" y="2001517"/>
                  </a:lnTo>
                  <a:lnTo>
                    <a:pt x="2914778" y="1975595"/>
                  </a:lnTo>
                  <a:lnTo>
                    <a:pt x="2950768" y="1948807"/>
                  </a:lnTo>
                  <a:lnTo>
                    <a:pt x="2986074" y="1921170"/>
                  </a:lnTo>
                  <a:lnTo>
                    <a:pt x="3020682" y="1892697"/>
                  </a:lnTo>
                  <a:lnTo>
                    <a:pt x="3054575" y="1863405"/>
                  </a:lnTo>
                  <a:lnTo>
                    <a:pt x="3087740" y="1833308"/>
                  </a:lnTo>
                  <a:lnTo>
                    <a:pt x="3120160" y="1802421"/>
                  </a:lnTo>
                  <a:lnTo>
                    <a:pt x="3151821" y="1770760"/>
                  </a:lnTo>
                  <a:lnTo>
                    <a:pt x="3182708" y="1738340"/>
                  </a:lnTo>
                  <a:lnTo>
                    <a:pt x="3212805" y="1705175"/>
                  </a:lnTo>
                  <a:lnTo>
                    <a:pt x="3242097" y="1671281"/>
                  </a:lnTo>
                  <a:lnTo>
                    <a:pt x="3270570" y="1636674"/>
                  </a:lnTo>
                  <a:lnTo>
                    <a:pt x="3298208" y="1601367"/>
                  </a:lnTo>
                  <a:lnTo>
                    <a:pt x="3324995" y="1565377"/>
                  </a:lnTo>
                  <a:lnTo>
                    <a:pt x="3350917" y="1528719"/>
                  </a:lnTo>
                  <a:lnTo>
                    <a:pt x="3375959" y="1491407"/>
                  </a:lnTo>
                  <a:lnTo>
                    <a:pt x="3400106" y="1453456"/>
                  </a:lnTo>
                  <a:lnTo>
                    <a:pt x="3423342" y="1414883"/>
                  </a:lnTo>
                  <a:lnTo>
                    <a:pt x="3445652" y="1375701"/>
                  </a:lnTo>
                  <a:lnTo>
                    <a:pt x="3467021" y="1335927"/>
                  </a:lnTo>
                  <a:lnTo>
                    <a:pt x="3487435" y="1295575"/>
                  </a:lnTo>
                  <a:lnTo>
                    <a:pt x="3506877" y="1254660"/>
                  </a:lnTo>
                  <a:lnTo>
                    <a:pt x="3525333" y="1213198"/>
                  </a:lnTo>
                  <a:lnTo>
                    <a:pt x="3542788" y="1171203"/>
                  </a:lnTo>
                  <a:lnTo>
                    <a:pt x="3559226" y="1128691"/>
                  </a:lnTo>
                  <a:lnTo>
                    <a:pt x="3574633" y="1085677"/>
                  </a:lnTo>
                  <a:lnTo>
                    <a:pt x="3588993" y="1042175"/>
                  </a:lnTo>
                  <a:lnTo>
                    <a:pt x="3602291" y="998202"/>
                  </a:lnTo>
                  <a:lnTo>
                    <a:pt x="3614512" y="953772"/>
                  </a:lnTo>
                  <a:lnTo>
                    <a:pt x="3625641" y="908901"/>
                  </a:lnTo>
                  <a:lnTo>
                    <a:pt x="3635663" y="863603"/>
                  </a:lnTo>
                  <a:lnTo>
                    <a:pt x="3644562" y="817893"/>
                  </a:lnTo>
                  <a:lnTo>
                    <a:pt x="3652324" y="771788"/>
                  </a:lnTo>
                  <a:lnTo>
                    <a:pt x="3658933" y="725301"/>
                  </a:lnTo>
                  <a:lnTo>
                    <a:pt x="3664375" y="678448"/>
                  </a:lnTo>
                  <a:lnTo>
                    <a:pt x="3668633" y="631244"/>
                  </a:lnTo>
                  <a:lnTo>
                    <a:pt x="3671694" y="583705"/>
                  </a:lnTo>
                  <a:lnTo>
                    <a:pt x="3673541" y="535845"/>
                  </a:lnTo>
                  <a:lnTo>
                    <a:pt x="3674160" y="48768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1498" y="1243304"/>
              <a:ext cx="3674745" cy="2325370"/>
            </a:xfrm>
            <a:custGeom>
              <a:avLst/>
              <a:gdLst/>
              <a:ahLst/>
              <a:cxnLst/>
              <a:rect l="l" t="t" r="r" b="b"/>
              <a:pathLst>
                <a:path w="3674745" h="2325370">
                  <a:moveTo>
                    <a:pt x="3611130" y="0"/>
                  </a:moveTo>
                  <a:lnTo>
                    <a:pt x="3624925" y="49151"/>
                  </a:lnTo>
                  <a:lnTo>
                    <a:pt x="3636695" y="97082"/>
                  </a:lnTo>
                  <a:lnTo>
                    <a:pt x="3646576" y="144218"/>
                  </a:lnTo>
                  <a:lnTo>
                    <a:pt x="3654703" y="190986"/>
                  </a:lnTo>
                  <a:lnTo>
                    <a:pt x="3661209" y="237810"/>
                  </a:lnTo>
                  <a:lnTo>
                    <a:pt x="3666231" y="285117"/>
                  </a:lnTo>
                  <a:lnTo>
                    <a:pt x="3669902" y="333331"/>
                  </a:lnTo>
                  <a:lnTo>
                    <a:pt x="3672358" y="382880"/>
                  </a:lnTo>
                  <a:lnTo>
                    <a:pt x="3673732" y="434187"/>
                  </a:lnTo>
                  <a:lnTo>
                    <a:pt x="3674160" y="487680"/>
                  </a:lnTo>
                  <a:lnTo>
                    <a:pt x="3673541" y="535845"/>
                  </a:lnTo>
                  <a:lnTo>
                    <a:pt x="3671694" y="583705"/>
                  </a:lnTo>
                  <a:lnTo>
                    <a:pt x="3668633" y="631244"/>
                  </a:lnTo>
                  <a:lnTo>
                    <a:pt x="3664375" y="678448"/>
                  </a:lnTo>
                  <a:lnTo>
                    <a:pt x="3658933" y="725301"/>
                  </a:lnTo>
                  <a:lnTo>
                    <a:pt x="3652324" y="771788"/>
                  </a:lnTo>
                  <a:lnTo>
                    <a:pt x="3644562" y="817893"/>
                  </a:lnTo>
                  <a:lnTo>
                    <a:pt x="3635663" y="863603"/>
                  </a:lnTo>
                  <a:lnTo>
                    <a:pt x="3625641" y="908901"/>
                  </a:lnTo>
                  <a:lnTo>
                    <a:pt x="3614512" y="953772"/>
                  </a:lnTo>
                  <a:lnTo>
                    <a:pt x="3602291" y="998202"/>
                  </a:lnTo>
                  <a:lnTo>
                    <a:pt x="3588993" y="1042175"/>
                  </a:lnTo>
                  <a:lnTo>
                    <a:pt x="3574633" y="1085677"/>
                  </a:lnTo>
                  <a:lnTo>
                    <a:pt x="3559226" y="1128691"/>
                  </a:lnTo>
                  <a:lnTo>
                    <a:pt x="3542788" y="1171203"/>
                  </a:lnTo>
                  <a:lnTo>
                    <a:pt x="3525333" y="1213198"/>
                  </a:lnTo>
                  <a:lnTo>
                    <a:pt x="3506877" y="1254660"/>
                  </a:lnTo>
                  <a:lnTo>
                    <a:pt x="3487435" y="1295575"/>
                  </a:lnTo>
                  <a:lnTo>
                    <a:pt x="3467021" y="1335927"/>
                  </a:lnTo>
                  <a:lnTo>
                    <a:pt x="3445652" y="1375701"/>
                  </a:lnTo>
                  <a:lnTo>
                    <a:pt x="3423342" y="1414883"/>
                  </a:lnTo>
                  <a:lnTo>
                    <a:pt x="3400106" y="1453456"/>
                  </a:lnTo>
                  <a:lnTo>
                    <a:pt x="3375959" y="1491407"/>
                  </a:lnTo>
                  <a:lnTo>
                    <a:pt x="3350917" y="1528719"/>
                  </a:lnTo>
                  <a:lnTo>
                    <a:pt x="3324995" y="1565377"/>
                  </a:lnTo>
                  <a:lnTo>
                    <a:pt x="3298208" y="1601367"/>
                  </a:lnTo>
                  <a:lnTo>
                    <a:pt x="3270570" y="1636674"/>
                  </a:lnTo>
                  <a:lnTo>
                    <a:pt x="3242097" y="1671281"/>
                  </a:lnTo>
                  <a:lnTo>
                    <a:pt x="3212805" y="1705175"/>
                  </a:lnTo>
                  <a:lnTo>
                    <a:pt x="3182708" y="1738340"/>
                  </a:lnTo>
                  <a:lnTo>
                    <a:pt x="3151821" y="1770760"/>
                  </a:lnTo>
                  <a:lnTo>
                    <a:pt x="3120160" y="1802421"/>
                  </a:lnTo>
                  <a:lnTo>
                    <a:pt x="3087740" y="1833308"/>
                  </a:lnTo>
                  <a:lnTo>
                    <a:pt x="3054575" y="1863405"/>
                  </a:lnTo>
                  <a:lnTo>
                    <a:pt x="3020682" y="1892697"/>
                  </a:lnTo>
                  <a:lnTo>
                    <a:pt x="2986074" y="1921170"/>
                  </a:lnTo>
                  <a:lnTo>
                    <a:pt x="2950768" y="1948807"/>
                  </a:lnTo>
                  <a:lnTo>
                    <a:pt x="2914778" y="1975595"/>
                  </a:lnTo>
                  <a:lnTo>
                    <a:pt x="2878119" y="2001517"/>
                  </a:lnTo>
                  <a:lnTo>
                    <a:pt x="2840807" y="2026559"/>
                  </a:lnTo>
                  <a:lnTo>
                    <a:pt x="2802857" y="2050706"/>
                  </a:lnTo>
                  <a:lnTo>
                    <a:pt x="2764283" y="2073941"/>
                  </a:lnTo>
                  <a:lnTo>
                    <a:pt x="2725102" y="2096252"/>
                  </a:lnTo>
                  <a:lnTo>
                    <a:pt x="2685327" y="2117621"/>
                  </a:lnTo>
                  <a:lnTo>
                    <a:pt x="2644975" y="2138035"/>
                  </a:lnTo>
                  <a:lnTo>
                    <a:pt x="2604060" y="2157477"/>
                  </a:lnTo>
                  <a:lnTo>
                    <a:pt x="2562598" y="2175933"/>
                  </a:lnTo>
                  <a:lnTo>
                    <a:pt x="2520603" y="2193388"/>
                  </a:lnTo>
                  <a:lnTo>
                    <a:pt x="2478091" y="2209826"/>
                  </a:lnTo>
                  <a:lnTo>
                    <a:pt x="2435077" y="2225233"/>
                  </a:lnTo>
                  <a:lnTo>
                    <a:pt x="2391576" y="2239592"/>
                  </a:lnTo>
                  <a:lnTo>
                    <a:pt x="2347603" y="2252891"/>
                  </a:lnTo>
                  <a:lnTo>
                    <a:pt x="2303173" y="2265112"/>
                  </a:lnTo>
                  <a:lnTo>
                    <a:pt x="2258301" y="2276241"/>
                  </a:lnTo>
                  <a:lnTo>
                    <a:pt x="2213003" y="2286262"/>
                  </a:lnTo>
                  <a:lnTo>
                    <a:pt x="2167294" y="2295162"/>
                  </a:lnTo>
                  <a:lnTo>
                    <a:pt x="2121188" y="2302923"/>
                  </a:lnTo>
                  <a:lnTo>
                    <a:pt x="2074701" y="2309533"/>
                  </a:lnTo>
                  <a:lnTo>
                    <a:pt x="2027849" y="2314974"/>
                  </a:lnTo>
                  <a:lnTo>
                    <a:pt x="1980645" y="2319233"/>
                  </a:lnTo>
                  <a:lnTo>
                    <a:pt x="1933105" y="2322293"/>
                  </a:lnTo>
                  <a:lnTo>
                    <a:pt x="1885245" y="2324141"/>
                  </a:lnTo>
                  <a:lnTo>
                    <a:pt x="1837080" y="2324760"/>
                  </a:lnTo>
                  <a:lnTo>
                    <a:pt x="1788914" y="2324141"/>
                  </a:lnTo>
                  <a:lnTo>
                    <a:pt x="1741054" y="2322293"/>
                  </a:lnTo>
                  <a:lnTo>
                    <a:pt x="1693515" y="2319233"/>
                  </a:lnTo>
                  <a:lnTo>
                    <a:pt x="1646311" y="2314974"/>
                  </a:lnTo>
                  <a:lnTo>
                    <a:pt x="1599458" y="2309533"/>
                  </a:lnTo>
                  <a:lnTo>
                    <a:pt x="1552972" y="2302923"/>
                  </a:lnTo>
                  <a:lnTo>
                    <a:pt x="1506866" y="2295162"/>
                  </a:lnTo>
                  <a:lnTo>
                    <a:pt x="1461157" y="2286262"/>
                  </a:lnTo>
                  <a:lnTo>
                    <a:pt x="1415859" y="2276241"/>
                  </a:lnTo>
                  <a:lnTo>
                    <a:pt x="1370987" y="2265112"/>
                  </a:lnTo>
                  <a:lnTo>
                    <a:pt x="1326557" y="2252891"/>
                  </a:lnTo>
                  <a:lnTo>
                    <a:pt x="1282584" y="2239592"/>
                  </a:lnTo>
                  <a:lnTo>
                    <a:pt x="1239083" y="2225233"/>
                  </a:lnTo>
                  <a:lnTo>
                    <a:pt x="1196069" y="2209826"/>
                  </a:lnTo>
                  <a:lnTo>
                    <a:pt x="1153557" y="2193388"/>
                  </a:lnTo>
                  <a:lnTo>
                    <a:pt x="1111562" y="2175933"/>
                  </a:lnTo>
                  <a:lnTo>
                    <a:pt x="1070099" y="2157477"/>
                  </a:lnTo>
                  <a:lnTo>
                    <a:pt x="1029185" y="2138035"/>
                  </a:lnTo>
                  <a:lnTo>
                    <a:pt x="988832" y="2117621"/>
                  </a:lnTo>
                  <a:lnTo>
                    <a:pt x="949058" y="2096252"/>
                  </a:lnTo>
                  <a:lnTo>
                    <a:pt x="909876" y="2073941"/>
                  </a:lnTo>
                  <a:lnTo>
                    <a:pt x="871303" y="2050706"/>
                  </a:lnTo>
                  <a:lnTo>
                    <a:pt x="833353" y="2026559"/>
                  </a:lnTo>
                  <a:lnTo>
                    <a:pt x="796041" y="2001517"/>
                  </a:lnTo>
                  <a:lnTo>
                    <a:pt x="759382" y="1975595"/>
                  </a:lnTo>
                  <a:lnTo>
                    <a:pt x="723392" y="1948807"/>
                  </a:lnTo>
                  <a:lnTo>
                    <a:pt x="688086" y="1921170"/>
                  </a:lnTo>
                  <a:lnTo>
                    <a:pt x="653478" y="1892697"/>
                  </a:lnTo>
                  <a:lnTo>
                    <a:pt x="619584" y="1863405"/>
                  </a:lnTo>
                  <a:lnTo>
                    <a:pt x="586420" y="1833308"/>
                  </a:lnTo>
                  <a:lnTo>
                    <a:pt x="553999" y="1802421"/>
                  </a:lnTo>
                  <a:lnTo>
                    <a:pt x="522338" y="1770760"/>
                  </a:lnTo>
                  <a:lnTo>
                    <a:pt x="491452" y="1738340"/>
                  </a:lnTo>
                  <a:lnTo>
                    <a:pt x="461355" y="1705175"/>
                  </a:lnTo>
                  <a:lnTo>
                    <a:pt x="432062" y="1671281"/>
                  </a:lnTo>
                  <a:lnTo>
                    <a:pt x="403590" y="1636674"/>
                  </a:lnTo>
                  <a:lnTo>
                    <a:pt x="375952" y="1601367"/>
                  </a:lnTo>
                  <a:lnTo>
                    <a:pt x="349165" y="1565377"/>
                  </a:lnTo>
                  <a:lnTo>
                    <a:pt x="323242" y="1528719"/>
                  </a:lnTo>
                  <a:lnTo>
                    <a:pt x="298200" y="1491407"/>
                  </a:lnTo>
                  <a:lnTo>
                    <a:pt x="274054" y="1453456"/>
                  </a:lnTo>
                  <a:lnTo>
                    <a:pt x="250818" y="1414883"/>
                  </a:lnTo>
                  <a:lnTo>
                    <a:pt x="228508" y="1375701"/>
                  </a:lnTo>
                  <a:lnTo>
                    <a:pt x="207138" y="1335927"/>
                  </a:lnTo>
                  <a:lnTo>
                    <a:pt x="186725" y="1295575"/>
                  </a:lnTo>
                  <a:lnTo>
                    <a:pt x="167283" y="1254660"/>
                  </a:lnTo>
                  <a:lnTo>
                    <a:pt x="148826" y="1213198"/>
                  </a:lnTo>
                  <a:lnTo>
                    <a:pt x="131372" y="1171203"/>
                  </a:lnTo>
                  <a:lnTo>
                    <a:pt x="114933" y="1128691"/>
                  </a:lnTo>
                  <a:lnTo>
                    <a:pt x="99527" y="1085677"/>
                  </a:lnTo>
                  <a:lnTo>
                    <a:pt x="85167" y="1042175"/>
                  </a:lnTo>
                  <a:lnTo>
                    <a:pt x="71869" y="998202"/>
                  </a:lnTo>
                  <a:lnTo>
                    <a:pt x="59648" y="953772"/>
                  </a:lnTo>
                  <a:lnTo>
                    <a:pt x="48519" y="908901"/>
                  </a:lnTo>
                  <a:lnTo>
                    <a:pt x="38497" y="863603"/>
                  </a:lnTo>
                  <a:lnTo>
                    <a:pt x="29598" y="817893"/>
                  </a:lnTo>
                  <a:lnTo>
                    <a:pt x="21836" y="771788"/>
                  </a:lnTo>
                  <a:lnTo>
                    <a:pt x="15227" y="725301"/>
                  </a:lnTo>
                  <a:lnTo>
                    <a:pt x="9785" y="678448"/>
                  </a:lnTo>
                  <a:lnTo>
                    <a:pt x="5527" y="631244"/>
                  </a:lnTo>
                  <a:lnTo>
                    <a:pt x="2466" y="583705"/>
                  </a:lnTo>
                  <a:lnTo>
                    <a:pt x="619" y="535845"/>
                  </a:lnTo>
                  <a:lnTo>
                    <a:pt x="0" y="487680"/>
                  </a:lnTo>
                  <a:lnTo>
                    <a:pt x="575" y="432573"/>
                  </a:lnTo>
                  <a:lnTo>
                    <a:pt x="2385" y="380151"/>
                  </a:lnTo>
                  <a:lnTo>
                    <a:pt x="5557" y="329686"/>
                  </a:lnTo>
                  <a:lnTo>
                    <a:pt x="10217" y="280447"/>
                  </a:lnTo>
                  <a:lnTo>
                    <a:pt x="16491" y="231707"/>
                  </a:lnTo>
                  <a:lnTo>
                    <a:pt x="24506" y="182734"/>
                  </a:lnTo>
                  <a:lnTo>
                    <a:pt x="34389" y="132801"/>
                  </a:lnTo>
                  <a:lnTo>
                    <a:pt x="46266" y="811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02014" y="1212405"/>
              <a:ext cx="4255770" cy="2753360"/>
            </a:xfrm>
            <a:custGeom>
              <a:avLst/>
              <a:gdLst/>
              <a:ahLst/>
              <a:cxnLst/>
              <a:rect l="l" t="t" r="r" b="b"/>
              <a:pathLst>
                <a:path w="4255770" h="2753360">
                  <a:moveTo>
                    <a:pt x="4255211" y="518579"/>
                  </a:moveTo>
                  <a:lnTo>
                    <a:pt x="0" y="518579"/>
                  </a:lnTo>
                </a:path>
                <a:path w="4255770" h="2753360">
                  <a:moveTo>
                    <a:pt x="2026831" y="0"/>
                  </a:moveTo>
                  <a:lnTo>
                    <a:pt x="2026805" y="2752763"/>
                  </a:lnTo>
                </a:path>
              </a:pathLst>
            </a:custGeom>
            <a:ln w="6350">
              <a:solidFill>
                <a:srgbClr val="EF4123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16341" y="2795866"/>
              <a:ext cx="400050" cy="212725"/>
            </a:xfrm>
            <a:custGeom>
              <a:avLst/>
              <a:gdLst/>
              <a:ahLst/>
              <a:cxnLst/>
              <a:rect l="l" t="t" r="r" b="b"/>
              <a:pathLst>
                <a:path w="400050" h="212725">
                  <a:moveTo>
                    <a:pt x="399795" y="27711"/>
                  </a:moveTo>
                  <a:lnTo>
                    <a:pt x="0" y="0"/>
                  </a:lnTo>
                  <a:lnTo>
                    <a:pt x="339725" y="212585"/>
                  </a:lnTo>
                  <a:lnTo>
                    <a:pt x="399795" y="277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16341" y="2795866"/>
              <a:ext cx="400050" cy="212725"/>
            </a:xfrm>
            <a:custGeom>
              <a:avLst/>
              <a:gdLst/>
              <a:ahLst/>
              <a:cxnLst/>
              <a:rect l="l" t="t" r="r" b="b"/>
              <a:pathLst>
                <a:path w="400050" h="212725">
                  <a:moveTo>
                    <a:pt x="0" y="0"/>
                  </a:moveTo>
                  <a:lnTo>
                    <a:pt x="399795" y="27711"/>
                  </a:lnTo>
                  <a:lnTo>
                    <a:pt x="369747" y="120142"/>
                  </a:lnTo>
                  <a:lnTo>
                    <a:pt x="339725" y="212585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22780" y="3267773"/>
              <a:ext cx="972185" cy="972185"/>
            </a:xfrm>
            <a:custGeom>
              <a:avLst/>
              <a:gdLst/>
              <a:ahLst/>
              <a:cxnLst/>
              <a:rect l="l" t="t" r="r" b="b"/>
              <a:pathLst>
                <a:path w="972185" h="972185">
                  <a:moveTo>
                    <a:pt x="971994" y="486003"/>
                  </a:moveTo>
                  <a:lnTo>
                    <a:pt x="969769" y="439197"/>
                  </a:lnTo>
                  <a:lnTo>
                    <a:pt x="963231" y="393651"/>
                  </a:lnTo>
                  <a:lnTo>
                    <a:pt x="952582" y="349566"/>
                  </a:lnTo>
                  <a:lnTo>
                    <a:pt x="938027" y="307148"/>
                  </a:lnTo>
                  <a:lnTo>
                    <a:pt x="919769" y="266600"/>
                  </a:lnTo>
                  <a:lnTo>
                    <a:pt x="898012" y="228125"/>
                  </a:lnTo>
                  <a:lnTo>
                    <a:pt x="872960" y="191927"/>
                  </a:lnTo>
                  <a:lnTo>
                    <a:pt x="844816" y="158210"/>
                  </a:lnTo>
                  <a:lnTo>
                    <a:pt x="813783" y="127178"/>
                  </a:lnTo>
                  <a:lnTo>
                    <a:pt x="780066" y="99034"/>
                  </a:lnTo>
                  <a:lnTo>
                    <a:pt x="743869" y="73981"/>
                  </a:lnTo>
                  <a:lnTo>
                    <a:pt x="705394" y="52224"/>
                  </a:lnTo>
                  <a:lnTo>
                    <a:pt x="664845" y="33966"/>
                  </a:lnTo>
                  <a:lnTo>
                    <a:pt x="622427" y="19411"/>
                  </a:lnTo>
                  <a:lnTo>
                    <a:pt x="578343" y="8763"/>
                  </a:lnTo>
                  <a:lnTo>
                    <a:pt x="532796" y="2224"/>
                  </a:lnTo>
                  <a:lnTo>
                    <a:pt x="485990" y="0"/>
                  </a:lnTo>
                  <a:lnTo>
                    <a:pt x="439187" y="2224"/>
                  </a:lnTo>
                  <a:lnTo>
                    <a:pt x="393642" y="8763"/>
                  </a:lnTo>
                  <a:lnTo>
                    <a:pt x="349559" y="19411"/>
                  </a:lnTo>
                  <a:lnTo>
                    <a:pt x="307142" y="33966"/>
                  </a:lnTo>
                  <a:lnTo>
                    <a:pt x="266595" y="52224"/>
                  </a:lnTo>
                  <a:lnTo>
                    <a:pt x="228121" y="73981"/>
                  </a:lnTo>
                  <a:lnTo>
                    <a:pt x="191925" y="99034"/>
                  </a:lnTo>
                  <a:lnTo>
                    <a:pt x="158208" y="127178"/>
                  </a:lnTo>
                  <a:lnTo>
                    <a:pt x="127177" y="158210"/>
                  </a:lnTo>
                  <a:lnTo>
                    <a:pt x="99033" y="191927"/>
                  </a:lnTo>
                  <a:lnTo>
                    <a:pt x="73981" y="228125"/>
                  </a:lnTo>
                  <a:lnTo>
                    <a:pt x="52224" y="266600"/>
                  </a:lnTo>
                  <a:lnTo>
                    <a:pt x="33966" y="307148"/>
                  </a:lnTo>
                  <a:lnTo>
                    <a:pt x="19411" y="349566"/>
                  </a:lnTo>
                  <a:lnTo>
                    <a:pt x="8763" y="393651"/>
                  </a:lnTo>
                  <a:lnTo>
                    <a:pt x="2224" y="439197"/>
                  </a:lnTo>
                  <a:lnTo>
                    <a:pt x="0" y="486003"/>
                  </a:lnTo>
                  <a:lnTo>
                    <a:pt x="2224" y="532807"/>
                  </a:lnTo>
                  <a:lnTo>
                    <a:pt x="8763" y="578352"/>
                  </a:lnTo>
                  <a:lnTo>
                    <a:pt x="19411" y="622434"/>
                  </a:lnTo>
                  <a:lnTo>
                    <a:pt x="33966" y="664851"/>
                  </a:lnTo>
                  <a:lnTo>
                    <a:pt x="52224" y="705398"/>
                  </a:lnTo>
                  <a:lnTo>
                    <a:pt x="73981" y="743872"/>
                  </a:lnTo>
                  <a:lnTo>
                    <a:pt x="99033" y="780069"/>
                  </a:lnTo>
                  <a:lnTo>
                    <a:pt x="127177" y="813785"/>
                  </a:lnTo>
                  <a:lnTo>
                    <a:pt x="158208" y="844817"/>
                  </a:lnTo>
                  <a:lnTo>
                    <a:pt x="191925" y="872961"/>
                  </a:lnTo>
                  <a:lnTo>
                    <a:pt x="228121" y="898013"/>
                  </a:lnTo>
                  <a:lnTo>
                    <a:pt x="266595" y="919769"/>
                  </a:lnTo>
                  <a:lnTo>
                    <a:pt x="307142" y="938027"/>
                  </a:lnTo>
                  <a:lnTo>
                    <a:pt x="349559" y="952582"/>
                  </a:lnTo>
                  <a:lnTo>
                    <a:pt x="393642" y="963231"/>
                  </a:lnTo>
                  <a:lnTo>
                    <a:pt x="439187" y="969769"/>
                  </a:lnTo>
                  <a:lnTo>
                    <a:pt x="485990" y="971994"/>
                  </a:lnTo>
                  <a:lnTo>
                    <a:pt x="532796" y="969769"/>
                  </a:lnTo>
                  <a:lnTo>
                    <a:pt x="578343" y="963231"/>
                  </a:lnTo>
                  <a:lnTo>
                    <a:pt x="622427" y="952582"/>
                  </a:lnTo>
                  <a:lnTo>
                    <a:pt x="664845" y="938027"/>
                  </a:lnTo>
                  <a:lnTo>
                    <a:pt x="705394" y="919769"/>
                  </a:lnTo>
                  <a:lnTo>
                    <a:pt x="743869" y="898013"/>
                  </a:lnTo>
                  <a:lnTo>
                    <a:pt x="780066" y="872961"/>
                  </a:lnTo>
                  <a:lnTo>
                    <a:pt x="813783" y="844817"/>
                  </a:lnTo>
                  <a:lnTo>
                    <a:pt x="844816" y="813785"/>
                  </a:lnTo>
                  <a:lnTo>
                    <a:pt x="872960" y="780069"/>
                  </a:lnTo>
                  <a:lnTo>
                    <a:pt x="898012" y="743872"/>
                  </a:lnTo>
                  <a:lnTo>
                    <a:pt x="919769" y="705398"/>
                  </a:lnTo>
                  <a:lnTo>
                    <a:pt x="938027" y="664851"/>
                  </a:lnTo>
                  <a:lnTo>
                    <a:pt x="952582" y="622434"/>
                  </a:lnTo>
                  <a:lnTo>
                    <a:pt x="963231" y="578352"/>
                  </a:lnTo>
                  <a:lnTo>
                    <a:pt x="969769" y="532807"/>
                  </a:lnTo>
                  <a:lnTo>
                    <a:pt x="971994" y="486003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2780" y="3267773"/>
              <a:ext cx="972185" cy="972185"/>
            </a:xfrm>
            <a:custGeom>
              <a:avLst/>
              <a:gdLst/>
              <a:ahLst/>
              <a:cxnLst/>
              <a:rect l="l" t="t" r="r" b="b"/>
              <a:pathLst>
                <a:path w="972185" h="972185">
                  <a:moveTo>
                    <a:pt x="485990" y="971994"/>
                  </a:moveTo>
                  <a:lnTo>
                    <a:pt x="439187" y="969769"/>
                  </a:lnTo>
                  <a:lnTo>
                    <a:pt x="393642" y="963231"/>
                  </a:lnTo>
                  <a:lnTo>
                    <a:pt x="349559" y="952582"/>
                  </a:lnTo>
                  <a:lnTo>
                    <a:pt x="307142" y="938027"/>
                  </a:lnTo>
                  <a:lnTo>
                    <a:pt x="266595" y="919769"/>
                  </a:lnTo>
                  <a:lnTo>
                    <a:pt x="228121" y="898013"/>
                  </a:lnTo>
                  <a:lnTo>
                    <a:pt x="191925" y="872961"/>
                  </a:lnTo>
                  <a:lnTo>
                    <a:pt x="158208" y="844817"/>
                  </a:lnTo>
                  <a:lnTo>
                    <a:pt x="127177" y="813785"/>
                  </a:lnTo>
                  <a:lnTo>
                    <a:pt x="99033" y="780069"/>
                  </a:lnTo>
                  <a:lnTo>
                    <a:pt x="73981" y="743872"/>
                  </a:lnTo>
                  <a:lnTo>
                    <a:pt x="52224" y="705398"/>
                  </a:lnTo>
                  <a:lnTo>
                    <a:pt x="33966" y="664851"/>
                  </a:lnTo>
                  <a:lnTo>
                    <a:pt x="19411" y="622434"/>
                  </a:lnTo>
                  <a:lnTo>
                    <a:pt x="8763" y="578352"/>
                  </a:lnTo>
                  <a:lnTo>
                    <a:pt x="2224" y="532807"/>
                  </a:lnTo>
                  <a:lnTo>
                    <a:pt x="0" y="486003"/>
                  </a:lnTo>
                  <a:lnTo>
                    <a:pt x="2224" y="439197"/>
                  </a:lnTo>
                  <a:lnTo>
                    <a:pt x="8763" y="393651"/>
                  </a:lnTo>
                  <a:lnTo>
                    <a:pt x="19411" y="349566"/>
                  </a:lnTo>
                  <a:lnTo>
                    <a:pt x="33966" y="307148"/>
                  </a:lnTo>
                  <a:lnTo>
                    <a:pt x="52224" y="266600"/>
                  </a:lnTo>
                  <a:lnTo>
                    <a:pt x="73981" y="228125"/>
                  </a:lnTo>
                  <a:lnTo>
                    <a:pt x="99033" y="191927"/>
                  </a:lnTo>
                  <a:lnTo>
                    <a:pt x="127177" y="158210"/>
                  </a:lnTo>
                  <a:lnTo>
                    <a:pt x="158208" y="127178"/>
                  </a:lnTo>
                  <a:lnTo>
                    <a:pt x="191925" y="99034"/>
                  </a:lnTo>
                  <a:lnTo>
                    <a:pt x="228121" y="73981"/>
                  </a:lnTo>
                  <a:lnTo>
                    <a:pt x="266595" y="52224"/>
                  </a:lnTo>
                  <a:lnTo>
                    <a:pt x="307142" y="33966"/>
                  </a:lnTo>
                  <a:lnTo>
                    <a:pt x="349559" y="19411"/>
                  </a:lnTo>
                  <a:lnTo>
                    <a:pt x="393642" y="8763"/>
                  </a:lnTo>
                  <a:lnTo>
                    <a:pt x="439187" y="2224"/>
                  </a:lnTo>
                  <a:lnTo>
                    <a:pt x="485990" y="0"/>
                  </a:lnTo>
                  <a:lnTo>
                    <a:pt x="532796" y="2224"/>
                  </a:lnTo>
                  <a:lnTo>
                    <a:pt x="578343" y="8763"/>
                  </a:lnTo>
                  <a:lnTo>
                    <a:pt x="622427" y="19411"/>
                  </a:lnTo>
                  <a:lnTo>
                    <a:pt x="664845" y="33966"/>
                  </a:lnTo>
                  <a:lnTo>
                    <a:pt x="705394" y="52224"/>
                  </a:lnTo>
                  <a:lnTo>
                    <a:pt x="743869" y="73981"/>
                  </a:lnTo>
                  <a:lnTo>
                    <a:pt x="780066" y="99034"/>
                  </a:lnTo>
                  <a:lnTo>
                    <a:pt x="813783" y="127178"/>
                  </a:lnTo>
                  <a:lnTo>
                    <a:pt x="844816" y="158210"/>
                  </a:lnTo>
                  <a:lnTo>
                    <a:pt x="872960" y="191927"/>
                  </a:lnTo>
                  <a:lnTo>
                    <a:pt x="898012" y="228125"/>
                  </a:lnTo>
                  <a:lnTo>
                    <a:pt x="919769" y="266600"/>
                  </a:lnTo>
                  <a:lnTo>
                    <a:pt x="938027" y="307148"/>
                  </a:lnTo>
                  <a:lnTo>
                    <a:pt x="952582" y="349566"/>
                  </a:lnTo>
                  <a:lnTo>
                    <a:pt x="963231" y="393651"/>
                  </a:lnTo>
                  <a:lnTo>
                    <a:pt x="969769" y="439197"/>
                  </a:lnTo>
                  <a:lnTo>
                    <a:pt x="971994" y="486003"/>
                  </a:lnTo>
                  <a:lnTo>
                    <a:pt x="969769" y="532807"/>
                  </a:lnTo>
                  <a:lnTo>
                    <a:pt x="963231" y="578352"/>
                  </a:lnTo>
                  <a:lnTo>
                    <a:pt x="952582" y="622434"/>
                  </a:lnTo>
                  <a:lnTo>
                    <a:pt x="938027" y="664851"/>
                  </a:lnTo>
                  <a:lnTo>
                    <a:pt x="919769" y="705398"/>
                  </a:lnTo>
                  <a:lnTo>
                    <a:pt x="898012" y="743872"/>
                  </a:lnTo>
                  <a:lnTo>
                    <a:pt x="872960" y="780069"/>
                  </a:lnTo>
                  <a:lnTo>
                    <a:pt x="844816" y="813785"/>
                  </a:lnTo>
                  <a:lnTo>
                    <a:pt x="813783" y="844817"/>
                  </a:lnTo>
                  <a:lnTo>
                    <a:pt x="780066" y="872961"/>
                  </a:lnTo>
                  <a:lnTo>
                    <a:pt x="743869" y="898013"/>
                  </a:lnTo>
                  <a:lnTo>
                    <a:pt x="705394" y="919769"/>
                  </a:lnTo>
                  <a:lnTo>
                    <a:pt x="664845" y="938027"/>
                  </a:lnTo>
                  <a:lnTo>
                    <a:pt x="622427" y="952582"/>
                  </a:lnTo>
                  <a:lnTo>
                    <a:pt x="578343" y="963231"/>
                  </a:lnTo>
                  <a:lnTo>
                    <a:pt x="532796" y="969769"/>
                  </a:lnTo>
                  <a:lnTo>
                    <a:pt x="485990" y="9719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08771" y="37537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71383" y="3316376"/>
              <a:ext cx="875030" cy="875030"/>
            </a:xfrm>
            <a:custGeom>
              <a:avLst/>
              <a:gdLst/>
              <a:ahLst/>
              <a:cxnLst/>
              <a:rect l="l" t="t" r="r" b="b"/>
              <a:pathLst>
                <a:path w="875030" h="875029">
                  <a:moveTo>
                    <a:pt x="874788" y="437400"/>
                  </a:moveTo>
                  <a:lnTo>
                    <a:pt x="872222" y="389741"/>
                  </a:lnTo>
                  <a:lnTo>
                    <a:pt x="864700" y="343568"/>
                  </a:lnTo>
                  <a:lnTo>
                    <a:pt x="852489" y="299149"/>
                  </a:lnTo>
                  <a:lnTo>
                    <a:pt x="835857" y="256750"/>
                  </a:lnTo>
                  <a:lnTo>
                    <a:pt x="815070" y="216637"/>
                  </a:lnTo>
                  <a:lnTo>
                    <a:pt x="790394" y="179078"/>
                  </a:lnTo>
                  <a:lnTo>
                    <a:pt x="762098" y="144340"/>
                  </a:lnTo>
                  <a:lnTo>
                    <a:pt x="730447" y="112690"/>
                  </a:lnTo>
                  <a:lnTo>
                    <a:pt x="695709" y="84393"/>
                  </a:lnTo>
                  <a:lnTo>
                    <a:pt x="658151" y="59718"/>
                  </a:lnTo>
                  <a:lnTo>
                    <a:pt x="618038" y="38931"/>
                  </a:lnTo>
                  <a:lnTo>
                    <a:pt x="575639" y="22299"/>
                  </a:lnTo>
                  <a:lnTo>
                    <a:pt x="531219" y="10088"/>
                  </a:lnTo>
                  <a:lnTo>
                    <a:pt x="485047" y="2566"/>
                  </a:lnTo>
                  <a:lnTo>
                    <a:pt x="437388" y="0"/>
                  </a:lnTo>
                  <a:lnTo>
                    <a:pt x="389731" y="2566"/>
                  </a:lnTo>
                  <a:lnTo>
                    <a:pt x="343560" y="10088"/>
                  </a:lnTo>
                  <a:lnTo>
                    <a:pt x="299142" y="22299"/>
                  </a:lnTo>
                  <a:lnTo>
                    <a:pt x="256745" y="38931"/>
                  </a:lnTo>
                  <a:lnTo>
                    <a:pt x="216633" y="59718"/>
                  </a:lnTo>
                  <a:lnTo>
                    <a:pt x="179076" y="84393"/>
                  </a:lnTo>
                  <a:lnTo>
                    <a:pt x="144338" y="112690"/>
                  </a:lnTo>
                  <a:lnTo>
                    <a:pt x="112688" y="144340"/>
                  </a:lnTo>
                  <a:lnTo>
                    <a:pt x="84393" y="179078"/>
                  </a:lnTo>
                  <a:lnTo>
                    <a:pt x="59718" y="216637"/>
                  </a:lnTo>
                  <a:lnTo>
                    <a:pt x="38931" y="256750"/>
                  </a:lnTo>
                  <a:lnTo>
                    <a:pt x="22299" y="299149"/>
                  </a:lnTo>
                  <a:lnTo>
                    <a:pt x="10088" y="343568"/>
                  </a:lnTo>
                  <a:lnTo>
                    <a:pt x="2566" y="389741"/>
                  </a:lnTo>
                  <a:lnTo>
                    <a:pt x="0" y="437400"/>
                  </a:lnTo>
                  <a:lnTo>
                    <a:pt x="2566" y="485057"/>
                  </a:lnTo>
                  <a:lnTo>
                    <a:pt x="10088" y="531228"/>
                  </a:lnTo>
                  <a:lnTo>
                    <a:pt x="22299" y="575645"/>
                  </a:lnTo>
                  <a:lnTo>
                    <a:pt x="38931" y="618043"/>
                  </a:lnTo>
                  <a:lnTo>
                    <a:pt x="59718" y="658154"/>
                  </a:lnTo>
                  <a:lnTo>
                    <a:pt x="84393" y="695712"/>
                  </a:lnTo>
                  <a:lnTo>
                    <a:pt x="112688" y="730449"/>
                  </a:lnTo>
                  <a:lnTo>
                    <a:pt x="144338" y="762099"/>
                  </a:lnTo>
                  <a:lnTo>
                    <a:pt x="179076" y="790395"/>
                  </a:lnTo>
                  <a:lnTo>
                    <a:pt x="216633" y="815070"/>
                  </a:lnTo>
                  <a:lnTo>
                    <a:pt x="256745" y="835857"/>
                  </a:lnTo>
                  <a:lnTo>
                    <a:pt x="299142" y="852489"/>
                  </a:lnTo>
                  <a:lnTo>
                    <a:pt x="343560" y="864700"/>
                  </a:lnTo>
                  <a:lnTo>
                    <a:pt x="389731" y="872222"/>
                  </a:lnTo>
                  <a:lnTo>
                    <a:pt x="437388" y="874788"/>
                  </a:lnTo>
                  <a:lnTo>
                    <a:pt x="485047" y="872222"/>
                  </a:lnTo>
                  <a:lnTo>
                    <a:pt x="531219" y="864700"/>
                  </a:lnTo>
                  <a:lnTo>
                    <a:pt x="575639" y="852489"/>
                  </a:lnTo>
                  <a:lnTo>
                    <a:pt x="618038" y="835857"/>
                  </a:lnTo>
                  <a:lnTo>
                    <a:pt x="658151" y="815070"/>
                  </a:lnTo>
                  <a:lnTo>
                    <a:pt x="695709" y="790395"/>
                  </a:lnTo>
                  <a:lnTo>
                    <a:pt x="730447" y="762099"/>
                  </a:lnTo>
                  <a:lnTo>
                    <a:pt x="762098" y="730449"/>
                  </a:lnTo>
                  <a:lnTo>
                    <a:pt x="790394" y="695712"/>
                  </a:lnTo>
                  <a:lnTo>
                    <a:pt x="815070" y="658154"/>
                  </a:lnTo>
                  <a:lnTo>
                    <a:pt x="835857" y="618043"/>
                  </a:lnTo>
                  <a:lnTo>
                    <a:pt x="852489" y="575645"/>
                  </a:lnTo>
                  <a:lnTo>
                    <a:pt x="864700" y="531228"/>
                  </a:lnTo>
                  <a:lnTo>
                    <a:pt x="872222" y="485057"/>
                  </a:lnTo>
                  <a:lnTo>
                    <a:pt x="874788" y="437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71383" y="3316376"/>
              <a:ext cx="875030" cy="875030"/>
            </a:xfrm>
            <a:custGeom>
              <a:avLst/>
              <a:gdLst/>
              <a:ahLst/>
              <a:cxnLst/>
              <a:rect l="l" t="t" r="r" b="b"/>
              <a:pathLst>
                <a:path w="875030" h="875029">
                  <a:moveTo>
                    <a:pt x="437388" y="874788"/>
                  </a:moveTo>
                  <a:lnTo>
                    <a:pt x="389731" y="872222"/>
                  </a:lnTo>
                  <a:lnTo>
                    <a:pt x="343560" y="864700"/>
                  </a:lnTo>
                  <a:lnTo>
                    <a:pt x="299142" y="852489"/>
                  </a:lnTo>
                  <a:lnTo>
                    <a:pt x="256745" y="835857"/>
                  </a:lnTo>
                  <a:lnTo>
                    <a:pt x="216633" y="815070"/>
                  </a:lnTo>
                  <a:lnTo>
                    <a:pt x="179076" y="790395"/>
                  </a:lnTo>
                  <a:lnTo>
                    <a:pt x="144338" y="762099"/>
                  </a:lnTo>
                  <a:lnTo>
                    <a:pt x="112688" y="730449"/>
                  </a:lnTo>
                  <a:lnTo>
                    <a:pt x="84393" y="695712"/>
                  </a:lnTo>
                  <a:lnTo>
                    <a:pt x="59718" y="658154"/>
                  </a:lnTo>
                  <a:lnTo>
                    <a:pt x="38931" y="618043"/>
                  </a:lnTo>
                  <a:lnTo>
                    <a:pt x="22299" y="575645"/>
                  </a:lnTo>
                  <a:lnTo>
                    <a:pt x="10088" y="531228"/>
                  </a:lnTo>
                  <a:lnTo>
                    <a:pt x="2566" y="485057"/>
                  </a:lnTo>
                  <a:lnTo>
                    <a:pt x="0" y="437400"/>
                  </a:lnTo>
                  <a:lnTo>
                    <a:pt x="2566" y="389741"/>
                  </a:lnTo>
                  <a:lnTo>
                    <a:pt x="10088" y="343568"/>
                  </a:lnTo>
                  <a:lnTo>
                    <a:pt x="22299" y="299149"/>
                  </a:lnTo>
                  <a:lnTo>
                    <a:pt x="38931" y="256750"/>
                  </a:lnTo>
                  <a:lnTo>
                    <a:pt x="59718" y="216637"/>
                  </a:lnTo>
                  <a:lnTo>
                    <a:pt x="84393" y="179078"/>
                  </a:lnTo>
                  <a:lnTo>
                    <a:pt x="112688" y="144340"/>
                  </a:lnTo>
                  <a:lnTo>
                    <a:pt x="144338" y="112690"/>
                  </a:lnTo>
                  <a:lnTo>
                    <a:pt x="179076" y="84393"/>
                  </a:lnTo>
                  <a:lnTo>
                    <a:pt x="216633" y="59718"/>
                  </a:lnTo>
                  <a:lnTo>
                    <a:pt x="256745" y="38931"/>
                  </a:lnTo>
                  <a:lnTo>
                    <a:pt x="299142" y="22299"/>
                  </a:lnTo>
                  <a:lnTo>
                    <a:pt x="343560" y="10088"/>
                  </a:lnTo>
                  <a:lnTo>
                    <a:pt x="389731" y="2566"/>
                  </a:lnTo>
                  <a:lnTo>
                    <a:pt x="437388" y="0"/>
                  </a:lnTo>
                  <a:lnTo>
                    <a:pt x="485047" y="2566"/>
                  </a:lnTo>
                  <a:lnTo>
                    <a:pt x="531219" y="10088"/>
                  </a:lnTo>
                  <a:lnTo>
                    <a:pt x="575639" y="22299"/>
                  </a:lnTo>
                  <a:lnTo>
                    <a:pt x="618038" y="38931"/>
                  </a:lnTo>
                  <a:lnTo>
                    <a:pt x="658151" y="59718"/>
                  </a:lnTo>
                  <a:lnTo>
                    <a:pt x="695709" y="84393"/>
                  </a:lnTo>
                  <a:lnTo>
                    <a:pt x="730447" y="112690"/>
                  </a:lnTo>
                  <a:lnTo>
                    <a:pt x="762098" y="144340"/>
                  </a:lnTo>
                  <a:lnTo>
                    <a:pt x="790394" y="179078"/>
                  </a:lnTo>
                  <a:lnTo>
                    <a:pt x="815070" y="216637"/>
                  </a:lnTo>
                  <a:lnTo>
                    <a:pt x="835857" y="256750"/>
                  </a:lnTo>
                  <a:lnTo>
                    <a:pt x="852489" y="299149"/>
                  </a:lnTo>
                  <a:lnTo>
                    <a:pt x="864700" y="343568"/>
                  </a:lnTo>
                  <a:lnTo>
                    <a:pt x="872222" y="389741"/>
                  </a:lnTo>
                  <a:lnTo>
                    <a:pt x="874788" y="437400"/>
                  </a:lnTo>
                  <a:lnTo>
                    <a:pt x="872222" y="485057"/>
                  </a:lnTo>
                  <a:lnTo>
                    <a:pt x="864700" y="531228"/>
                  </a:lnTo>
                  <a:lnTo>
                    <a:pt x="852489" y="575645"/>
                  </a:lnTo>
                  <a:lnTo>
                    <a:pt x="835857" y="618043"/>
                  </a:lnTo>
                  <a:lnTo>
                    <a:pt x="815070" y="658154"/>
                  </a:lnTo>
                  <a:lnTo>
                    <a:pt x="790394" y="695712"/>
                  </a:lnTo>
                  <a:lnTo>
                    <a:pt x="762098" y="730449"/>
                  </a:lnTo>
                  <a:lnTo>
                    <a:pt x="730447" y="762099"/>
                  </a:lnTo>
                  <a:lnTo>
                    <a:pt x="695709" y="790395"/>
                  </a:lnTo>
                  <a:lnTo>
                    <a:pt x="658151" y="815070"/>
                  </a:lnTo>
                  <a:lnTo>
                    <a:pt x="618038" y="835857"/>
                  </a:lnTo>
                  <a:lnTo>
                    <a:pt x="575639" y="852489"/>
                  </a:lnTo>
                  <a:lnTo>
                    <a:pt x="531219" y="864700"/>
                  </a:lnTo>
                  <a:lnTo>
                    <a:pt x="485047" y="872222"/>
                  </a:lnTo>
                  <a:lnTo>
                    <a:pt x="437388" y="8747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08771" y="37537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01280" y="3146272"/>
              <a:ext cx="1215390" cy="1215390"/>
            </a:xfrm>
            <a:custGeom>
              <a:avLst/>
              <a:gdLst/>
              <a:ahLst/>
              <a:cxnLst/>
              <a:rect l="l" t="t" r="r" b="b"/>
              <a:pathLst>
                <a:path w="1215389" h="1215389">
                  <a:moveTo>
                    <a:pt x="1214996" y="607504"/>
                  </a:moveTo>
                  <a:lnTo>
                    <a:pt x="0" y="607504"/>
                  </a:lnTo>
                </a:path>
                <a:path w="1215389" h="1215389">
                  <a:moveTo>
                    <a:pt x="607491" y="0"/>
                  </a:moveTo>
                  <a:lnTo>
                    <a:pt x="607491" y="1214996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7935" y="3499789"/>
              <a:ext cx="132676" cy="1750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9181" y="3624173"/>
              <a:ext cx="259194" cy="25919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79181" y="3624173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>
                  <a:moveTo>
                    <a:pt x="129603" y="259194"/>
                  </a:moveTo>
                  <a:lnTo>
                    <a:pt x="180043" y="249009"/>
                  </a:lnTo>
                  <a:lnTo>
                    <a:pt x="221235" y="221235"/>
                  </a:lnTo>
                  <a:lnTo>
                    <a:pt x="249009" y="180043"/>
                  </a:lnTo>
                  <a:lnTo>
                    <a:pt x="259194" y="129603"/>
                  </a:lnTo>
                  <a:lnTo>
                    <a:pt x="249009" y="79156"/>
                  </a:lnTo>
                  <a:lnTo>
                    <a:pt x="221235" y="37960"/>
                  </a:lnTo>
                  <a:lnTo>
                    <a:pt x="180043" y="10185"/>
                  </a:lnTo>
                  <a:lnTo>
                    <a:pt x="129603" y="0"/>
                  </a:lnTo>
                  <a:lnTo>
                    <a:pt x="79156" y="10185"/>
                  </a:lnTo>
                  <a:lnTo>
                    <a:pt x="37960" y="37960"/>
                  </a:lnTo>
                  <a:lnTo>
                    <a:pt x="10185" y="79156"/>
                  </a:lnTo>
                  <a:lnTo>
                    <a:pt x="0" y="129603"/>
                  </a:lnTo>
                  <a:lnTo>
                    <a:pt x="10185" y="180043"/>
                  </a:lnTo>
                  <a:lnTo>
                    <a:pt x="37960" y="221235"/>
                  </a:lnTo>
                  <a:lnTo>
                    <a:pt x="79156" y="249009"/>
                  </a:lnTo>
                  <a:lnTo>
                    <a:pt x="129603" y="2591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1513" y="3493318"/>
              <a:ext cx="184038" cy="18404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28820" y="17309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8820" y="17309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28820" y="173098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99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69626" y="14717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388" y="259181"/>
                  </a:moveTo>
                  <a:lnTo>
                    <a:pt x="259194" y="259181"/>
                  </a:lnTo>
                  <a:lnTo>
                    <a:pt x="259194" y="0"/>
                  </a:lnTo>
                  <a:lnTo>
                    <a:pt x="212598" y="4178"/>
                  </a:lnTo>
                  <a:lnTo>
                    <a:pt x="168744" y="16217"/>
                  </a:lnTo>
                  <a:lnTo>
                    <a:pt x="128371" y="35394"/>
                  </a:lnTo>
                  <a:lnTo>
                    <a:pt x="92189" y="60960"/>
                  </a:lnTo>
                  <a:lnTo>
                    <a:pt x="60960" y="92202"/>
                  </a:lnTo>
                  <a:lnTo>
                    <a:pt x="35382" y="128371"/>
                  </a:lnTo>
                  <a:lnTo>
                    <a:pt x="16205" y="168757"/>
                  </a:lnTo>
                  <a:lnTo>
                    <a:pt x="4165" y="212610"/>
                  </a:lnTo>
                  <a:lnTo>
                    <a:pt x="0" y="259194"/>
                  </a:lnTo>
                  <a:lnTo>
                    <a:pt x="259181" y="259194"/>
                  </a:lnTo>
                  <a:lnTo>
                    <a:pt x="259181" y="518388"/>
                  </a:lnTo>
                  <a:lnTo>
                    <a:pt x="305765" y="514223"/>
                  </a:lnTo>
                  <a:lnTo>
                    <a:pt x="349618" y="502183"/>
                  </a:lnTo>
                  <a:lnTo>
                    <a:pt x="390004" y="483006"/>
                  </a:lnTo>
                  <a:lnTo>
                    <a:pt x="426173" y="457428"/>
                  </a:lnTo>
                  <a:lnTo>
                    <a:pt x="457415" y="426186"/>
                  </a:lnTo>
                  <a:lnTo>
                    <a:pt x="482993" y="390017"/>
                  </a:lnTo>
                  <a:lnTo>
                    <a:pt x="502170" y="349631"/>
                  </a:lnTo>
                  <a:lnTo>
                    <a:pt x="514210" y="305777"/>
                  </a:lnTo>
                  <a:lnTo>
                    <a:pt x="518388" y="259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69626" y="14717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388" y="259207"/>
                  </a:moveTo>
                  <a:lnTo>
                    <a:pt x="514210" y="212623"/>
                  </a:lnTo>
                  <a:lnTo>
                    <a:pt x="502170" y="168770"/>
                  </a:lnTo>
                  <a:lnTo>
                    <a:pt x="482993" y="128384"/>
                  </a:lnTo>
                  <a:lnTo>
                    <a:pt x="457428" y="92214"/>
                  </a:lnTo>
                  <a:lnTo>
                    <a:pt x="426186" y="60972"/>
                  </a:lnTo>
                  <a:lnTo>
                    <a:pt x="390017" y="35394"/>
                  </a:lnTo>
                  <a:lnTo>
                    <a:pt x="349631" y="16217"/>
                  </a:lnTo>
                  <a:lnTo>
                    <a:pt x="305777" y="4178"/>
                  </a:lnTo>
                  <a:lnTo>
                    <a:pt x="259194" y="0"/>
                  </a:lnTo>
                  <a:lnTo>
                    <a:pt x="259194" y="259194"/>
                  </a:lnTo>
                  <a:lnTo>
                    <a:pt x="0" y="259194"/>
                  </a:lnTo>
                  <a:lnTo>
                    <a:pt x="4165" y="305790"/>
                  </a:lnTo>
                  <a:lnTo>
                    <a:pt x="16205" y="349643"/>
                  </a:lnTo>
                  <a:lnTo>
                    <a:pt x="35382" y="390017"/>
                  </a:lnTo>
                  <a:lnTo>
                    <a:pt x="60960" y="426199"/>
                  </a:lnTo>
                  <a:lnTo>
                    <a:pt x="92202" y="457428"/>
                  </a:lnTo>
                  <a:lnTo>
                    <a:pt x="128371" y="483006"/>
                  </a:lnTo>
                  <a:lnTo>
                    <a:pt x="168757" y="502183"/>
                  </a:lnTo>
                  <a:lnTo>
                    <a:pt x="212610" y="514223"/>
                  </a:lnTo>
                  <a:lnTo>
                    <a:pt x="259207" y="518388"/>
                  </a:lnTo>
                  <a:lnTo>
                    <a:pt x="259207" y="259207"/>
                  </a:lnTo>
                  <a:lnTo>
                    <a:pt x="518388" y="25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69626" y="14717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259194" y="518401"/>
                  </a:moveTo>
                  <a:lnTo>
                    <a:pt x="305786" y="514225"/>
                  </a:lnTo>
                  <a:lnTo>
                    <a:pt x="349639" y="502184"/>
                  </a:lnTo>
                  <a:lnTo>
                    <a:pt x="390020" y="483012"/>
                  </a:lnTo>
                  <a:lnTo>
                    <a:pt x="426197" y="457439"/>
                  </a:lnTo>
                  <a:lnTo>
                    <a:pt x="457438" y="426199"/>
                  </a:lnTo>
                  <a:lnTo>
                    <a:pt x="483011" y="390024"/>
                  </a:lnTo>
                  <a:lnTo>
                    <a:pt x="502184" y="349645"/>
                  </a:lnTo>
                  <a:lnTo>
                    <a:pt x="514225" y="305795"/>
                  </a:lnTo>
                  <a:lnTo>
                    <a:pt x="518401" y="259206"/>
                  </a:lnTo>
                  <a:lnTo>
                    <a:pt x="514225" y="212614"/>
                  </a:lnTo>
                  <a:lnTo>
                    <a:pt x="502184" y="168761"/>
                  </a:lnTo>
                  <a:lnTo>
                    <a:pt x="483011" y="128381"/>
                  </a:lnTo>
                  <a:lnTo>
                    <a:pt x="457438" y="92203"/>
                  </a:lnTo>
                  <a:lnTo>
                    <a:pt x="426197" y="60962"/>
                  </a:lnTo>
                  <a:lnTo>
                    <a:pt x="390020" y="35389"/>
                  </a:lnTo>
                  <a:lnTo>
                    <a:pt x="349639" y="16216"/>
                  </a:lnTo>
                  <a:lnTo>
                    <a:pt x="305786" y="4176"/>
                  </a:lnTo>
                  <a:lnTo>
                    <a:pt x="259194" y="0"/>
                  </a:lnTo>
                  <a:lnTo>
                    <a:pt x="212605" y="4176"/>
                  </a:lnTo>
                  <a:lnTo>
                    <a:pt x="168755" y="16216"/>
                  </a:lnTo>
                  <a:lnTo>
                    <a:pt x="128377" y="35389"/>
                  </a:lnTo>
                  <a:lnTo>
                    <a:pt x="92201" y="60962"/>
                  </a:lnTo>
                  <a:lnTo>
                    <a:pt x="60961" y="92203"/>
                  </a:lnTo>
                  <a:lnTo>
                    <a:pt x="35389" y="128381"/>
                  </a:lnTo>
                  <a:lnTo>
                    <a:pt x="16216" y="168761"/>
                  </a:lnTo>
                  <a:lnTo>
                    <a:pt x="4176" y="212614"/>
                  </a:lnTo>
                  <a:lnTo>
                    <a:pt x="0" y="259206"/>
                  </a:lnTo>
                  <a:lnTo>
                    <a:pt x="4176" y="305795"/>
                  </a:lnTo>
                  <a:lnTo>
                    <a:pt x="16216" y="349645"/>
                  </a:lnTo>
                  <a:lnTo>
                    <a:pt x="35389" y="390024"/>
                  </a:lnTo>
                  <a:lnTo>
                    <a:pt x="60961" y="426199"/>
                  </a:lnTo>
                  <a:lnTo>
                    <a:pt x="92201" y="457439"/>
                  </a:lnTo>
                  <a:lnTo>
                    <a:pt x="128377" y="483012"/>
                  </a:lnTo>
                  <a:lnTo>
                    <a:pt x="168755" y="502184"/>
                  </a:lnTo>
                  <a:lnTo>
                    <a:pt x="212605" y="514225"/>
                  </a:lnTo>
                  <a:lnTo>
                    <a:pt x="259194" y="5184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86089" y="2916008"/>
              <a:ext cx="462280" cy="150495"/>
            </a:xfrm>
            <a:custGeom>
              <a:avLst/>
              <a:gdLst/>
              <a:ahLst/>
              <a:cxnLst/>
              <a:rect l="l" t="t" r="r" b="b"/>
              <a:pathLst>
                <a:path w="462280" h="150494">
                  <a:moveTo>
                    <a:pt x="0" y="0"/>
                  </a:moveTo>
                  <a:lnTo>
                    <a:pt x="462216" y="150190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02796" y="2664688"/>
              <a:ext cx="356870" cy="329565"/>
            </a:xfrm>
            <a:custGeom>
              <a:avLst/>
              <a:gdLst/>
              <a:ahLst/>
              <a:cxnLst/>
              <a:rect l="l" t="t" r="r" b="b"/>
              <a:pathLst>
                <a:path w="356870" h="329564">
                  <a:moveTo>
                    <a:pt x="356476" y="146215"/>
                  </a:moveTo>
                  <a:lnTo>
                    <a:pt x="228371" y="0"/>
                  </a:lnTo>
                  <a:lnTo>
                    <a:pt x="0" y="329310"/>
                  </a:lnTo>
                  <a:lnTo>
                    <a:pt x="356476" y="146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02796" y="1785238"/>
              <a:ext cx="696595" cy="1209040"/>
            </a:xfrm>
            <a:custGeom>
              <a:avLst/>
              <a:gdLst/>
              <a:ahLst/>
              <a:cxnLst/>
              <a:rect l="l" t="t" r="r" b="b"/>
              <a:pathLst>
                <a:path w="696595" h="1209039">
                  <a:moveTo>
                    <a:pt x="0" y="1208760"/>
                  </a:moveTo>
                  <a:lnTo>
                    <a:pt x="228371" y="879449"/>
                  </a:lnTo>
                  <a:lnTo>
                    <a:pt x="356476" y="1025664"/>
                  </a:lnTo>
                  <a:lnTo>
                    <a:pt x="0" y="1208760"/>
                  </a:lnTo>
                  <a:close/>
                </a:path>
                <a:path w="696595" h="1209039">
                  <a:moveTo>
                    <a:pt x="696099" y="0"/>
                  </a:moveTo>
                  <a:lnTo>
                    <a:pt x="684872" y="138480"/>
                  </a:lnTo>
                  <a:lnTo>
                    <a:pt x="658672" y="278828"/>
                  </a:lnTo>
                  <a:lnTo>
                    <a:pt x="619378" y="409816"/>
                  </a:lnTo>
                  <a:lnTo>
                    <a:pt x="568858" y="537057"/>
                  </a:lnTo>
                  <a:lnTo>
                    <a:pt x="507098" y="666140"/>
                  </a:lnTo>
                  <a:lnTo>
                    <a:pt x="430377" y="782193"/>
                  </a:lnTo>
                  <a:lnTo>
                    <a:pt x="344297" y="894435"/>
                  </a:lnTo>
                  <a:lnTo>
                    <a:pt x="292417" y="952563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1946" y="3459022"/>
              <a:ext cx="89052" cy="7014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9571" y="3684671"/>
              <a:ext cx="1234059" cy="168581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9028" y="2602610"/>
              <a:ext cx="3412756" cy="441244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560947" y="3098800"/>
              <a:ext cx="1494155" cy="3692525"/>
            </a:xfrm>
            <a:custGeom>
              <a:avLst/>
              <a:gdLst/>
              <a:ahLst/>
              <a:cxnLst/>
              <a:rect l="l" t="t" r="r" b="b"/>
              <a:pathLst>
                <a:path w="1494154" h="3692525">
                  <a:moveTo>
                    <a:pt x="1493837" y="3692525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ED1C2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0405" y="4372908"/>
              <a:ext cx="1497749" cy="125028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336269" y="3131185"/>
              <a:ext cx="423545" cy="171450"/>
            </a:xfrm>
            <a:custGeom>
              <a:avLst/>
              <a:gdLst/>
              <a:ahLst/>
              <a:cxnLst/>
              <a:rect l="l" t="t" r="r" b="b"/>
              <a:pathLst>
                <a:path w="423545" h="171450">
                  <a:moveTo>
                    <a:pt x="0" y="171145"/>
                  </a:moveTo>
                  <a:lnTo>
                    <a:pt x="423545" y="0"/>
                  </a:lnTo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8006" y="4928114"/>
              <a:ext cx="113703" cy="11370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3835" y="6553708"/>
              <a:ext cx="159689" cy="10006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543674" y="6439039"/>
              <a:ext cx="382270" cy="154940"/>
            </a:xfrm>
            <a:custGeom>
              <a:avLst/>
              <a:gdLst/>
              <a:ahLst/>
              <a:cxnLst/>
              <a:rect l="l" t="t" r="r" b="b"/>
              <a:pathLst>
                <a:path w="382270" h="154940">
                  <a:moveTo>
                    <a:pt x="382244" y="0"/>
                  </a:moveTo>
                  <a:lnTo>
                    <a:pt x="0" y="154393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28820" y="1730984"/>
              <a:ext cx="1830705" cy="4806950"/>
            </a:xfrm>
            <a:custGeom>
              <a:avLst/>
              <a:gdLst/>
              <a:ahLst/>
              <a:cxnLst/>
              <a:rect l="l" t="t" r="r" b="b"/>
              <a:pathLst>
                <a:path w="1830704" h="4806950">
                  <a:moveTo>
                    <a:pt x="0" y="0"/>
                  </a:moveTo>
                  <a:lnTo>
                    <a:pt x="1830476" y="4806340"/>
                  </a:lnTo>
                </a:path>
              </a:pathLst>
            </a:custGeom>
            <a:ln w="25399">
              <a:solidFill>
                <a:srgbClr val="ED1C2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44857" y="4983784"/>
              <a:ext cx="648970" cy="1697989"/>
            </a:xfrm>
            <a:custGeom>
              <a:avLst/>
              <a:gdLst/>
              <a:ahLst/>
              <a:cxnLst/>
              <a:rect l="l" t="t" r="r" b="b"/>
              <a:pathLst>
                <a:path w="648970" h="1697990">
                  <a:moveTo>
                    <a:pt x="0" y="0"/>
                  </a:moveTo>
                  <a:lnTo>
                    <a:pt x="648881" y="1697469"/>
                  </a:lnTo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23594" y="6098425"/>
              <a:ext cx="159702" cy="9998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243038" y="6158674"/>
              <a:ext cx="400685" cy="161925"/>
            </a:xfrm>
            <a:custGeom>
              <a:avLst/>
              <a:gdLst/>
              <a:ahLst/>
              <a:cxnLst/>
              <a:rect l="l" t="t" r="r" b="b"/>
              <a:pathLst>
                <a:path w="400684" h="161925">
                  <a:moveTo>
                    <a:pt x="0" y="161810"/>
                  </a:moveTo>
                  <a:lnTo>
                    <a:pt x="400380" y="0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13197" y="3856202"/>
              <a:ext cx="3021965" cy="1216660"/>
            </a:xfrm>
            <a:custGeom>
              <a:avLst/>
              <a:gdLst/>
              <a:ahLst/>
              <a:cxnLst/>
              <a:rect l="l" t="t" r="r" b="b"/>
              <a:pathLst>
                <a:path w="3021965" h="1216660">
                  <a:moveTo>
                    <a:pt x="0" y="1216393"/>
                  </a:moveTo>
                  <a:lnTo>
                    <a:pt x="3021672" y="0"/>
                  </a:lnTo>
                </a:path>
              </a:pathLst>
            </a:custGeom>
            <a:ln w="25399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364274" y="1236713"/>
            <a:ext cx="694690" cy="884555"/>
            <a:chOff x="364274" y="1236713"/>
            <a:chExt cx="694690" cy="884555"/>
          </a:xfrm>
        </p:grpSpPr>
        <p:sp>
          <p:nvSpPr>
            <p:cNvPr id="49" name="object 49"/>
            <p:cNvSpPr/>
            <p:nvPr/>
          </p:nvSpPr>
          <p:spPr>
            <a:xfrm>
              <a:off x="406184" y="1819960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17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67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57"/>
                  </a:moveTo>
                  <a:lnTo>
                    <a:pt x="0" y="316941"/>
                  </a:lnTo>
                  <a:lnTo>
                    <a:pt x="10477" y="367576"/>
                  </a:lnTo>
                  <a:lnTo>
                    <a:pt x="25323" y="367576"/>
                  </a:lnTo>
                  <a:lnTo>
                    <a:pt x="25323" y="331787"/>
                  </a:lnTo>
                  <a:lnTo>
                    <a:pt x="26200" y="319557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84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14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57" y="504659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593"/>
                  </a:lnTo>
                  <a:lnTo>
                    <a:pt x="58508" y="174625"/>
                  </a:lnTo>
                  <a:lnTo>
                    <a:pt x="70726" y="182473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4987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52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67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07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14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22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14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36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19"/>
                  </a:moveTo>
                  <a:lnTo>
                    <a:pt x="643496" y="470611"/>
                  </a:lnTo>
                  <a:lnTo>
                    <a:pt x="641756" y="476719"/>
                  </a:lnTo>
                  <a:lnTo>
                    <a:pt x="628662" y="502920"/>
                  </a:lnTo>
                  <a:lnTo>
                    <a:pt x="625170" y="508152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19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76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57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82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488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24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593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86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43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14"/>
                  </a:moveTo>
                  <a:lnTo>
                    <a:pt x="282028" y="663575"/>
                  </a:lnTo>
                  <a:lnTo>
                    <a:pt x="276783" y="661822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14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296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44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36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72"/>
                  </a:lnTo>
                  <a:lnTo>
                    <a:pt x="552691" y="595464"/>
                  </a:lnTo>
                  <a:lnTo>
                    <a:pt x="547458" y="598957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34"/>
                  </a:lnTo>
                  <a:lnTo>
                    <a:pt x="523011" y="616419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07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77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57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19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 rot="14940000">
            <a:off x="8161695" y="4942189"/>
            <a:ext cx="524757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sz="2475" b="1" spc="-127" baseline="8417" dirty="0">
                <a:solidFill>
                  <a:srgbClr val="231F20"/>
                </a:solidFill>
                <a:latin typeface="Gill Sans MT"/>
                <a:cs typeface="Gill Sans MT"/>
              </a:rPr>
              <a:t>E</a:t>
            </a:r>
            <a:r>
              <a:rPr sz="1650" b="1" spc="-85" dirty="0">
                <a:solidFill>
                  <a:srgbClr val="231F20"/>
                </a:solidFill>
                <a:latin typeface="Gill Sans MT"/>
                <a:cs typeface="Gill Sans MT"/>
              </a:rPr>
              <a:t>min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9192603" y="7294003"/>
            <a:ext cx="115379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0540T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53" name="object 53"/>
          <p:cNvSpPr txBox="1"/>
          <p:nvPr/>
        </p:nvSpPr>
        <p:spPr>
          <a:xfrm rot="14940000">
            <a:off x="8513707" y="4979235"/>
            <a:ext cx="607649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sz="2475" b="1" spc="-30" baseline="8417" dirty="0">
                <a:solidFill>
                  <a:srgbClr val="231F20"/>
                </a:solidFill>
                <a:latin typeface="Gill Sans MT"/>
                <a:cs typeface="Gill Sans MT"/>
              </a:rPr>
              <a:t>E</a:t>
            </a:r>
            <a:r>
              <a:rPr sz="1650" b="1" spc="-20" dirty="0">
                <a:solidFill>
                  <a:srgbClr val="231F20"/>
                </a:solidFill>
                <a:latin typeface="Gill Sans MT"/>
                <a:cs typeface="Gill Sans MT"/>
              </a:rPr>
              <a:t>max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4" name="object 54"/>
          <p:cNvSpPr txBox="1"/>
          <p:nvPr/>
        </p:nvSpPr>
        <p:spPr>
          <a:xfrm rot="14940000">
            <a:off x="7558920" y="3500943"/>
            <a:ext cx="565068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sz="2475" b="1" spc="-104" baseline="6734" dirty="0">
                <a:solidFill>
                  <a:srgbClr val="231F20"/>
                </a:solidFill>
                <a:latin typeface="Gill Sans MT"/>
                <a:cs typeface="Gill Sans MT"/>
              </a:rPr>
              <a:t>D</a:t>
            </a:r>
            <a:r>
              <a:rPr sz="1650" b="1" spc="-70" dirty="0">
                <a:solidFill>
                  <a:srgbClr val="231F20"/>
                </a:solidFill>
                <a:latin typeface="Gill Sans MT"/>
                <a:cs typeface="Gill Sans MT"/>
              </a:rPr>
              <a:t>min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5" name="object 55"/>
          <p:cNvSpPr txBox="1"/>
          <p:nvPr/>
        </p:nvSpPr>
        <p:spPr>
          <a:xfrm rot="14940000">
            <a:off x="7764171" y="3174987"/>
            <a:ext cx="648857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sz="2475" b="1" spc="-30" baseline="6734" dirty="0">
                <a:solidFill>
                  <a:srgbClr val="231F20"/>
                </a:solidFill>
                <a:latin typeface="Gill Sans MT"/>
                <a:cs typeface="Gill Sans MT"/>
              </a:rPr>
              <a:t>D</a:t>
            </a:r>
            <a:r>
              <a:rPr sz="1650" b="1" spc="-20" dirty="0">
                <a:solidFill>
                  <a:srgbClr val="231F20"/>
                </a:solidFill>
                <a:latin typeface="Gill Sans MT"/>
                <a:cs typeface="Gill Sans MT"/>
              </a:rPr>
              <a:t>max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6" name="object 56"/>
          <p:cNvSpPr txBox="1"/>
          <p:nvPr/>
        </p:nvSpPr>
        <p:spPr>
          <a:xfrm rot="20340000">
            <a:off x="6928934" y="6185422"/>
            <a:ext cx="250267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1650" b="1" spc="-345" dirty="0">
                <a:solidFill>
                  <a:srgbClr val="231F20"/>
                </a:solidFill>
                <a:latin typeface="Gill Sans MT"/>
                <a:cs typeface="Gill Sans MT"/>
              </a:rPr>
              <a:t>C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348620" y="457609"/>
            <a:ext cx="5165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9510" algn="l"/>
              </a:tabLst>
            </a:pPr>
            <a:r>
              <a:rPr dirty="0"/>
              <a:t>Scraper</a:t>
            </a:r>
            <a:r>
              <a:rPr spc="-70" dirty="0"/>
              <a:t> </a:t>
            </a:r>
            <a:r>
              <a:rPr spc="-50" dirty="0"/>
              <a:t>Type</a:t>
            </a:r>
            <a:r>
              <a:rPr spc="-70" dirty="0"/>
              <a:t> </a:t>
            </a:r>
            <a:r>
              <a:rPr spc="-520" dirty="0"/>
              <a:t>CT</a:t>
            </a:r>
            <a:r>
              <a:rPr spc="-70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70" dirty="0"/>
              <a:t> </a:t>
            </a:r>
            <a:r>
              <a:rPr spc="-20" dirty="0"/>
              <a:t>step</a:t>
            </a:r>
            <a:r>
              <a:rPr dirty="0"/>
              <a:t>	</a:t>
            </a:r>
            <a:r>
              <a:rPr spc="55" dirty="0"/>
              <a:t>3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348620" y="743720"/>
            <a:ext cx="3194685" cy="10706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400" b="1" spc="-60" dirty="0">
                <a:latin typeface="Gill Sans MT"/>
                <a:cs typeface="Gill Sans MT"/>
              </a:rPr>
              <a:t>Select</a:t>
            </a:r>
            <a:r>
              <a:rPr sz="2400" b="1" spc="5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spindle</a:t>
            </a:r>
            <a:r>
              <a:rPr sz="2400" b="1" spc="55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position</a:t>
            </a:r>
            <a:endParaRPr sz="2400">
              <a:latin typeface="Gill Sans MT"/>
              <a:cs typeface="Gill Sans MT"/>
            </a:endParaRPr>
          </a:p>
          <a:p>
            <a:pPr marL="240665">
              <a:lnSpc>
                <a:spcPct val="100000"/>
              </a:lnSpc>
              <a:spcBef>
                <a:spcPts val="865"/>
              </a:spcBef>
            </a:pPr>
            <a:r>
              <a:rPr sz="3200" b="1" spc="90" dirty="0">
                <a:latin typeface="Gill Sans MT"/>
                <a:cs typeface="Gill Sans MT"/>
              </a:rPr>
              <a:t>3</a:t>
            </a:r>
            <a:endParaRPr sz="3200">
              <a:latin typeface="Gill Sans MT"/>
              <a:cs typeface="Gill Sans MT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5C63E9E-FF50-362C-6683-2734D813A1E6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89828E0-38CA-D765-6061-3759597382B7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 descr="A close-up of a logo&#10;&#10;AI-generated content may be incorrect.">
              <a:extLst>
                <a:ext uri="{FF2B5EF4-FFF2-40B4-BE49-F238E27FC236}">
                  <a16:creationId xmlns:a16="http://schemas.microsoft.com/office/drawing/2014/main" id="{2F2616BA-0F2B-97B4-124D-A01CF8A9B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2064" y="1135113"/>
            <a:ext cx="6650355" cy="5738495"/>
            <a:chOff x="1532064" y="1135113"/>
            <a:chExt cx="6650355" cy="5738495"/>
          </a:xfrm>
        </p:grpSpPr>
        <p:sp>
          <p:nvSpPr>
            <p:cNvPr id="3" name="object 3"/>
            <p:cNvSpPr/>
            <p:nvPr/>
          </p:nvSpPr>
          <p:spPr>
            <a:xfrm>
              <a:off x="1602886" y="1171168"/>
              <a:ext cx="5631180" cy="2958465"/>
            </a:xfrm>
            <a:custGeom>
              <a:avLst/>
              <a:gdLst/>
              <a:ahLst/>
              <a:cxnLst/>
              <a:rect l="l" t="t" r="r" b="b"/>
              <a:pathLst>
                <a:path w="5631180" h="2958465">
                  <a:moveTo>
                    <a:pt x="40749" y="2268143"/>
                  </a:moveTo>
                  <a:lnTo>
                    <a:pt x="40749" y="2115399"/>
                  </a:lnTo>
                  <a:lnTo>
                    <a:pt x="26079" y="2153894"/>
                  </a:lnTo>
                  <a:lnTo>
                    <a:pt x="6519" y="2184611"/>
                  </a:lnTo>
                  <a:lnTo>
                    <a:pt x="0" y="2206752"/>
                  </a:lnTo>
                  <a:lnTo>
                    <a:pt x="6519" y="2231025"/>
                  </a:lnTo>
                  <a:lnTo>
                    <a:pt x="26079" y="2268143"/>
                  </a:lnTo>
                  <a:lnTo>
                    <a:pt x="40749" y="2268143"/>
                  </a:lnTo>
                  <a:close/>
                </a:path>
                <a:path w="5631180" h="2958465">
                  <a:moveTo>
                    <a:pt x="972750" y="2122182"/>
                  </a:moveTo>
                  <a:lnTo>
                    <a:pt x="832402" y="2082850"/>
                  </a:lnTo>
                  <a:lnTo>
                    <a:pt x="680840" y="2060435"/>
                  </a:lnTo>
                  <a:lnTo>
                    <a:pt x="543299" y="2046401"/>
                  </a:lnTo>
                  <a:lnTo>
                    <a:pt x="26079" y="2046401"/>
                  </a:lnTo>
                  <a:lnTo>
                    <a:pt x="30969" y="2055964"/>
                  </a:lnTo>
                  <a:lnTo>
                    <a:pt x="39119" y="2080860"/>
                  </a:lnTo>
                  <a:lnTo>
                    <a:pt x="40749" y="2115399"/>
                  </a:lnTo>
                  <a:lnTo>
                    <a:pt x="40749" y="2268143"/>
                  </a:lnTo>
                  <a:lnTo>
                    <a:pt x="543299" y="2268143"/>
                  </a:lnTo>
                  <a:lnTo>
                    <a:pt x="543299" y="2268360"/>
                  </a:lnTo>
                  <a:lnTo>
                    <a:pt x="722039" y="2282177"/>
                  </a:lnTo>
                  <a:lnTo>
                    <a:pt x="894149" y="2327084"/>
                  </a:lnTo>
                  <a:lnTo>
                    <a:pt x="967136" y="2351021"/>
                  </a:lnTo>
                  <a:lnTo>
                    <a:pt x="967136" y="2122182"/>
                  </a:lnTo>
                  <a:lnTo>
                    <a:pt x="972750" y="2122182"/>
                  </a:lnTo>
                  <a:close/>
                </a:path>
                <a:path w="5631180" h="2958465">
                  <a:moveTo>
                    <a:pt x="543299" y="2268360"/>
                  </a:moveTo>
                  <a:lnTo>
                    <a:pt x="543299" y="2268143"/>
                  </a:lnTo>
                  <a:lnTo>
                    <a:pt x="540492" y="2268143"/>
                  </a:lnTo>
                  <a:lnTo>
                    <a:pt x="543299" y="2268360"/>
                  </a:lnTo>
                  <a:close/>
                </a:path>
                <a:path w="5631180" h="2958465">
                  <a:moveTo>
                    <a:pt x="5409152" y="1560586"/>
                  </a:moveTo>
                  <a:lnTo>
                    <a:pt x="5409152" y="625919"/>
                  </a:lnTo>
                  <a:lnTo>
                    <a:pt x="5392312" y="836422"/>
                  </a:lnTo>
                  <a:lnTo>
                    <a:pt x="5358631" y="1044092"/>
                  </a:lnTo>
                  <a:lnTo>
                    <a:pt x="5302497" y="1243418"/>
                  </a:lnTo>
                  <a:lnTo>
                    <a:pt x="5226716" y="1434274"/>
                  </a:lnTo>
                  <a:lnTo>
                    <a:pt x="5134082" y="1625104"/>
                  </a:lnTo>
                  <a:lnTo>
                    <a:pt x="5019008" y="1799170"/>
                  </a:lnTo>
                  <a:lnTo>
                    <a:pt x="4889938" y="1970341"/>
                  </a:lnTo>
                  <a:lnTo>
                    <a:pt x="4749552" y="2124760"/>
                  </a:lnTo>
                  <a:lnTo>
                    <a:pt x="4586751" y="2259482"/>
                  </a:lnTo>
                  <a:lnTo>
                    <a:pt x="4418387" y="2388603"/>
                  </a:lnTo>
                  <a:lnTo>
                    <a:pt x="4233094" y="2492451"/>
                  </a:lnTo>
                  <a:lnTo>
                    <a:pt x="4047851" y="2579458"/>
                  </a:lnTo>
                  <a:lnTo>
                    <a:pt x="3842950" y="2649626"/>
                  </a:lnTo>
                  <a:lnTo>
                    <a:pt x="3646468" y="2700159"/>
                  </a:lnTo>
                  <a:lnTo>
                    <a:pt x="3430352" y="2731033"/>
                  </a:lnTo>
                  <a:lnTo>
                    <a:pt x="3222644" y="2742260"/>
                  </a:lnTo>
                  <a:lnTo>
                    <a:pt x="3219837" y="2742260"/>
                  </a:lnTo>
                  <a:lnTo>
                    <a:pt x="3017742" y="2731033"/>
                  </a:lnTo>
                  <a:lnTo>
                    <a:pt x="2801626" y="2700159"/>
                  </a:lnTo>
                  <a:lnTo>
                    <a:pt x="2605144" y="2649626"/>
                  </a:lnTo>
                  <a:lnTo>
                    <a:pt x="2506897" y="2621559"/>
                  </a:lnTo>
                  <a:lnTo>
                    <a:pt x="967136" y="2122182"/>
                  </a:lnTo>
                  <a:lnTo>
                    <a:pt x="967136" y="2351021"/>
                  </a:lnTo>
                  <a:lnTo>
                    <a:pt x="2433923" y="2832074"/>
                  </a:lnTo>
                  <a:lnTo>
                    <a:pt x="2661278" y="2888208"/>
                  </a:lnTo>
                  <a:lnTo>
                    <a:pt x="2888634" y="2935935"/>
                  </a:lnTo>
                  <a:lnTo>
                    <a:pt x="3121602" y="2958388"/>
                  </a:lnTo>
                  <a:lnTo>
                    <a:pt x="3351752" y="2952762"/>
                  </a:lnTo>
                  <a:lnTo>
                    <a:pt x="3584721" y="2930321"/>
                  </a:lnTo>
                  <a:lnTo>
                    <a:pt x="3812076" y="2888208"/>
                  </a:lnTo>
                  <a:lnTo>
                    <a:pt x="4039419" y="2820847"/>
                  </a:lnTo>
                  <a:lnTo>
                    <a:pt x="4252741" y="2728226"/>
                  </a:lnTo>
                  <a:lnTo>
                    <a:pt x="4463256" y="2615958"/>
                  </a:lnTo>
                  <a:lnTo>
                    <a:pt x="4654162" y="2489644"/>
                  </a:lnTo>
                  <a:lnTo>
                    <a:pt x="4839366" y="2343683"/>
                  </a:lnTo>
                  <a:lnTo>
                    <a:pt x="5002168" y="2175281"/>
                  </a:lnTo>
                  <a:lnTo>
                    <a:pt x="5153742" y="1995639"/>
                  </a:lnTo>
                  <a:lnTo>
                    <a:pt x="5282850" y="1801977"/>
                  </a:lnTo>
                  <a:lnTo>
                    <a:pt x="5392312" y="1599882"/>
                  </a:lnTo>
                  <a:lnTo>
                    <a:pt x="5409152" y="1560586"/>
                  </a:lnTo>
                  <a:close/>
                </a:path>
                <a:path w="5631180" h="2958465">
                  <a:moveTo>
                    <a:pt x="5630894" y="468731"/>
                  </a:moveTo>
                  <a:lnTo>
                    <a:pt x="5608478" y="235762"/>
                  </a:lnTo>
                  <a:lnTo>
                    <a:pt x="5571953" y="2794"/>
                  </a:lnTo>
                  <a:lnTo>
                    <a:pt x="5341791" y="0"/>
                  </a:lnTo>
                  <a:lnTo>
                    <a:pt x="5386698" y="207695"/>
                  </a:lnTo>
                  <a:lnTo>
                    <a:pt x="5409152" y="412597"/>
                  </a:lnTo>
                  <a:lnTo>
                    <a:pt x="5409152" y="1560586"/>
                  </a:lnTo>
                  <a:lnTo>
                    <a:pt x="5484933" y="1383753"/>
                  </a:lnTo>
                  <a:lnTo>
                    <a:pt x="5555113" y="1159167"/>
                  </a:lnTo>
                  <a:lnTo>
                    <a:pt x="5602865" y="934669"/>
                  </a:lnTo>
                  <a:lnTo>
                    <a:pt x="5625280" y="701700"/>
                  </a:lnTo>
                  <a:lnTo>
                    <a:pt x="5630894" y="468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8539" y="1171168"/>
              <a:ext cx="4374515" cy="2734310"/>
            </a:xfrm>
            <a:custGeom>
              <a:avLst/>
              <a:gdLst/>
              <a:ahLst/>
              <a:cxnLst/>
              <a:rect l="l" t="t" r="r" b="b"/>
              <a:pathLst>
                <a:path w="4374515" h="2734310">
                  <a:moveTo>
                    <a:pt x="4373981" y="547331"/>
                  </a:moveTo>
                  <a:lnTo>
                    <a:pt x="4373504" y="494223"/>
                  </a:lnTo>
                  <a:lnTo>
                    <a:pt x="4372041" y="442358"/>
                  </a:lnTo>
                  <a:lnTo>
                    <a:pt x="4369540" y="391546"/>
                  </a:lnTo>
                  <a:lnTo>
                    <a:pt x="4365952" y="341595"/>
                  </a:lnTo>
                  <a:lnTo>
                    <a:pt x="4361225" y="292314"/>
                  </a:lnTo>
                  <a:lnTo>
                    <a:pt x="4355309" y="243512"/>
                  </a:lnTo>
                  <a:lnTo>
                    <a:pt x="4348155" y="194998"/>
                  </a:lnTo>
                  <a:lnTo>
                    <a:pt x="4339711" y="146581"/>
                  </a:lnTo>
                  <a:lnTo>
                    <a:pt x="4329927" y="98069"/>
                  </a:lnTo>
                  <a:lnTo>
                    <a:pt x="4318753" y="49273"/>
                  </a:lnTo>
                  <a:lnTo>
                    <a:pt x="4306138" y="0"/>
                  </a:lnTo>
                  <a:lnTo>
                    <a:pt x="46647" y="95923"/>
                  </a:lnTo>
                  <a:lnTo>
                    <a:pt x="36996" y="144671"/>
                  </a:lnTo>
                  <a:lnTo>
                    <a:pt x="28432" y="193801"/>
                  </a:lnTo>
                  <a:lnTo>
                    <a:pt x="20967" y="243302"/>
                  </a:lnTo>
                  <a:lnTo>
                    <a:pt x="14615" y="293159"/>
                  </a:lnTo>
                  <a:lnTo>
                    <a:pt x="9388" y="343359"/>
                  </a:lnTo>
                  <a:lnTo>
                    <a:pt x="5300" y="393890"/>
                  </a:lnTo>
                  <a:lnTo>
                    <a:pt x="2364" y="444738"/>
                  </a:lnTo>
                  <a:lnTo>
                    <a:pt x="593" y="495889"/>
                  </a:lnTo>
                  <a:lnTo>
                    <a:pt x="0" y="547331"/>
                  </a:lnTo>
                  <a:lnTo>
                    <a:pt x="520" y="595520"/>
                  </a:lnTo>
                  <a:lnTo>
                    <a:pt x="2074" y="643455"/>
                  </a:lnTo>
                  <a:lnTo>
                    <a:pt x="4651" y="691124"/>
                  </a:lnTo>
                  <a:lnTo>
                    <a:pt x="8241" y="738518"/>
                  </a:lnTo>
                  <a:lnTo>
                    <a:pt x="12833" y="785624"/>
                  </a:lnTo>
                  <a:lnTo>
                    <a:pt x="18415" y="832434"/>
                  </a:lnTo>
                  <a:lnTo>
                    <a:pt x="24978" y="878935"/>
                  </a:lnTo>
                  <a:lnTo>
                    <a:pt x="32511" y="925118"/>
                  </a:lnTo>
                  <a:lnTo>
                    <a:pt x="41003" y="970972"/>
                  </a:lnTo>
                  <a:lnTo>
                    <a:pt x="50443" y="1016485"/>
                  </a:lnTo>
                  <a:lnTo>
                    <a:pt x="60821" y="1061648"/>
                  </a:lnTo>
                  <a:lnTo>
                    <a:pt x="72126" y="1106450"/>
                  </a:lnTo>
                  <a:lnTo>
                    <a:pt x="84347" y="1150880"/>
                  </a:lnTo>
                  <a:lnTo>
                    <a:pt x="97474" y="1194927"/>
                  </a:lnTo>
                  <a:lnTo>
                    <a:pt x="111496" y="1238580"/>
                  </a:lnTo>
                  <a:lnTo>
                    <a:pt x="126402" y="1281830"/>
                  </a:lnTo>
                  <a:lnTo>
                    <a:pt x="142182" y="1324665"/>
                  </a:lnTo>
                  <a:lnTo>
                    <a:pt x="158825" y="1367074"/>
                  </a:lnTo>
                  <a:lnTo>
                    <a:pt x="176320" y="1409048"/>
                  </a:lnTo>
                  <a:lnTo>
                    <a:pt x="194657" y="1450575"/>
                  </a:lnTo>
                  <a:lnTo>
                    <a:pt x="213825" y="1491644"/>
                  </a:lnTo>
                  <a:lnTo>
                    <a:pt x="233813" y="1532246"/>
                  </a:lnTo>
                  <a:lnTo>
                    <a:pt x="254611" y="1572368"/>
                  </a:lnTo>
                  <a:lnTo>
                    <a:pt x="276208" y="1612002"/>
                  </a:lnTo>
                  <a:lnTo>
                    <a:pt x="298592" y="1651135"/>
                  </a:lnTo>
                  <a:lnTo>
                    <a:pt x="321755" y="1689757"/>
                  </a:lnTo>
                  <a:lnTo>
                    <a:pt x="345685" y="1727858"/>
                  </a:lnTo>
                  <a:lnTo>
                    <a:pt x="370370" y="1765427"/>
                  </a:lnTo>
                  <a:lnTo>
                    <a:pt x="395802" y="1802454"/>
                  </a:lnTo>
                  <a:lnTo>
                    <a:pt x="421968" y="1838926"/>
                  </a:lnTo>
                  <a:lnTo>
                    <a:pt x="448858" y="1874835"/>
                  </a:lnTo>
                  <a:lnTo>
                    <a:pt x="476462" y="1910169"/>
                  </a:lnTo>
                  <a:lnTo>
                    <a:pt x="504769" y="1944917"/>
                  </a:lnTo>
                  <a:lnTo>
                    <a:pt x="533768" y="1979069"/>
                  </a:lnTo>
                  <a:lnTo>
                    <a:pt x="563449" y="2012615"/>
                  </a:lnTo>
                  <a:lnTo>
                    <a:pt x="593800" y="2045543"/>
                  </a:lnTo>
                  <a:lnTo>
                    <a:pt x="624812" y="2077842"/>
                  </a:lnTo>
                  <a:lnTo>
                    <a:pt x="656473" y="2109503"/>
                  </a:lnTo>
                  <a:lnTo>
                    <a:pt x="688773" y="2140515"/>
                  </a:lnTo>
                  <a:lnTo>
                    <a:pt x="721701" y="2170866"/>
                  </a:lnTo>
                  <a:lnTo>
                    <a:pt x="755247" y="2200546"/>
                  </a:lnTo>
                  <a:lnTo>
                    <a:pt x="789399" y="2229545"/>
                  </a:lnTo>
                  <a:lnTo>
                    <a:pt x="824148" y="2257852"/>
                  </a:lnTo>
                  <a:lnTo>
                    <a:pt x="859482" y="2285455"/>
                  </a:lnTo>
                  <a:lnTo>
                    <a:pt x="895391" y="2312346"/>
                  </a:lnTo>
                  <a:lnTo>
                    <a:pt x="931864" y="2338512"/>
                  </a:lnTo>
                  <a:lnTo>
                    <a:pt x="968890" y="2363943"/>
                  </a:lnTo>
                  <a:lnTo>
                    <a:pt x="1006459" y="2388628"/>
                  </a:lnTo>
                  <a:lnTo>
                    <a:pt x="1044561" y="2412557"/>
                  </a:lnTo>
                  <a:lnTo>
                    <a:pt x="1083183" y="2435720"/>
                  </a:lnTo>
                  <a:lnTo>
                    <a:pt x="1122317" y="2458105"/>
                  </a:lnTo>
                  <a:lnTo>
                    <a:pt x="1161950" y="2479701"/>
                  </a:lnTo>
                  <a:lnTo>
                    <a:pt x="1202073" y="2500499"/>
                  </a:lnTo>
                  <a:lnTo>
                    <a:pt x="1242675" y="2520487"/>
                  </a:lnTo>
                  <a:lnTo>
                    <a:pt x="1283745" y="2539654"/>
                  </a:lnTo>
                  <a:lnTo>
                    <a:pt x="1325272" y="2557991"/>
                  </a:lnTo>
                  <a:lnTo>
                    <a:pt x="1367245" y="2575486"/>
                  </a:lnTo>
                  <a:lnTo>
                    <a:pt x="1409655" y="2592129"/>
                  </a:lnTo>
                  <a:lnTo>
                    <a:pt x="1452490" y="2607908"/>
                  </a:lnTo>
                  <a:lnTo>
                    <a:pt x="1495740" y="2622815"/>
                  </a:lnTo>
                  <a:lnTo>
                    <a:pt x="1539394" y="2636836"/>
                  </a:lnTo>
                  <a:lnTo>
                    <a:pt x="1583441" y="2649963"/>
                  </a:lnTo>
                  <a:lnTo>
                    <a:pt x="1627871" y="2662184"/>
                  </a:lnTo>
                  <a:lnTo>
                    <a:pt x="1672673" y="2673489"/>
                  </a:lnTo>
                  <a:lnTo>
                    <a:pt x="1717836" y="2683867"/>
                  </a:lnTo>
                  <a:lnTo>
                    <a:pt x="1763349" y="2693307"/>
                  </a:lnTo>
                  <a:lnTo>
                    <a:pt x="1809203" y="2701798"/>
                  </a:lnTo>
                  <a:lnTo>
                    <a:pt x="1855386" y="2709331"/>
                  </a:lnTo>
                  <a:lnTo>
                    <a:pt x="1901888" y="2715894"/>
                  </a:lnTo>
                  <a:lnTo>
                    <a:pt x="1948697" y="2721476"/>
                  </a:lnTo>
                  <a:lnTo>
                    <a:pt x="1995804" y="2726068"/>
                  </a:lnTo>
                  <a:lnTo>
                    <a:pt x="2043197" y="2729658"/>
                  </a:lnTo>
                  <a:lnTo>
                    <a:pt x="2090867" y="2732235"/>
                  </a:lnTo>
                  <a:lnTo>
                    <a:pt x="2138801" y="2733789"/>
                  </a:lnTo>
                  <a:lnTo>
                    <a:pt x="2186990" y="2734310"/>
                  </a:lnTo>
                  <a:lnTo>
                    <a:pt x="2235179" y="2733789"/>
                  </a:lnTo>
                  <a:lnTo>
                    <a:pt x="2283114" y="2732235"/>
                  </a:lnTo>
                  <a:lnTo>
                    <a:pt x="2330783" y="2729658"/>
                  </a:lnTo>
                  <a:lnTo>
                    <a:pt x="2378177" y="2726068"/>
                  </a:lnTo>
                  <a:lnTo>
                    <a:pt x="2425283" y="2721476"/>
                  </a:lnTo>
                  <a:lnTo>
                    <a:pt x="2472093" y="2715894"/>
                  </a:lnTo>
                  <a:lnTo>
                    <a:pt x="2518595" y="2709331"/>
                  </a:lnTo>
                  <a:lnTo>
                    <a:pt x="2564777" y="2701798"/>
                  </a:lnTo>
                  <a:lnTo>
                    <a:pt x="2610631" y="2693307"/>
                  </a:lnTo>
                  <a:lnTo>
                    <a:pt x="2656145" y="2683867"/>
                  </a:lnTo>
                  <a:lnTo>
                    <a:pt x="2701308" y="2673489"/>
                  </a:lnTo>
                  <a:lnTo>
                    <a:pt x="2746110" y="2662184"/>
                  </a:lnTo>
                  <a:lnTo>
                    <a:pt x="2790540" y="2649963"/>
                  </a:lnTo>
                  <a:lnTo>
                    <a:pt x="2834587" y="2636836"/>
                  </a:lnTo>
                  <a:lnTo>
                    <a:pt x="2878241" y="2622815"/>
                  </a:lnTo>
                  <a:lnTo>
                    <a:pt x="2921490" y="2607908"/>
                  </a:lnTo>
                  <a:lnTo>
                    <a:pt x="2964325" y="2592129"/>
                  </a:lnTo>
                  <a:lnTo>
                    <a:pt x="3006735" y="2575486"/>
                  </a:lnTo>
                  <a:lnTo>
                    <a:pt x="3048709" y="2557991"/>
                  </a:lnTo>
                  <a:lnTo>
                    <a:pt x="3090236" y="2539654"/>
                  </a:lnTo>
                  <a:lnTo>
                    <a:pt x="3131306" y="2520487"/>
                  </a:lnTo>
                  <a:lnTo>
                    <a:pt x="3171907" y="2500499"/>
                  </a:lnTo>
                  <a:lnTo>
                    <a:pt x="3212030" y="2479701"/>
                  </a:lnTo>
                  <a:lnTo>
                    <a:pt x="3251664" y="2458105"/>
                  </a:lnTo>
                  <a:lnTo>
                    <a:pt x="3290797" y="2435720"/>
                  </a:lnTo>
                  <a:lnTo>
                    <a:pt x="3329420" y="2412557"/>
                  </a:lnTo>
                  <a:lnTo>
                    <a:pt x="3367521" y="2388628"/>
                  </a:lnTo>
                  <a:lnTo>
                    <a:pt x="3405090" y="2363943"/>
                  </a:lnTo>
                  <a:lnTo>
                    <a:pt x="3442117" y="2338512"/>
                  </a:lnTo>
                  <a:lnTo>
                    <a:pt x="3478590" y="2312346"/>
                  </a:lnTo>
                  <a:lnTo>
                    <a:pt x="3514498" y="2285455"/>
                  </a:lnTo>
                  <a:lnTo>
                    <a:pt x="3549833" y="2257852"/>
                  </a:lnTo>
                  <a:lnTo>
                    <a:pt x="3584581" y="2229545"/>
                  </a:lnTo>
                  <a:lnTo>
                    <a:pt x="3618734" y="2200546"/>
                  </a:lnTo>
                  <a:lnTo>
                    <a:pt x="3652279" y="2170866"/>
                  </a:lnTo>
                  <a:lnTo>
                    <a:pt x="3685207" y="2140515"/>
                  </a:lnTo>
                  <a:lnTo>
                    <a:pt x="3717507" y="2109503"/>
                  </a:lnTo>
                  <a:lnTo>
                    <a:pt x="3749169" y="2077842"/>
                  </a:lnTo>
                  <a:lnTo>
                    <a:pt x="3780180" y="2045543"/>
                  </a:lnTo>
                  <a:lnTo>
                    <a:pt x="3810532" y="2012615"/>
                  </a:lnTo>
                  <a:lnTo>
                    <a:pt x="3840212" y="1979069"/>
                  </a:lnTo>
                  <a:lnTo>
                    <a:pt x="3869211" y="1944917"/>
                  </a:lnTo>
                  <a:lnTo>
                    <a:pt x="3897518" y="1910169"/>
                  </a:lnTo>
                  <a:lnTo>
                    <a:pt x="3925122" y="1874835"/>
                  </a:lnTo>
                  <a:lnTo>
                    <a:pt x="3952013" y="1838926"/>
                  </a:lnTo>
                  <a:lnTo>
                    <a:pt x="3978179" y="1802454"/>
                  </a:lnTo>
                  <a:lnTo>
                    <a:pt x="4003610" y="1765427"/>
                  </a:lnTo>
                  <a:lnTo>
                    <a:pt x="4028296" y="1727858"/>
                  </a:lnTo>
                  <a:lnTo>
                    <a:pt x="4052226" y="1689757"/>
                  </a:lnTo>
                  <a:lnTo>
                    <a:pt x="4075388" y="1651135"/>
                  </a:lnTo>
                  <a:lnTo>
                    <a:pt x="4097773" y="1612002"/>
                  </a:lnTo>
                  <a:lnTo>
                    <a:pt x="4119370" y="1572368"/>
                  </a:lnTo>
                  <a:lnTo>
                    <a:pt x="4140168" y="1532246"/>
                  </a:lnTo>
                  <a:lnTo>
                    <a:pt x="4160156" y="1491644"/>
                  </a:lnTo>
                  <a:lnTo>
                    <a:pt x="4179324" y="1450575"/>
                  </a:lnTo>
                  <a:lnTo>
                    <a:pt x="4197660" y="1409048"/>
                  </a:lnTo>
                  <a:lnTo>
                    <a:pt x="4215156" y="1367074"/>
                  </a:lnTo>
                  <a:lnTo>
                    <a:pt x="4231799" y="1324665"/>
                  </a:lnTo>
                  <a:lnTo>
                    <a:pt x="4247579" y="1281830"/>
                  </a:lnTo>
                  <a:lnTo>
                    <a:pt x="4262485" y="1238580"/>
                  </a:lnTo>
                  <a:lnTo>
                    <a:pt x="4276507" y="1194927"/>
                  </a:lnTo>
                  <a:lnTo>
                    <a:pt x="4289634" y="1150880"/>
                  </a:lnTo>
                  <a:lnTo>
                    <a:pt x="4301855" y="1106450"/>
                  </a:lnTo>
                  <a:lnTo>
                    <a:pt x="4313160" y="1061648"/>
                  </a:lnTo>
                  <a:lnTo>
                    <a:pt x="4323538" y="1016485"/>
                  </a:lnTo>
                  <a:lnTo>
                    <a:pt x="4332978" y="970972"/>
                  </a:lnTo>
                  <a:lnTo>
                    <a:pt x="4341470" y="925118"/>
                  </a:lnTo>
                  <a:lnTo>
                    <a:pt x="4349002" y="878935"/>
                  </a:lnTo>
                  <a:lnTo>
                    <a:pt x="4355565" y="832434"/>
                  </a:lnTo>
                  <a:lnTo>
                    <a:pt x="4361148" y="785624"/>
                  </a:lnTo>
                  <a:lnTo>
                    <a:pt x="4365739" y="738518"/>
                  </a:lnTo>
                  <a:lnTo>
                    <a:pt x="4369329" y="691124"/>
                  </a:lnTo>
                  <a:lnTo>
                    <a:pt x="4371906" y="643455"/>
                  </a:lnTo>
                  <a:lnTo>
                    <a:pt x="4373461" y="595520"/>
                  </a:lnTo>
                  <a:lnTo>
                    <a:pt x="4373981" y="547331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38539" y="1171168"/>
              <a:ext cx="4374515" cy="2734310"/>
            </a:xfrm>
            <a:custGeom>
              <a:avLst/>
              <a:gdLst/>
              <a:ahLst/>
              <a:cxnLst/>
              <a:rect l="l" t="t" r="r" b="b"/>
              <a:pathLst>
                <a:path w="4374515" h="2734310">
                  <a:moveTo>
                    <a:pt x="4306138" y="0"/>
                  </a:moveTo>
                  <a:lnTo>
                    <a:pt x="4318753" y="49273"/>
                  </a:lnTo>
                  <a:lnTo>
                    <a:pt x="4329927" y="98069"/>
                  </a:lnTo>
                  <a:lnTo>
                    <a:pt x="4339711" y="146581"/>
                  </a:lnTo>
                  <a:lnTo>
                    <a:pt x="4348155" y="194998"/>
                  </a:lnTo>
                  <a:lnTo>
                    <a:pt x="4355309" y="243512"/>
                  </a:lnTo>
                  <a:lnTo>
                    <a:pt x="4361225" y="292314"/>
                  </a:lnTo>
                  <a:lnTo>
                    <a:pt x="4365952" y="341595"/>
                  </a:lnTo>
                  <a:lnTo>
                    <a:pt x="4369540" y="391546"/>
                  </a:lnTo>
                  <a:lnTo>
                    <a:pt x="4372041" y="442358"/>
                  </a:lnTo>
                  <a:lnTo>
                    <a:pt x="4373504" y="494223"/>
                  </a:lnTo>
                  <a:lnTo>
                    <a:pt x="4373981" y="547331"/>
                  </a:lnTo>
                  <a:lnTo>
                    <a:pt x="4373461" y="595520"/>
                  </a:lnTo>
                  <a:lnTo>
                    <a:pt x="4371906" y="643455"/>
                  </a:lnTo>
                  <a:lnTo>
                    <a:pt x="4369329" y="691124"/>
                  </a:lnTo>
                  <a:lnTo>
                    <a:pt x="4365739" y="738518"/>
                  </a:lnTo>
                  <a:lnTo>
                    <a:pt x="4361148" y="785624"/>
                  </a:lnTo>
                  <a:lnTo>
                    <a:pt x="4355565" y="832434"/>
                  </a:lnTo>
                  <a:lnTo>
                    <a:pt x="4349002" y="878935"/>
                  </a:lnTo>
                  <a:lnTo>
                    <a:pt x="4341470" y="925118"/>
                  </a:lnTo>
                  <a:lnTo>
                    <a:pt x="4332978" y="970972"/>
                  </a:lnTo>
                  <a:lnTo>
                    <a:pt x="4323538" y="1016485"/>
                  </a:lnTo>
                  <a:lnTo>
                    <a:pt x="4313160" y="1061648"/>
                  </a:lnTo>
                  <a:lnTo>
                    <a:pt x="4301855" y="1106450"/>
                  </a:lnTo>
                  <a:lnTo>
                    <a:pt x="4289634" y="1150880"/>
                  </a:lnTo>
                  <a:lnTo>
                    <a:pt x="4276507" y="1194927"/>
                  </a:lnTo>
                  <a:lnTo>
                    <a:pt x="4262485" y="1238580"/>
                  </a:lnTo>
                  <a:lnTo>
                    <a:pt x="4247579" y="1281830"/>
                  </a:lnTo>
                  <a:lnTo>
                    <a:pt x="4231799" y="1324665"/>
                  </a:lnTo>
                  <a:lnTo>
                    <a:pt x="4215156" y="1367074"/>
                  </a:lnTo>
                  <a:lnTo>
                    <a:pt x="4197660" y="1409048"/>
                  </a:lnTo>
                  <a:lnTo>
                    <a:pt x="4179324" y="1450575"/>
                  </a:lnTo>
                  <a:lnTo>
                    <a:pt x="4160156" y="1491644"/>
                  </a:lnTo>
                  <a:lnTo>
                    <a:pt x="4140168" y="1532246"/>
                  </a:lnTo>
                  <a:lnTo>
                    <a:pt x="4119370" y="1572368"/>
                  </a:lnTo>
                  <a:lnTo>
                    <a:pt x="4097773" y="1612002"/>
                  </a:lnTo>
                  <a:lnTo>
                    <a:pt x="4075388" y="1651135"/>
                  </a:lnTo>
                  <a:lnTo>
                    <a:pt x="4052226" y="1689757"/>
                  </a:lnTo>
                  <a:lnTo>
                    <a:pt x="4028296" y="1727858"/>
                  </a:lnTo>
                  <a:lnTo>
                    <a:pt x="4003610" y="1765427"/>
                  </a:lnTo>
                  <a:lnTo>
                    <a:pt x="3978179" y="1802454"/>
                  </a:lnTo>
                  <a:lnTo>
                    <a:pt x="3952013" y="1838926"/>
                  </a:lnTo>
                  <a:lnTo>
                    <a:pt x="3925122" y="1874835"/>
                  </a:lnTo>
                  <a:lnTo>
                    <a:pt x="3897518" y="1910169"/>
                  </a:lnTo>
                  <a:lnTo>
                    <a:pt x="3869211" y="1944917"/>
                  </a:lnTo>
                  <a:lnTo>
                    <a:pt x="3840212" y="1979069"/>
                  </a:lnTo>
                  <a:lnTo>
                    <a:pt x="3810532" y="2012615"/>
                  </a:lnTo>
                  <a:lnTo>
                    <a:pt x="3780180" y="2045543"/>
                  </a:lnTo>
                  <a:lnTo>
                    <a:pt x="3749169" y="2077842"/>
                  </a:lnTo>
                  <a:lnTo>
                    <a:pt x="3717507" y="2109503"/>
                  </a:lnTo>
                  <a:lnTo>
                    <a:pt x="3685207" y="2140515"/>
                  </a:lnTo>
                  <a:lnTo>
                    <a:pt x="3652279" y="2170866"/>
                  </a:lnTo>
                  <a:lnTo>
                    <a:pt x="3618734" y="2200546"/>
                  </a:lnTo>
                  <a:lnTo>
                    <a:pt x="3584581" y="2229545"/>
                  </a:lnTo>
                  <a:lnTo>
                    <a:pt x="3549833" y="2257852"/>
                  </a:lnTo>
                  <a:lnTo>
                    <a:pt x="3514498" y="2285455"/>
                  </a:lnTo>
                  <a:lnTo>
                    <a:pt x="3478590" y="2312346"/>
                  </a:lnTo>
                  <a:lnTo>
                    <a:pt x="3442117" y="2338512"/>
                  </a:lnTo>
                  <a:lnTo>
                    <a:pt x="3405090" y="2363943"/>
                  </a:lnTo>
                  <a:lnTo>
                    <a:pt x="3367521" y="2388628"/>
                  </a:lnTo>
                  <a:lnTo>
                    <a:pt x="3329420" y="2412557"/>
                  </a:lnTo>
                  <a:lnTo>
                    <a:pt x="3290797" y="2435720"/>
                  </a:lnTo>
                  <a:lnTo>
                    <a:pt x="3251664" y="2458105"/>
                  </a:lnTo>
                  <a:lnTo>
                    <a:pt x="3212030" y="2479701"/>
                  </a:lnTo>
                  <a:lnTo>
                    <a:pt x="3171907" y="2500499"/>
                  </a:lnTo>
                  <a:lnTo>
                    <a:pt x="3131306" y="2520487"/>
                  </a:lnTo>
                  <a:lnTo>
                    <a:pt x="3090236" y="2539654"/>
                  </a:lnTo>
                  <a:lnTo>
                    <a:pt x="3048709" y="2557991"/>
                  </a:lnTo>
                  <a:lnTo>
                    <a:pt x="3006735" y="2575486"/>
                  </a:lnTo>
                  <a:lnTo>
                    <a:pt x="2964325" y="2592129"/>
                  </a:lnTo>
                  <a:lnTo>
                    <a:pt x="2921490" y="2607908"/>
                  </a:lnTo>
                  <a:lnTo>
                    <a:pt x="2878241" y="2622815"/>
                  </a:lnTo>
                  <a:lnTo>
                    <a:pt x="2834587" y="2636836"/>
                  </a:lnTo>
                  <a:lnTo>
                    <a:pt x="2790540" y="2649963"/>
                  </a:lnTo>
                  <a:lnTo>
                    <a:pt x="2746110" y="2662184"/>
                  </a:lnTo>
                  <a:lnTo>
                    <a:pt x="2701308" y="2673489"/>
                  </a:lnTo>
                  <a:lnTo>
                    <a:pt x="2656145" y="2683867"/>
                  </a:lnTo>
                  <a:lnTo>
                    <a:pt x="2610631" y="2693307"/>
                  </a:lnTo>
                  <a:lnTo>
                    <a:pt x="2564777" y="2701798"/>
                  </a:lnTo>
                  <a:lnTo>
                    <a:pt x="2518595" y="2709331"/>
                  </a:lnTo>
                  <a:lnTo>
                    <a:pt x="2472093" y="2715894"/>
                  </a:lnTo>
                  <a:lnTo>
                    <a:pt x="2425283" y="2721476"/>
                  </a:lnTo>
                  <a:lnTo>
                    <a:pt x="2378177" y="2726068"/>
                  </a:lnTo>
                  <a:lnTo>
                    <a:pt x="2330783" y="2729658"/>
                  </a:lnTo>
                  <a:lnTo>
                    <a:pt x="2283114" y="2732235"/>
                  </a:lnTo>
                  <a:lnTo>
                    <a:pt x="2235179" y="2733789"/>
                  </a:lnTo>
                  <a:lnTo>
                    <a:pt x="2186990" y="2734310"/>
                  </a:lnTo>
                  <a:lnTo>
                    <a:pt x="2138801" y="2733789"/>
                  </a:lnTo>
                  <a:lnTo>
                    <a:pt x="2090867" y="2732235"/>
                  </a:lnTo>
                  <a:lnTo>
                    <a:pt x="2043197" y="2729658"/>
                  </a:lnTo>
                  <a:lnTo>
                    <a:pt x="1995804" y="2726068"/>
                  </a:lnTo>
                  <a:lnTo>
                    <a:pt x="1948697" y="2721476"/>
                  </a:lnTo>
                  <a:lnTo>
                    <a:pt x="1901888" y="2715894"/>
                  </a:lnTo>
                  <a:lnTo>
                    <a:pt x="1855386" y="2709331"/>
                  </a:lnTo>
                  <a:lnTo>
                    <a:pt x="1809203" y="2701798"/>
                  </a:lnTo>
                  <a:lnTo>
                    <a:pt x="1763349" y="2693307"/>
                  </a:lnTo>
                  <a:lnTo>
                    <a:pt x="1717836" y="2683867"/>
                  </a:lnTo>
                  <a:lnTo>
                    <a:pt x="1672673" y="2673489"/>
                  </a:lnTo>
                  <a:lnTo>
                    <a:pt x="1627871" y="2662184"/>
                  </a:lnTo>
                  <a:lnTo>
                    <a:pt x="1583441" y="2649963"/>
                  </a:lnTo>
                  <a:lnTo>
                    <a:pt x="1539394" y="2636836"/>
                  </a:lnTo>
                  <a:lnTo>
                    <a:pt x="1495740" y="2622815"/>
                  </a:lnTo>
                  <a:lnTo>
                    <a:pt x="1452490" y="2607908"/>
                  </a:lnTo>
                  <a:lnTo>
                    <a:pt x="1409655" y="2592129"/>
                  </a:lnTo>
                  <a:lnTo>
                    <a:pt x="1367245" y="2575486"/>
                  </a:lnTo>
                  <a:lnTo>
                    <a:pt x="1325272" y="2557991"/>
                  </a:lnTo>
                  <a:lnTo>
                    <a:pt x="1283745" y="2539654"/>
                  </a:lnTo>
                  <a:lnTo>
                    <a:pt x="1242675" y="2520487"/>
                  </a:lnTo>
                  <a:lnTo>
                    <a:pt x="1202073" y="2500499"/>
                  </a:lnTo>
                  <a:lnTo>
                    <a:pt x="1161950" y="2479701"/>
                  </a:lnTo>
                  <a:lnTo>
                    <a:pt x="1122317" y="2458105"/>
                  </a:lnTo>
                  <a:lnTo>
                    <a:pt x="1083183" y="2435720"/>
                  </a:lnTo>
                  <a:lnTo>
                    <a:pt x="1044561" y="2412557"/>
                  </a:lnTo>
                  <a:lnTo>
                    <a:pt x="1006459" y="2388628"/>
                  </a:lnTo>
                  <a:lnTo>
                    <a:pt x="968890" y="2363943"/>
                  </a:lnTo>
                  <a:lnTo>
                    <a:pt x="931864" y="2338512"/>
                  </a:lnTo>
                  <a:lnTo>
                    <a:pt x="895391" y="2312346"/>
                  </a:lnTo>
                  <a:lnTo>
                    <a:pt x="859482" y="2285455"/>
                  </a:lnTo>
                  <a:lnTo>
                    <a:pt x="824148" y="2257852"/>
                  </a:lnTo>
                  <a:lnTo>
                    <a:pt x="789399" y="2229545"/>
                  </a:lnTo>
                  <a:lnTo>
                    <a:pt x="755247" y="2200546"/>
                  </a:lnTo>
                  <a:lnTo>
                    <a:pt x="721701" y="2170866"/>
                  </a:lnTo>
                  <a:lnTo>
                    <a:pt x="688773" y="2140515"/>
                  </a:lnTo>
                  <a:lnTo>
                    <a:pt x="656473" y="2109503"/>
                  </a:lnTo>
                  <a:lnTo>
                    <a:pt x="624812" y="2077842"/>
                  </a:lnTo>
                  <a:lnTo>
                    <a:pt x="593800" y="2045543"/>
                  </a:lnTo>
                  <a:lnTo>
                    <a:pt x="563449" y="2012615"/>
                  </a:lnTo>
                  <a:lnTo>
                    <a:pt x="533768" y="1979069"/>
                  </a:lnTo>
                  <a:lnTo>
                    <a:pt x="504769" y="1944917"/>
                  </a:lnTo>
                  <a:lnTo>
                    <a:pt x="476462" y="1910169"/>
                  </a:lnTo>
                  <a:lnTo>
                    <a:pt x="448858" y="1874835"/>
                  </a:lnTo>
                  <a:lnTo>
                    <a:pt x="421968" y="1838926"/>
                  </a:lnTo>
                  <a:lnTo>
                    <a:pt x="395802" y="1802454"/>
                  </a:lnTo>
                  <a:lnTo>
                    <a:pt x="370370" y="1765427"/>
                  </a:lnTo>
                  <a:lnTo>
                    <a:pt x="345685" y="1727858"/>
                  </a:lnTo>
                  <a:lnTo>
                    <a:pt x="321755" y="1689757"/>
                  </a:lnTo>
                  <a:lnTo>
                    <a:pt x="298592" y="1651135"/>
                  </a:lnTo>
                  <a:lnTo>
                    <a:pt x="276208" y="1612002"/>
                  </a:lnTo>
                  <a:lnTo>
                    <a:pt x="254611" y="1572368"/>
                  </a:lnTo>
                  <a:lnTo>
                    <a:pt x="233813" y="1532246"/>
                  </a:lnTo>
                  <a:lnTo>
                    <a:pt x="213825" y="1491644"/>
                  </a:lnTo>
                  <a:lnTo>
                    <a:pt x="194657" y="1450575"/>
                  </a:lnTo>
                  <a:lnTo>
                    <a:pt x="176320" y="1409048"/>
                  </a:lnTo>
                  <a:lnTo>
                    <a:pt x="158825" y="1367074"/>
                  </a:lnTo>
                  <a:lnTo>
                    <a:pt x="142182" y="1324665"/>
                  </a:lnTo>
                  <a:lnTo>
                    <a:pt x="126402" y="1281830"/>
                  </a:lnTo>
                  <a:lnTo>
                    <a:pt x="111496" y="1238580"/>
                  </a:lnTo>
                  <a:lnTo>
                    <a:pt x="97474" y="1194927"/>
                  </a:lnTo>
                  <a:lnTo>
                    <a:pt x="84347" y="1150880"/>
                  </a:lnTo>
                  <a:lnTo>
                    <a:pt x="72126" y="1106450"/>
                  </a:lnTo>
                  <a:lnTo>
                    <a:pt x="60821" y="1061648"/>
                  </a:lnTo>
                  <a:lnTo>
                    <a:pt x="50443" y="1016485"/>
                  </a:lnTo>
                  <a:lnTo>
                    <a:pt x="41003" y="970972"/>
                  </a:lnTo>
                  <a:lnTo>
                    <a:pt x="32511" y="925118"/>
                  </a:lnTo>
                  <a:lnTo>
                    <a:pt x="24978" y="878935"/>
                  </a:lnTo>
                  <a:lnTo>
                    <a:pt x="18415" y="832434"/>
                  </a:lnTo>
                  <a:lnTo>
                    <a:pt x="12833" y="785624"/>
                  </a:lnTo>
                  <a:lnTo>
                    <a:pt x="8241" y="738518"/>
                  </a:lnTo>
                  <a:lnTo>
                    <a:pt x="4651" y="691124"/>
                  </a:lnTo>
                  <a:lnTo>
                    <a:pt x="2074" y="643455"/>
                  </a:lnTo>
                  <a:lnTo>
                    <a:pt x="520" y="595520"/>
                  </a:lnTo>
                  <a:lnTo>
                    <a:pt x="0" y="547331"/>
                  </a:lnTo>
                  <a:lnTo>
                    <a:pt x="593" y="495889"/>
                  </a:lnTo>
                  <a:lnTo>
                    <a:pt x="2364" y="444738"/>
                  </a:lnTo>
                  <a:lnTo>
                    <a:pt x="5300" y="393890"/>
                  </a:lnTo>
                  <a:lnTo>
                    <a:pt x="9388" y="343359"/>
                  </a:lnTo>
                  <a:lnTo>
                    <a:pt x="14615" y="293159"/>
                  </a:lnTo>
                  <a:lnTo>
                    <a:pt x="20967" y="243302"/>
                  </a:lnTo>
                  <a:lnTo>
                    <a:pt x="28432" y="193801"/>
                  </a:lnTo>
                  <a:lnTo>
                    <a:pt x="36996" y="144671"/>
                  </a:lnTo>
                  <a:lnTo>
                    <a:pt x="46647" y="9592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58554" y="1169873"/>
              <a:ext cx="4133850" cy="2615565"/>
            </a:xfrm>
            <a:custGeom>
              <a:avLst/>
              <a:gdLst/>
              <a:ahLst/>
              <a:cxnLst/>
              <a:rect l="l" t="t" r="r" b="b"/>
              <a:pathLst>
                <a:path w="4133850" h="2615565">
                  <a:moveTo>
                    <a:pt x="4133392" y="548627"/>
                  </a:moveTo>
                  <a:lnTo>
                    <a:pt x="4132996" y="493811"/>
                  </a:lnTo>
                  <a:lnTo>
                    <a:pt x="4131732" y="441062"/>
                  </a:lnTo>
                  <a:lnTo>
                    <a:pt x="4129485" y="390021"/>
                  </a:lnTo>
                  <a:lnTo>
                    <a:pt x="4126142" y="340327"/>
                  </a:lnTo>
                  <a:lnTo>
                    <a:pt x="4121589" y="291621"/>
                  </a:lnTo>
                  <a:lnTo>
                    <a:pt x="4115713" y="243544"/>
                  </a:lnTo>
                  <a:lnTo>
                    <a:pt x="4108399" y="195736"/>
                  </a:lnTo>
                  <a:lnTo>
                    <a:pt x="4099533" y="147837"/>
                  </a:lnTo>
                  <a:lnTo>
                    <a:pt x="4089002" y="99487"/>
                  </a:lnTo>
                  <a:lnTo>
                    <a:pt x="4076692" y="50328"/>
                  </a:lnTo>
                  <a:lnTo>
                    <a:pt x="4062488" y="0"/>
                  </a:lnTo>
                  <a:lnTo>
                    <a:pt x="52044" y="91312"/>
                  </a:lnTo>
                  <a:lnTo>
                    <a:pt x="40057" y="143043"/>
                  </a:lnTo>
                  <a:lnTo>
                    <a:pt x="29855" y="193200"/>
                  </a:lnTo>
                  <a:lnTo>
                    <a:pt x="21336" y="242359"/>
                  </a:lnTo>
                  <a:lnTo>
                    <a:pt x="14401" y="291097"/>
                  </a:lnTo>
                  <a:lnTo>
                    <a:pt x="8950" y="339990"/>
                  </a:lnTo>
                  <a:lnTo>
                    <a:pt x="4885" y="389613"/>
                  </a:lnTo>
                  <a:lnTo>
                    <a:pt x="2104" y="440543"/>
                  </a:lnTo>
                  <a:lnTo>
                    <a:pt x="509" y="493355"/>
                  </a:lnTo>
                  <a:lnTo>
                    <a:pt x="0" y="548627"/>
                  </a:lnTo>
                  <a:lnTo>
                    <a:pt x="548" y="596724"/>
                  </a:lnTo>
                  <a:lnTo>
                    <a:pt x="2186" y="644552"/>
                  </a:lnTo>
                  <a:lnTo>
                    <a:pt x="4902" y="692099"/>
                  </a:lnTo>
                  <a:lnTo>
                    <a:pt x="8683" y="739353"/>
                  </a:lnTo>
                  <a:lnTo>
                    <a:pt x="13519" y="786302"/>
                  </a:lnTo>
                  <a:lnTo>
                    <a:pt x="19396" y="832935"/>
                  </a:lnTo>
                  <a:lnTo>
                    <a:pt x="26303" y="879239"/>
                  </a:lnTo>
                  <a:lnTo>
                    <a:pt x="34228" y="925203"/>
                  </a:lnTo>
                  <a:lnTo>
                    <a:pt x="43159" y="970814"/>
                  </a:lnTo>
                  <a:lnTo>
                    <a:pt x="53085" y="1016062"/>
                  </a:lnTo>
                  <a:lnTo>
                    <a:pt x="63993" y="1060933"/>
                  </a:lnTo>
                  <a:lnTo>
                    <a:pt x="75872" y="1105416"/>
                  </a:lnTo>
                  <a:lnTo>
                    <a:pt x="88709" y="1149499"/>
                  </a:lnTo>
                  <a:lnTo>
                    <a:pt x="102493" y="1193171"/>
                  </a:lnTo>
                  <a:lnTo>
                    <a:pt x="117212" y="1236419"/>
                  </a:lnTo>
                  <a:lnTo>
                    <a:pt x="132854" y="1279231"/>
                  </a:lnTo>
                  <a:lnTo>
                    <a:pt x="149408" y="1321596"/>
                  </a:lnTo>
                  <a:lnTo>
                    <a:pt x="166860" y="1363502"/>
                  </a:lnTo>
                  <a:lnTo>
                    <a:pt x="185200" y="1404936"/>
                  </a:lnTo>
                  <a:lnTo>
                    <a:pt x="204415" y="1445887"/>
                  </a:lnTo>
                  <a:lnTo>
                    <a:pt x="224494" y="1486344"/>
                  </a:lnTo>
                  <a:lnTo>
                    <a:pt x="245424" y="1526293"/>
                  </a:lnTo>
                  <a:lnTo>
                    <a:pt x="267194" y="1565724"/>
                  </a:lnTo>
                  <a:lnTo>
                    <a:pt x="289792" y="1604624"/>
                  </a:lnTo>
                  <a:lnTo>
                    <a:pt x="313206" y="1642981"/>
                  </a:lnTo>
                  <a:lnTo>
                    <a:pt x="337424" y="1680784"/>
                  </a:lnTo>
                  <a:lnTo>
                    <a:pt x="362434" y="1718021"/>
                  </a:lnTo>
                  <a:lnTo>
                    <a:pt x="388225" y="1754680"/>
                  </a:lnTo>
                  <a:lnTo>
                    <a:pt x="414784" y="1790748"/>
                  </a:lnTo>
                  <a:lnTo>
                    <a:pt x="442100" y="1826215"/>
                  </a:lnTo>
                  <a:lnTo>
                    <a:pt x="470160" y="1861067"/>
                  </a:lnTo>
                  <a:lnTo>
                    <a:pt x="498953" y="1895294"/>
                  </a:lnTo>
                  <a:lnTo>
                    <a:pt x="528467" y="1928884"/>
                  </a:lnTo>
                  <a:lnTo>
                    <a:pt x="558690" y="1961823"/>
                  </a:lnTo>
                  <a:lnTo>
                    <a:pt x="589610" y="1994101"/>
                  </a:lnTo>
                  <a:lnTo>
                    <a:pt x="621215" y="2025706"/>
                  </a:lnTo>
                  <a:lnTo>
                    <a:pt x="653494" y="2056626"/>
                  </a:lnTo>
                  <a:lnTo>
                    <a:pt x="686434" y="2086849"/>
                  </a:lnTo>
                  <a:lnTo>
                    <a:pt x="720023" y="2116362"/>
                  </a:lnTo>
                  <a:lnTo>
                    <a:pt x="754250" y="2145155"/>
                  </a:lnTo>
                  <a:lnTo>
                    <a:pt x="789103" y="2173215"/>
                  </a:lnTo>
                  <a:lnTo>
                    <a:pt x="824570" y="2200530"/>
                  </a:lnTo>
                  <a:lnTo>
                    <a:pt x="860639" y="2227089"/>
                  </a:lnTo>
                  <a:lnTo>
                    <a:pt x="897297" y="2252880"/>
                  </a:lnTo>
                  <a:lnTo>
                    <a:pt x="934534" y="2277890"/>
                  </a:lnTo>
                  <a:lnTo>
                    <a:pt x="972338" y="2302108"/>
                  </a:lnTo>
                  <a:lnTo>
                    <a:pt x="1010695" y="2325521"/>
                  </a:lnTo>
                  <a:lnTo>
                    <a:pt x="1049596" y="2348119"/>
                  </a:lnTo>
                  <a:lnTo>
                    <a:pt x="1089027" y="2369889"/>
                  </a:lnTo>
                  <a:lnTo>
                    <a:pt x="1128976" y="2390819"/>
                  </a:lnTo>
                  <a:lnTo>
                    <a:pt x="1169433" y="2410898"/>
                  </a:lnTo>
                  <a:lnTo>
                    <a:pt x="1210385" y="2430113"/>
                  </a:lnTo>
                  <a:lnTo>
                    <a:pt x="1251819" y="2448452"/>
                  </a:lnTo>
                  <a:lnTo>
                    <a:pt x="1293725" y="2465904"/>
                  </a:lnTo>
                  <a:lnTo>
                    <a:pt x="1336090" y="2482457"/>
                  </a:lnTo>
                  <a:lnTo>
                    <a:pt x="1378903" y="2498099"/>
                  </a:lnTo>
                  <a:lnTo>
                    <a:pt x="1422151" y="2512818"/>
                  </a:lnTo>
                  <a:lnTo>
                    <a:pt x="1465822" y="2526602"/>
                  </a:lnTo>
                  <a:lnTo>
                    <a:pt x="1509906" y="2539439"/>
                  </a:lnTo>
                  <a:lnTo>
                    <a:pt x="1554389" y="2551318"/>
                  </a:lnTo>
                  <a:lnTo>
                    <a:pt x="1599260" y="2562226"/>
                  </a:lnTo>
                  <a:lnTo>
                    <a:pt x="1644508" y="2572151"/>
                  </a:lnTo>
                  <a:lnTo>
                    <a:pt x="1690119" y="2581083"/>
                  </a:lnTo>
                  <a:lnTo>
                    <a:pt x="1736083" y="2589008"/>
                  </a:lnTo>
                  <a:lnTo>
                    <a:pt x="1782387" y="2595915"/>
                  </a:lnTo>
                  <a:lnTo>
                    <a:pt x="1829020" y="2601792"/>
                  </a:lnTo>
                  <a:lnTo>
                    <a:pt x="1875970" y="2606627"/>
                  </a:lnTo>
                  <a:lnTo>
                    <a:pt x="1923224" y="2610408"/>
                  </a:lnTo>
                  <a:lnTo>
                    <a:pt x="1970771" y="2613124"/>
                  </a:lnTo>
                  <a:lnTo>
                    <a:pt x="2018599" y="2614762"/>
                  </a:lnTo>
                  <a:lnTo>
                    <a:pt x="2066696" y="2615311"/>
                  </a:lnTo>
                  <a:lnTo>
                    <a:pt x="2114793" y="2614762"/>
                  </a:lnTo>
                  <a:lnTo>
                    <a:pt x="2162621" y="2613124"/>
                  </a:lnTo>
                  <a:lnTo>
                    <a:pt x="2210168" y="2610408"/>
                  </a:lnTo>
                  <a:lnTo>
                    <a:pt x="2257422" y="2606627"/>
                  </a:lnTo>
                  <a:lnTo>
                    <a:pt x="2304372" y="2601792"/>
                  </a:lnTo>
                  <a:lnTo>
                    <a:pt x="2351004" y="2595915"/>
                  </a:lnTo>
                  <a:lnTo>
                    <a:pt x="2397309" y="2589008"/>
                  </a:lnTo>
                  <a:lnTo>
                    <a:pt x="2443272" y="2581083"/>
                  </a:lnTo>
                  <a:lnTo>
                    <a:pt x="2488884" y="2572151"/>
                  </a:lnTo>
                  <a:lnTo>
                    <a:pt x="2534131" y="2562226"/>
                  </a:lnTo>
                  <a:lnTo>
                    <a:pt x="2579003" y="2551318"/>
                  </a:lnTo>
                  <a:lnTo>
                    <a:pt x="2623486" y="2539439"/>
                  </a:lnTo>
                  <a:lnTo>
                    <a:pt x="2667569" y="2526602"/>
                  </a:lnTo>
                  <a:lnTo>
                    <a:pt x="2711241" y="2512818"/>
                  </a:lnTo>
                  <a:lnTo>
                    <a:pt x="2754489" y="2498099"/>
                  </a:lnTo>
                  <a:lnTo>
                    <a:pt x="2797302" y="2482457"/>
                  </a:lnTo>
                  <a:lnTo>
                    <a:pt x="2839667" y="2465904"/>
                  </a:lnTo>
                  <a:lnTo>
                    <a:pt x="2881573" y="2448452"/>
                  </a:lnTo>
                  <a:lnTo>
                    <a:pt x="2923007" y="2430113"/>
                  </a:lnTo>
                  <a:lnTo>
                    <a:pt x="2963959" y="2410898"/>
                  </a:lnTo>
                  <a:lnTo>
                    <a:pt x="3004415" y="2390819"/>
                  </a:lnTo>
                  <a:lnTo>
                    <a:pt x="3044365" y="2369889"/>
                  </a:lnTo>
                  <a:lnTo>
                    <a:pt x="3083796" y="2348119"/>
                  </a:lnTo>
                  <a:lnTo>
                    <a:pt x="3122696" y="2325521"/>
                  </a:lnTo>
                  <a:lnTo>
                    <a:pt x="3161054" y="2302108"/>
                  </a:lnTo>
                  <a:lnTo>
                    <a:pt x="3198857" y="2277890"/>
                  </a:lnTo>
                  <a:lnTo>
                    <a:pt x="3236094" y="2252880"/>
                  </a:lnTo>
                  <a:lnTo>
                    <a:pt x="3272753" y="2227089"/>
                  </a:lnTo>
                  <a:lnTo>
                    <a:pt x="3308822" y="2200530"/>
                  </a:lnTo>
                  <a:lnTo>
                    <a:pt x="3344289" y="2173215"/>
                  </a:lnTo>
                  <a:lnTo>
                    <a:pt x="3379142" y="2145155"/>
                  </a:lnTo>
                  <a:lnTo>
                    <a:pt x="3413369" y="2116362"/>
                  </a:lnTo>
                  <a:lnTo>
                    <a:pt x="3446958" y="2086849"/>
                  </a:lnTo>
                  <a:lnTo>
                    <a:pt x="3479898" y="2056626"/>
                  </a:lnTo>
                  <a:lnTo>
                    <a:pt x="3512177" y="2025706"/>
                  </a:lnTo>
                  <a:lnTo>
                    <a:pt x="3543782" y="1994101"/>
                  </a:lnTo>
                  <a:lnTo>
                    <a:pt x="3574702" y="1961823"/>
                  </a:lnTo>
                  <a:lnTo>
                    <a:pt x="3604925" y="1928884"/>
                  </a:lnTo>
                  <a:lnTo>
                    <a:pt x="3634439" y="1895294"/>
                  </a:lnTo>
                  <a:lnTo>
                    <a:pt x="3663232" y="1861067"/>
                  </a:lnTo>
                  <a:lnTo>
                    <a:pt x="3691292" y="1826215"/>
                  </a:lnTo>
                  <a:lnTo>
                    <a:pt x="3718608" y="1790748"/>
                  </a:lnTo>
                  <a:lnTo>
                    <a:pt x="3745167" y="1754680"/>
                  </a:lnTo>
                  <a:lnTo>
                    <a:pt x="3770957" y="1718021"/>
                  </a:lnTo>
                  <a:lnTo>
                    <a:pt x="3795968" y="1680784"/>
                  </a:lnTo>
                  <a:lnTo>
                    <a:pt x="3820186" y="1642981"/>
                  </a:lnTo>
                  <a:lnTo>
                    <a:pt x="3843600" y="1604624"/>
                  </a:lnTo>
                  <a:lnTo>
                    <a:pt x="3866198" y="1565724"/>
                  </a:lnTo>
                  <a:lnTo>
                    <a:pt x="3887968" y="1526293"/>
                  </a:lnTo>
                  <a:lnTo>
                    <a:pt x="3908898" y="1486344"/>
                  </a:lnTo>
                  <a:lnTo>
                    <a:pt x="3928977" y="1445887"/>
                  </a:lnTo>
                  <a:lnTo>
                    <a:pt x="3948192" y="1404936"/>
                  </a:lnTo>
                  <a:lnTo>
                    <a:pt x="3966532" y="1363502"/>
                  </a:lnTo>
                  <a:lnTo>
                    <a:pt x="3983984" y="1321596"/>
                  </a:lnTo>
                  <a:lnTo>
                    <a:pt x="4000537" y="1279231"/>
                  </a:lnTo>
                  <a:lnTo>
                    <a:pt x="4016179" y="1236419"/>
                  </a:lnTo>
                  <a:lnTo>
                    <a:pt x="4030898" y="1193171"/>
                  </a:lnTo>
                  <a:lnTo>
                    <a:pt x="4044683" y="1149499"/>
                  </a:lnTo>
                  <a:lnTo>
                    <a:pt x="4057520" y="1105416"/>
                  </a:lnTo>
                  <a:lnTo>
                    <a:pt x="4069399" y="1060933"/>
                  </a:lnTo>
                  <a:lnTo>
                    <a:pt x="4080307" y="1016062"/>
                  </a:lnTo>
                  <a:lnTo>
                    <a:pt x="4090233" y="970814"/>
                  </a:lnTo>
                  <a:lnTo>
                    <a:pt x="4099164" y="925203"/>
                  </a:lnTo>
                  <a:lnTo>
                    <a:pt x="4107089" y="879239"/>
                  </a:lnTo>
                  <a:lnTo>
                    <a:pt x="4113996" y="832935"/>
                  </a:lnTo>
                  <a:lnTo>
                    <a:pt x="4119873" y="786302"/>
                  </a:lnTo>
                  <a:lnTo>
                    <a:pt x="4124708" y="739353"/>
                  </a:lnTo>
                  <a:lnTo>
                    <a:pt x="4128490" y="692099"/>
                  </a:lnTo>
                  <a:lnTo>
                    <a:pt x="4131205" y="644552"/>
                  </a:lnTo>
                  <a:lnTo>
                    <a:pt x="4132844" y="596724"/>
                  </a:lnTo>
                  <a:lnTo>
                    <a:pt x="4133392" y="54862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58554" y="1169873"/>
              <a:ext cx="4133850" cy="2615565"/>
            </a:xfrm>
            <a:custGeom>
              <a:avLst/>
              <a:gdLst/>
              <a:ahLst/>
              <a:cxnLst/>
              <a:rect l="l" t="t" r="r" b="b"/>
              <a:pathLst>
                <a:path w="4133850" h="2615565">
                  <a:moveTo>
                    <a:pt x="4062488" y="0"/>
                  </a:moveTo>
                  <a:lnTo>
                    <a:pt x="4076692" y="50328"/>
                  </a:lnTo>
                  <a:lnTo>
                    <a:pt x="4089002" y="99487"/>
                  </a:lnTo>
                  <a:lnTo>
                    <a:pt x="4099533" y="147837"/>
                  </a:lnTo>
                  <a:lnTo>
                    <a:pt x="4108399" y="195736"/>
                  </a:lnTo>
                  <a:lnTo>
                    <a:pt x="4115713" y="243544"/>
                  </a:lnTo>
                  <a:lnTo>
                    <a:pt x="4121589" y="291621"/>
                  </a:lnTo>
                  <a:lnTo>
                    <a:pt x="4126142" y="340327"/>
                  </a:lnTo>
                  <a:lnTo>
                    <a:pt x="4129485" y="390021"/>
                  </a:lnTo>
                  <a:lnTo>
                    <a:pt x="4131732" y="441062"/>
                  </a:lnTo>
                  <a:lnTo>
                    <a:pt x="4132996" y="493811"/>
                  </a:lnTo>
                  <a:lnTo>
                    <a:pt x="4133392" y="548627"/>
                  </a:lnTo>
                  <a:lnTo>
                    <a:pt x="4132844" y="596724"/>
                  </a:lnTo>
                  <a:lnTo>
                    <a:pt x="4131205" y="644552"/>
                  </a:lnTo>
                  <a:lnTo>
                    <a:pt x="4128490" y="692099"/>
                  </a:lnTo>
                  <a:lnTo>
                    <a:pt x="4124708" y="739353"/>
                  </a:lnTo>
                  <a:lnTo>
                    <a:pt x="4119873" y="786302"/>
                  </a:lnTo>
                  <a:lnTo>
                    <a:pt x="4113996" y="832935"/>
                  </a:lnTo>
                  <a:lnTo>
                    <a:pt x="4107089" y="879239"/>
                  </a:lnTo>
                  <a:lnTo>
                    <a:pt x="4099164" y="925203"/>
                  </a:lnTo>
                  <a:lnTo>
                    <a:pt x="4090233" y="970814"/>
                  </a:lnTo>
                  <a:lnTo>
                    <a:pt x="4080307" y="1016062"/>
                  </a:lnTo>
                  <a:lnTo>
                    <a:pt x="4069399" y="1060933"/>
                  </a:lnTo>
                  <a:lnTo>
                    <a:pt x="4057520" y="1105416"/>
                  </a:lnTo>
                  <a:lnTo>
                    <a:pt x="4044683" y="1149499"/>
                  </a:lnTo>
                  <a:lnTo>
                    <a:pt x="4030898" y="1193171"/>
                  </a:lnTo>
                  <a:lnTo>
                    <a:pt x="4016179" y="1236419"/>
                  </a:lnTo>
                  <a:lnTo>
                    <a:pt x="4000537" y="1279231"/>
                  </a:lnTo>
                  <a:lnTo>
                    <a:pt x="3983984" y="1321596"/>
                  </a:lnTo>
                  <a:lnTo>
                    <a:pt x="3966532" y="1363502"/>
                  </a:lnTo>
                  <a:lnTo>
                    <a:pt x="3948192" y="1404936"/>
                  </a:lnTo>
                  <a:lnTo>
                    <a:pt x="3928977" y="1445887"/>
                  </a:lnTo>
                  <a:lnTo>
                    <a:pt x="3908898" y="1486344"/>
                  </a:lnTo>
                  <a:lnTo>
                    <a:pt x="3887968" y="1526293"/>
                  </a:lnTo>
                  <a:lnTo>
                    <a:pt x="3866198" y="1565724"/>
                  </a:lnTo>
                  <a:lnTo>
                    <a:pt x="3843600" y="1604624"/>
                  </a:lnTo>
                  <a:lnTo>
                    <a:pt x="3820186" y="1642981"/>
                  </a:lnTo>
                  <a:lnTo>
                    <a:pt x="3795968" y="1680784"/>
                  </a:lnTo>
                  <a:lnTo>
                    <a:pt x="3770957" y="1718021"/>
                  </a:lnTo>
                  <a:lnTo>
                    <a:pt x="3745167" y="1754680"/>
                  </a:lnTo>
                  <a:lnTo>
                    <a:pt x="3718608" y="1790748"/>
                  </a:lnTo>
                  <a:lnTo>
                    <a:pt x="3691292" y="1826215"/>
                  </a:lnTo>
                  <a:lnTo>
                    <a:pt x="3663232" y="1861067"/>
                  </a:lnTo>
                  <a:lnTo>
                    <a:pt x="3634439" y="1895294"/>
                  </a:lnTo>
                  <a:lnTo>
                    <a:pt x="3604925" y="1928884"/>
                  </a:lnTo>
                  <a:lnTo>
                    <a:pt x="3574702" y="1961823"/>
                  </a:lnTo>
                  <a:lnTo>
                    <a:pt x="3543782" y="1994101"/>
                  </a:lnTo>
                  <a:lnTo>
                    <a:pt x="3512177" y="2025706"/>
                  </a:lnTo>
                  <a:lnTo>
                    <a:pt x="3479898" y="2056626"/>
                  </a:lnTo>
                  <a:lnTo>
                    <a:pt x="3446958" y="2086849"/>
                  </a:lnTo>
                  <a:lnTo>
                    <a:pt x="3413369" y="2116362"/>
                  </a:lnTo>
                  <a:lnTo>
                    <a:pt x="3379142" y="2145155"/>
                  </a:lnTo>
                  <a:lnTo>
                    <a:pt x="3344289" y="2173215"/>
                  </a:lnTo>
                  <a:lnTo>
                    <a:pt x="3308822" y="2200530"/>
                  </a:lnTo>
                  <a:lnTo>
                    <a:pt x="3272753" y="2227089"/>
                  </a:lnTo>
                  <a:lnTo>
                    <a:pt x="3236094" y="2252880"/>
                  </a:lnTo>
                  <a:lnTo>
                    <a:pt x="3198857" y="2277890"/>
                  </a:lnTo>
                  <a:lnTo>
                    <a:pt x="3161054" y="2302108"/>
                  </a:lnTo>
                  <a:lnTo>
                    <a:pt x="3122696" y="2325521"/>
                  </a:lnTo>
                  <a:lnTo>
                    <a:pt x="3083796" y="2348119"/>
                  </a:lnTo>
                  <a:lnTo>
                    <a:pt x="3044365" y="2369889"/>
                  </a:lnTo>
                  <a:lnTo>
                    <a:pt x="3004415" y="2390819"/>
                  </a:lnTo>
                  <a:lnTo>
                    <a:pt x="2963959" y="2410898"/>
                  </a:lnTo>
                  <a:lnTo>
                    <a:pt x="2923007" y="2430113"/>
                  </a:lnTo>
                  <a:lnTo>
                    <a:pt x="2881573" y="2448452"/>
                  </a:lnTo>
                  <a:lnTo>
                    <a:pt x="2839667" y="2465904"/>
                  </a:lnTo>
                  <a:lnTo>
                    <a:pt x="2797302" y="2482457"/>
                  </a:lnTo>
                  <a:lnTo>
                    <a:pt x="2754489" y="2498099"/>
                  </a:lnTo>
                  <a:lnTo>
                    <a:pt x="2711241" y="2512818"/>
                  </a:lnTo>
                  <a:lnTo>
                    <a:pt x="2667569" y="2526602"/>
                  </a:lnTo>
                  <a:lnTo>
                    <a:pt x="2623486" y="2539439"/>
                  </a:lnTo>
                  <a:lnTo>
                    <a:pt x="2579003" y="2551318"/>
                  </a:lnTo>
                  <a:lnTo>
                    <a:pt x="2534131" y="2562226"/>
                  </a:lnTo>
                  <a:lnTo>
                    <a:pt x="2488884" y="2572151"/>
                  </a:lnTo>
                  <a:lnTo>
                    <a:pt x="2443272" y="2581083"/>
                  </a:lnTo>
                  <a:lnTo>
                    <a:pt x="2397309" y="2589008"/>
                  </a:lnTo>
                  <a:lnTo>
                    <a:pt x="2351004" y="2595915"/>
                  </a:lnTo>
                  <a:lnTo>
                    <a:pt x="2304372" y="2601792"/>
                  </a:lnTo>
                  <a:lnTo>
                    <a:pt x="2257422" y="2606627"/>
                  </a:lnTo>
                  <a:lnTo>
                    <a:pt x="2210168" y="2610408"/>
                  </a:lnTo>
                  <a:lnTo>
                    <a:pt x="2162621" y="2613124"/>
                  </a:lnTo>
                  <a:lnTo>
                    <a:pt x="2114793" y="2614762"/>
                  </a:lnTo>
                  <a:lnTo>
                    <a:pt x="2066696" y="2615311"/>
                  </a:lnTo>
                  <a:lnTo>
                    <a:pt x="2018599" y="2614762"/>
                  </a:lnTo>
                  <a:lnTo>
                    <a:pt x="1970771" y="2613124"/>
                  </a:lnTo>
                  <a:lnTo>
                    <a:pt x="1923224" y="2610408"/>
                  </a:lnTo>
                  <a:lnTo>
                    <a:pt x="1875970" y="2606627"/>
                  </a:lnTo>
                  <a:lnTo>
                    <a:pt x="1829020" y="2601792"/>
                  </a:lnTo>
                  <a:lnTo>
                    <a:pt x="1782387" y="2595915"/>
                  </a:lnTo>
                  <a:lnTo>
                    <a:pt x="1736083" y="2589008"/>
                  </a:lnTo>
                  <a:lnTo>
                    <a:pt x="1690119" y="2581083"/>
                  </a:lnTo>
                  <a:lnTo>
                    <a:pt x="1644508" y="2572151"/>
                  </a:lnTo>
                  <a:lnTo>
                    <a:pt x="1599260" y="2562226"/>
                  </a:lnTo>
                  <a:lnTo>
                    <a:pt x="1554389" y="2551318"/>
                  </a:lnTo>
                  <a:lnTo>
                    <a:pt x="1509906" y="2539439"/>
                  </a:lnTo>
                  <a:lnTo>
                    <a:pt x="1465822" y="2526602"/>
                  </a:lnTo>
                  <a:lnTo>
                    <a:pt x="1422151" y="2512818"/>
                  </a:lnTo>
                  <a:lnTo>
                    <a:pt x="1378903" y="2498099"/>
                  </a:lnTo>
                  <a:lnTo>
                    <a:pt x="1336090" y="2482457"/>
                  </a:lnTo>
                  <a:lnTo>
                    <a:pt x="1293725" y="2465904"/>
                  </a:lnTo>
                  <a:lnTo>
                    <a:pt x="1251819" y="2448452"/>
                  </a:lnTo>
                  <a:lnTo>
                    <a:pt x="1210385" y="2430113"/>
                  </a:lnTo>
                  <a:lnTo>
                    <a:pt x="1169433" y="2410898"/>
                  </a:lnTo>
                  <a:lnTo>
                    <a:pt x="1128976" y="2390819"/>
                  </a:lnTo>
                  <a:lnTo>
                    <a:pt x="1089027" y="2369889"/>
                  </a:lnTo>
                  <a:lnTo>
                    <a:pt x="1049596" y="2348119"/>
                  </a:lnTo>
                  <a:lnTo>
                    <a:pt x="1010695" y="2325521"/>
                  </a:lnTo>
                  <a:lnTo>
                    <a:pt x="972338" y="2302108"/>
                  </a:lnTo>
                  <a:lnTo>
                    <a:pt x="934534" y="2277890"/>
                  </a:lnTo>
                  <a:lnTo>
                    <a:pt x="897297" y="2252880"/>
                  </a:lnTo>
                  <a:lnTo>
                    <a:pt x="860639" y="2227089"/>
                  </a:lnTo>
                  <a:lnTo>
                    <a:pt x="824570" y="2200530"/>
                  </a:lnTo>
                  <a:lnTo>
                    <a:pt x="789103" y="2173215"/>
                  </a:lnTo>
                  <a:lnTo>
                    <a:pt x="754250" y="2145155"/>
                  </a:lnTo>
                  <a:lnTo>
                    <a:pt x="720023" y="2116362"/>
                  </a:lnTo>
                  <a:lnTo>
                    <a:pt x="686434" y="2086849"/>
                  </a:lnTo>
                  <a:lnTo>
                    <a:pt x="653494" y="2056626"/>
                  </a:lnTo>
                  <a:lnTo>
                    <a:pt x="621215" y="2025706"/>
                  </a:lnTo>
                  <a:lnTo>
                    <a:pt x="589610" y="1994101"/>
                  </a:lnTo>
                  <a:lnTo>
                    <a:pt x="558690" y="1961823"/>
                  </a:lnTo>
                  <a:lnTo>
                    <a:pt x="528467" y="1928884"/>
                  </a:lnTo>
                  <a:lnTo>
                    <a:pt x="498953" y="1895294"/>
                  </a:lnTo>
                  <a:lnTo>
                    <a:pt x="470160" y="1861067"/>
                  </a:lnTo>
                  <a:lnTo>
                    <a:pt x="442100" y="1826215"/>
                  </a:lnTo>
                  <a:lnTo>
                    <a:pt x="414784" y="1790748"/>
                  </a:lnTo>
                  <a:lnTo>
                    <a:pt x="388225" y="1754680"/>
                  </a:lnTo>
                  <a:lnTo>
                    <a:pt x="362434" y="1718021"/>
                  </a:lnTo>
                  <a:lnTo>
                    <a:pt x="337424" y="1680784"/>
                  </a:lnTo>
                  <a:lnTo>
                    <a:pt x="313206" y="1642981"/>
                  </a:lnTo>
                  <a:lnTo>
                    <a:pt x="289792" y="1604624"/>
                  </a:lnTo>
                  <a:lnTo>
                    <a:pt x="267194" y="1565724"/>
                  </a:lnTo>
                  <a:lnTo>
                    <a:pt x="245424" y="1526293"/>
                  </a:lnTo>
                  <a:lnTo>
                    <a:pt x="224494" y="1486344"/>
                  </a:lnTo>
                  <a:lnTo>
                    <a:pt x="204415" y="1445887"/>
                  </a:lnTo>
                  <a:lnTo>
                    <a:pt x="185200" y="1404936"/>
                  </a:lnTo>
                  <a:lnTo>
                    <a:pt x="166860" y="1363502"/>
                  </a:lnTo>
                  <a:lnTo>
                    <a:pt x="149408" y="1321596"/>
                  </a:lnTo>
                  <a:lnTo>
                    <a:pt x="132854" y="1279231"/>
                  </a:lnTo>
                  <a:lnTo>
                    <a:pt x="117212" y="1236419"/>
                  </a:lnTo>
                  <a:lnTo>
                    <a:pt x="102493" y="1193171"/>
                  </a:lnTo>
                  <a:lnTo>
                    <a:pt x="88709" y="1149499"/>
                  </a:lnTo>
                  <a:lnTo>
                    <a:pt x="75872" y="1105416"/>
                  </a:lnTo>
                  <a:lnTo>
                    <a:pt x="63993" y="1060933"/>
                  </a:lnTo>
                  <a:lnTo>
                    <a:pt x="53085" y="1016062"/>
                  </a:lnTo>
                  <a:lnTo>
                    <a:pt x="43159" y="970814"/>
                  </a:lnTo>
                  <a:lnTo>
                    <a:pt x="34228" y="925203"/>
                  </a:lnTo>
                  <a:lnTo>
                    <a:pt x="26303" y="879239"/>
                  </a:lnTo>
                  <a:lnTo>
                    <a:pt x="19396" y="832935"/>
                  </a:lnTo>
                  <a:lnTo>
                    <a:pt x="13519" y="786302"/>
                  </a:lnTo>
                  <a:lnTo>
                    <a:pt x="8683" y="739353"/>
                  </a:lnTo>
                  <a:lnTo>
                    <a:pt x="4902" y="692099"/>
                  </a:lnTo>
                  <a:lnTo>
                    <a:pt x="2186" y="644552"/>
                  </a:lnTo>
                  <a:lnTo>
                    <a:pt x="548" y="596724"/>
                  </a:lnTo>
                  <a:lnTo>
                    <a:pt x="0" y="548627"/>
                  </a:lnTo>
                  <a:lnTo>
                    <a:pt x="509" y="493355"/>
                  </a:lnTo>
                  <a:lnTo>
                    <a:pt x="2104" y="440543"/>
                  </a:lnTo>
                  <a:lnTo>
                    <a:pt x="4885" y="389613"/>
                  </a:lnTo>
                  <a:lnTo>
                    <a:pt x="8950" y="339990"/>
                  </a:lnTo>
                  <a:lnTo>
                    <a:pt x="14401" y="291097"/>
                  </a:lnTo>
                  <a:lnTo>
                    <a:pt x="21336" y="242359"/>
                  </a:lnTo>
                  <a:lnTo>
                    <a:pt x="29855" y="193200"/>
                  </a:lnTo>
                  <a:lnTo>
                    <a:pt x="40057" y="143043"/>
                  </a:lnTo>
                  <a:lnTo>
                    <a:pt x="52044" y="913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45384" y="1135113"/>
              <a:ext cx="4787265" cy="3175000"/>
            </a:xfrm>
            <a:custGeom>
              <a:avLst/>
              <a:gdLst/>
              <a:ahLst/>
              <a:cxnLst/>
              <a:rect l="l" t="t" r="r" b="b"/>
              <a:pathLst>
                <a:path w="4787265" h="3175000">
                  <a:moveTo>
                    <a:pt x="4787074" y="583387"/>
                  </a:moveTo>
                  <a:lnTo>
                    <a:pt x="0" y="583387"/>
                  </a:lnTo>
                </a:path>
                <a:path w="4787265" h="3175000">
                  <a:moveTo>
                    <a:pt x="2280170" y="0"/>
                  </a:moveTo>
                  <a:lnTo>
                    <a:pt x="2280145" y="3174974"/>
                  </a:lnTo>
                </a:path>
              </a:pathLst>
            </a:custGeom>
            <a:ln w="19050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5530" y="171850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25530" y="171850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25530" y="171848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5613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33925" y="1426895"/>
              <a:ext cx="583565" cy="583565"/>
            </a:xfrm>
            <a:custGeom>
              <a:avLst/>
              <a:gdLst/>
              <a:ahLst/>
              <a:cxnLst/>
              <a:rect l="l" t="t" r="r" b="b"/>
              <a:pathLst>
                <a:path w="583564" h="583564">
                  <a:moveTo>
                    <a:pt x="583196" y="291579"/>
                  </a:moveTo>
                  <a:lnTo>
                    <a:pt x="291604" y="291579"/>
                  </a:lnTo>
                  <a:lnTo>
                    <a:pt x="291604" y="0"/>
                  </a:lnTo>
                  <a:lnTo>
                    <a:pt x="244297" y="3822"/>
                  </a:lnTo>
                  <a:lnTo>
                    <a:pt x="199428" y="14871"/>
                  </a:lnTo>
                  <a:lnTo>
                    <a:pt x="157594" y="32550"/>
                  </a:lnTo>
                  <a:lnTo>
                    <a:pt x="119380" y="56261"/>
                  </a:lnTo>
                  <a:lnTo>
                    <a:pt x="85407" y="85407"/>
                  </a:lnTo>
                  <a:lnTo>
                    <a:pt x="56261" y="119380"/>
                  </a:lnTo>
                  <a:lnTo>
                    <a:pt x="32537" y="157594"/>
                  </a:lnTo>
                  <a:lnTo>
                    <a:pt x="14859" y="199428"/>
                  </a:lnTo>
                  <a:lnTo>
                    <a:pt x="3810" y="244297"/>
                  </a:lnTo>
                  <a:lnTo>
                    <a:pt x="0" y="291592"/>
                  </a:lnTo>
                  <a:lnTo>
                    <a:pt x="291592" y="291592"/>
                  </a:lnTo>
                  <a:lnTo>
                    <a:pt x="291592" y="583171"/>
                  </a:lnTo>
                  <a:lnTo>
                    <a:pt x="338886" y="579361"/>
                  </a:lnTo>
                  <a:lnTo>
                    <a:pt x="383755" y="568312"/>
                  </a:lnTo>
                  <a:lnTo>
                    <a:pt x="425589" y="550633"/>
                  </a:lnTo>
                  <a:lnTo>
                    <a:pt x="463804" y="526923"/>
                  </a:lnTo>
                  <a:lnTo>
                    <a:pt x="497776" y="497776"/>
                  </a:lnTo>
                  <a:lnTo>
                    <a:pt x="526923" y="463804"/>
                  </a:lnTo>
                  <a:lnTo>
                    <a:pt x="550646" y="425589"/>
                  </a:lnTo>
                  <a:lnTo>
                    <a:pt x="568325" y="383755"/>
                  </a:lnTo>
                  <a:lnTo>
                    <a:pt x="579374" y="338886"/>
                  </a:lnTo>
                  <a:lnTo>
                    <a:pt x="583196" y="291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33938" y="1426895"/>
              <a:ext cx="583565" cy="583565"/>
            </a:xfrm>
            <a:custGeom>
              <a:avLst/>
              <a:gdLst/>
              <a:ahLst/>
              <a:cxnLst/>
              <a:rect l="l" t="t" r="r" b="b"/>
              <a:pathLst>
                <a:path w="583564" h="583564">
                  <a:moveTo>
                    <a:pt x="291592" y="291592"/>
                  </a:moveTo>
                  <a:lnTo>
                    <a:pt x="0" y="291592"/>
                  </a:lnTo>
                  <a:lnTo>
                    <a:pt x="3810" y="338899"/>
                  </a:lnTo>
                  <a:lnTo>
                    <a:pt x="14859" y="383755"/>
                  </a:lnTo>
                  <a:lnTo>
                    <a:pt x="32537" y="425602"/>
                  </a:lnTo>
                  <a:lnTo>
                    <a:pt x="56261" y="463804"/>
                  </a:lnTo>
                  <a:lnTo>
                    <a:pt x="85407" y="497776"/>
                  </a:lnTo>
                  <a:lnTo>
                    <a:pt x="119380" y="526923"/>
                  </a:lnTo>
                  <a:lnTo>
                    <a:pt x="157581" y="550646"/>
                  </a:lnTo>
                  <a:lnTo>
                    <a:pt x="199428" y="568325"/>
                  </a:lnTo>
                  <a:lnTo>
                    <a:pt x="244284" y="579374"/>
                  </a:lnTo>
                  <a:lnTo>
                    <a:pt x="291592" y="583184"/>
                  </a:lnTo>
                  <a:lnTo>
                    <a:pt x="291592" y="291592"/>
                  </a:lnTo>
                  <a:close/>
                </a:path>
                <a:path w="583564" h="583564">
                  <a:moveTo>
                    <a:pt x="583184" y="291592"/>
                  </a:moveTo>
                  <a:lnTo>
                    <a:pt x="579361" y="244297"/>
                  </a:lnTo>
                  <a:lnTo>
                    <a:pt x="568312" y="199440"/>
                  </a:lnTo>
                  <a:lnTo>
                    <a:pt x="550633" y="157594"/>
                  </a:lnTo>
                  <a:lnTo>
                    <a:pt x="526910" y="119392"/>
                  </a:lnTo>
                  <a:lnTo>
                    <a:pt x="497763" y="85407"/>
                  </a:lnTo>
                  <a:lnTo>
                    <a:pt x="463791" y="56273"/>
                  </a:lnTo>
                  <a:lnTo>
                    <a:pt x="425577" y="32550"/>
                  </a:lnTo>
                  <a:lnTo>
                    <a:pt x="383743" y="14871"/>
                  </a:lnTo>
                  <a:lnTo>
                    <a:pt x="338874" y="3822"/>
                  </a:lnTo>
                  <a:lnTo>
                    <a:pt x="291579" y="0"/>
                  </a:lnTo>
                  <a:lnTo>
                    <a:pt x="291592" y="291592"/>
                  </a:lnTo>
                  <a:lnTo>
                    <a:pt x="583184" y="2915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33925" y="1426895"/>
              <a:ext cx="583565" cy="583565"/>
            </a:xfrm>
            <a:custGeom>
              <a:avLst/>
              <a:gdLst/>
              <a:ahLst/>
              <a:cxnLst/>
              <a:rect l="l" t="t" r="r" b="b"/>
              <a:pathLst>
                <a:path w="583564" h="583564">
                  <a:moveTo>
                    <a:pt x="291604" y="583196"/>
                  </a:moveTo>
                  <a:lnTo>
                    <a:pt x="338901" y="579380"/>
                  </a:lnTo>
                  <a:lnTo>
                    <a:pt x="383768" y="568330"/>
                  </a:lnTo>
                  <a:lnTo>
                    <a:pt x="425605" y="550648"/>
                  </a:lnTo>
                  <a:lnTo>
                    <a:pt x="463812" y="526933"/>
                  </a:lnTo>
                  <a:lnTo>
                    <a:pt x="497789" y="497787"/>
                  </a:lnTo>
                  <a:lnTo>
                    <a:pt x="526934" y="463809"/>
                  </a:lnTo>
                  <a:lnTo>
                    <a:pt x="550648" y="425601"/>
                  </a:lnTo>
                  <a:lnTo>
                    <a:pt x="568330" y="383761"/>
                  </a:lnTo>
                  <a:lnTo>
                    <a:pt x="579380" y="338891"/>
                  </a:lnTo>
                  <a:lnTo>
                    <a:pt x="583196" y="291591"/>
                  </a:lnTo>
                  <a:lnTo>
                    <a:pt x="579380" y="244295"/>
                  </a:lnTo>
                  <a:lnTo>
                    <a:pt x="568330" y="199428"/>
                  </a:lnTo>
                  <a:lnTo>
                    <a:pt x="550648" y="157591"/>
                  </a:lnTo>
                  <a:lnTo>
                    <a:pt x="526934" y="119384"/>
                  </a:lnTo>
                  <a:lnTo>
                    <a:pt x="497789" y="85407"/>
                  </a:lnTo>
                  <a:lnTo>
                    <a:pt x="463812" y="56262"/>
                  </a:lnTo>
                  <a:lnTo>
                    <a:pt x="425605" y="32548"/>
                  </a:lnTo>
                  <a:lnTo>
                    <a:pt x="383768" y="14866"/>
                  </a:lnTo>
                  <a:lnTo>
                    <a:pt x="338901" y="3816"/>
                  </a:lnTo>
                  <a:lnTo>
                    <a:pt x="291604" y="0"/>
                  </a:lnTo>
                  <a:lnTo>
                    <a:pt x="244304" y="3816"/>
                  </a:lnTo>
                  <a:lnTo>
                    <a:pt x="199435" y="14866"/>
                  </a:lnTo>
                  <a:lnTo>
                    <a:pt x="157595" y="32548"/>
                  </a:lnTo>
                  <a:lnTo>
                    <a:pt x="119386" y="56262"/>
                  </a:lnTo>
                  <a:lnTo>
                    <a:pt x="85409" y="85407"/>
                  </a:lnTo>
                  <a:lnTo>
                    <a:pt x="56262" y="119384"/>
                  </a:lnTo>
                  <a:lnTo>
                    <a:pt x="32548" y="157591"/>
                  </a:lnTo>
                  <a:lnTo>
                    <a:pt x="14866" y="199428"/>
                  </a:lnTo>
                  <a:lnTo>
                    <a:pt x="3816" y="244295"/>
                  </a:lnTo>
                  <a:lnTo>
                    <a:pt x="0" y="291591"/>
                  </a:lnTo>
                  <a:lnTo>
                    <a:pt x="3816" y="338891"/>
                  </a:lnTo>
                  <a:lnTo>
                    <a:pt x="14866" y="383761"/>
                  </a:lnTo>
                  <a:lnTo>
                    <a:pt x="32548" y="425601"/>
                  </a:lnTo>
                  <a:lnTo>
                    <a:pt x="56262" y="463809"/>
                  </a:lnTo>
                  <a:lnTo>
                    <a:pt x="85409" y="497787"/>
                  </a:lnTo>
                  <a:lnTo>
                    <a:pt x="119386" y="526933"/>
                  </a:lnTo>
                  <a:lnTo>
                    <a:pt x="157595" y="550648"/>
                  </a:lnTo>
                  <a:lnTo>
                    <a:pt x="199435" y="568330"/>
                  </a:lnTo>
                  <a:lnTo>
                    <a:pt x="244304" y="579380"/>
                  </a:lnTo>
                  <a:lnTo>
                    <a:pt x="291604" y="58319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40210" y="3616794"/>
              <a:ext cx="2108835" cy="2507615"/>
            </a:xfrm>
            <a:custGeom>
              <a:avLst/>
              <a:gdLst/>
              <a:ahLst/>
              <a:cxnLst/>
              <a:rect l="l" t="t" r="r" b="b"/>
              <a:pathLst>
                <a:path w="2108834" h="2507615">
                  <a:moveTo>
                    <a:pt x="2108568" y="1947748"/>
                  </a:moveTo>
                  <a:lnTo>
                    <a:pt x="1200315" y="0"/>
                  </a:lnTo>
                  <a:lnTo>
                    <a:pt x="0" y="559714"/>
                  </a:lnTo>
                  <a:lnTo>
                    <a:pt x="908265" y="2507462"/>
                  </a:lnTo>
                  <a:lnTo>
                    <a:pt x="2108568" y="1947748"/>
                  </a:lnTo>
                  <a:close/>
                </a:path>
              </a:pathLst>
            </a:custGeom>
            <a:solidFill>
              <a:srgbClr val="BFD7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40210" y="3616794"/>
              <a:ext cx="2108835" cy="2507615"/>
            </a:xfrm>
            <a:custGeom>
              <a:avLst/>
              <a:gdLst/>
              <a:ahLst/>
              <a:cxnLst/>
              <a:rect l="l" t="t" r="r" b="b"/>
              <a:pathLst>
                <a:path w="2108834" h="2507615">
                  <a:moveTo>
                    <a:pt x="2108568" y="1947748"/>
                  </a:moveTo>
                  <a:lnTo>
                    <a:pt x="1200315" y="0"/>
                  </a:lnTo>
                  <a:lnTo>
                    <a:pt x="0" y="559714"/>
                  </a:lnTo>
                  <a:lnTo>
                    <a:pt x="908265" y="2507462"/>
                  </a:lnTo>
                  <a:lnTo>
                    <a:pt x="2108568" y="1947748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246" y="3293160"/>
              <a:ext cx="2658008" cy="357996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11514" y="2916491"/>
              <a:ext cx="450215" cy="239395"/>
            </a:xfrm>
            <a:custGeom>
              <a:avLst/>
              <a:gdLst/>
              <a:ahLst/>
              <a:cxnLst/>
              <a:rect l="l" t="t" r="r" b="b"/>
              <a:pathLst>
                <a:path w="450214" h="239394">
                  <a:moveTo>
                    <a:pt x="449757" y="31153"/>
                  </a:moveTo>
                  <a:lnTo>
                    <a:pt x="0" y="0"/>
                  </a:lnTo>
                  <a:lnTo>
                    <a:pt x="382181" y="239153"/>
                  </a:lnTo>
                  <a:lnTo>
                    <a:pt x="449757" y="311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11514" y="2916491"/>
              <a:ext cx="450215" cy="239395"/>
            </a:xfrm>
            <a:custGeom>
              <a:avLst/>
              <a:gdLst/>
              <a:ahLst/>
              <a:cxnLst/>
              <a:rect l="l" t="t" r="r" b="b"/>
              <a:pathLst>
                <a:path w="450214" h="239394">
                  <a:moveTo>
                    <a:pt x="0" y="0"/>
                  </a:moveTo>
                  <a:lnTo>
                    <a:pt x="449757" y="31153"/>
                  </a:lnTo>
                  <a:lnTo>
                    <a:pt x="415963" y="135153"/>
                  </a:lnTo>
                  <a:lnTo>
                    <a:pt x="382181" y="239153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68754" y="3447364"/>
              <a:ext cx="1094105" cy="1094105"/>
            </a:xfrm>
            <a:custGeom>
              <a:avLst/>
              <a:gdLst/>
              <a:ahLst/>
              <a:cxnLst/>
              <a:rect l="l" t="t" r="r" b="b"/>
              <a:pathLst>
                <a:path w="1094105" h="1094104">
                  <a:moveTo>
                    <a:pt x="1093495" y="546747"/>
                  </a:moveTo>
                  <a:lnTo>
                    <a:pt x="1091488" y="499572"/>
                  </a:lnTo>
                  <a:lnTo>
                    <a:pt x="1085577" y="453512"/>
                  </a:lnTo>
                  <a:lnTo>
                    <a:pt x="1075925" y="408730"/>
                  </a:lnTo>
                  <a:lnTo>
                    <a:pt x="1062697" y="365390"/>
                  </a:lnTo>
                  <a:lnTo>
                    <a:pt x="1046057" y="323657"/>
                  </a:lnTo>
                  <a:lnTo>
                    <a:pt x="1026169" y="283694"/>
                  </a:lnTo>
                  <a:lnTo>
                    <a:pt x="1003198" y="245667"/>
                  </a:lnTo>
                  <a:lnTo>
                    <a:pt x="977306" y="209738"/>
                  </a:lnTo>
                  <a:lnTo>
                    <a:pt x="948660" y="176073"/>
                  </a:lnTo>
                  <a:lnTo>
                    <a:pt x="917422" y="144835"/>
                  </a:lnTo>
                  <a:lnTo>
                    <a:pt x="883756" y="116188"/>
                  </a:lnTo>
                  <a:lnTo>
                    <a:pt x="847828" y="90297"/>
                  </a:lnTo>
                  <a:lnTo>
                    <a:pt x="809800" y="67325"/>
                  </a:lnTo>
                  <a:lnTo>
                    <a:pt x="769838" y="47437"/>
                  </a:lnTo>
                  <a:lnTo>
                    <a:pt x="728104" y="30797"/>
                  </a:lnTo>
                  <a:lnTo>
                    <a:pt x="684765" y="17569"/>
                  </a:lnTo>
                  <a:lnTo>
                    <a:pt x="639982" y="7918"/>
                  </a:lnTo>
                  <a:lnTo>
                    <a:pt x="593922" y="2006"/>
                  </a:lnTo>
                  <a:lnTo>
                    <a:pt x="546747" y="0"/>
                  </a:lnTo>
                  <a:lnTo>
                    <a:pt x="499572" y="2006"/>
                  </a:lnTo>
                  <a:lnTo>
                    <a:pt x="453512" y="7918"/>
                  </a:lnTo>
                  <a:lnTo>
                    <a:pt x="408730" y="17569"/>
                  </a:lnTo>
                  <a:lnTo>
                    <a:pt x="365390" y="30797"/>
                  </a:lnTo>
                  <a:lnTo>
                    <a:pt x="323657" y="47437"/>
                  </a:lnTo>
                  <a:lnTo>
                    <a:pt x="283694" y="67325"/>
                  </a:lnTo>
                  <a:lnTo>
                    <a:pt x="245667" y="90297"/>
                  </a:lnTo>
                  <a:lnTo>
                    <a:pt x="209738" y="116188"/>
                  </a:lnTo>
                  <a:lnTo>
                    <a:pt x="176073" y="144835"/>
                  </a:lnTo>
                  <a:lnTo>
                    <a:pt x="144835" y="176073"/>
                  </a:lnTo>
                  <a:lnTo>
                    <a:pt x="116188" y="209738"/>
                  </a:lnTo>
                  <a:lnTo>
                    <a:pt x="90297" y="245667"/>
                  </a:lnTo>
                  <a:lnTo>
                    <a:pt x="67325" y="283694"/>
                  </a:lnTo>
                  <a:lnTo>
                    <a:pt x="47437" y="323657"/>
                  </a:lnTo>
                  <a:lnTo>
                    <a:pt x="30797" y="365390"/>
                  </a:lnTo>
                  <a:lnTo>
                    <a:pt x="17569" y="408730"/>
                  </a:lnTo>
                  <a:lnTo>
                    <a:pt x="7918" y="453512"/>
                  </a:lnTo>
                  <a:lnTo>
                    <a:pt x="2006" y="499572"/>
                  </a:lnTo>
                  <a:lnTo>
                    <a:pt x="0" y="546747"/>
                  </a:lnTo>
                  <a:lnTo>
                    <a:pt x="2006" y="593922"/>
                  </a:lnTo>
                  <a:lnTo>
                    <a:pt x="7918" y="639982"/>
                  </a:lnTo>
                  <a:lnTo>
                    <a:pt x="17569" y="684765"/>
                  </a:lnTo>
                  <a:lnTo>
                    <a:pt x="30797" y="728104"/>
                  </a:lnTo>
                  <a:lnTo>
                    <a:pt x="47437" y="769838"/>
                  </a:lnTo>
                  <a:lnTo>
                    <a:pt x="67325" y="809800"/>
                  </a:lnTo>
                  <a:lnTo>
                    <a:pt x="90297" y="847828"/>
                  </a:lnTo>
                  <a:lnTo>
                    <a:pt x="116188" y="883756"/>
                  </a:lnTo>
                  <a:lnTo>
                    <a:pt x="144835" y="917422"/>
                  </a:lnTo>
                  <a:lnTo>
                    <a:pt x="176073" y="948660"/>
                  </a:lnTo>
                  <a:lnTo>
                    <a:pt x="209738" y="977306"/>
                  </a:lnTo>
                  <a:lnTo>
                    <a:pt x="245667" y="1003198"/>
                  </a:lnTo>
                  <a:lnTo>
                    <a:pt x="283694" y="1026169"/>
                  </a:lnTo>
                  <a:lnTo>
                    <a:pt x="323657" y="1046057"/>
                  </a:lnTo>
                  <a:lnTo>
                    <a:pt x="365390" y="1062697"/>
                  </a:lnTo>
                  <a:lnTo>
                    <a:pt x="408730" y="1075925"/>
                  </a:lnTo>
                  <a:lnTo>
                    <a:pt x="453512" y="1085577"/>
                  </a:lnTo>
                  <a:lnTo>
                    <a:pt x="499572" y="1091488"/>
                  </a:lnTo>
                  <a:lnTo>
                    <a:pt x="546747" y="1093495"/>
                  </a:lnTo>
                  <a:lnTo>
                    <a:pt x="593922" y="1091488"/>
                  </a:lnTo>
                  <a:lnTo>
                    <a:pt x="639982" y="1085577"/>
                  </a:lnTo>
                  <a:lnTo>
                    <a:pt x="684765" y="1075925"/>
                  </a:lnTo>
                  <a:lnTo>
                    <a:pt x="728104" y="1062697"/>
                  </a:lnTo>
                  <a:lnTo>
                    <a:pt x="769838" y="1046057"/>
                  </a:lnTo>
                  <a:lnTo>
                    <a:pt x="809800" y="1026169"/>
                  </a:lnTo>
                  <a:lnTo>
                    <a:pt x="847828" y="1003198"/>
                  </a:lnTo>
                  <a:lnTo>
                    <a:pt x="883756" y="977306"/>
                  </a:lnTo>
                  <a:lnTo>
                    <a:pt x="917422" y="948660"/>
                  </a:lnTo>
                  <a:lnTo>
                    <a:pt x="948660" y="917422"/>
                  </a:lnTo>
                  <a:lnTo>
                    <a:pt x="977306" y="883756"/>
                  </a:lnTo>
                  <a:lnTo>
                    <a:pt x="1003198" y="847828"/>
                  </a:lnTo>
                  <a:lnTo>
                    <a:pt x="1026169" y="809800"/>
                  </a:lnTo>
                  <a:lnTo>
                    <a:pt x="1046057" y="769838"/>
                  </a:lnTo>
                  <a:lnTo>
                    <a:pt x="1062697" y="728104"/>
                  </a:lnTo>
                  <a:lnTo>
                    <a:pt x="1075925" y="684765"/>
                  </a:lnTo>
                  <a:lnTo>
                    <a:pt x="1085577" y="639982"/>
                  </a:lnTo>
                  <a:lnTo>
                    <a:pt x="1091488" y="593922"/>
                  </a:lnTo>
                  <a:lnTo>
                    <a:pt x="1093495" y="546747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68754" y="3447364"/>
              <a:ext cx="1094105" cy="1094105"/>
            </a:xfrm>
            <a:custGeom>
              <a:avLst/>
              <a:gdLst/>
              <a:ahLst/>
              <a:cxnLst/>
              <a:rect l="l" t="t" r="r" b="b"/>
              <a:pathLst>
                <a:path w="1094105" h="1094104">
                  <a:moveTo>
                    <a:pt x="546747" y="1093495"/>
                  </a:moveTo>
                  <a:lnTo>
                    <a:pt x="499572" y="1091488"/>
                  </a:lnTo>
                  <a:lnTo>
                    <a:pt x="453512" y="1085577"/>
                  </a:lnTo>
                  <a:lnTo>
                    <a:pt x="408730" y="1075925"/>
                  </a:lnTo>
                  <a:lnTo>
                    <a:pt x="365390" y="1062697"/>
                  </a:lnTo>
                  <a:lnTo>
                    <a:pt x="323657" y="1046057"/>
                  </a:lnTo>
                  <a:lnTo>
                    <a:pt x="283694" y="1026169"/>
                  </a:lnTo>
                  <a:lnTo>
                    <a:pt x="245667" y="1003198"/>
                  </a:lnTo>
                  <a:lnTo>
                    <a:pt x="209738" y="977306"/>
                  </a:lnTo>
                  <a:lnTo>
                    <a:pt x="176073" y="948660"/>
                  </a:lnTo>
                  <a:lnTo>
                    <a:pt x="144835" y="917422"/>
                  </a:lnTo>
                  <a:lnTo>
                    <a:pt x="116188" y="883756"/>
                  </a:lnTo>
                  <a:lnTo>
                    <a:pt x="90297" y="847828"/>
                  </a:lnTo>
                  <a:lnTo>
                    <a:pt x="67325" y="809800"/>
                  </a:lnTo>
                  <a:lnTo>
                    <a:pt x="47437" y="769838"/>
                  </a:lnTo>
                  <a:lnTo>
                    <a:pt x="30797" y="728104"/>
                  </a:lnTo>
                  <a:lnTo>
                    <a:pt x="17569" y="684765"/>
                  </a:lnTo>
                  <a:lnTo>
                    <a:pt x="7918" y="639982"/>
                  </a:lnTo>
                  <a:lnTo>
                    <a:pt x="2006" y="593922"/>
                  </a:lnTo>
                  <a:lnTo>
                    <a:pt x="0" y="546747"/>
                  </a:lnTo>
                  <a:lnTo>
                    <a:pt x="2006" y="499572"/>
                  </a:lnTo>
                  <a:lnTo>
                    <a:pt x="7918" y="453512"/>
                  </a:lnTo>
                  <a:lnTo>
                    <a:pt x="17569" y="408730"/>
                  </a:lnTo>
                  <a:lnTo>
                    <a:pt x="30797" y="365390"/>
                  </a:lnTo>
                  <a:lnTo>
                    <a:pt x="47437" y="323657"/>
                  </a:lnTo>
                  <a:lnTo>
                    <a:pt x="67325" y="283694"/>
                  </a:lnTo>
                  <a:lnTo>
                    <a:pt x="90297" y="245667"/>
                  </a:lnTo>
                  <a:lnTo>
                    <a:pt x="116188" y="209738"/>
                  </a:lnTo>
                  <a:lnTo>
                    <a:pt x="144835" y="176073"/>
                  </a:lnTo>
                  <a:lnTo>
                    <a:pt x="176073" y="144835"/>
                  </a:lnTo>
                  <a:lnTo>
                    <a:pt x="209738" y="116188"/>
                  </a:lnTo>
                  <a:lnTo>
                    <a:pt x="245667" y="90297"/>
                  </a:lnTo>
                  <a:lnTo>
                    <a:pt x="283694" y="67325"/>
                  </a:lnTo>
                  <a:lnTo>
                    <a:pt x="323657" y="47437"/>
                  </a:lnTo>
                  <a:lnTo>
                    <a:pt x="365390" y="30797"/>
                  </a:lnTo>
                  <a:lnTo>
                    <a:pt x="408730" y="17569"/>
                  </a:lnTo>
                  <a:lnTo>
                    <a:pt x="453512" y="7918"/>
                  </a:lnTo>
                  <a:lnTo>
                    <a:pt x="499572" y="2006"/>
                  </a:lnTo>
                  <a:lnTo>
                    <a:pt x="546747" y="0"/>
                  </a:lnTo>
                  <a:lnTo>
                    <a:pt x="593922" y="2006"/>
                  </a:lnTo>
                  <a:lnTo>
                    <a:pt x="639982" y="7918"/>
                  </a:lnTo>
                  <a:lnTo>
                    <a:pt x="684765" y="17569"/>
                  </a:lnTo>
                  <a:lnTo>
                    <a:pt x="728104" y="30797"/>
                  </a:lnTo>
                  <a:lnTo>
                    <a:pt x="769838" y="47437"/>
                  </a:lnTo>
                  <a:lnTo>
                    <a:pt x="809800" y="67325"/>
                  </a:lnTo>
                  <a:lnTo>
                    <a:pt x="847828" y="90297"/>
                  </a:lnTo>
                  <a:lnTo>
                    <a:pt x="883756" y="116188"/>
                  </a:lnTo>
                  <a:lnTo>
                    <a:pt x="917422" y="144835"/>
                  </a:lnTo>
                  <a:lnTo>
                    <a:pt x="948660" y="176073"/>
                  </a:lnTo>
                  <a:lnTo>
                    <a:pt x="977306" y="209738"/>
                  </a:lnTo>
                  <a:lnTo>
                    <a:pt x="1003198" y="245667"/>
                  </a:lnTo>
                  <a:lnTo>
                    <a:pt x="1026169" y="283694"/>
                  </a:lnTo>
                  <a:lnTo>
                    <a:pt x="1046057" y="323657"/>
                  </a:lnTo>
                  <a:lnTo>
                    <a:pt x="1062697" y="365390"/>
                  </a:lnTo>
                  <a:lnTo>
                    <a:pt x="1075925" y="408730"/>
                  </a:lnTo>
                  <a:lnTo>
                    <a:pt x="1085577" y="453512"/>
                  </a:lnTo>
                  <a:lnTo>
                    <a:pt x="1091488" y="499572"/>
                  </a:lnTo>
                  <a:lnTo>
                    <a:pt x="1093495" y="546747"/>
                  </a:lnTo>
                  <a:lnTo>
                    <a:pt x="1091488" y="593922"/>
                  </a:lnTo>
                  <a:lnTo>
                    <a:pt x="1085577" y="639982"/>
                  </a:lnTo>
                  <a:lnTo>
                    <a:pt x="1075925" y="684765"/>
                  </a:lnTo>
                  <a:lnTo>
                    <a:pt x="1062697" y="728104"/>
                  </a:lnTo>
                  <a:lnTo>
                    <a:pt x="1046057" y="769838"/>
                  </a:lnTo>
                  <a:lnTo>
                    <a:pt x="1026169" y="809800"/>
                  </a:lnTo>
                  <a:lnTo>
                    <a:pt x="1003198" y="847828"/>
                  </a:lnTo>
                  <a:lnTo>
                    <a:pt x="977306" y="883756"/>
                  </a:lnTo>
                  <a:lnTo>
                    <a:pt x="948660" y="917422"/>
                  </a:lnTo>
                  <a:lnTo>
                    <a:pt x="917422" y="948660"/>
                  </a:lnTo>
                  <a:lnTo>
                    <a:pt x="883756" y="977306"/>
                  </a:lnTo>
                  <a:lnTo>
                    <a:pt x="847828" y="1003198"/>
                  </a:lnTo>
                  <a:lnTo>
                    <a:pt x="809800" y="1026169"/>
                  </a:lnTo>
                  <a:lnTo>
                    <a:pt x="769838" y="1046057"/>
                  </a:lnTo>
                  <a:lnTo>
                    <a:pt x="728104" y="1062697"/>
                  </a:lnTo>
                  <a:lnTo>
                    <a:pt x="684765" y="1075925"/>
                  </a:lnTo>
                  <a:lnTo>
                    <a:pt x="639982" y="1085577"/>
                  </a:lnTo>
                  <a:lnTo>
                    <a:pt x="593922" y="1091488"/>
                  </a:lnTo>
                  <a:lnTo>
                    <a:pt x="546747" y="109349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15502" y="399411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23440" y="3502037"/>
              <a:ext cx="984250" cy="984250"/>
            </a:xfrm>
            <a:custGeom>
              <a:avLst/>
              <a:gdLst/>
              <a:ahLst/>
              <a:cxnLst/>
              <a:rect l="l" t="t" r="r" b="b"/>
              <a:pathLst>
                <a:path w="984250" h="984250">
                  <a:moveTo>
                    <a:pt x="984122" y="492074"/>
                  </a:moveTo>
                  <a:lnTo>
                    <a:pt x="981870" y="444685"/>
                  </a:lnTo>
                  <a:lnTo>
                    <a:pt x="975250" y="398571"/>
                  </a:lnTo>
                  <a:lnTo>
                    <a:pt x="964468" y="353937"/>
                  </a:lnTo>
                  <a:lnTo>
                    <a:pt x="949731" y="310990"/>
                  </a:lnTo>
                  <a:lnTo>
                    <a:pt x="931246" y="269935"/>
                  </a:lnTo>
                  <a:lnTo>
                    <a:pt x="909217" y="230980"/>
                  </a:lnTo>
                  <a:lnTo>
                    <a:pt x="883852" y="194330"/>
                  </a:lnTo>
                  <a:lnTo>
                    <a:pt x="855357" y="160192"/>
                  </a:lnTo>
                  <a:lnTo>
                    <a:pt x="823937" y="128771"/>
                  </a:lnTo>
                  <a:lnTo>
                    <a:pt x="789800" y="100275"/>
                  </a:lnTo>
                  <a:lnTo>
                    <a:pt x="753151" y="74908"/>
                  </a:lnTo>
                  <a:lnTo>
                    <a:pt x="714197" y="52879"/>
                  </a:lnTo>
                  <a:lnTo>
                    <a:pt x="673143" y="34392"/>
                  </a:lnTo>
                  <a:lnTo>
                    <a:pt x="630197" y="19655"/>
                  </a:lnTo>
                  <a:lnTo>
                    <a:pt x="585563" y="8873"/>
                  </a:lnTo>
                  <a:lnTo>
                    <a:pt x="539449" y="2252"/>
                  </a:lnTo>
                  <a:lnTo>
                    <a:pt x="492061" y="0"/>
                  </a:lnTo>
                  <a:lnTo>
                    <a:pt x="444673" y="2252"/>
                  </a:lnTo>
                  <a:lnTo>
                    <a:pt x="398559" y="8873"/>
                  </a:lnTo>
                  <a:lnTo>
                    <a:pt x="353925" y="19655"/>
                  </a:lnTo>
                  <a:lnTo>
                    <a:pt x="310979" y="34392"/>
                  </a:lnTo>
                  <a:lnTo>
                    <a:pt x="269925" y="52879"/>
                  </a:lnTo>
                  <a:lnTo>
                    <a:pt x="230971" y="74908"/>
                  </a:lnTo>
                  <a:lnTo>
                    <a:pt x="194322" y="100275"/>
                  </a:lnTo>
                  <a:lnTo>
                    <a:pt x="160185" y="128771"/>
                  </a:lnTo>
                  <a:lnTo>
                    <a:pt x="128765" y="160192"/>
                  </a:lnTo>
                  <a:lnTo>
                    <a:pt x="100270" y="194330"/>
                  </a:lnTo>
                  <a:lnTo>
                    <a:pt x="74905" y="230980"/>
                  </a:lnTo>
                  <a:lnTo>
                    <a:pt x="52876" y="269935"/>
                  </a:lnTo>
                  <a:lnTo>
                    <a:pt x="34391" y="310990"/>
                  </a:lnTo>
                  <a:lnTo>
                    <a:pt x="19654" y="353937"/>
                  </a:lnTo>
                  <a:lnTo>
                    <a:pt x="8872" y="398571"/>
                  </a:lnTo>
                  <a:lnTo>
                    <a:pt x="2252" y="444685"/>
                  </a:lnTo>
                  <a:lnTo>
                    <a:pt x="0" y="492074"/>
                  </a:lnTo>
                  <a:lnTo>
                    <a:pt x="2252" y="539462"/>
                  </a:lnTo>
                  <a:lnTo>
                    <a:pt x="8872" y="585576"/>
                  </a:lnTo>
                  <a:lnTo>
                    <a:pt x="19654" y="630209"/>
                  </a:lnTo>
                  <a:lnTo>
                    <a:pt x="34391" y="673156"/>
                  </a:lnTo>
                  <a:lnTo>
                    <a:pt x="52876" y="714209"/>
                  </a:lnTo>
                  <a:lnTo>
                    <a:pt x="74905" y="753164"/>
                  </a:lnTo>
                  <a:lnTo>
                    <a:pt x="100270" y="789813"/>
                  </a:lnTo>
                  <a:lnTo>
                    <a:pt x="128765" y="823950"/>
                  </a:lnTo>
                  <a:lnTo>
                    <a:pt x="160185" y="855370"/>
                  </a:lnTo>
                  <a:lnTo>
                    <a:pt x="194322" y="883865"/>
                  </a:lnTo>
                  <a:lnTo>
                    <a:pt x="230971" y="909230"/>
                  </a:lnTo>
                  <a:lnTo>
                    <a:pt x="269925" y="931258"/>
                  </a:lnTo>
                  <a:lnTo>
                    <a:pt x="310979" y="949744"/>
                  </a:lnTo>
                  <a:lnTo>
                    <a:pt x="353925" y="964481"/>
                  </a:lnTo>
                  <a:lnTo>
                    <a:pt x="398559" y="975262"/>
                  </a:lnTo>
                  <a:lnTo>
                    <a:pt x="444673" y="981883"/>
                  </a:lnTo>
                  <a:lnTo>
                    <a:pt x="492061" y="984135"/>
                  </a:lnTo>
                  <a:lnTo>
                    <a:pt x="539449" y="981883"/>
                  </a:lnTo>
                  <a:lnTo>
                    <a:pt x="585563" y="975262"/>
                  </a:lnTo>
                  <a:lnTo>
                    <a:pt x="630197" y="964481"/>
                  </a:lnTo>
                  <a:lnTo>
                    <a:pt x="673143" y="949744"/>
                  </a:lnTo>
                  <a:lnTo>
                    <a:pt x="714197" y="931258"/>
                  </a:lnTo>
                  <a:lnTo>
                    <a:pt x="753151" y="909230"/>
                  </a:lnTo>
                  <a:lnTo>
                    <a:pt x="789800" y="883865"/>
                  </a:lnTo>
                  <a:lnTo>
                    <a:pt x="823937" y="855370"/>
                  </a:lnTo>
                  <a:lnTo>
                    <a:pt x="855357" y="823950"/>
                  </a:lnTo>
                  <a:lnTo>
                    <a:pt x="883852" y="789813"/>
                  </a:lnTo>
                  <a:lnTo>
                    <a:pt x="909217" y="753164"/>
                  </a:lnTo>
                  <a:lnTo>
                    <a:pt x="931246" y="714209"/>
                  </a:lnTo>
                  <a:lnTo>
                    <a:pt x="949731" y="673156"/>
                  </a:lnTo>
                  <a:lnTo>
                    <a:pt x="964468" y="630209"/>
                  </a:lnTo>
                  <a:lnTo>
                    <a:pt x="975250" y="585576"/>
                  </a:lnTo>
                  <a:lnTo>
                    <a:pt x="981870" y="539462"/>
                  </a:lnTo>
                  <a:lnTo>
                    <a:pt x="984122" y="4920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23440" y="3502037"/>
              <a:ext cx="984250" cy="984250"/>
            </a:xfrm>
            <a:custGeom>
              <a:avLst/>
              <a:gdLst/>
              <a:ahLst/>
              <a:cxnLst/>
              <a:rect l="l" t="t" r="r" b="b"/>
              <a:pathLst>
                <a:path w="984250" h="984250">
                  <a:moveTo>
                    <a:pt x="492061" y="984135"/>
                  </a:moveTo>
                  <a:lnTo>
                    <a:pt x="444673" y="981883"/>
                  </a:lnTo>
                  <a:lnTo>
                    <a:pt x="398559" y="975262"/>
                  </a:lnTo>
                  <a:lnTo>
                    <a:pt x="353925" y="964481"/>
                  </a:lnTo>
                  <a:lnTo>
                    <a:pt x="310979" y="949744"/>
                  </a:lnTo>
                  <a:lnTo>
                    <a:pt x="269925" y="931258"/>
                  </a:lnTo>
                  <a:lnTo>
                    <a:pt x="230971" y="909230"/>
                  </a:lnTo>
                  <a:lnTo>
                    <a:pt x="194322" y="883865"/>
                  </a:lnTo>
                  <a:lnTo>
                    <a:pt x="160185" y="855370"/>
                  </a:lnTo>
                  <a:lnTo>
                    <a:pt x="128765" y="823950"/>
                  </a:lnTo>
                  <a:lnTo>
                    <a:pt x="100270" y="789813"/>
                  </a:lnTo>
                  <a:lnTo>
                    <a:pt x="74905" y="753164"/>
                  </a:lnTo>
                  <a:lnTo>
                    <a:pt x="52876" y="714209"/>
                  </a:lnTo>
                  <a:lnTo>
                    <a:pt x="34391" y="673156"/>
                  </a:lnTo>
                  <a:lnTo>
                    <a:pt x="19654" y="630209"/>
                  </a:lnTo>
                  <a:lnTo>
                    <a:pt x="8872" y="585576"/>
                  </a:lnTo>
                  <a:lnTo>
                    <a:pt x="2252" y="539462"/>
                  </a:lnTo>
                  <a:lnTo>
                    <a:pt x="0" y="492074"/>
                  </a:lnTo>
                  <a:lnTo>
                    <a:pt x="2252" y="444685"/>
                  </a:lnTo>
                  <a:lnTo>
                    <a:pt x="8872" y="398571"/>
                  </a:lnTo>
                  <a:lnTo>
                    <a:pt x="19654" y="353937"/>
                  </a:lnTo>
                  <a:lnTo>
                    <a:pt x="34391" y="310990"/>
                  </a:lnTo>
                  <a:lnTo>
                    <a:pt x="52876" y="269935"/>
                  </a:lnTo>
                  <a:lnTo>
                    <a:pt x="74905" y="230980"/>
                  </a:lnTo>
                  <a:lnTo>
                    <a:pt x="100270" y="194330"/>
                  </a:lnTo>
                  <a:lnTo>
                    <a:pt x="128765" y="160192"/>
                  </a:lnTo>
                  <a:lnTo>
                    <a:pt x="160185" y="128771"/>
                  </a:lnTo>
                  <a:lnTo>
                    <a:pt x="194322" y="100275"/>
                  </a:lnTo>
                  <a:lnTo>
                    <a:pt x="230971" y="74908"/>
                  </a:lnTo>
                  <a:lnTo>
                    <a:pt x="269925" y="52879"/>
                  </a:lnTo>
                  <a:lnTo>
                    <a:pt x="310979" y="34392"/>
                  </a:lnTo>
                  <a:lnTo>
                    <a:pt x="353925" y="19655"/>
                  </a:lnTo>
                  <a:lnTo>
                    <a:pt x="398559" y="8873"/>
                  </a:lnTo>
                  <a:lnTo>
                    <a:pt x="444673" y="2252"/>
                  </a:lnTo>
                  <a:lnTo>
                    <a:pt x="492061" y="0"/>
                  </a:lnTo>
                  <a:lnTo>
                    <a:pt x="539449" y="2252"/>
                  </a:lnTo>
                  <a:lnTo>
                    <a:pt x="585563" y="8873"/>
                  </a:lnTo>
                  <a:lnTo>
                    <a:pt x="630197" y="19655"/>
                  </a:lnTo>
                  <a:lnTo>
                    <a:pt x="673143" y="34392"/>
                  </a:lnTo>
                  <a:lnTo>
                    <a:pt x="714197" y="52879"/>
                  </a:lnTo>
                  <a:lnTo>
                    <a:pt x="753151" y="74908"/>
                  </a:lnTo>
                  <a:lnTo>
                    <a:pt x="789800" y="100275"/>
                  </a:lnTo>
                  <a:lnTo>
                    <a:pt x="823937" y="128771"/>
                  </a:lnTo>
                  <a:lnTo>
                    <a:pt x="855357" y="160192"/>
                  </a:lnTo>
                  <a:lnTo>
                    <a:pt x="883852" y="194330"/>
                  </a:lnTo>
                  <a:lnTo>
                    <a:pt x="909217" y="230980"/>
                  </a:lnTo>
                  <a:lnTo>
                    <a:pt x="931246" y="269935"/>
                  </a:lnTo>
                  <a:lnTo>
                    <a:pt x="949731" y="310990"/>
                  </a:lnTo>
                  <a:lnTo>
                    <a:pt x="964468" y="353937"/>
                  </a:lnTo>
                  <a:lnTo>
                    <a:pt x="975250" y="398571"/>
                  </a:lnTo>
                  <a:lnTo>
                    <a:pt x="981870" y="444685"/>
                  </a:lnTo>
                  <a:lnTo>
                    <a:pt x="984122" y="492074"/>
                  </a:lnTo>
                  <a:lnTo>
                    <a:pt x="981870" y="539462"/>
                  </a:lnTo>
                  <a:lnTo>
                    <a:pt x="975250" y="585576"/>
                  </a:lnTo>
                  <a:lnTo>
                    <a:pt x="964468" y="630209"/>
                  </a:lnTo>
                  <a:lnTo>
                    <a:pt x="949731" y="673156"/>
                  </a:lnTo>
                  <a:lnTo>
                    <a:pt x="931246" y="714209"/>
                  </a:lnTo>
                  <a:lnTo>
                    <a:pt x="909217" y="753164"/>
                  </a:lnTo>
                  <a:lnTo>
                    <a:pt x="883852" y="789813"/>
                  </a:lnTo>
                  <a:lnTo>
                    <a:pt x="855357" y="823950"/>
                  </a:lnTo>
                  <a:lnTo>
                    <a:pt x="823937" y="855370"/>
                  </a:lnTo>
                  <a:lnTo>
                    <a:pt x="789800" y="883865"/>
                  </a:lnTo>
                  <a:lnTo>
                    <a:pt x="753151" y="909230"/>
                  </a:lnTo>
                  <a:lnTo>
                    <a:pt x="714197" y="931258"/>
                  </a:lnTo>
                  <a:lnTo>
                    <a:pt x="673143" y="949744"/>
                  </a:lnTo>
                  <a:lnTo>
                    <a:pt x="630197" y="964481"/>
                  </a:lnTo>
                  <a:lnTo>
                    <a:pt x="585563" y="975262"/>
                  </a:lnTo>
                  <a:lnTo>
                    <a:pt x="539449" y="981883"/>
                  </a:lnTo>
                  <a:lnTo>
                    <a:pt x="492061" y="9841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15502" y="399411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32064" y="3310674"/>
              <a:ext cx="1367155" cy="1367155"/>
            </a:xfrm>
            <a:custGeom>
              <a:avLst/>
              <a:gdLst/>
              <a:ahLst/>
              <a:cxnLst/>
              <a:rect l="l" t="t" r="r" b="b"/>
              <a:pathLst>
                <a:path w="1367155" h="1367154">
                  <a:moveTo>
                    <a:pt x="1366875" y="683437"/>
                  </a:moveTo>
                  <a:lnTo>
                    <a:pt x="0" y="683437"/>
                  </a:lnTo>
                </a:path>
                <a:path w="1367155" h="1367154">
                  <a:moveTo>
                    <a:pt x="683437" y="0"/>
                  </a:moveTo>
                  <a:lnTo>
                    <a:pt x="683437" y="1366862"/>
                  </a:lnTo>
                </a:path>
              </a:pathLst>
            </a:custGeom>
            <a:ln w="9525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6599" y="3709174"/>
              <a:ext cx="147662" cy="195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9706" y="3848303"/>
              <a:ext cx="291592" cy="29160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69706" y="3848315"/>
              <a:ext cx="292100" cy="292100"/>
            </a:xfrm>
            <a:custGeom>
              <a:avLst/>
              <a:gdLst/>
              <a:ahLst/>
              <a:cxnLst/>
              <a:rect l="l" t="t" r="r" b="b"/>
              <a:pathLst>
                <a:path w="292100" h="292100">
                  <a:moveTo>
                    <a:pt x="145796" y="291591"/>
                  </a:moveTo>
                  <a:lnTo>
                    <a:pt x="191877" y="284158"/>
                  </a:lnTo>
                  <a:lnTo>
                    <a:pt x="231899" y="263460"/>
                  </a:lnTo>
                  <a:lnTo>
                    <a:pt x="263460" y="231899"/>
                  </a:lnTo>
                  <a:lnTo>
                    <a:pt x="284158" y="191877"/>
                  </a:lnTo>
                  <a:lnTo>
                    <a:pt x="291592" y="145796"/>
                  </a:lnTo>
                  <a:lnTo>
                    <a:pt x="284158" y="99714"/>
                  </a:lnTo>
                  <a:lnTo>
                    <a:pt x="263460" y="59692"/>
                  </a:lnTo>
                  <a:lnTo>
                    <a:pt x="231899" y="28131"/>
                  </a:lnTo>
                  <a:lnTo>
                    <a:pt x="191877" y="7433"/>
                  </a:lnTo>
                  <a:lnTo>
                    <a:pt x="145796" y="0"/>
                  </a:lnTo>
                  <a:lnTo>
                    <a:pt x="99714" y="7433"/>
                  </a:lnTo>
                  <a:lnTo>
                    <a:pt x="59692" y="28131"/>
                  </a:lnTo>
                  <a:lnTo>
                    <a:pt x="28131" y="59692"/>
                  </a:lnTo>
                  <a:lnTo>
                    <a:pt x="7433" y="99714"/>
                  </a:lnTo>
                  <a:lnTo>
                    <a:pt x="0" y="145796"/>
                  </a:lnTo>
                  <a:lnTo>
                    <a:pt x="7433" y="191877"/>
                  </a:lnTo>
                  <a:lnTo>
                    <a:pt x="28131" y="231899"/>
                  </a:lnTo>
                  <a:lnTo>
                    <a:pt x="59692" y="263460"/>
                  </a:lnTo>
                  <a:lnTo>
                    <a:pt x="99714" y="284158"/>
                  </a:lnTo>
                  <a:lnTo>
                    <a:pt x="145796" y="2915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2346" y="3702646"/>
              <a:ext cx="204462" cy="20447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527477" y="3051644"/>
              <a:ext cx="520065" cy="169545"/>
            </a:xfrm>
            <a:custGeom>
              <a:avLst/>
              <a:gdLst/>
              <a:ahLst/>
              <a:cxnLst/>
              <a:rect l="l" t="t" r="r" b="b"/>
              <a:pathLst>
                <a:path w="520064" h="169544">
                  <a:moveTo>
                    <a:pt x="0" y="0"/>
                  </a:moveTo>
                  <a:lnTo>
                    <a:pt x="519988" y="168948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96229" y="2768904"/>
              <a:ext cx="401320" cy="370840"/>
            </a:xfrm>
            <a:custGeom>
              <a:avLst/>
              <a:gdLst/>
              <a:ahLst/>
              <a:cxnLst/>
              <a:rect l="l" t="t" r="r" b="b"/>
              <a:pathLst>
                <a:path w="401320" h="370839">
                  <a:moveTo>
                    <a:pt x="401040" y="164490"/>
                  </a:moveTo>
                  <a:lnTo>
                    <a:pt x="256933" y="0"/>
                  </a:lnTo>
                  <a:lnTo>
                    <a:pt x="0" y="370458"/>
                  </a:lnTo>
                  <a:lnTo>
                    <a:pt x="401040" y="1644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96229" y="1779536"/>
              <a:ext cx="783590" cy="1360170"/>
            </a:xfrm>
            <a:custGeom>
              <a:avLst/>
              <a:gdLst/>
              <a:ahLst/>
              <a:cxnLst/>
              <a:rect l="l" t="t" r="r" b="b"/>
              <a:pathLst>
                <a:path w="783589" h="1360170">
                  <a:moveTo>
                    <a:pt x="0" y="1359827"/>
                  </a:moveTo>
                  <a:lnTo>
                    <a:pt x="256933" y="989368"/>
                  </a:lnTo>
                  <a:lnTo>
                    <a:pt x="401040" y="1153858"/>
                  </a:lnTo>
                  <a:lnTo>
                    <a:pt x="0" y="1359827"/>
                  </a:lnTo>
                  <a:close/>
                </a:path>
                <a:path w="783589" h="1360170">
                  <a:moveTo>
                    <a:pt x="783107" y="0"/>
                  </a:moveTo>
                  <a:lnTo>
                    <a:pt x="770483" y="155778"/>
                  </a:lnTo>
                  <a:lnTo>
                    <a:pt x="741006" y="313677"/>
                  </a:lnTo>
                  <a:lnTo>
                    <a:pt x="696798" y="461035"/>
                  </a:lnTo>
                  <a:lnTo>
                    <a:pt x="639965" y="604177"/>
                  </a:lnTo>
                  <a:lnTo>
                    <a:pt x="570496" y="749401"/>
                  </a:lnTo>
                  <a:lnTo>
                    <a:pt x="484187" y="879944"/>
                  </a:lnTo>
                  <a:lnTo>
                    <a:pt x="387337" y="1006233"/>
                  </a:lnTo>
                  <a:lnTo>
                    <a:pt x="330326" y="1070114"/>
                  </a:lnTo>
                  <a:lnTo>
                    <a:pt x="328980" y="1071613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2367" y="3663302"/>
              <a:ext cx="98590" cy="7733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364274" y="1292199"/>
            <a:ext cx="694690" cy="884555"/>
            <a:chOff x="364274" y="1292199"/>
            <a:chExt cx="694690" cy="884555"/>
          </a:xfrm>
        </p:grpSpPr>
        <p:sp>
          <p:nvSpPr>
            <p:cNvPr id="36" name="object 36"/>
            <p:cNvSpPr/>
            <p:nvPr/>
          </p:nvSpPr>
          <p:spPr>
            <a:xfrm>
              <a:off x="406184" y="1875446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80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4274" y="1292199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11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4274" y="1292199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18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32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6617" y="1356728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4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9191459" y="7294003"/>
            <a:ext cx="115506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0550T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40" name="object 40"/>
          <p:cNvSpPr txBox="1"/>
          <p:nvPr/>
        </p:nvSpPr>
        <p:spPr>
          <a:xfrm rot="20100000">
            <a:off x="6463173" y="6244436"/>
            <a:ext cx="341004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250" dirty="0">
                <a:solidFill>
                  <a:srgbClr val="231F20"/>
                </a:solidFill>
                <a:latin typeface="Gill Sans MT"/>
                <a:cs typeface="Gill Sans MT"/>
              </a:rPr>
              <a:t>H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41" name="object 41"/>
          <p:cNvSpPr txBox="1"/>
          <p:nvPr/>
        </p:nvSpPr>
        <p:spPr>
          <a:xfrm rot="20100000">
            <a:off x="7090078" y="5964584"/>
            <a:ext cx="287592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90" dirty="0">
                <a:solidFill>
                  <a:srgbClr val="231F20"/>
                </a:solidFill>
                <a:latin typeface="Gill Sans MT"/>
                <a:cs typeface="Gill Sans MT"/>
              </a:rPr>
              <a:t>I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42" name="object 42"/>
          <p:cNvSpPr txBox="1"/>
          <p:nvPr/>
        </p:nvSpPr>
        <p:spPr>
          <a:xfrm rot="14700000">
            <a:off x="7539117" y="4974479"/>
            <a:ext cx="347915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114" dirty="0">
                <a:solidFill>
                  <a:srgbClr val="231F20"/>
                </a:solidFill>
                <a:latin typeface="Gill Sans MT"/>
                <a:cs typeface="Gill Sans MT"/>
              </a:rPr>
              <a:t>G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43" name="object 43"/>
          <p:cNvSpPr txBox="1"/>
          <p:nvPr/>
        </p:nvSpPr>
        <p:spPr>
          <a:xfrm rot="14700000">
            <a:off x="7106549" y="4000695"/>
            <a:ext cx="305014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310" dirty="0">
                <a:solidFill>
                  <a:srgbClr val="231F20"/>
                </a:solidFill>
                <a:latin typeface="Gill Sans MT"/>
                <a:cs typeface="Gill Sans MT"/>
              </a:rPr>
              <a:t>F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70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520" dirty="0"/>
              <a:t>CT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65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55" dirty="0"/>
              <a:t>4 </a:t>
            </a:r>
            <a:r>
              <a:rPr dirty="0"/>
              <a:t>Provide</a:t>
            </a:r>
            <a:r>
              <a:rPr spc="-45" dirty="0"/>
              <a:t> </a:t>
            </a:r>
            <a:r>
              <a:rPr dirty="0"/>
              <a:t>access</a:t>
            </a:r>
            <a:r>
              <a:rPr spc="-45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spc="-10" dirty="0"/>
              <a:t>maintenance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8983204-835A-2183-4F07-E69F901DE4CC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B419666-0E70-C183-AAAC-7B3B80F2C0A0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9" name="Picture 48" descr="A close-up of a logo&#10;&#10;AI-generated content may be incorrect.">
              <a:extLst>
                <a:ext uri="{FF2B5EF4-FFF2-40B4-BE49-F238E27FC236}">
                  <a16:creationId xmlns:a16="http://schemas.microsoft.com/office/drawing/2014/main" id="{4895DD91-3FAC-090C-C14C-C5221A577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2989" y="1312011"/>
            <a:ext cx="8688705" cy="5464175"/>
            <a:chOff x="1362989" y="1312011"/>
            <a:chExt cx="8688705" cy="5464175"/>
          </a:xfrm>
        </p:grpSpPr>
        <p:sp>
          <p:nvSpPr>
            <p:cNvPr id="3" name="object 3"/>
            <p:cNvSpPr/>
            <p:nvPr/>
          </p:nvSpPr>
          <p:spPr>
            <a:xfrm>
              <a:off x="4627409" y="1830577"/>
              <a:ext cx="3540125" cy="4932680"/>
            </a:xfrm>
            <a:custGeom>
              <a:avLst/>
              <a:gdLst/>
              <a:ahLst/>
              <a:cxnLst/>
              <a:rect l="l" t="t" r="r" b="b"/>
              <a:pathLst>
                <a:path w="3540125" h="4932680">
                  <a:moveTo>
                    <a:pt x="3539820" y="4932527"/>
                  </a:moveTo>
                  <a:lnTo>
                    <a:pt x="3539820" y="0"/>
                  </a:lnTo>
                  <a:lnTo>
                    <a:pt x="3537115" y="137223"/>
                  </a:lnTo>
                  <a:lnTo>
                    <a:pt x="3517188" y="344309"/>
                  </a:lnTo>
                  <a:lnTo>
                    <a:pt x="3474732" y="543864"/>
                  </a:lnTo>
                  <a:lnTo>
                    <a:pt x="3412362" y="743508"/>
                  </a:lnTo>
                  <a:lnTo>
                    <a:pt x="3330028" y="935621"/>
                  </a:lnTo>
                  <a:lnTo>
                    <a:pt x="3232721" y="1115263"/>
                  </a:lnTo>
                  <a:lnTo>
                    <a:pt x="3117964" y="1287411"/>
                  </a:lnTo>
                  <a:lnTo>
                    <a:pt x="2983229" y="1447088"/>
                  </a:lnTo>
                  <a:lnTo>
                    <a:pt x="2838526" y="1596783"/>
                  </a:lnTo>
                  <a:lnTo>
                    <a:pt x="2673883" y="1726526"/>
                  </a:lnTo>
                  <a:lnTo>
                    <a:pt x="2504198" y="1838807"/>
                  </a:lnTo>
                  <a:lnTo>
                    <a:pt x="2317076" y="1938604"/>
                  </a:lnTo>
                  <a:lnTo>
                    <a:pt x="2127453" y="2020925"/>
                  </a:lnTo>
                  <a:lnTo>
                    <a:pt x="1925358" y="2080818"/>
                  </a:lnTo>
                  <a:lnTo>
                    <a:pt x="1723262" y="2118232"/>
                  </a:lnTo>
                  <a:lnTo>
                    <a:pt x="1516189" y="2138197"/>
                  </a:lnTo>
                  <a:lnTo>
                    <a:pt x="1311592" y="2143188"/>
                  </a:lnTo>
                  <a:lnTo>
                    <a:pt x="1104506" y="2123224"/>
                  </a:lnTo>
                  <a:lnTo>
                    <a:pt x="934262" y="2083219"/>
                  </a:lnTo>
                  <a:lnTo>
                    <a:pt x="0" y="4932527"/>
                  </a:lnTo>
                  <a:lnTo>
                    <a:pt x="3539820" y="493252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12027" y="3220618"/>
              <a:ext cx="3267075" cy="3061970"/>
            </a:xfrm>
            <a:custGeom>
              <a:avLst/>
              <a:gdLst/>
              <a:ahLst/>
              <a:cxnLst/>
              <a:rect l="l" t="t" r="r" b="b"/>
              <a:pathLst>
                <a:path w="3267075" h="3061970">
                  <a:moveTo>
                    <a:pt x="3266998" y="2882379"/>
                  </a:moveTo>
                  <a:lnTo>
                    <a:pt x="1922881" y="0"/>
                  </a:lnTo>
                  <a:lnTo>
                    <a:pt x="0" y="896683"/>
                  </a:lnTo>
                  <a:lnTo>
                    <a:pt x="179336" y="1281264"/>
                  </a:lnTo>
                  <a:lnTo>
                    <a:pt x="1717636" y="563918"/>
                  </a:lnTo>
                  <a:lnTo>
                    <a:pt x="2882430" y="3061716"/>
                  </a:lnTo>
                  <a:lnTo>
                    <a:pt x="3266998" y="2882379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12027" y="3220618"/>
              <a:ext cx="3267075" cy="3061970"/>
            </a:xfrm>
            <a:custGeom>
              <a:avLst/>
              <a:gdLst/>
              <a:ahLst/>
              <a:cxnLst/>
              <a:rect l="l" t="t" r="r" b="b"/>
              <a:pathLst>
                <a:path w="3267075" h="3061970">
                  <a:moveTo>
                    <a:pt x="179336" y="1281264"/>
                  </a:moveTo>
                  <a:lnTo>
                    <a:pt x="1717636" y="563918"/>
                  </a:lnTo>
                  <a:lnTo>
                    <a:pt x="2882430" y="3061716"/>
                  </a:lnTo>
                  <a:lnTo>
                    <a:pt x="3266998" y="2882379"/>
                  </a:lnTo>
                  <a:lnTo>
                    <a:pt x="1922881" y="0"/>
                  </a:lnTo>
                  <a:lnTo>
                    <a:pt x="0" y="896683"/>
                  </a:lnTo>
                  <a:lnTo>
                    <a:pt x="179336" y="1281264"/>
                  </a:lnTo>
                  <a:close/>
                </a:path>
                <a:path w="3267075" h="3061970">
                  <a:moveTo>
                    <a:pt x="598881" y="1085621"/>
                  </a:moveTo>
                  <a:lnTo>
                    <a:pt x="502869" y="879728"/>
                  </a:lnTo>
                </a:path>
                <a:path w="3267075" h="3061970">
                  <a:moveTo>
                    <a:pt x="598881" y="1085621"/>
                  </a:moveTo>
                  <a:lnTo>
                    <a:pt x="502869" y="879728"/>
                  </a:lnTo>
                </a:path>
                <a:path w="3267075" h="3061970">
                  <a:moveTo>
                    <a:pt x="680453" y="1047572"/>
                  </a:moveTo>
                  <a:lnTo>
                    <a:pt x="627926" y="934923"/>
                  </a:lnTo>
                </a:path>
                <a:path w="3267075" h="3061970">
                  <a:moveTo>
                    <a:pt x="680453" y="1047572"/>
                  </a:moveTo>
                  <a:lnTo>
                    <a:pt x="627926" y="934923"/>
                  </a:lnTo>
                </a:path>
                <a:path w="3267075" h="3061970">
                  <a:moveTo>
                    <a:pt x="758139" y="1011351"/>
                  </a:moveTo>
                  <a:lnTo>
                    <a:pt x="662139" y="805459"/>
                  </a:lnTo>
                </a:path>
                <a:path w="3267075" h="3061970">
                  <a:moveTo>
                    <a:pt x="758139" y="1011351"/>
                  </a:moveTo>
                  <a:lnTo>
                    <a:pt x="662139" y="805459"/>
                  </a:lnTo>
                </a:path>
                <a:path w="3267075" h="3061970">
                  <a:moveTo>
                    <a:pt x="839723" y="973302"/>
                  </a:moveTo>
                  <a:lnTo>
                    <a:pt x="787196" y="860653"/>
                  </a:lnTo>
                </a:path>
                <a:path w="3267075" h="3061970">
                  <a:moveTo>
                    <a:pt x="839723" y="973302"/>
                  </a:moveTo>
                  <a:lnTo>
                    <a:pt x="787196" y="860653"/>
                  </a:lnTo>
                </a:path>
                <a:path w="3267075" h="3061970">
                  <a:moveTo>
                    <a:pt x="917422" y="937069"/>
                  </a:moveTo>
                  <a:lnTo>
                    <a:pt x="821410" y="731189"/>
                  </a:lnTo>
                </a:path>
                <a:path w="3267075" h="3061970">
                  <a:moveTo>
                    <a:pt x="917422" y="937069"/>
                  </a:moveTo>
                  <a:lnTo>
                    <a:pt x="821410" y="731189"/>
                  </a:lnTo>
                </a:path>
                <a:path w="3267075" h="3061970">
                  <a:moveTo>
                    <a:pt x="998994" y="899032"/>
                  </a:moveTo>
                  <a:lnTo>
                    <a:pt x="946454" y="786383"/>
                  </a:lnTo>
                </a:path>
                <a:path w="3267075" h="3061970">
                  <a:moveTo>
                    <a:pt x="998994" y="899032"/>
                  </a:moveTo>
                  <a:lnTo>
                    <a:pt x="946454" y="786383"/>
                  </a:lnTo>
                </a:path>
                <a:path w="3267075" h="3061970">
                  <a:moveTo>
                    <a:pt x="1076680" y="862799"/>
                  </a:moveTo>
                  <a:lnTo>
                    <a:pt x="980668" y="656920"/>
                  </a:lnTo>
                </a:path>
                <a:path w="3267075" h="3061970">
                  <a:moveTo>
                    <a:pt x="1076680" y="862799"/>
                  </a:moveTo>
                  <a:lnTo>
                    <a:pt x="980668" y="656920"/>
                  </a:lnTo>
                </a:path>
                <a:path w="3267075" h="3061970">
                  <a:moveTo>
                    <a:pt x="1158265" y="824763"/>
                  </a:moveTo>
                  <a:lnTo>
                    <a:pt x="1105725" y="712114"/>
                  </a:lnTo>
                </a:path>
                <a:path w="3267075" h="3061970">
                  <a:moveTo>
                    <a:pt x="1158265" y="824763"/>
                  </a:moveTo>
                  <a:lnTo>
                    <a:pt x="1105725" y="712114"/>
                  </a:lnTo>
                </a:path>
                <a:path w="3267075" h="3061970">
                  <a:moveTo>
                    <a:pt x="1239837" y="786726"/>
                  </a:moveTo>
                  <a:lnTo>
                    <a:pt x="1143825" y="580847"/>
                  </a:lnTo>
                </a:path>
                <a:path w="3267075" h="3061970">
                  <a:moveTo>
                    <a:pt x="1239837" y="786726"/>
                  </a:moveTo>
                  <a:lnTo>
                    <a:pt x="1143825" y="580847"/>
                  </a:lnTo>
                </a:path>
                <a:path w="3267075" h="3061970">
                  <a:moveTo>
                    <a:pt x="1321409" y="748677"/>
                  </a:moveTo>
                  <a:lnTo>
                    <a:pt x="1268882" y="636028"/>
                  </a:lnTo>
                </a:path>
                <a:path w="3267075" h="3061970">
                  <a:moveTo>
                    <a:pt x="1321409" y="748677"/>
                  </a:moveTo>
                  <a:lnTo>
                    <a:pt x="1268882" y="636028"/>
                  </a:lnTo>
                </a:path>
                <a:path w="3267075" h="3061970">
                  <a:moveTo>
                    <a:pt x="1395221" y="714260"/>
                  </a:moveTo>
                  <a:lnTo>
                    <a:pt x="1299210" y="508380"/>
                  </a:lnTo>
                </a:path>
                <a:path w="3267075" h="3061970">
                  <a:moveTo>
                    <a:pt x="1395221" y="714260"/>
                  </a:moveTo>
                  <a:lnTo>
                    <a:pt x="1299210" y="508380"/>
                  </a:lnTo>
                </a:path>
                <a:path w="3267075" h="3061970">
                  <a:moveTo>
                    <a:pt x="1480680" y="674408"/>
                  </a:moveTo>
                  <a:lnTo>
                    <a:pt x="1428153" y="561759"/>
                  </a:lnTo>
                </a:path>
                <a:path w="3267075" h="3061970">
                  <a:moveTo>
                    <a:pt x="1480680" y="674408"/>
                  </a:moveTo>
                  <a:lnTo>
                    <a:pt x="1428153" y="561759"/>
                  </a:lnTo>
                </a:path>
                <a:path w="3267075" h="3061970">
                  <a:moveTo>
                    <a:pt x="1558378" y="638174"/>
                  </a:moveTo>
                  <a:lnTo>
                    <a:pt x="1462366" y="432295"/>
                  </a:lnTo>
                </a:path>
                <a:path w="3267075" h="3061970">
                  <a:moveTo>
                    <a:pt x="1558378" y="638174"/>
                  </a:moveTo>
                  <a:lnTo>
                    <a:pt x="1462366" y="432295"/>
                  </a:lnTo>
                </a:path>
                <a:path w="3267075" h="3061970">
                  <a:moveTo>
                    <a:pt x="1636064" y="601954"/>
                  </a:moveTo>
                  <a:lnTo>
                    <a:pt x="1583537" y="489292"/>
                  </a:lnTo>
                </a:path>
                <a:path w="3267075" h="3061970">
                  <a:moveTo>
                    <a:pt x="1636064" y="601954"/>
                  </a:moveTo>
                  <a:lnTo>
                    <a:pt x="1583537" y="489292"/>
                  </a:lnTo>
                </a:path>
                <a:path w="3267075" h="3061970">
                  <a:moveTo>
                    <a:pt x="1717636" y="563918"/>
                  </a:moveTo>
                  <a:lnTo>
                    <a:pt x="1621637" y="358025"/>
                  </a:lnTo>
                </a:path>
                <a:path w="3267075" h="3061970">
                  <a:moveTo>
                    <a:pt x="1717636" y="563918"/>
                  </a:moveTo>
                  <a:lnTo>
                    <a:pt x="1621637" y="358025"/>
                  </a:lnTo>
                </a:path>
                <a:path w="3267075" h="3061970">
                  <a:moveTo>
                    <a:pt x="1717636" y="563918"/>
                  </a:moveTo>
                  <a:lnTo>
                    <a:pt x="1927415" y="466089"/>
                  </a:lnTo>
                </a:path>
                <a:path w="3267075" h="3061970">
                  <a:moveTo>
                    <a:pt x="1717636" y="563918"/>
                  </a:moveTo>
                  <a:lnTo>
                    <a:pt x="1927415" y="466089"/>
                  </a:lnTo>
                </a:path>
                <a:path w="3267075" h="3061970">
                  <a:moveTo>
                    <a:pt x="1755686" y="645490"/>
                  </a:moveTo>
                  <a:lnTo>
                    <a:pt x="1864448" y="594766"/>
                  </a:lnTo>
                </a:path>
                <a:path w="3267075" h="3061970">
                  <a:moveTo>
                    <a:pt x="1755686" y="645490"/>
                  </a:moveTo>
                  <a:lnTo>
                    <a:pt x="1864448" y="594766"/>
                  </a:lnTo>
                </a:path>
                <a:path w="3267075" h="3061970">
                  <a:moveTo>
                    <a:pt x="1793722" y="727062"/>
                  </a:moveTo>
                  <a:lnTo>
                    <a:pt x="2003501" y="629246"/>
                  </a:lnTo>
                </a:path>
                <a:path w="3267075" h="3061970">
                  <a:moveTo>
                    <a:pt x="1793722" y="727062"/>
                  </a:moveTo>
                  <a:lnTo>
                    <a:pt x="2003501" y="629246"/>
                  </a:lnTo>
                </a:path>
                <a:path w="3267075" h="3061970">
                  <a:moveTo>
                    <a:pt x="1829955" y="804760"/>
                  </a:moveTo>
                  <a:lnTo>
                    <a:pt x="1938731" y="754037"/>
                  </a:lnTo>
                </a:path>
                <a:path w="3267075" h="3061970">
                  <a:moveTo>
                    <a:pt x="1829955" y="804760"/>
                  </a:moveTo>
                  <a:lnTo>
                    <a:pt x="1938731" y="754037"/>
                  </a:lnTo>
                </a:path>
                <a:path w="3267075" h="3061970">
                  <a:moveTo>
                    <a:pt x="1866188" y="882446"/>
                  </a:moveTo>
                  <a:lnTo>
                    <a:pt x="2075954" y="784618"/>
                  </a:lnTo>
                </a:path>
                <a:path w="3267075" h="3061970">
                  <a:moveTo>
                    <a:pt x="1866188" y="882446"/>
                  </a:moveTo>
                  <a:lnTo>
                    <a:pt x="2075954" y="784618"/>
                  </a:lnTo>
                </a:path>
                <a:path w="3267075" h="3061970">
                  <a:moveTo>
                    <a:pt x="1904225" y="964031"/>
                  </a:moveTo>
                  <a:lnTo>
                    <a:pt x="2013000" y="913307"/>
                  </a:lnTo>
                </a:path>
                <a:path w="3267075" h="3061970">
                  <a:moveTo>
                    <a:pt x="1904225" y="964031"/>
                  </a:moveTo>
                  <a:lnTo>
                    <a:pt x="2013000" y="913307"/>
                  </a:lnTo>
                </a:path>
                <a:path w="3267075" h="3061970">
                  <a:moveTo>
                    <a:pt x="1942261" y="1045603"/>
                  </a:moveTo>
                  <a:lnTo>
                    <a:pt x="2152027" y="947775"/>
                  </a:lnTo>
                </a:path>
                <a:path w="3267075" h="3061970">
                  <a:moveTo>
                    <a:pt x="1942261" y="1045603"/>
                  </a:moveTo>
                  <a:lnTo>
                    <a:pt x="2152027" y="947775"/>
                  </a:lnTo>
                </a:path>
                <a:path w="3267075" h="3061970">
                  <a:moveTo>
                    <a:pt x="1978494" y="1123289"/>
                  </a:moveTo>
                  <a:lnTo>
                    <a:pt x="2087270" y="1072565"/>
                  </a:lnTo>
                </a:path>
                <a:path w="3267075" h="3061970">
                  <a:moveTo>
                    <a:pt x="1978494" y="1123289"/>
                  </a:moveTo>
                  <a:lnTo>
                    <a:pt x="2087270" y="1072565"/>
                  </a:lnTo>
                </a:path>
                <a:path w="3267075" h="3061970">
                  <a:moveTo>
                    <a:pt x="2016531" y="1204874"/>
                  </a:moveTo>
                  <a:lnTo>
                    <a:pt x="2226310" y="1107046"/>
                  </a:lnTo>
                </a:path>
                <a:path w="3267075" h="3061970">
                  <a:moveTo>
                    <a:pt x="2016531" y="1204874"/>
                  </a:moveTo>
                  <a:lnTo>
                    <a:pt x="2226310" y="1107046"/>
                  </a:lnTo>
                </a:path>
                <a:path w="3267075" h="3061970">
                  <a:moveTo>
                    <a:pt x="2054580" y="1286446"/>
                  </a:moveTo>
                  <a:lnTo>
                    <a:pt x="2163343" y="1235722"/>
                  </a:lnTo>
                </a:path>
                <a:path w="3267075" h="3061970">
                  <a:moveTo>
                    <a:pt x="2054580" y="1286446"/>
                  </a:moveTo>
                  <a:lnTo>
                    <a:pt x="2163343" y="1235722"/>
                  </a:lnTo>
                </a:path>
                <a:path w="3267075" h="3061970">
                  <a:moveTo>
                    <a:pt x="2090813" y="1364145"/>
                  </a:moveTo>
                  <a:lnTo>
                    <a:pt x="2300579" y="1266329"/>
                  </a:lnTo>
                </a:path>
                <a:path w="3267075" h="3061970">
                  <a:moveTo>
                    <a:pt x="2090813" y="1364145"/>
                  </a:moveTo>
                  <a:lnTo>
                    <a:pt x="2300579" y="1266329"/>
                  </a:lnTo>
                </a:path>
                <a:path w="3267075" h="3061970">
                  <a:moveTo>
                    <a:pt x="2128850" y="1445717"/>
                  </a:moveTo>
                  <a:lnTo>
                    <a:pt x="2237613" y="1394993"/>
                  </a:lnTo>
                </a:path>
                <a:path w="3267075" h="3061970">
                  <a:moveTo>
                    <a:pt x="2128850" y="1445717"/>
                  </a:moveTo>
                  <a:lnTo>
                    <a:pt x="2237613" y="1394993"/>
                  </a:lnTo>
                </a:path>
                <a:path w="3267075" h="3061970">
                  <a:moveTo>
                    <a:pt x="2165083" y="1523415"/>
                  </a:moveTo>
                  <a:lnTo>
                    <a:pt x="2374849" y="1425587"/>
                  </a:lnTo>
                </a:path>
                <a:path w="3267075" h="3061970">
                  <a:moveTo>
                    <a:pt x="2165083" y="1523415"/>
                  </a:moveTo>
                  <a:lnTo>
                    <a:pt x="2374849" y="1425587"/>
                  </a:lnTo>
                </a:path>
                <a:path w="3267075" h="3061970">
                  <a:moveTo>
                    <a:pt x="2204935" y="1608874"/>
                  </a:moveTo>
                  <a:lnTo>
                    <a:pt x="2313698" y="1558150"/>
                  </a:lnTo>
                </a:path>
                <a:path w="3267075" h="3061970">
                  <a:moveTo>
                    <a:pt x="2204935" y="1608874"/>
                  </a:moveTo>
                  <a:lnTo>
                    <a:pt x="2313698" y="1558150"/>
                  </a:lnTo>
                </a:path>
                <a:path w="3267075" h="3061970">
                  <a:moveTo>
                    <a:pt x="2239352" y="1682673"/>
                  </a:moveTo>
                  <a:lnTo>
                    <a:pt x="2449118" y="1584858"/>
                  </a:lnTo>
                </a:path>
                <a:path w="3267075" h="3061970">
                  <a:moveTo>
                    <a:pt x="2239352" y="1682673"/>
                  </a:moveTo>
                  <a:lnTo>
                    <a:pt x="2449118" y="1584858"/>
                  </a:lnTo>
                </a:path>
                <a:path w="3267075" h="3061970">
                  <a:moveTo>
                    <a:pt x="2277389" y="1764258"/>
                  </a:moveTo>
                  <a:lnTo>
                    <a:pt x="2386164" y="1713534"/>
                  </a:lnTo>
                </a:path>
                <a:path w="3267075" h="3061970">
                  <a:moveTo>
                    <a:pt x="2277389" y="1764258"/>
                  </a:moveTo>
                  <a:lnTo>
                    <a:pt x="2386164" y="1713534"/>
                  </a:lnTo>
                </a:path>
                <a:path w="3267075" h="3061970">
                  <a:moveTo>
                    <a:pt x="2315438" y="1845830"/>
                  </a:moveTo>
                  <a:lnTo>
                    <a:pt x="2525204" y="1748015"/>
                  </a:lnTo>
                </a:path>
                <a:path w="3267075" h="3061970">
                  <a:moveTo>
                    <a:pt x="2315438" y="1845830"/>
                  </a:moveTo>
                  <a:lnTo>
                    <a:pt x="2525204" y="1748015"/>
                  </a:lnTo>
                </a:path>
                <a:path w="3267075" h="3061970">
                  <a:moveTo>
                    <a:pt x="2353475" y="1927415"/>
                  </a:moveTo>
                  <a:lnTo>
                    <a:pt x="2462250" y="1876691"/>
                  </a:lnTo>
                </a:path>
                <a:path w="3267075" h="3061970">
                  <a:moveTo>
                    <a:pt x="2353475" y="1927415"/>
                  </a:moveTo>
                  <a:lnTo>
                    <a:pt x="2462250" y="1876691"/>
                  </a:lnTo>
                </a:path>
                <a:path w="3267075" h="3061970">
                  <a:moveTo>
                    <a:pt x="2389708" y="2005101"/>
                  </a:moveTo>
                  <a:lnTo>
                    <a:pt x="2599474" y="1907285"/>
                  </a:lnTo>
                </a:path>
                <a:path w="3267075" h="3061970">
                  <a:moveTo>
                    <a:pt x="2389708" y="2005101"/>
                  </a:moveTo>
                  <a:lnTo>
                    <a:pt x="2599474" y="1907285"/>
                  </a:lnTo>
                </a:path>
                <a:path w="3267075" h="3061970">
                  <a:moveTo>
                    <a:pt x="2427744" y="2086686"/>
                  </a:moveTo>
                  <a:lnTo>
                    <a:pt x="2536520" y="2035962"/>
                  </a:lnTo>
                </a:path>
                <a:path w="3267075" h="3061970">
                  <a:moveTo>
                    <a:pt x="2427744" y="2086686"/>
                  </a:moveTo>
                  <a:lnTo>
                    <a:pt x="2536520" y="2035962"/>
                  </a:lnTo>
                </a:path>
                <a:path w="3267075" h="3061970">
                  <a:moveTo>
                    <a:pt x="2465781" y="2168258"/>
                  </a:moveTo>
                  <a:lnTo>
                    <a:pt x="2675559" y="2070430"/>
                  </a:lnTo>
                </a:path>
                <a:path w="3267075" h="3061970">
                  <a:moveTo>
                    <a:pt x="2465781" y="2168258"/>
                  </a:moveTo>
                  <a:lnTo>
                    <a:pt x="2675559" y="2070430"/>
                  </a:lnTo>
                </a:path>
                <a:path w="3267075" h="3061970">
                  <a:moveTo>
                    <a:pt x="2502014" y="2245944"/>
                  </a:moveTo>
                  <a:lnTo>
                    <a:pt x="2610789" y="2195220"/>
                  </a:lnTo>
                </a:path>
                <a:path w="3267075" h="3061970">
                  <a:moveTo>
                    <a:pt x="2502014" y="2245944"/>
                  </a:moveTo>
                  <a:lnTo>
                    <a:pt x="2610789" y="2195220"/>
                  </a:lnTo>
                </a:path>
                <a:path w="3267075" h="3061970">
                  <a:moveTo>
                    <a:pt x="2538247" y="2323630"/>
                  </a:moveTo>
                  <a:lnTo>
                    <a:pt x="2748013" y="2225814"/>
                  </a:lnTo>
                </a:path>
                <a:path w="3267075" h="3061970">
                  <a:moveTo>
                    <a:pt x="2538247" y="2323630"/>
                  </a:moveTo>
                  <a:lnTo>
                    <a:pt x="2748013" y="2225814"/>
                  </a:lnTo>
                </a:path>
                <a:path w="3267075" h="3061970">
                  <a:moveTo>
                    <a:pt x="2576283" y="2405214"/>
                  </a:moveTo>
                  <a:lnTo>
                    <a:pt x="2685059" y="2354503"/>
                  </a:lnTo>
                </a:path>
                <a:path w="3267075" h="3061970">
                  <a:moveTo>
                    <a:pt x="2576283" y="2405214"/>
                  </a:moveTo>
                  <a:lnTo>
                    <a:pt x="2685059" y="2354503"/>
                  </a:lnTo>
                </a:path>
                <a:path w="3267075" h="3061970">
                  <a:moveTo>
                    <a:pt x="2614320" y="2486786"/>
                  </a:moveTo>
                  <a:lnTo>
                    <a:pt x="2824098" y="2388971"/>
                  </a:lnTo>
                </a:path>
                <a:path w="3267075" h="3061970">
                  <a:moveTo>
                    <a:pt x="2614320" y="2486786"/>
                  </a:moveTo>
                  <a:lnTo>
                    <a:pt x="2824098" y="2388971"/>
                  </a:lnTo>
                </a:path>
                <a:path w="3267075" h="3061970">
                  <a:moveTo>
                    <a:pt x="2652369" y="2568371"/>
                  </a:moveTo>
                  <a:lnTo>
                    <a:pt x="2761132" y="2517647"/>
                  </a:lnTo>
                </a:path>
                <a:path w="3267075" h="3061970">
                  <a:moveTo>
                    <a:pt x="2652369" y="2568371"/>
                  </a:moveTo>
                  <a:lnTo>
                    <a:pt x="2761132" y="2517647"/>
                  </a:lnTo>
                </a:path>
                <a:path w="3267075" h="3061970">
                  <a:moveTo>
                    <a:pt x="2688602" y="2646057"/>
                  </a:moveTo>
                  <a:lnTo>
                    <a:pt x="2898368" y="2548242"/>
                  </a:lnTo>
                </a:path>
                <a:path w="3267075" h="3061970">
                  <a:moveTo>
                    <a:pt x="2688602" y="2646057"/>
                  </a:moveTo>
                  <a:lnTo>
                    <a:pt x="2898368" y="254824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4227" y="1344053"/>
              <a:ext cx="6805295" cy="2630170"/>
            </a:xfrm>
            <a:custGeom>
              <a:avLst/>
              <a:gdLst/>
              <a:ahLst/>
              <a:cxnLst/>
              <a:rect l="l" t="t" r="r" b="b"/>
              <a:pathLst>
                <a:path w="6805295" h="2630170">
                  <a:moveTo>
                    <a:pt x="36224" y="2016150"/>
                  </a:moveTo>
                  <a:lnTo>
                    <a:pt x="36224" y="1880387"/>
                  </a:lnTo>
                  <a:lnTo>
                    <a:pt x="23183" y="1914613"/>
                  </a:lnTo>
                  <a:lnTo>
                    <a:pt x="5795" y="1941917"/>
                  </a:lnTo>
                  <a:lnTo>
                    <a:pt x="0" y="1961595"/>
                  </a:lnTo>
                  <a:lnTo>
                    <a:pt x="5795" y="1983167"/>
                  </a:lnTo>
                  <a:lnTo>
                    <a:pt x="23183" y="2016150"/>
                  </a:lnTo>
                  <a:lnTo>
                    <a:pt x="36224" y="2016150"/>
                  </a:lnTo>
                  <a:close/>
                </a:path>
                <a:path w="6805295" h="2630170">
                  <a:moveTo>
                    <a:pt x="2664669" y="1886419"/>
                  </a:moveTo>
                  <a:lnTo>
                    <a:pt x="2539917" y="1851456"/>
                  </a:lnTo>
                  <a:lnTo>
                    <a:pt x="2405183" y="1831530"/>
                  </a:lnTo>
                  <a:lnTo>
                    <a:pt x="2282932" y="1819046"/>
                  </a:lnTo>
                  <a:lnTo>
                    <a:pt x="23183" y="1819046"/>
                  </a:lnTo>
                  <a:lnTo>
                    <a:pt x="27530" y="1827547"/>
                  </a:lnTo>
                  <a:lnTo>
                    <a:pt x="34775" y="1849680"/>
                  </a:lnTo>
                  <a:lnTo>
                    <a:pt x="36224" y="1880387"/>
                  </a:lnTo>
                  <a:lnTo>
                    <a:pt x="36224" y="2016150"/>
                  </a:lnTo>
                  <a:lnTo>
                    <a:pt x="2282932" y="2016150"/>
                  </a:lnTo>
                  <a:lnTo>
                    <a:pt x="2282932" y="2016342"/>
                  </a:lnTo>
                  <a:lnTo>
                    <a:pt x="2441809" y="2028634"/>
                  </a:lnTo>
                  <a:lnTo>
                    <a:pt x="2594806" y="2068550"/>
                  </a:lnTo>
                  <a:lnTo>
                    <a:pt x="2659678" y="2089826"/>
                  </a:lnTo>
                  <a:lnTo>
                    <a:pt x="2659678" y="1886419"/>
                  </a:lnTo>
                  <a:lnTo>
                    <a:pt x="2664669" y="1886419"/>
                  </a:lnTo>
                  <a:close/>
                </a:path>
                <a:path w="6805295" h="2630170">
                  <a:moveTo>
                    <a:pt x="2282932" y="2016342"/>
                  </a:moveTo>
                  <a:lnTo>
                    <a:pt x="2282932" y="2016150"/>
                  </a:lnTo>
                  <a:lnTo>
                    <a:pt x="2280443" y="2016150"/>
                  </a:lnTo>
                  <a:lnTo>
                    <a:pt x="2282932" y="2016342"/>
                  </a:lnTo>
                  <a:close/>
                </a:path>
                <a:path w="6805295" h="2630170">
                  <a:moveTo>
                    <a:pt x="6608184" y="1387208"/>
                  </a:moveTo>
                  <a:lnTo>
                    <a:pt x="6608184" y="556387"/>
                  </a:lnTo>
                  <a:lnTo>
                    <a:pt x="6593211" y="743508"/>
                  </a:lnTo>
                  <a:lnTo>
                    <a:pt x="6563277" y="928103"/>
                  </a:lnTo>
                  <a:lnTo>
                    <a:pt x="6513379" y="1105281"/>
                  </a:lnTo>
                  <a:lnTo>
                    <a:pt x="6446005" y="1274940"/>
                  </a:lnTo>
                  <a:lnTo>
                    <a:pt x="6363671" y="1444561"/>
                  </a:lnTo>
                  <a:lnTo>
                    <a:pt x="6261385" y="1599285"/>
                  </a:lnTo>
                  <a:lnTo>
                    <a:pt x="6146653" y="1751444"/>
                  </a:lnTo>
                  <a:lnTo>
                    <a:pt x="6021863" y="1888705"/>
                  </a:lnTo>
                  <a:lnTo>
                    <a:pt x="5877159" y="2008466"/>
                  </a:lnTo>
                  <a:lnTo>
                    <a:pt x="5727490" y="2123236"/>
                  </a:lnTo>
                  <a:lnTo>
                    <a:pt x="5562784" y="2215540"/>
                  </a:lnTo>
                  <a:lnTo>
                    <a:pt x="5398115" y="2292896"/>
                  </a:lnTo>
                  <a:lnTo>
                    <a:pt x="5215985" y="2355265"/>
                  </a:lnTo>
                  <a:lnTo>
                    <a:pt x="5041334" y="2400173"/>
                  </a:lnTo>
                  <a:lnTo>
                    <a:pt x="4849221" y="2427617"/>
                  </a:lnTo>
                  <a:lnTo>
                    <a:pt x="4664602" y="2437599"/>
                  </a:lnTo>
                  <a:lnTo>
                    <a:pt x="4662100" y="2437599"/>
                  </a:lnTo>
                  <a:lnTo>
                    <a:pt x="4482458" y="2427617"/>
                  </a:lnTo>
                  <a:lnTo>
                    <a:pt x="4290345" y="2400173"/>
                  </a:lnTo>
                  <a:lnTo>
                    <a:pt x="4115695" y="2355265"/>
                  </a:lnTo>
                  <a:lnTo>
                    <a:pt x="4028370" y="2330310"/>
                  </a:lnTo>
                  <a:lnTo>
                    <a:pt x="2659678" y="1886419"/>
                  </a:lnTo>
                  <a:lnTo>
                    <a:pt x="2659678" y="2089826"/>
                  </a:lnTo>
                  <a:lnTo>
                    <a:pt x="3963511" y="2517444"/>
                  </a:lnTo>
                  <a:lnTo>
                    <a:pt x="4165606" y="2567343"/>
                  </a:lnTo>
                  <a:lnTo>
                    <a:pt x="4367688" y="2609748"/>
                  </a:lnTo>
                  <a:lnTo>
                    <a:pt x="4574774" y="2629712"/>
                  </a:lnTo>
                  <a:lnTo>
                    <a:pt x="4779371" y="2624721"/>
                  </a:lnTo>
                  <a:lnTo>
                    <a:pt x="4986445" y="2604757"/>
                  </a:lnTo>
                  <a:lnTo>
                    <a:pt x="5188540" y="2567343"/>
                  </a:lnTo>
                  <a:lnTo>
                    <a:pt x="5390635" y="2507449"/>
                  </a:lnTo>
                  <a:lnTo>
                    <a:pt x="5580259" y="2425128"/>
                  </a:lnTo>
                  <a:lnTo>
                    <a:pt x="5767381" y="2325331"/>
                  </a:lnTo>
                  <a:lnTo>
                    <a:pt x="5937065" y="2213051"/>
                  </a:lnTo>
                  <a:lnTo>
                    <a:pt x="6101708" y="2083307"/>
                  </a:lnTo>
                  <a:lnTo>
                    <a:pt x="6246412" y="1933613"/>
                  </a:lnTo>
                  <a:lnTo>
                    <a:pt x="6381146" y="1773936"/>
                  </a:lnTo>
                  <a:lnTo>
                    <a:pt x="6495903" y="1601787"/>
                  </a:lnTo>
                  <a:lnTo>
                    <a:pt x="6593211" y="1422146"/>
                  </a:lnTo>
                  <a:lnTo>
                    <a:pt x="6608184" y="1387208"/>
                  </a:lnTo>
                  <a:close/>
                </a:path>
                <a:path w="6805295" h="2630170">
                  <a:moveTo>
                    <a:pt x="6805288" y="416661"/>
                  </a:moveTo>
                  <a:lnTo>
                    <a:pt x="6785362" y="209575"/>
                  </a:lnTo>
                  <a:lnTo>
                    <a:pt x="6752901" y="2501"/>
                  </a:lnTo>
                  <a:lnTo>
                    <a:pt x="6548304" y="0"/>
                  </a:lnTo>
                  <a:lnTo>
                    <a:pt x="6588220" y="184632"/>
                  </a:lnTo>
                  <a:lnTo>
                    <a:pt x="6608184" y="366763"/>
                  </a:lnTo>
                  <a:lnTo>
                    <a:pt x="6608184" y="1387208"/>
                  </a:lnTo>
                  <a:lnTo>
                    <a:pt x="6675545" y="1230033"/>
                  </a:lnTo>
                  <a:lnTo>
                    <a:pt x="6737915" y="1030389"/>
                  </a:lnTo>
                  <a:lnTo>
                    <a:pt x="6780371" y="830834"/>
                  </a:lnTo>
                  <a:lnTo>
                    <a:pt x="6800297" y="623747"/>
                  </a:lnTo>
                  <a:lnTo>
                    <a:pt x="6805288" y="416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84815" y="1344053"/>
              <a:ext cx="3888104" cy="2430780"/>
            </a:xfrm>
            <a:custGeom>
              <a:avLst/>
              <a:gdLst/>
              <a:ahLst/>
              <a:cxnLst/>
              <a:rect l="l" t="t" r="r" b="b"/>
              <a:pathLst>
                <a:path w="3888104" h="2430779">
                  <a:moveTo>
                    <a:pt x="3888016" y="486524"/>
                  </a:moveTo>
                  <a:lnTo>
                    <a:pt x="3887502" y="434660"/>
                  </a:lnTo>
                  <a:lnTo>
                    <a:pt x="3885923" y="384113"/>
                  </a:lnTo>
                  <a:lnTo>
                    <a:pt x="3883217" y="334656"/>
                  </a:lnTo>
                  <a:lnTo>
                    <a:pt x="3879325" y="286063"/>
                  </a:lnTo>
                  <a:lnTo>
                    <a:pt x="3874187" y="238109"/>
                  </a:lnTo>
                  <a:lnTo>
                    <a:pt x="3867743" y="190566"/>
                  </a:lnTo>
                  <a:lnTo>
                    <a:pt x="3859934" y="143210"/>
                  </a:lnTo>
                  <a:lnTo>
                    <a:pt x="3850700" y="95814"/>
                  </a:lnTo>
                  <a:lnTo>
                    <a:pt x="3839980" y="48153"/>
                  </a:lnTo>
                  <a:lnTo>
                    <a:pt x="3827716" y="0"/>
                  </a:lnTo>
                  <a:lnTo>
                    <a:pt x="41465" y="85267"/>
                  </a:lnTo>
                  <a:lnTo>
                    <a:pt x="31880" y="134045"/>
                  </a:lnTo>
                  <a:lnTo>
                    <a:pt x="23520" y="183248"/>
                  </a:lnTo>
                  <a:lnTo>
                    <a:pt x="16402" y="232863"/>
                  </a:lnTo>
                  <a:lnTo>
                    <a:pt x="10541" y="282871"/>
                  </a:lnTo>
                  <a:lnTo>
                    <a:pt x="5953" y="333258"/>
                  </a:lnTo>
                  <a:lnTo>
                    <a:pt x="2657" y="384006"/>
                  </a:lnTo>
                  <a:lnTo>
                    <a:pt x="666" y="435100"/>
                  </a:lnTo>
                  <a:lnTo>
                    <a:pt x="0" y="486524"/>
                  </a:lnTo>
                  <a:lnTo>
                    <a:pt x="597" y="535183"/>
                  </a:lnTo>
                  <a:lnTo>
                    <a:pt x="2379" y="583548"/>
                  </a:lnTo>
                  <a:lnTo>
                    <a:pt x="5332" y="631606"/>
                  </a:lnTo>
                  <a:lnTo>
                    <a:pt x="9442" y="679342"/>
                  </a:lnTo>
                  <a:lnTo>
                    <a:pt x="14695" y="726742"/>
                  </a:lnTo>
                  <a:lnTo>
                    <a:pt x="21078" y="773792"/>
                  </a:lnTo>
                  <a:lnTo>
                    <a:pt x="28576" y="820479"/>
                  </a:lnTo>
                  <a:lnTo>
                    <a:pt x="37175" y="866789"/>
                  </a:lnTo>
                  <a:lnTo>
                    <a:pt x="46862" y="912707"/>
                  </a:lnTo>
                  <a:lnTo>
                    <a:pt x="57623" y="958220"/>
                  </a:lnTo>
                  <a:lnTo>
                    <a:pt x="69443" y="1003314"/>
                  </a:lnTo>
                  <a:lnTo>
                    <a:pt x="82309" y="1047975"/>
                  </a:lnTo>
                  <a:lnTo>
                    <a:pt x="96206" y="1092188"/>
                  </a:lnTo>
                  <a:lnTo>
                    <a:pt x="111122" y="1135941"/>
                  </a:lnTo>
                  <a:lnTo>
                    <a:pt x="127041" y="1179219"/>
                  </a:lnTo>
                  <a:lnTo>
                    <a:pt x="143951" y="1222008"/>
                  </a:lnTo>
                  <a:lnTo>
                    <a:pt x="161836" y="1264294"/>
                  </a:lnTo>
                  <a:lnTo>
                    <a:pt x="180684" y="1306064"/>
                  </a:lnTo>
                  <a:lnTo>
                    <a:pt x="200480" y="1347303"/>
                  </a:lnTo>
                  <a:lnTo>
                    <a:pt x="221210" y="1387998"/>
                  </a:lnTo>
                  <a:lnTo>
                    <a:pt x="242861" y="1428134"/>
                  </a:lnTo>
                  <a:lnTo>
                    <a:pt x="265418" y="1467698"/>
                  </a:lnTo>
                  <a:lnTo>
                    <a:pt x="288868" y="1506675"/>
                  </a:lnTo>
                  <a:lnTo>
                    <a:pt x="313196" y="1545053"/>
                  </a:lnTo>
                  <a:lnTo>
                    <a:pt x="338390" y="1582816"/>
                  </a:lnTo>
                  <a:lnTo>
                    <a:pt x="364434" y="1619951"/>
                  </a:lnTo>
                  <a:lnTo>
                    <a:pt x="391315" y="1656444"/>
                  </a:lnTo>
                  <a:lnTo>
                    <a:pt x="419018" y="1692282"/>
                  </a:lnTo>
                  <a:lnTo>
                    <a:pt x="447531" y="1727449"/>
                  </a:lnTo>
                  <a:lnTo>
                    <a:pt x="476839" y="1761933"/>
                  </a:lnTo>
                  <a:lnTo>
                    <a:pt x="506928" y="1795719"/>
                  </a:lnTo>
                  <a:lnTo>
                    <a:pt x="537785" y="1828794"/>
                  </a:lnTo>
                  <a:lnTo>
                    <a:pt x="569394" y="1861143"/>
                  </a:lnTo>
                  <a:lnTo>
                    <a:pt x="601744" y="1892753"/>
                  </a:lnTo>
                  <a:lnTo>
                    <a:pt x="634818" y="1923609"/>
                  </a:lnTo>
                  <a:lnTo>
                    <a:pt x="668605" y="1953699"/>
                  </a:lnTo>
                  <a:lnTo>
                    <a:pt x="703088" y="1983006"/>
                  </a:lnTo>
                  <a:lnTo>
                    <a:pt x="738256" y="2011519"/>
                  </a:lnTo>
                  <a:lnTo>
                    <a:pt x="774093" y="2039223"/>
                  </a:lnTo>
                  <a:lnTo>
                    <a:pt x="810587" y="2066104"/>
                  </a:lnTo>
                  <a:lnTo>
                    <a:pt x="847722" y="2092148"/>
                  </a:lnTo>
                  <a:lnTo>
                    <a:pt x="885485" y="2117341"/>
                  </a:lnTo>
                  <a:lnTo>
                    <a:pt x="923863" y="2141670"/>
                  </a:lnTo>
                  <a:lnTo>
                    <a:pt x="962840" y="2165119"/>
                  </a:lnTo>
                  <a:lnTo>
                    <a:pt x="1002404" y="2187677"/>
                  </a:lnTo>
                  <a:lnTo>
                    <a:pt x="1042540" y="2209328"/>
                  </a:lnTo>
                  <a:lnTo>
                    <a:pt x="1083235" y="2230058"/>
                  </a:lnTo>
                  <a:lnTo>
                    <a:pt x="1124474" y="2249854"/>
                  </a:lnTo>
                  <a:lnTo>
                    <a:pt x="1166243" y="2268702"/>
                  </a:lnTo>
                  <a:lnTo>
                    <a:pt x="1208530" y="2286587"/>
                  </a:lnTo>
                  <a:lnTo>
                    <a:pt x="1251319" y="2303497"/>
                  </a:lnTo>
                  <a:lnTo>
                    <a:pt x="1294597" y="2319416"/>
                  </a:lnTo>
                  <a:lnTo>
                    <a:pt x="1338349" y="2334332"/>
                  </a:lnTo>
                  <a:lnTo>
                    <a:pt x="1382563" y="2348229"/>
                  </a:lnTo>
                  <a:lnTo>
                    <a:pt x="1427224" y="2361095"/>
                  </a:lnTo>
                  <a:lnTo>
                    <a:pt x="1472318" y="2372915"/>
                  </a:lnTo>
                  <a:lnTo>
                    <a:pt x="1517831" y="2383675"/>
                  </a:lnTo>
                  <a:lnTo>
                    <a:pt x="1563749" y="2393362"/>
                  </a:lnTo>
                  <a:lnTo>
                    <a:pt x="1610058" y="2401962"/>
                  </a:lnTo>
                  <a:lnTo>
                    <a:pt x="1656746" y="2409460"/>
                  </a:lnTo>
                  <a:lnTo>
                    <a:pt x="1703796" y="2415842"/>
                  </a:lnTo>
                  <a:lnTo>
                    <a:pt x="1751196" y="2421096"/>
                  </a:lnTo>
                  <a:lnTo>
                    <a:pt x="1798932" y="2425206"/>
                  </a:lnTo>
                  <a:lnTo>
                    <a:pt x="1846989" y="2428159"/>
                  </a:lnTo>
                  <a:lnTo>
                    <a:pt x="1895355" y="2429941"/>
                  </a:lnTo>
                  <a:lnTo>
                    <a:pt x="1944014" y="2430538"/>
                  </a:lnTo>
                  <a:lnTo>
                    <a:pt x="1992673" y="2429941"/>
                  </a:lnTo>
                  <a:lnTo>
                    <a:pt x="2041038" y="2428159"/>
                  </a:lnTo>
                  <a:lnTo>
                    <a:pt x="2089096" y="2425206"/>
                  </a:lnTo>
                  <a:lnTo>
                    <a:pt x="2136832" y="2421096"/>
                  </a:lnTo>
                  <a:lnTo>
                    <a:pt x="2184232" y="2415842"/>
                  </a:lnTo>
                  <a:lnTo>
                    <a:pt x="2231282" y="2409460"/>
                  </a:lnTo>
                  <a:lnTo>
                    <a:pt x="2277969" y="2401962"/>
                  </a:lnTo>
                  <a:lnTo>
                    <a:pt x="2324278" y="2393362"/>
                  </a:lnTo>
                  <a:lnTo>
                    <a:pt x="2370197" y="2383675"/>
                  </a:lnTo>
                  <a:lnTo>
                    <a:pt x="2415709" y="2372915"/>
                  </a:lnTo>
                  <a:lnTo>
                    <a:pt x="2460803" y="2361095"/>
                  </a:lnTo>
                  <a:lnTo>
                    <a:pt x="2505464" y="2348229"/>
                  </a:lnTo>
                  <a:lnTo>
                    <a:pt x="2549677" y="2334332"/>
                  </a:lnTo>
                  <a:lnTo>
                    <a:pt x="2593430" y="2319416"/>
                  </a:lnTo>
                  <a:lnTo>
                    <a:pt x="2636707" y="2303497"/>
                  </a:lnTo>
                  <a:lnTo>
                    <a:pt x="2679496" y="2286587"/>
                  </a:lnTo>
                  <a:lnTo>
                    <a:pt x="2721782" y="2268702"/>
                  </a:lnTo>
                  <a:lnTo>
                    <a:pt x="2763552" y="2249854"/>
                  </a:lnTo>
                  <a:lnTo>
                    <a:pt x="2804791" y="2230058"/>
                  </a:lnTo>
                  <a:lnTo>
                    <a:pt x="2845485" y="2209328"/>
                  </a:lnTo>
                  <a:lnTo>
                    <a:pt x="2885621" y="2187677"/>
                  </a:lnTo>
                  <a:lnTo>
                    <a:pt x="2925184" y="2165119"/>
                  </a:lnTo>
                  <a:lnTo>
                    <a:pt x="2964162" y="2141670"/>
                  </a:lnTo>
                  <a:lnTo>
                    <a:pt x="3002539" y="2117341"/>
                  </a:lnTo>
                  <a:lnTo>
                    <a:pt x="3040302" y="2092148"/>
                  </a:lnTo>
                  <a:lnTo>
                    <a:pt x="3077437" y="2066104"/>
                  </a:lnTo>
                  <a:lnTo>
                    <a:pt x="3113930" y="2039223"/>
                  </a:lnTo>
                  <a:lnTo>
                    <a:pt x="3149767" y="2011519"/>
                  </a:lnTo>
                  <a:lnTo>
                    <a:pt x="3184934" y="1983006"/>
                  </a:lnTo>
                  <a:lnTo>
                    <a:pt x="3219418" y="1953699"/>
                  </a:lnTo>
                  <a:lnTo>
                    <a:pt x="3253204" y="1923609"/>
                  </a:lnTo>
                  <a:lnTo>
                    <a:pt x="3286278" y="1892753"/>
                  </a:lnTo>
                  <a:lnTo>
                    <a:pt x="3318627" y="1861143"/>
                  </a:lnTo>
                  <a:lnTo>
                    <a:pt x="3350236" y="1828794"/>
                  </a:lnTo>
                  <a:lnTo>
                    <a:pt x="3381093" y="1795719"/>
                  </a:lnTo>
                  <a:lnTo>
                    <a:pt x="3411181" y="1761933"/>
                  </a:lnTo>
                  <a:lnTo>
                    <a:pt x="3440489" y="1727449"/>
                  </a:lnTo>
                  <a:lnTo>
                    <a:pt x="3469002" y="1692282"/>
                  </a:lnTo>
                  <a:lnTo>
                    <a:pt x="3496705" y="1656444"/>
                  </a:lnTo>
                  <a:lnTo>
                    <a:pt x="3523586" y="1619951"/>
                  </a:lnTo>
                  <a:lnTo>
                    <a:pt x="3549629" y="1582816"/>
                  </a:lnTo>
                  <a:lnTo>
                    <a:pt x="3574822" y="1545053"/>
                  </a:lnTo>
                  <a:lnTo>
                    <a:pt x="3599151" y="1506675"/>
                  </a:lnTo>
                  <a:lnTo>
                    <a:pt x="3622600" y="1467698"/>
                  </a:lnTo>
                  <a:lnTo>
                    <a:pt x="3645157" y="1428134"/>
                  </a:lnTo>
                  <a:lnTo>
                    <a:pt x="3666808" y="1387998"/>
                  </a:lnTo>
                  <a:lnTo>
                    <a:pt x="3687538" y="1347303"/>
                  </a:lnTo>
                  <a:lnTo>
                    <a:pt x="3707334" y="1306064"/>
                  </a:lnTo>
                  <a:lnTo>
                    <a:pt x="3726181" y="1264294"/>
                  </a:lnTo>
                  <a:lnTo>
                    <a:pt x="3744066" y="1222008"/>
                  </a:lnTo>
                  <a:lnTo>
                    <a:pt x="3760976" y="1179219"/>
                  </a:lnTo>
                  <a:lnTo>
                    <a:pt x="3776895" y="1135941"/>
                  </a:lnTo>
                  <a:lnTo>
                    <a:pt x="3791810" y="1092188"/>
                  </a:lnTo>
                  <a:lnTo>
                    <a:pt x="3805708" y="1047975"/>
                  </a:lnTo>
                  <a:lnTo>
                    <a:pt x="3818573" y="1003314"/>
                  </a:lnTo>
                  <a:lnTo>
                    <a:pt x="3830393" y="958220"/>
                  </a:lnTo>
                  <a:lnTo>
                    <a:pt x="3841154" y="912707"/>
                  </a:lnTo>
                  <a:lnTo>
                    <a:pt x="3850840" y="866789"/>
                  </a:lnTo>
                  <a:lnTo>
                    <a:pt x="3859440" y="820479"/>
                  </a:lnTo>
                  <a:lnTo>
                    <a:pt x="3866937" y="773792"/>
                  </a:lnTo>
                  <a:lnTo>
                    <a:pt x="3873320" y="726742"/>
                  </a:lnTo>
                  <a:lnTo>
                    <a:pt x="3878573" y="679342"/>
                  </a:lnTo>
                  <a:lnTo>
                    <a:pt x="3882683" y="631606"/>
                  </a:lnTo>
                  <a:lnTo>
                    <a:pt x="3885636" y="583548"/>
                  </a:lnTo>
                  <a:lnTo>
                    <a:pt x="3887418" y="535183"/>
                  </a:lnTo>
                  <a:lnTo>
                    <a:pt x="3888016" y="486524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84815" y="1344053"/>
              <a:ext cx="3888104" cy="2430780"/>
            </a:xfrm>
            <a:custGeom>
              <a:avLst/>
              <a:gdLst/>
              <a:ahLst/>
              <a:cxnLst/>
              <a:rect l="l" t="t" r="r" b="b"/>
              <a:pathLst>
                <a:path w="3888104" h="2430779">
                  <a:moveTo>
                    <a:pt x="3827716" y="0"/>
                  </a:moveTo>
                  <a:lnTo>
                    <a:pt x="3839980" y="48153"/>
                  </a:lnTo>
                  <a:lnTo>
                    <a:pt x="3850700" y="95814"/>
                  </a:lnTo>
                  <a:lnTo>
                    <a:pt x="3859934" y="143210"/>
                  </a:lnTo>
                  <a:lnTo>
                    <a:pt x="3867743" y="190566"/>
                  </a:lnTo>
                  <a:lnTo>
                    <a:pt x="3874187" y="238109"/>
                  </a:lnTo>
                  <a:lnTo>
                    <a:pt x="3879325" y="286063"/>
                  </a:lnTo>
                  <a:lnTo>
                    <a:pt x="3883217" y="334656"/>
                  </a:lnTo>
                  <a:lnTo>
                    <a:pt x="3885923" y="384113"/>
                  </a:lnTo>
                  <a:lnTo>
                    <a:pt x="3887502" y="434660"/>
                  </a:lnTo>
                  <a:lnTo>
                    <a:pt x="3888016" y="486524"/>
                  </a:lnTo>
                  <a:lnTo>
                    <a:pt x="3887418" y="535183"/>
                  </a:lnTo>
                  <a:lnTo>
                    <a:pt x="3885636" y="583548"/>
                  </a:lnTo>
                  <a:lnTo>
                    <a:pt x="3882683" y="631606"/>
                  </a:lnTo>
                  <a:lnTo>
                    <a:pt x="3878573" y="679342"/>
                  </a:lnTo>
                  <a:lnTo>
                    <a:pt x="3873320" y="726742"/>
                  </a:lnTo>
                  <a:lnTo>
                    <a:pt x="3866937" y="773792"/>
                  </a:lnTo>
                  <a:lnTo>
                    <a:pt x="3859440" y="820479"/>
                  </a:lnTo>
                  <a:lnTo>
                    <a:pt x="3850840" y="866789"/>
                  </a:lnTo>
                  <a:lnTo>
                    <a:pt x="3841154" y="912707"/>
                  </a:lnTo>
                  <a:lnTo>
                    <a:pt x="3830393" y="958220"/>
                  </a:lnTo>
                  <a:lnTo>
                    <a:pt x="3818573" y="1003314"/>
                  </a:lnTo>
                  <a:lnTo>
                    <a:pt x="3805708" y="1047975"/>
                  </a:lnTo>
                  <a:lnTo>
                    <a:pt x="3791810" y="1092188"/>
                  </a:lnTo>
                  <a:lnTo>
                    <a:pt x="3776895" y="1135941"/>
                  </a:lnTo>
                  <a:lnTo>
                    <a:pt x="3760976" y="1179219"/>
                  </a:lnTo>
                  <a:lnTo>
                    <a:pt x="3744066" y="1222008"/>
                  </a:lnTo>
                  <a:lnTo>
                    <a:pt x="3726181" y="1264294"/>
                  </a:lnTo>
                  <a:lnTo>
                    <a:pt x="3707334" y="1306064"/>
                  </a:lnTo>
                  <a:lnTo>
                    <a:pt x="3687538" y="1347303"/>
                  </a:lnTo>
                  <a:lnTo>
                    <a:pt x="3666808" y="1387998"/>
                  </a:lnTo>
                  <a:lnTo>
                    <a:pt x="3645157" y="1428134"/>
                  </a:lnTo>
                  <a:lnTo>
                    <a:pt x="3622600" y="1467698"/>
                  </a:lnTo>
                  <a:lnTo>
                    <a:pt x="3599151" y="1506675"/>
                  </a:lnTo>
                  <a:lnTo>
                    <a:pt x="3574822" y="1545053"/>
                  </a:lnTo>
                  <a:lnTo>
                    <a:pt x="3549629" y="1582816"/>
                  </a:lnTo>
                  <a:lnTo>
                    <a:pt x="3523586" y="1619951"/>
                  </a:lnTo>
                  <a:lnTo>
                    <a:pt x="3496705" y="1656444"/>
                  </a:lnTo>
                  <a:lnTo>
                    <a:pt x="3469002" y="1692282"/>
                  </a:lnTo>
                  <a:lnTo>
                    <a:pt x="3440489" y="1727449"/>
                  </a:lnTo>
                  <a:lnTo>
                    <a:pt x="3411181" y="1761933"/>
                  </a:lnTo>
                  <a:lnTo>
                    <a:pt x="3381093" y="1795719"/>
                  </a:lnTo>
                  <a:lnTo>
                    <a:pt x="3350236" y="1828794"/>
                  </a:lnTo>
                  <a:lnTo>
                    <a:pt x="3318627" y="1861143"/>
                  </a:lnTo>
                  <a:lnTo>
                    <a:pt x="3286278" y="1892753"/>
                  </a:lnTo>
                  <a:lnTo>
                    <a:pt x="3253204" y="1923609"/>
                  </a:lnTo>
                  <a:lnTo>
                    <a:pt x="3219418" y="1953699"/>
                  </a:lnTo>
                  <a:lnTo>
                    <a:pt x="3184934" y="1983006"/>
                  </a:lnTo>
                  <a:lnTo>
                    <a:pt x="3149767" y="2011519"/>
                  </a:lnTo>
                  <a:lnTo>
                    <a:pt x="3113930" y="2039223"/>
                  </a:lnTo>
                  <a:lnTo>
                    <a:pt x="3077437" y="2066104"/>
                  </a:lnTo>
                  <a:lnTo>
                    <a:pt x="3040302" y="2092148"/>
                  </a:lnTo>
                  <a:lnTo>
                    <a:pt x="3002539" y="2117341"/>
                  </a:lnTo>
                  <a:lnTo>
                    <a:pt x="2964162" y="2141670"/>
                  </a:lnTo>
                  <a:lnTo>
                    <a:pt x="2925184" y="2165119"/>
                  </a:lnTo>
                  <a:lnTo>
                    <a:pt x="2885621" y="2187677"/>
                  </a:lnTo>
                  <a:lnTo>
                    <a:pt x="2845485" y="2209328"/>
                  </a:lnTo>
                  <a:lnTo>
                    <a:pt x="2804791" y="2230058"/>
                  </a:lnTo>
                  <a:lnTo>
                    <a:pt x="2763552" y="2249854"/>
                  </a:lnTo>
                  <a:lnTo>
                    <a:pt x="2721782" y="2268702"/>
                  </a:lnTo>
                  <a:lnTo>
                    <a:pt x="2679496" y="2286587"/>
                  </a:lnTo>
                  <a:lnTo>
                    <a:pt x="2636707" y="2303497"/>
                  </a:lnTo>
                  <a:lnTo>
                    <a:pt x="2593430" y="2319416"/>
                  </a:lnTo>
                  <a:lnTo>
                    <a:pt x="2549677" y="2334332"/>
                  </a:lnTo>
                  <a:lnTo>
                    <a:pt x="2505464" y="2348229"/>
                  </a:lnTo>
                  <a:lnTo>
                    <a:pt x="2460803" y="2361095"/>
                  </a:lnTo>
                  <a:lnTo>
                    <a:pt x="2415709" y="2372915"/>
                  </a:lnTo>
                  <a:lnTo>
                    <a:pt x="2370197" y="2383675"/>
                  </a:lnTo>
                  <a:lnTo>
                    <a:pt x="2324278" y="2393362"/>
                  </a:lnTo>
                  <a:lnTo>
                    <a:pt x="2277969" y="2401962"/>
                  </a:lnTo>
                  <a:lnTo>
                    <a:pt x="2231282" y="2409460"/>
                  </a:lnTo>
                  <a:lnTo>
                    <a:pt x="2184232" y="2415842"/>
                  </a:lnTo>
                  <a:lnTo>
                    <a:pt x="2136832" y="2421096"/>
                  </a:lnTo>
                  <a:lnTo>
                    <a:pt x="2089096" y="2425206"/>
                  </a:lnTo>
                  <a:lnTo>
                    <a:pt x="2041038" y="2428159"/>
                  </a:lnTo>
                  <a:lnTo>
                    <a:pt x="1992673" y="2429941"/>
                  </a:lnTo>
                  <a:lnTo>
                    <a:pt x="1944014" y="2430538"/>
                  </a:lnTo>
                  <a:lnTo>
                    <a:pt x="1895355" y="2429941"/>
                  </a:lnTo>
                  <a:lnTo>
                    <a:pt x="1846989" y="2428159"/>
                  </a:lnTo>
                  <a:lnTo>
                    <a:pt x="1798932" y="2425206"/>
                  </a:lnTo>
                  <a:lnTo>
                    <a:pt x="1751196" y="2421096"/>
                  </a:lnTo>
                  <a:lnTo>
                    <a:pt x="1703796" y="2415842"/>
                  </a:lnTo>
                  <a:lnTo>
                    <a:pt x="1656746" y="2409460"/>
                  </a:lnTo>
                  <a:lnTo>
                    <a:pt x="1610058" y="2401962"/>
                  </a:lnTo>
                  <a:lnTo>
                    <a:pt x="1563749" y="2393362"/>
                  </a:lnTo>
                  <a:lnTo>
                    <a:pt x="1517831" y="2383675"/>
                  </a:lnTo>
                  <a:lnTo>
                    <a:pt x="1472318" y="2372915"/>
                  </a:lnTo>
                  <a:lnTo>
                    <a:pt x="1427224" y="2361095"/>
                  </a:lnTo>
                  <a:lnTo>
                    <a:pt x="1382563" y="2348229"/>
                  </a:lnTo>
                  <a:lnTo>
                    <a:pt x="1338349" y="2334332"/>
                  </a:lnTo>
                  <a:lnTo>
                    <a:pt x="1294597" y="2319416"/>
                  </a:lnTo>
                  <a:lnTo>
                    <a:pt x="1251319" y="2303497"/>
                  </a:lnTo>
                  <a:lnTo>
                    <a:pt x="1208530" y="2286587"/>
                  </a:lnTo>
                  <a:lnTo>
                    <a:pt x="1166243" y="2268702"/>
                  </a:lnTo>
                  <a:lnTo>
                    <a:pt x="1124474" y="2249854"/>
                  </a:lnTo>
                  <a:lnTo>
                    <a:pt x="1083235" y="2230058"/>
                  </a:lnTo>
                  <a:lnTo>
                    <a:pt x="1042540" y="2209328"/>
                  </a:lnTo>
                  <a:lnTo>
                    <a:pt x="1002404" y="2187677"/>
                  </a:lnTo>
                  <a:lnTo>
                    <a:pt x="962840" y="2165119"/>
                  </a:lnTo>
                  <a:lnTo>
                    <a:pt x="923863" y="2141670"/>
                  </a:lnTo>
                  <a:lnTo>
                    <a:pt x="885485" y="2117341"/>
                  </a:lnTo>
                  <a:lnTo>
                    <a:pt x="847722" y="2092148"/>
                  </a:lnTo>
                  <a:lnTo>
                    <a:pt x="810587" y="2066104"/>
                  </a:lnTo>
                  <a:lnTo>
                    <a:pt x="774093" y="2039223"/>
                  </a:lnTo>
                  <a:lnTo>
                    <a:pt x="738256" y="2011519"/>
                  </a:lnTo>
                  <a:lnTo>
                    <a:pt x="703088" y="1983006"/>
                  </a:lnTo>
                  <a:lnTo>
                    <a:pt x="668605" y="1953699"/>
                  </a:lnTo>
                  <a:lnTo>
                    <a:pt x="634818" y="1923609"/>
                  </a:lnTo>
                  <a:lnTo>
                    <a:pt x="601744" y="1892753"/>
                  </a:lnTo>
                  <a:lnTo>
                    <a:pt x="569394" y="1861143"/>
                  </a:lnTo>
                  <a:lnTo>
                    <a:pt x="537785" y="1828794"/>
                  </a:lnTo>
                  <a:lnTo>
                    <a:pt x="506928" y="1795719"/>
                  </a:lnTo>
                  <a:lnTo>
                    <a:pt x="476839" y="1761933"/>
                  </a:lnTo>
                  <a:lnTo>
                    <a:pt x="447531" y="1727449"/>
                  </a:lnTo>
                  <a:lnTo>
                    <a:pt x="419018" y="1692282"/>
                  </a:lnTo>
                  <a:lnTo>
                    <a:pt x="391315" y="1656444"/>
                  </a:lnTo>
                  <a:lnTo>
                    <a:pt x="364434" y="1619951"/>
                  </a:lnTo>
                  <a:lnTo>
                    <a:pt x="338390" y="1582816"/>
                  </a:lnTo>
                  <a:lnTo>
                    <a:pt x="313196" y="1545053"/>
                  </a:lnTo>
                  <a:lnTo>
                    <a:pt x="288868" y="1506675"/>
                  </a:lnTo>
                  <a:lnTo>
                    <a:pt x="265418" y="1467698"/>
                  </a:lnTo>
                  <a:lnTo>
                    <a:pt x="242861" y="1428134"/>
                  </a:lnTo>
                  <a:lnTo>
                    <a:pt x="221210" y="1387998"/>
                  </a:lnTo>
                  <a:lnTo>
                    <a:pt x="200480" y="1347303"/>
                  </a:lnTo>
                  <a:lnTo>
                    <a:pt x="180684" y="1306064"/>
                  </a:lnTo>
                  <a:lnTo>
                    <a:pt x="161836" y="1264294"/>
                  </a:lnTo>
                  <a:lnTo>
                    <a:pt x="143951" y="1222008"/>
                  </a:lnTo>
                  <a:lnTo>
                    <a:pt x="127041" y="1179219"/>
                  </a:lnTo>
                  <a:lnTo>
                    <a:pt x="111122" y="1135941"/>
                  </a:lnTo>
                  <a:lnTo>
                    <a:pt x="96206" y="1092188"/>
                  </a:lnTo>
                  <a:lnTo>
                    <a:pt x="82309" y="1047975"/>
                  </a:lnTo>
                  <a:lnTo>
                    <a:pt x="69443" y="1003314"/>
                  </a:lnTo>
                  <a:lnTo>
                    <a:pt x="57623" y="958220"/>
                  </a:lnTo>
                  <a:lnTo>
                    <a:pt x="46862" y="912707"/>
                  </a:lnTo>
                  <a:lnTo>
                    <a:pt x="37175" y="866789"/>
                  </a:lnTo>
                  <a:lnTo>
                    <a:pt x="28576" y="820479"/>
                  </a:lnTo>
                  <a:lnTo>
                    <a:pt x="21078" y="773792"/>
                  </a:lnTo>
                  <a:lnTo>
                    <a:pt x="14695" y="726742"/>
                  </a:lnTo>
                  <a:lnTo>
                    <a:pt x="9442" y="679342"/>
                  </a:lnTo>
                  <a:lnTo>
                    <a:pt x="5332" y="631606"/>
                  </a:lnTo>
                  <a:lnTo>
                    <a:pt x="2379" y="583548"/>
                  </a:lnTo>
                  <a:lnTo>
                    <a:pt x="597" y="535183"/>
                  </a:lnTo>
                  <a:lnTo>
                    <a:pt x="0" y="486524"/>
                  </a:lnTo>
                  <a:lnTo>
                    <a:pt x="666" y="435100"/>
                  </a:lnTo>
                  <a:lnTo>
                    <a:pt x="2657" y="384006"/>
                  </a:lnTo>
                  <a:lnTo>
                    <a:pt x="5953" y="333258"/>
                  </a:lnTo>
                  <a:lnTo>
                    <a:pt x="10541" y="282871"/>
                  </a:lnTo>
                  <a:lnTo>
                    <a:pt x="16402" y="232863"/>
                  </a:lnTo>
                  <a:lnTo>
                    <a:pt x="23520" y="183248"/>
                  </a:lnTo>
                  <a:lnTo>
                    <a:pt x="31880" y="134045"/>
                  </a:lnTo>
                  <a:lnTo>
                    <a:pt x="41465" y="8526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1495" y="1342910"/>
              <a:ext cx="3674745" cy="2325370"/>
            </a:xfrm>
            <a:custGeom>
              <a:avLst/>
              <a:gdLst/>
              <a:ahLst/>
              <a:cxnLst/>
              <a:rect l="l" t="t" r="r" b="b"/>
              <a:pathLst>
                <a:path w="3674745" h="2325370">
                  <a:moveTo>
                    <a:pt x="3674160" y="487667"/>
                  </a:moveTo>
                  <a:lnTo>
                    <a:pt x="3673732" y="434177"/>
                  </a:lnTo>
                  <a:lnTo>
                    <a:pt x="3672359" y="382872"/>
                  </a:lnTo>
                  <a:lnTo>
                    <a:pt x="3669905" y="333325"/>
                  </a:lnTo>
                  <a:lnTo>
                    <a:pt x="3666235" y="285110"/>
                  </a:lnTo>
                  <a:lnTo>
                    <a:pt x="3661214" y="237804"/>
                  </a:lnTo>
                  <a:lnTo>
                    <a:pt x="3654708" y="190980"/>
                  </a:lnTo>
                  <a:lnTo>
                    <a:pt x="3646582" y="144212"/>
                  </a:lnTo>
                  <a:lnTo>
                    <a:pt x="3636700" y="97077"/>
                  </a:lnTo>
                  <a:lnTo>
                    <a:pt x="3624928" y="49148"/>
                  </a:lnTo>
                  <a:lnTo>
                    <a:pt x="3611130" y="0"/>
                  </a:lnTo>
                  <a:lnTo>
                    <a:pt x="46266" y="81165"/>
                  </a:lnTo>
                  <a:lnTo>
                    <a:pt x="34389" y="132789"/>
                  </a:lnTo>
                  <a:lnTo>
                    <a:pt x="24506" y="182723"/>
                  </a:lnTo>
                  <a:lnTo>
                    <a:pt x="16491" y="231697"/>
                  </a:lnTo>
                  <a:lnTo>
                    <a:pt x="10217" y="280439"/>
                  </a:lnTo>
                  <a:lnTo>
                    <a:pt x="5557" y="329679"/>
                  </a:lnTo>
                  <a:lnTo>
                    <a:pt x="2385" y="380144"/>
                  </a:lnTo>
                  <a:lnTo>
                    <a:pt x="575" y="432563"/>
                  </a:lnTo>
                  <a:lnTo>
                    <a:pt x="0" y="487667"/>
                  </a:lnTo>
                  <a:lnTo>
                    <a:pt x="619" y="535832"/>
                  </a:lnTo>
                  <a:lnTo>
                    <a:pt x="2466" y="583692"/>
                  </a:lnTo>
                  <a:lnTo>
                    <a:pt x="5527" y="631232"/>
                  </a:lnTo>
                  <a:lnTo>
                    <a:pt x="9785" y="678435"/>
                  </a:lnTo>
                  <a:lnTo>
                    <a:pt x="15227" y="725288"/>
                  </a:lnTo>
                  <a:lnTo>
                    <a:pt x="21836" y="771775"/>
                  </a:lnTo>
                  <a:lnTo>
                    <a:pt x="29598" y="817881"/>
                  </a:lnTo>
                  <a:lnTo>
                    <a:pt x="38497" y="863590"/>
                  </a:lnTo>
                  <a:lnTo>
                    <a:pt x="48519" y="908888"/>
                  </a:lnTo>
                  <a:lnTo>
                    <a:pt x="59648" y="953760"/>
                  </a:lnTo>
                  <a:lnTo>
                    <a:pt x="71869" y="998190"/>
                  </a:lnTo>
                  <a:lnTo>
                    <a:pt x="85167" y="1042163"/>
                  </a:lnTo>
                  <a:lnTo>
                    <a:pt x="99527" y="1085664"/>
                  </a:lnTo>
                  <a:lnTo>
                    <a:pt x="114933" y="1128678"/>
                  </a:lnTo>
                  <a:lnTo>
                    <a:pt x="131372" y="1171190"/>
                  </a:lnTo>
                  <a:lnTo>
                    <a:pt x="148826" y="1213185"/>
                  </a:lnTo>
                  <a:lnTo>
                    <a:pt x="167283" y="1254647"/>
                  </a:lnTo>
                  <a:lnTo>
                    <a:pt x="186725" y="1295562"/>
                  </a:lnTo>
                  <a:lnTo>
                    <a:pt x="207138" y="1335914"/>
                  </a:lnTo>
                  <a:lnTo>
                    <a:pt x="228508" y="1375689"/>
                  </a:lnTo>
                  <a:lnTo>
                    <a:pt x="250818" y="1414870"/>
                  </a:lnTo>
                  <a:lnTo>
                    <a:pt x="274054" y="1453444"/>
                  </a:lnTo>
                  <a:lnTo>
                    <a:pt x="298200" y="1491394"/>
                  </a:lnTo>
                  <a:lnTo>
                    <a:pt x="323242" y="1528706"/>
                  </a:lnTo>
                  <a:lnTo>
                    <a:pt x="349165" y="1565365"/>
                  </a:lnTo>
                  <a:lnTo>
                    <a:pt x="375952" y="1601355"/>
                  </a:lnTo>
                  <a:lnTo>
                    <a:pt x="403590" y="1636661"/>
                  </a:lnTo>
                  <a:lnTo>
                    <a:pt x="432062" y="1671269"/>
                  </a:lnTo>
                  <a:lnTo>
                    <a:pt x="461355" y="1705162"/>
                  </a:lnTo>
                  <a:lnTo>
                    <a:pt x="491452" y="1738327"/>
                  </a:lnTo>
                  <a:lnTo>
                    <a:pt x="522338" y="1770747"/>
                  </a:lnTo>
                  <a:lnTo>
                    <a:pt x="553999" y="1802408"/>
                  </a:lnTo>
                  <a:lnTo>
                    <a:pt x="586420" y="1833295"/>
                  </a:lnTo>
                  <a:lnTo>
                    <a:pt x="619584" y="1863392"/>
                  </a:lnTo>
                  <a:lnTo>
                    <a:pt x="653478" y="1892684"/>
                  </a:lnTo>
                  <a:lnTo>
                    <a:pt x="688086" y="1921157"/>
                  </a:lnTo>
                  <a:lnTo>
                    <a:pt x="723392" y="1948794"/>
                  </a:lnTo>
                  <a:lnTo>
                    <a:pt x="759382" y="1975582"/>
                  </a:lnTo>
                  <a:lnTo>
                    <a:pt x="796041" y="2001504"/>
                  </a:lnTo>
                  <a:lnTo>
                    <a:pt x="833353" y="2026546"/>
                  </a:lnTo>
                  <a:lnTo>
                    <a:pt x="871303" y="2050693"/>
                  </a:lnTo>
                  <a:lnTo>
                    <a:pt x="909876" y="2073929"/>
                  </a:lnTo>
                  <a:lnTo>
                    <a:pt x="949058" y="2096239"/>
                  </a:lnTo>
                  <a:lnTo>
                    <a:pt x="988832" y="2117608"/>
                  </a:lnTo>
                  <a:lnTo>
                    <a:pt x="1029185" y="2138022"/>
                  </a:lnTo>
                  <a:lnTo>
                    <a:pt x="1070099" y="2157464"/>
                  </a:lnTo>
                  <a:lnTo>
                    <a:pt x="1111562" y="2175920"/>
                  </a:lnTo>
                  <a:lnTo>
                    <a:pt x="1153557" y="2193375"/>
                  </a:lnTo>
                  <a:lnTo>
                    <a:pt x="1196069" y="2209813"/>
                  </a:lnTo>
                  <a:lnTo>
                    <a:pt x="1239083" y="2225220"/>
                  </a:lnTo>
                  <a:lnTo>
                    <a:pt x="1282584" y="2239580"/>
                  </a:lnTo>
                  <a:lnTo>
                    <a:pt x="1326557" y="2252878"/>
                  </a:lnTo>
                  <a:lnTo>
                    <a:pt x="1370987" y="2265099"/>
                  </a:lnTo>
                  <a:lnTo>
                    <a:pt x="1415859" y="2276228"/>
                  </a:lnTo>
                  <a:lnTo>
                    <a:pt x="1461157" y="2286250"/>
                  </a:lnTo>
                  <a:lnTo>
                    <a:pt x="1506866" y="2295149"/>
                  </a:lnTo>
                  <a:lnTo>
                    <a:pt x="1552972" y="2302911"/>
                  </a:lnTo>
                  <a:lnTo>
                    <a:pt x="1599458" y="2309520"/>
                  </a:lnTo>
                  <a:lnTo>
                    <a:pt x="1646311" y="2314961"/>
                  </a:lnTo>
                  <a:lnTo>
                    <a:pt x="1693515" y="2319220"/>
                  </a:lnTo>
                  <a:lnTo>
                    <a:pt x="1741054" y="2322281"/>
                  </a:lnTo>
                  <a:lnTo>
                    <a:pt x="1788914" y="2324128"/>
                  </a:lnTo>
                  <a:lnTo>
                    <a:pt x="1837080" y="2324747"/>
                  </a:lnTo>
                  <a:lnTo>
                    <a:pt x="1885245" y="2324128"/>
                  </a:lnTo>
                  <a:lnTo>
                    <a:pt x="1933105" y="2322281"/>
                  </a:lnTo>
                  <a:lnTo>
                    <a:pt x="1980645" y="2319220"/>
                  </a:lnTo>
                  <a:lnTo>
                    <a:pt x="2027849" y="2314961"/>
                  </a:lnTo>
                  <a:lnTo>
                    <a:pt x="2074701" y="2309520"/>
                  </a:lnTo>
                  <a:lnTo>
                    <a:pt x="2121188" y="2302911"/>
                  </a:lnTo>
                  <a:lnTo>
                    <a:pt x="2167294" y="2295149"/>
                  </a:lnTo>
                  <a:lnTo>
                    <a:pt x="2213003" y="2286250"/>
                  </a:lnTo>
                  <a:lnTo>
                    <a:pt x="2258301" y="2276228"/>
                  </a:lnTo>
                  <a:lnTo>
                    <a:pt x="2303173" y="2265099"/>
                  </a:lnTo>
                  <a:lnTo>
                    <a:pt x="2347603" y="2252878"/>
                  </a:lnTo>
                  <a:lnTo>
                    <a:pt x="2391576" y="2239580"/>
                  </a:lnTo>
                  <a:lnTo>
                    <a:pt x="2435077" y="2225220"/>
                  </a:lnTo>
                  <a:lnTo>
                    <a:pt x="2478091" y="2209813"/>
                  </a:lnTo>
                  <a:lnTo>
                    <a:pt x="2520603" y="2193375"/>
                  </a:lnTo>
                  <a:lnTo>
                    <a:pt x="2562598" y="2175920"/>
                  </a:lnTo>
                  <a:lnTo>
                    <a:pt x="2604060" y="2157464"/>
                  </a:lnTo>
                  <a:lnTo>
                    <a:pt x="2644975" y="2138022"/>
                  </a:lnTo>
                  <a:lnTo>
                    <a:pt x="2685327" y="2117608"/>
                  </a:lnTo>
                  <a:lnTo>
                    <a:pt x="2725102" y="2096239"/>
                  </a:lnTo>
                  <a:lnTo>
                    <a:pt x="2764283" y="2073929"/>
                  </a:lnTo>
                  <a:lnTo>
                    <a:pt x="2802857" y="2050693"/>
                  </a:lnTo>
                  <a:lnTo>
                    <a:pt x="2840807" y="2026546"/>
                  </a:lnTo>
                  <a:lnTo>
                    <a:pt x="2878119" y="2001504"/>
                  </a:lnTo>
                  <a:lnTo>
                    <a:pt x="2914778" y="1975582"/>
                  </a:lnTo>
                  <a:lnTo>
                    <a:pt x="2950768" y="1948794"/>
                  </a:lnTo>
                  <a:lnTo>
                    <a:pt x="2986074" y="1921157"/>
                  </a:lnTo>
                  <a:lnTo>
                    <a:pt x="3020682" y="1892684"/>
                  </a:lnTo>
                  <a:lnTo>
                    <a:pt x="3054575" y="1863392"/>
                  </a:lnTo>
                  <a:lnTo>
                    <a:pt x="3087740" y="1833295"/>
                  </a:lnTo>
                  <a:lnTo>
                    <a:pt x="3120160" y="1802408"/>
                  </a:lnTo>
                  <a:lnTo>
                    <a:pt x="3151821" y="1770747"/>
                  </a:lnTo>
                  <a:lnTo>
                    <a:pt x="3182708" y="1738327"/>
                  </a:lnTo>
                  <a:lnTo>
                    <a:pt x="3212805" y="1705162"/>
                  </a:lnTo>
                  <a:lnTo>
                    <a:pt x="3242097" y="1671269"/>
                  </a:lnTo>
                  <a:lnTo>
                    <a:pt x="3270570" y="1636661"/>
                  </a:lnTo>
                  <a:lnTo>
                    <a:pt x="3298208" y="1601355"/>
                  </a:lnTo>
                  <a:lnTo>
                    <a:pt x="3324995" y="1565365"/>
                  </a:lnTo>
                  <a:lnTo>
                    <a:pt x="3350917" y="1528706"/>
                  </a:lnTo>
                  <a:lnTo>
                    <a:pt x="3375959" y="1491394"/>
                  </a:lnTo>
                  <a:lnTo>
                    <a:pt x="3400106" y="1453444"/>
                  </a:lnTo>
                  <a:lnTo>
                    <a:pt x="3423342" y="1414870"/>
                  </a:lnTo>
                  <a:lnTo>
                    <a:pt x="3445652" y="1375689"/>
                  </a:lnTo>
                  <a:lnTo>
                    <a:pt x="3467021" y="1335914"/>
                  </a:lnTo>
                  <a:lnTo>
                    <a:pt x="3487435" y="1295562"/>
                  </a:lnTo>
                  <a:lnTo>
                    <a:pt x="3506877" y="1254647"/>
                  </a:lnTo>
                  <a:lnTo>
                    <a:pt x="3525333" y="1213185"/>
                  </a:lnTo>
                  <a:lnTo>
                    <a:pt x="3542788" y="1171190"/>
                  </a:lnTo>
                  <a:lnTo>
                    <a:pt x="3559226" y="1128678"/>
                  </a:lnTo>
                  <a:lnTo>
                    <a:pt x="3574633" y="1085664"/>
                  </a:lnTo>
                  <a:lnTo>
                    <a:pt x="3588993" y="1042163"/>
                  </a:lnTo>
                  <a:lnTo>
                    <a:pt x="3602291" y="998190"/>
                  </a:lnTo>
                  <a:lnTo>
                    <a:pt x="3614512" y="953760"/>
                  </a:lnTo>
                  <a:lnTo>
                    <a:pt x="3625641" y="908888"/>
                  </a:lnTo>
                  <a:lnTo>
                    <a:pt x="3635663" y="863590"/>
                  </a:lnTo>
                  <a:lnTo>
                    <a:pt x="3644562" y="817881"/>
                  </a:lnTo>
                  <a:lnTo>
                    <a:pt x="3652324" y="771775"/>
                  </a:lnTo>
                  <a:lnTo>
                    <a:pt x="3658933" y="725288"/>
                  </a:lnTo>
                  <a:lnTo>
                    <a:pt x="3664375" y="678435"/>
                  </a:lnTo>
                  <a:lnTo>
                    <a:pt x="3668633" y="631232"/>
                  </a:lnTo>
                  <a:lnTo>
                    <a:pt x="3671694" y="583692"/>
                  </a:lnTo>
                  <a:lnTo>
                    <a:pt x="3673541" y="535832"/>
                  </a:lnTo>
                  <a:lnTo>
                    <a:pt x="3674160" y="48766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1495" y="1342910"/>
              <a:ext cx="3674745" cy="2325370"/>
            </a:xfrm>
            <a:custGeom>
              <a:avLst/>
              <a:gdLst/>
              <a:ahLst/>
              <a:cxnLst/>
              <a:rect l="l" t="t" r="r" b="b"/>
              <a:pathLst>
                <a:path w="3674745" h="2325370">
                  <a:moveTo>
                    <a:pt x="3611130" y="0"/>
                  </a:moveTo>
                  <a:lnTo>
                    <a:pt x="3624928" y="49148"/>
                  </a:lnTo>
                  <a:lnTo>
                    <a:pt x="3636700" y="97077"/>
                  </a:lnTo>
                  <a:lnTo>
                    <a:pt x="3646582" y="144212"/>
                  </a:lnTo>
                  <a:lnTo>
                    <a:pt x="3654708" y="190980"/>
                  </a:lnTo>
                  <a:lnTo>
                    <a:pt x="3661214" y="237804"/>
                  </a:lnTo>
                  <a:lnTo>
                    <a:pt x="3666235" y="285110"/>
                  </a:lnTo>
                  <a:lnTo>
                    <a:pt x="3669905" y="333325"/>
                  </a:lnTo>
                  <a:lnTo>
                    <a:pt x="3672359" y="382872"/>
                  </a:lnTo>
                  <a:lnTo>
                    <a:pt x="3673732" y="434177"/>
                  </a:lnTo>
                  <a:lnTo>
                    <a:pt x="3674160" y="487667"/>
                  </a:lnTo>
                  <a:lnTo>
                    <a:pt x="3673541" y="535832"/>
                  </a:lnTo>
                  <a:lnTo>
                    <a:pt x="3671694" y="583692"/>
                  </a:lnTo>
                  <a:lnTo>
                    <a:pt x="3668633" y="631232"/>
                  </a:lnTo>
                  <a:lnTo>
                    <a:pt x="3664375" y="678435"/>
                  </a:lnTo>
                  <a:lnTo>
                    <a:pt x="3658933" y="725288"/>
                  </a:lnTo>
                  <a:lnTo>
                    <a:pt x="3652324" y="771775"/>
                  </a:lnTo>
                  <a:lnTo>
                    <a:pt x="3644562" y="817881"/>
                  </a:lnTo>
                  <a:lnTo>
                    <a:pt x="3635663" y="863590"/>
                  </a:lnTo>
                  <a:lnTo>
                    <a:pt x="3625641" y="908888"/>
                  </a:lnTo>
                  <a:lnTo>
                    <a:pt x="3614512" y="953760"/>
                  </a:lnTo>
                  <a:lnTo>
                    <a:pt x="3602291" y="998190"/>
                  </a:lnTo>
                  <a:lnTo>
                    <a:pt x="3588993" y="1042163"/>
                  </a:lnTo>
                  <a:lnTo>
                    <a:pt x="3574633" y="1085664"/>
                  </a:lnTo>
                  <a:lnTo>
                    <a:pt x="3559226" y="1128678"/>
                  </a:lnTo>
                  <a:lnTo>
                    <a:pt x="3542788" y="1171190"/>
                  </a:lnTo>
                  <a:lnTo>
                    <a:pt x="3525333" y="1213185"/>
                  </a:lnTo>
                  <a:lnTo>
                    <a:pt x="3506877" y="1254647"/>
                  </a:lnTo>
                  <a:lnTo>
                    <a:pt x="3487435" y="1295562"/>
                  </a:lnTo>
                  <a:lnTo>
                    <a:pt x="3467021" y="1335914"/>
                  </a:lnTo>
                  <a:lnTo>
                    <a:pt x="3445652" y="1375689"/>
                  </a:lnTo>
                  <a:lnTo>
                    <a:pt x="3423342" y="1414870"/>
                  </a:lnTo>
                  <a:lnTo>
                    <a:pt x="3400106" y="1453444"/>
                  </a:lnTo>
                  <a:lnTo>
                    <a:pt x="3375959" y="1491394"/>
                  </a:lnTo>
                  <a:lnTo>
                    <a:pt x="3350917" y="1528706"/>
                  </a:lnTo>
                  <a:lnTo>
                    <a:pt x="3324995" y="1565365"/>
                  </a:lnTo>
                  <a:lnTo>
                    <a:pt x="3298208" y="1601355"/>
                  </a:lnTo>
                  <a:lnTo>
                    <a:pt x="3270570" y="1636661"/>
                  </a:lnTo>
                  <a:lnTo>
                    <a:pt x="3242097" y="1671269"/>
                  </a:lnTo>
                  <a:lnTo>
                    <a:pt x="3212805" y="1705162"/>
                  </a:lnTo>
                  <a:lnTo>
                    <a:pt x="3182708" y="1738327"/>
                  </a:lnTo>
                  <a:lnTo>
                    <a:pt x="3151821" y="1770747"/>
                  </a:lnTo>
                  <a:lnTo>
                    <a:pt x="3120160" y="1802408"/>
                  </a:lnTo>
                  <a:lnTo>
                    <a:pt x="3087740" y="1833295"/>
                  </a:lnTo>
                  <a:lnTo>
                    <a:pt x="3054575" y="1863392"/>
                  </a:lnTo>
                  <a:lnTo>
                    <a:pt x="3020682" y="1892684"/>
                  </a:lnTo>
                  <a:lnTo>
                    <a:pt x="2986074" y="1921157"/>
                  </a:lnTo>
                  <a:lnTo>
                    <a:pt x="2950768" y="1948794"/>
                  </a:lnTo>
                  <a:lnTo>
                    <a:pt x="2914778" y="1975582"/>
                  </a:lnTo>
                  <a:lnTo>
                    <a:pt x="2878119" y="2001504"/>
                  </a:lnTo>
                  <a:lnTo>
                    <a:pt x="2840807" y="2026546"/>
                  </a:lnTo>
                  <a:lnTo>
                    <a:pt x="2802857" y="2050693"/>
                  </a:lnTo>
                  <a:lnTo>
                    <a:pt x="2764283" y="2073929"/>
                  </a:lnTo>
                  <a:lnTo>
                    <a:pt x="2725102" y="2096239"/>
                  </a:lnTo>
                  <a:lnTo>
                    <a:pt x="2685327" y="2117608"/>
                  </a:lnTo>
                  <a:lnTo>
                    <a:pt x="2644975" y="2138022"/>
                  </a:lnTo>
                  <a:lnTo>
                    <a:pt x="2604060" y="2157464"/>
                  </a:lnTo>
                  <a:lnTo>
                    <a:pt x="2562598" y="2175920"/>
                  </a:lnTo>
                  <a:lnTo>
                    <a:pt x="2520603" y="2193375"/>
                  </a:lnTo>
                  <a:lnTo>
                    <a:pt x="2478091" y="2209813"/>
                  </a:lnTo>
                  <a:lnTo>
                    <a:pt x="2435077" y="2225220"/>
                  </a:lnTo>
                  <a:lnTo>
                    <a:pt x="2391576" y="2239580"/>
                  </a:lnTo>
                  <a:lnTo>
                    <a:pt x="2347603" y="2252878"/>
                  </a:lnTo>
                  <a:lnTo>
                    <a:pt x="2303173" y="2265099"/>
                  </a:lnTo>
                  <a:lnTo>
                    <a:pt x="2258301" y="2276228"/>
                  </a:lnTo>
                  <a:lnTo>
                    <a:pt x="2213003" y="2286250"/>
                  </a:lnTo>
                  <a:lnTo>
                    <a:pt x="2167294" y="2295149"/>
                  </a:lnTo>
                  <a:lnTo>
                    <a:pt x="2121188" y="2302911"/>
                  </a:lnTo>
                  <a:lnTo>
                    <a:pt x="2074701" y="2309520"/>
                  </a:lnTo>
                  <a:lnTo>
                    <a:pt x="2027849" y="2314961"/>
                  </a:lnTo>
                  <a:lnTo>
                    <a:pt x="1980645" y="2319220"/>
                  </a:lnTo>
                  <a:lnTo>
                    <a:pt x="1933105" y="2322281"/>
                  </a:lnTo>
                  <a:lnTo>
                    <a:pt x="1885245" y="2324128"/>
                  </a:lnTo>
                  <a:lnTo>
                    <a:pt x="1837080" y="2324747"/>
                  </a:lnTo>
                  <a:lnTo>
                    <a:pt x="1788914" y="2324128"/>
                  </a:lnTo>
                  <a:lnTo>
                    <a:pt x="1741054" y="2322281"/>
                  </a:lnTo>
                  <a:lnTo>
                    <a:pt x="1693515" y="2319220"/>
                  </a:lnTo>
                  <a:lnTo>
                    <a:pt x="1646311" y="2314961"/>
                  </a:lnTo>
                  <a:lnTo>
                    <a:pt x="1599458" y="2309520"/>
                  </a:lnTo>
                  <a:lnTo>
                    <a:pt x="1552972" y="2302911"/>
                  </a:lnTo>
                  <a:lnTo>
                    <a:pt x="1506866" y="2295149"/>
                  </a:lnTo>
                  <a:lnTo>
                    <a:pt x="1461157" y="2286250"/>
                  </a:lnTo>
                  <a:lnTo>
                    <a:pt x="1415859" y="2276228"/>
                  </a:lnTo>
                  <a:lnTo>
                    <a:pt x="1370987" y="2265099"/>
                  </a:lnTo>
                  <a:lnTo>
                    <a:pt x="1326557" y="2252878"/>
                  </a:lnTo>
                  <a:lnTo>
                    <a:pt x="1282584" y="2239580"/>
                  </a:lnTo>
                  <a:lnTo>
                    <a:pt x="1239083" y="2225220"/>
                  </a:lnTo>
                  <a:lnTo>
                    <a:pt x="1196069" y="2209813"/>
                  </a:lnTo>
                  <a:lnTo>
                    <a:pt x="1153557" y="2193375"/>
                  </a:lnTo>
                  <a:lnTo>
                    <a:pt x="1111562" y="2175920"/>
                  </a:lnTo>
                  <a:lnTo>
                    <a:pt x="1070099" y="2157464"/>
                  </a:lnTo>
                  <a:lnTo>
                    <a:pt x="1029185" y="2138022"/>
                  </a:lnTo>
                  <a:lnTo>
                    <a:pt x="988832" y="2117608"/>
                  </a:lnTo>
                  <a:lnTo>
                    <a:pt x="949058" y="2096239"/>
                  </a:lnTo>
                  <a:lnTo>
                    <a:pt x="909876" y="2073929"/>
                  </a:lnTo>
                  <a:lnTo>
                    <a:pt x="871303" y="2050693"/>
                  </a:lnTo>
                  <a:lnTo>
                    <a:pt x="833353" y="2026546"/>
                  </a:lnTo>
                  <a:lnTo>
                    <a:pt x="796041" y="2001504"/>
                  </a:lnTo>
                  <a:lnTo>
                    <a:pt x="759382" y="1975582"/>
                  </a:lnTo>
                  <a:lnTo>
                    <a:pt x="723392" y="1948794"/>
                  </a:lnTo>
                  <a:lnTo>
                    <a:pt x="688086" y="1921157"/>
                  </a:lnTo>
                  <a:lnTo>
                    <a:pt x="653478" y="1892684"/>
                  </a:lnTo>
                  <a:lnTo>
                    <a:pt x="619584" y="1863392"/>
                  </a:lnTo>
                  <a:lnTo>
                    <a:pt x="586420" y="1833295"/>
                  </a:lnTo>
                  <a:lnTo>
                    <a:pt x="553999" y="1802408"/>
                  </a:lnTo>
                  <a:lnTo>
                    <a:pt x="522338" y="1770747"/>
                  </a:lnTo>
                  <a:lnTo>
                    <a:pt x="491452" y="1738327"/>
                  </a:lnTo>
                  <a:lnTo>
                    <a:pt x="461355" y="1705162"/>
                  </a:lnTo>
                  <a:lnTo>
                    <a:pt x="432062" y="1671269"/>
                  </a:lnTo>
                  <a:lnTo>
                    <a:pt x="403590" y="1636661"/>
                  </a:lnTo>
                  <a:lnTo>
                    <a:pt x="375952" y="1601355"/>
                  </a:lnTo>
                  <a:lnTo>
                    <a:pt x="349165" y="1565365"/>
                  </a:lnTo>
                  <a:lnTo>
                    <a:pt x="323242" y="1528706"/>
                  </a:lnTo>
                  <a:lnTo>
                    <a:pt x="298200" y="1491394"/>
                  </a:lnTo>
                  <a:lnTo>
                    <a:pt x="274054" y="1453444"/>
                  </a:lnTo>
                  <a:lnTo>
                    <a:pt x="250818" y="1414870"/>
                  </a:lnTo>
                  <a:lnTo>
                    <a:pt x="228508" y="1375689"/>
                  </a:lnTo>
                  <a:lnTo>
                    <a:pt x="207138" y="1335914"/>
                  </a:lnTo>
                  <a:lnTo>
                    <a:pt x="186725" y="1295562"/>
                  </a:lnTo>
                  <a:lnTo>
                    <a:pt x="167283" y="1254647"/>
                  </a:lnTo>
                  <a:lnTo>
                    <a:pt x="148826" y="1213185"/>
                  </a:lnTo>
                  <a:lnTo>
                    <a:pt x="131372" y="1171190"/>
                  </a:lnTo>
                  <a:lnTo>
                    <a:pt x="114933" y="1128678"/>
                  </a:lnTo>
                  <a:lnTo>
                    <a:pt x="99527" y="1085664"/>
                  </a:lnTo>
                  <a:lnTo>
                    <a:pt x="85167" y="1042163"/>
                  </a:lnTo>
                  <a:lnTo>
                    <a:pt x="71869" y="998190"/>
                  </a:lnTo>
                  <a:lnTo>
                    <a:pt x="59648" y="953760"/>
                  </a:lnTo>
                  <a:lnTo>
                    <a:pt x="48519" y="908888"/>
                  </a:lnTo>
                  <a:lnTo>
                    <a:pt x="38497" y="863590"/>
                  </a:lnTo>
                  <a:lnTo>
                    <a:pt x="29598" y="817881"/>
                  </a:lnTo>
                  <a:lnTo>
                    <a:pt x="21836" y="771775"/>
                  </a:lnTo>
                  <a:lnTo>
                    <a:pt x="15227" y="725288"/>
                  </a:lnTo>
                  <a:lnTo>
                    <a:pt x="9785" y="678435"/>
                  </a:lnTo>
                  <a:lnTo>
                    <a:pt x="5527" y="631232"/>
                  </a:lnTo>
                  <a:lnTo>
                    <a:pt x="2466" y="583692"/>
                  </a:lnTo>
                  <a:lnTo>
                    <a:pt x="619" y="535832"/>
                  </a:lnTo>
                  <a:lnTo>
                    <a:pt x="0" y="487667"/>
                  </a:lnTo>
                  <a:lnTo>
                    <a:pt x="575" y="432563"/>
                  </a:lnTo>
                  <a:lnTo>
                    <a:pt x="2385" y="380144"/>
                  </a:lnTo>
                  <a:lnTo>
                    <a:pt x="5557" y="329679"/>
                  </a:lnTo>
                  <a:lnTo>
                    <a:pt x="10217" y="280439"/>
                  </a:lnTo>
                  <a:lnTo>
                    <a:pt x="16491" y="231697"/>
                  </a:lnTo>
                  <a:lnTo>
                    <a:pt x="24506" y="182723"/>
                  </a:lnTo>
                  <a:lnTo>
                    <a:pt x="34389" y="132789"/>
                  </a:lnTo>
                  <a:lnTo>
                    <a:pt x="46266" y="8116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02011" y="1830577"/>
              <a:ext cx="4255770" cy="0"/>
            </a:xfrm>
            <a:custGeom>
              <a:avLst/>
              <a:gdLst/>
              <a:ahLst/>
              <a:cxnLst/>
              <a:rect l="l" t="t" r="r" b="b"/>
              <a:pathLst>
                <a:path w="4255770">
                  <a:moveTo>
                    <a:pt x="4255223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28835" y="1312011"/>
              <a:ext cx="0" cy="4121150"/>
            </a:xfrm>
            <a:custGeom>
              <a:avLst/>
              <a:gdLst/>
              <a:ahLst/>
              <a:cxnLst/>
              <a:rect l="l" t="t" r="r" b="b"/>
              <a:pathLst>
                <a:path h="4121150">
                  <a:moveTo>
                    <a:pt x="0" y="1567294"/>
                  </a:moveTo>
                  <a:lnTo>
                    <a:pt x="0" y="4120743"/>
                  </a:lnTo>
                </a:path>
                <a:path h="4121150">
                  <a:moveTo>
                    <a:pt x="0" y="0"/>
                  </a:moveTo>
                  <a:lnTo>
                    <a:pt x="0" y="1405293"/>
                  </a:lnTo>
                </a:path>
              </a:pathLst>
            </a:custGeom>
            <a:ln w="6362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16337" y="2895472"/>
              <a:ext cx="400050" cy="212725"/>
            </a:xfrm>
            <a:custGeom>
              <a:avLst/>
              <a:gdLst/>
              <a:ahLst/>
              <a:cxnLst/>
              <a:rect l="l" t="t" r="r" b="b"/>
              <a:pathLst>
                <a:path w="400050" h="212725">
                  <a:moveTo>
                    <a:pt x="399796" y="27698"/>
                  </a:moveTo>
                  <a:lnTo>
                    <a:pt x="0" y="0"/>
                  </a:lnTo>
                  <a:lnTo>
                    <a:pt x="339725" y="212585"/>
                  </a:lnTo>
                  <a:lnTo>
                    <a:pt x="399796" y="27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16337" y="2895472"/>
              <a:ext cx="400050" cy="212725"/>
            </a:xfrm>
            <a:custGeom>
              <a:avLst/>
              <a:gdLst/>
              <a:ahLst/>
              <a:cxnLst/>
              <a:rect l="l" t="t" r="r" b="b"/>
              <a:pathLst>
                <a:path w="400050" h="212725">
                  <a:moveTo>
                    <a:pt x="0" y="0"/>
                  </a:moveTo>
                  <a:lnTo>
                    <a:pt x="399796" y="27698"/>
                  </a:lnTo>
                  <a:lnTo>
                    <a:pt x="369760" y="120141"/>
                  </a:lnTo>
                  <a:lnTo>
                    <a:pt x="339725" y="212585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2777" y="3367366"/>
              <a:ext cx="972185" cy="972185"/>
            </a:xfrm>
            <a:custGeom>
              <a:avLst/>
              <a:gdLst/>
              <a:ahLst/>
              <a:cxnLst/>
              <a:rect l="l" t="t" r="r" b="b"/>
              <a:pathLst>
                <a:path w="972185" h="972185">
                  <a:moveTo>
                    <a:pt x="971994" y="486003"/>
                  </a:moveTo>
                  <a:lnTo>
                    <a:pt x="969769" y="439199"/>
                  </a:lnTo>
                  <a:lnTo>
                    <a:pt x="963231" y="393654"/>
                  </a:lnTo>
                  <a:lnTo>
                    <a:pt x="952582" y="349571"/>
                  </a:lnTo>
                  <a:lnTo>
                    <a:pt x="938027" y="307153"/>
                  </a:lnTo>
                  <a:lnTo>
                    <a:pt x="919769" y="266605"/>
                  </a:lnTo>
                  <a:lnTo>
                    <a:pt x="898013" y="228130"/>
                  </a:lnTo>
                  <a:lnTo>
                    <a:pt x="872961" y="191933"/>
                  </a:lnTo>
                  <a:lnTo>
                    <a:pt x="844817" y="158215"/>
                  </a:lnTo>
                  <a:lnTo>
                    <a:pt x="813785" y="127182"/>
                  </a:lnTo>
                  <a:lnTo>
                    <a:pt x="780069" y="99038"/>
                  </a:lnTo>
                  <a:lnTo>
                    <a:pt x="743872" y="73984"/>
                  </a:lnTo>
                  <a:lnTo>
                    <a:pt x="705398" y="52227"/>
                  </a:lnTo>
                  <a:lnTo>
                    <a:pt x="664851" y="33968"/>
                  </a:lnTo>
                  <a:lnTo>
                    <a:pt x="622434" y="19412"/>
                  </a:lnTo>
                  <a:lnTo>
                    <a:pt x="578352" y="8763"/>
                  </a:lnTo>
                  <a:lnTo>
                    <a:pt x="532807" y="2224"/>
                  </a:lnTo>
                  <a:lnTo>
                    <a:pt x="486003" y="0"/>
                  </a:lnTo>
                  <a:lnTo>
                    <a:pt x="439197" y="2224"/>
                  </a:lnTo>
                  <a:lnTo>
                    <a:pt x="393651" y="8763"/>
                  </a:lnTo>
                  <a:lnTo>
                    <a:pt x="349566" y="19412"/>
                  </a:lnTo>
                  <a:lnTo>
                    <a:pt x="307148" y="33968"/>
                  </a:lnTo>
                  <a:lnTo>
                    <a:pt x="266600" y="52227"/>
                  </a:lnTo>
                  <a:lnTo>
                    <a:pt x="228125" y="73984"/>
                  </a:lnTo>
                  <a:lnTo>
                    <a:pt x="191927" y="99038"/>
                  </a:lnTo>
                  <a:lnTo>
                    <a:pt x="158210" y="127182"/>
                  </a:lnTo>
                  <a:lnTo>
                    <a:pt x="127178" y="158215"/>
                  </a:lnTo>
                  <a:lnTo>
                    <a:pt x="99034" y="191933"/>
                  </a:lnTo>
                  <a:lnTo>
                    <a:pt x="73981" y="228130"/>
                  </a:lnTo>
                  <a:lnTo>
                    <a:pt x="52224" y="266605"/>
                  </a:lnTo>
                  <a:lnTo>
                    <a:pt x="33966" y="307153"/>
                  </a:lnTo>
                  <a:lnTo>
                    <a:pt x="19411" y="349571"/>
                  </a:lnTo>
                  <a:lnTo>
                    <a:pt x="8763" y="393654"/>
                  </a:lnTo>
                  <a:lnTo>
                    <a:pt x="2224" y="439199"/>
                  </a:lnTo>
                  <a:lnTo>
                    <a:pt x="0" y="486003"/>
                  </a:lnTo>
                  <a:lnTo>
                    <a:pt x="2224" y="532809"/>
                  </a:lnTo>
                  <a:lnTo>
                    <a:pt x="8763" y="578356"/>
                  </a:lnTo>
                  <a:lnTo>
                    <a:pt x="19411" y="622440"/>
                  </a:lnTo>
                  <a:lnTo>
                    <a:pt x="33966" y="664858"/>
                  </a:lnTo>
                  <a:lnTo>
                    <a:pt x="52224" y="705407"/>
                  </a:lnTo>
                  <a:lnTo>
                    <a:pt x="73981" y="743881"/>
                  </a:lnTo>
                  <a:lnTo>
                    <a:pt x="99034" y="780079"/>
                  </a:lnTo>
                  <a:lnTo>
                    <a:pt x="127178" y="813796"/>
                  </a:lnTo>
                  <a:lnTo>
                    <a:pt x="158210" y="844828"/>
                  </a:lnTo>
                  <a:lnTo>
                    <a:pt x="191927" y="872972"/>
                  </a:lnTo>
                  <a:lnTo>
                    <a:pt x="228125" y="898025"/>
                  </a:lnTo>
                  <a:lnTo>
                    <a:pt x="266600" y="919782"/>
                  </a:lnTo>
                  <a:lnTo>
                    <a:pt x="307148" y="938040"/>
                  </a:lnTo>
                  <a:lnTo>
                    <a:pt x="349566" y="952595"/>
                  </a:lnTo>
                  <a:lnTo>
                    <a:pt x="393651" y="963243"/>
                  </a:lnTo>
                  <a:lnTo>
                    <a:pt x="439197" y="969782"/>
                  </a:lnTo>
                  <a:lnTo>
                    <a:pt x="486003" y="972007"/>
                  </a:lnTo>
                  <a:lnTo>
                    <a:pt x="532807" y="969782"/>
                  </a:lnTo>
                  <a:lnTo>
                    <a:pt x="578352" y="963243"/>
                  </a:lnTo>
                  <a:lnTo>
                    <a:pt x="622434" y="952595"/>
                  </a:lnTo>
                  <a:lnTo>
                    <a:pt x="664851" y="938040"/>
                  </a:lnTo>
                  <a:lnTo>
                    <a:pt x="705398" y="919782"/>
                  </a:lnTo>
                  <a:lnTo>
                    <a:pt x="743872" y="898025"/>
                  </a:lnTo>
                  <a:lnTo>
                    <a:pt x="780069" y="872972"/>
                  </a:lnTo>
                  <a:lnTo>
                    <a:pt x="813785" y="844828"/>
                  </a:lnTo>
                  <a:lnTo>
                    <a:pt x="844817" y="813796"/>
                  </a:lnTo>
                  <a:lnTo>
                    <a:pt x="872961" y="780079"/>
                  </a:lnTo>
                  <a:lnTo>
                    <a:pt x="898013" y="743881"/>
                  </a:lnTo>
                  <a:lnTo>
                    <a:pt x="919769" y="705407"/>
                  </a:lnTo>
                  <a:lnTo>
                    <a:pt x="938027" y="664858"/>
                  </a:lnTo>
                  <a:lnTo>
                    <a:pt x="952582" y="622440"/>
                  </a:lnTo>
                  <a:lnTo>
                    <a:pt x="963231" y="578356"/>
                  </a:lnTo>
                  <a:lnTo>
                    <a:pt x="969769" y="532809"/>
                  </a:lnTo>
                  <a:lnTo>
                    <a:pt x="971994" y="486003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22777" y="3367366"/>
              <a:ext cx="972185" cy="972185"/>
            </a:xfrm>
            <a:custGeom>
              <a:avLst/>
              <a:gdLst/>
              <a:ahLst/>
              <a:cxnLst/>
              <a:rect l="l" t="t" r="r" b="b"/>
              <a:pathLst>
                <a:path w="972185" h="972185">
                  <a:moveTo>
                    <a:pt x="486003" y="972007"/>
                  </a:moveTo>
                  <a:lnTo>
                    <a:pt x="439197" y="969782"/>
                  </a:lnTo>
                  <a:lnTo>
                    <a:pt x="393651" y="963243"/>
                  </a:lnTo>
                  <a:lnTo>
                    <a:pt x="349566" y="952595"/>
                  </a:lnTo>
                  <a:lnTo>
                    <a:pt x="307148" y="938040"/>
                  </a:lnTo>
                  <a:lnTo>
                    <a:pt x="266600" y="919782"/>
                  </a:lnTo>
                  <a:lnTo>
                    <a:pt x="228125" y="898025"/>
                  </a:lnTo>
                  <a:lnTo>
                    <a:pt x="191927" y="872972"/>
                  </a:lnTo>
                  <a:lnTo>
                    <a:pt x="158210" y="844828"/>
                  </a:lnTo>
                  <a:lnTo>
                    <a:pt x="127178" y="813796"/>
                  </a:lnTo>
                  <a:lnTo>
                    <a:pt x="99034" y="780079"/>
                  </a:lnTo>
                  <a:lnTo>
                    <a:pt x="73981" y="743881"/>
                  </a:lnTo>
                  <a:lnTo>
                    <a:pt x="52224" y="705407"/>
                  </a:lnTo>
                  <a:lnTo>
                    <a:pt x="33966" y="664858"/>
                  </a:lnTo>
                  <a:lnTo>
                    <a:pt x="19411" y="622440"/>
                  </a:lnTo>
                  <a:lnTo>
                    <a:pt x="8763" y="578356"/>
                  </a:lnTo>
                  <a:lnTo>
                    <a:pt x="2224" y="532809"/>
                  </a:lnTo>
                  <a:lnTo>
                    <a:pt x="0" y="486003"/>
                  </a:lnTo>
                  <a:lnTo>
                    <a:pt x="2224" y="439199"/>
                  </a:lnTo>
                  <a:lnTo>
                    <a:pt x="8763" y="393654"/>
                  </a:lnTo>
                  <a:lnTo>
                    <a:pt x="19411" y="349571"/>
                  </a:lnTo>
                  <a:lnTo>
                    <a:pt x="33966" y="307153"/>
                  </a:lnTo>
                  <a:lnTo>
                    <a:pt x="52224" y="266605"/>
                  </a:lnTo>
                  <a:lnTo>
                    <a:pt x="73981" y="228130"/>
                  </a:lnTo>
                  <a:lnTo>
                    <a:pt x="99034" y="191933"/>
                  </a:lnTo>
                  <a:lnTo>
                    <a:pt x="127178" y="158215"/>
                  </a:lnTo>
                  <a:lnTo>
                    <a:pt x="158210" y="127182"/>
                  </a:lnTo>
                  <a:lnTo>
                    <a:pt x="191927" y="99038"/>
                  </a:lnTo>
                  <a:lnTo>
                    <a:pt x="228125" y="73984"/>
                  </a:lnTo>
                  <a:lnTo>
                    <a:pt x="266600" y="52227"/>
                  </a:lnTo>
                  <a:lnTo>
                    <a:pt x="307148" y="33968"/>
                  </a:lnTo>
                  <a:lnTo>
                    <a:pt x="349566" y="19412"/>
                  </a:lnTo>
                  <a:lnTo>
                    <a:pt x="393651" y="8763"/>
                  </a:lnTo>
                  <a:lnTo>
                    <a:pt x="439197" y="2224"/>
                  </a:lnTo>
                  <a:lnTo>
                    <a:pt x="486003" y="0"/>
                  </a:lnTo>
                  <a:lnTo>
                    <a:pt x="532807" y="2224"/>
                  </a:lnTo>
                  <a:lnTo>
                    <a:pt x="578352" y="8763"/>
                  </a:lnTo>
                  <a:lnTo>
                    <a:pt x="622434" y="19412"/>
                  </a:lnTo>
                  <a:lnTo>
                    <a:pt x="664851" y="33968"/>
                  </a:lnTo>
                  <a:lnTo>
                    <a:pt x="705398" y="52227"/>
                  </a:lnTo>
                  <a:lnTo>
                    <a:pt x="743872" y="73984"/>
                  </a:lnTo>
                  <a:lnTo>
                    <a:pt x="780069" y="99038"/>
                  </a:lnTo>
                  <a:lnTo>
                    <a:pt x="813785" y="127182"/>
                  </a:lnTo>
                  <a:lnTo>
                    <a:pt x="844817" y="158215"/>
                  </a:lnTo>
                  <a:lnTo>
                    <a:pt x="872961" y="191933"/>
                  </a:lnTo>
                  <a:lnTo>
                    <a:pt x="898013" y="228130"/>
                  </a:lnTo>
                  <a:lnTo>
                    <a:pt x="919769" y="266605"/>
                  </a:lnTo>
                  <a:lnTo>
                    <a:pt x="938027" y="307153"/>
                  </a:lnTo>
                  <a:lnTo>
                    <a:pt x="952582" y="349571"/>
                  </a:lnTo>
                  <a:lnTo>
                    <a:pt x="963231" y="393654"/>
                  </a:lnTo>
                  <a:lnTo>
                    <a:pt x="969769" y="439199"/>
                  </a:lnTo>
                  <a:lnTo>
                    <a:pt x="971994" y="486003"/>
                  </a:lnTo>
                  <a:lnTo>
                    <a:pt x="969769" y="532809"/>
                  </a:lnTo>
                  <a:lnTo>
                    <a:pt x="963231" y="578356"/>
                  </a:lnTo>
                  <a:lnTo>
                    <a:pt x="952582" y="622440"/>
                  </a:lnTo>
                  <a:lnTo>
                    <a:pt x="938027" y="664858"/>
                  </a:lnTo>
                  <a:lnTo>
                    <a:pt x="919769" y="705407"/>
                  </a:lnTo>
                  <a:lnTo>
                    <a:pt x="898013" y="743881"/>
                  </a:lnTo>
                  <a:lnTo>
                    <a:pt x="872961" y="780079"/>
                  </a:lnTo>
                  <a:lnTo>
                    <a:pt x="844817" y="813796"/>
                  </a:lnTo>
                  <a:lnTo>
                    <a:pt x="813785" y="844828"/>
                  </a:lnTo>
                  <a:lnTo>
                    <a:pt x="780069" y="872972"/>
                  </a:lnTo>
                  <a:lnTo>
                    <a:pt x="743872" y="898025"/>
                  </a:lnTo>
                  <a:lnTo>
                    <a:pt x="705398" y="919782"/>
                  </a:lnTo>
                  <a:lnTo>
                    <a:pt x="664851" y="938040"/>
                  </a:lnTo>
                  <a:lnTo>
                    <a:pt x="622434" y="952595"/>
                  </a:lnTo>
                  <a:lnTo>
                    <a:pt x="578352" y="963243"/>
                  </a:lnTo>
                  <a:lnTo>
                    <a:pt x="532807" y="969782"/>
                  </a:lnTo>
                  <a:lnTo>
                    <a:pt x="486003" y="97200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08780" y="385337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1380" y="3415969"/>
              <a:ext cx="875030" cy="875030"/>
            </a:xfrm>
            <a:custGeom>
              <a:avLst/>
              <a:gdLst/>
              <a:ahLst/>
              <a:cxnLst/>
              <a:rect l="l" t="t" r="r" b="b"/>
              <a:pathLst>
                <a:path w="875029" h="875029">
                  <a:moveTo>
                    <a:pt x="874788" y="437400"/>
                  </a:moveTo>
                  <a:lnTo>
                    <a:pt x="872222" y="389741"/>
                  </a:lnTo>
                  <a:lnTo>
                    <a:pt x="864700" y="343568"/>
                  </a:lnTo>
                  <a:lnTo>
                    <a:pt x="852490" y="299149"/>
                  </a:lnTo>
                  <a:lnTo>
                    <a:pt x="835859" y="256750"/>
                  </a:lnTo>
                  <a:lnTo>
                    <a:pt x="815073" y="216637"/>
                  </a:lnTo>
                  <a:lnTo>
                    <a:pt x="790399" y="179078"/>
                  </a:lnTo>
                  <a:lnTo>
                    <a:pt x="762104" y="144340"/>
                  </a:lnTo>
                  <a:lnTo>
                    <a:pt x="730454" y="112690"/>
                  </a:lnTo>
                  <a:lnTo>
                    <a:pt x="695718" y="84393"/>
                  </a:lnTo>
                  <a:lnTo>
                    <a:pt x="658160" y="59718"/>
                  </a:lnTo>
                  <a:lnTo>
                    <a:pt x="618049" y="38931"/>
                  </a:lnTo>
                  <a:lnTo>
                    <a:pt x="575650" y="22299"/>
                  </a:lnTo>
                  <a:lnTo>
                    <a:pt x="531231" y="10088"/>
                  </a:lnTo>
                  <a:lnTo>
                    <a:pt x="485059" y="2566"/>
                  </a:lnTo>
                  <a:lnTo>
                    <a:pt x="437400" y="0"/>
                  </a:lnTo>
                  <a:lnTo>
                    <a:pt x="389741" y="2566"/>
                  </a:lnTo>
                  <a:lnTo>
                    <a:pt x="343568" y="10088"/>
                  </a:lnTo>
                  <a:lnTo>
                    <a:pt x="299149" y="22299"/>
                  </a:lnTo>
                  <a:lnTo>
                    <a:pt x="256750" y="38931"/>
                  </a:lnTo>
                  <a:lnTo>
                    <a:pt x="216637" y="59718"/>
                  </a:lnTo>
                  <a:lnTo>
                    <a:pt x="179078" y="84393"/>
                  </a:lnTo>
                  <a:lnTo>
                    <a:pt x="144340" y="112690"/>
                  </a:lnTo>
                  <a:lnTo>
                    <a:pt x="112690" y="144340"/>
                  </a:lnTo>
                  <a:lnTo>
                    <a:pt x="84393" y="179078"/>
                  </a:lnTo>
                  <a:lnTo>
                    <a:pt x="59718" y="216637"/>
                  </a:lnTo>
                  <a:lnTo>
                    <a:pt x="38931" y="256750"/>
                  </a:lnTo>
                  <a:lnTo>
                    <a:pt x="22299" y="299149"/>
                  </a:lnTo>
                  <a:lnTo>
                    <a:pt x="10088" y="343568"/>
                  </a:lnTo>
                  <a:lnTo>
                    <a:pt x="2566" y="389741"/>
                  </a:lnTo>
                  <a:lnTo>
                    <a:pt x="0" y="437400"/>
                  </a:lnTo>
                  <a:lnTo>
                    <a:pt x="2566" y="485059"/>
                  </a:lnTo>
                  <a:lnTo>
                    <a:pt x="10088" y="531232"/>
                  </a:lnTo>
                  <a:lnTo>
                    <a:pt x="22299" y="575651"/>
                  </a:lnTo>
                  <a:lnTo>
                    <a:pt x="38931" y="618051"/>
                  </a:lnTo>
                  <a:lnTo>
                    <a:pt x="59718" y="658163"/>
                  </a:lnTo>
                  <a:lnTo>
                    <a:pt x="84393" y="695722"/>
                  </a:lnTo>
                  <a:lnTo>
                    <a:pt x="112690" y="730460"/>
                  </a:lnTo>
                  <a:lnTo>
                    <a:pt x="144340" y="762111"/>
                  </a:lnTo>
                  <a:lnTo>
                    <a:pt x="179078" y="790407"/>
                  </a:lnTo>
                  <a:lnTo>
                    <a:pt x="216637" y="815082"/>
                  </a:lnTo>
                  <a:lnTo>
                    <a:pt x="256750" y="835869"/>
                  </a:lnTo>
                  <a:lnTo>
                    <a:pt x="299149" y="852502"/>
                  </a:lnTo>
                  <a:lnTo>
                    <a:pt x="343568" y="864712"/>
                  </a:lnTo>
                  <a:lnTo>
                    <a:pt x="389741" y="872234"/>
                  </a:lnTo>
                  <a:lnTo>
                    <a:pt x="437400" y="874801"/>
                  </a:lnTo>
                  <a:lnTo>
                    <a:pt x="485059" y="872234"/>
                  </a:lnTo>
                  <a:lnTo>
                    <a:pt x="531231" y="864712"/>
                  </a:lnTo>
                  <a:lnTo>
                    <a:pt x="575650" y="852502"/>
                  </a:lnTo>
                  <a:lnTo>
                    <a:pt x="618049" y="835869"/>
                  </a:lnTo>
                  <a:lnTo>
                    <a:pt x="658160" y="815082"/>
                  </a:lnTo>
                  <a:lnTo>
                    <a:pt x="695718" y="790407"/>
                  </a:lnTo>
                  <a:lnTo>
                    <a:pt x="730454" y="762111"/>
                  </a:lnTo>
                  <a:lnTo>
                    <a:pt x="762104" y="730460"/>
                  </a:lnTo>
                  <a:lnTo>
                    <a:pt x="790399" y="695722"/>
                  </a:lnTo>
                  <a:lnTo>
                    <a:pt x="815073" y="658163"/>
                  </a:lnTo>
                  <a:lnTo>
                    <a:pt x="835859" y="618051"/>
                  </a:lnTo>
                  <a:lnTo>
                    <a:pt x="852490" y="575651"/>
                  </a:lnTo>
                  <a:lnTo>
                    <a:pt x="864700" y="531232"/>
                  </a:lnTo>
                  <a:lnTo>
                    <a:pt x="872222" y="485059"/>
                  </a:lnTo>
                  <a:lnTo>
                    <a:pt x="874788" y="437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1380" y="3415969"/>
              <a:ext cx="875030" cy="875030"/>
            </a:xfrm>
            <a:custGeom>
              <a:avLst/>
              <a:gdLst/>
              <a:ahLst/>
              <a:cxnLst/>
              <a:rect l="l" t="t" r="r" b="b"/>
              <a:pathLst>
                <a:path w="875029" h="875029">
                  <a:moveTo>
                    <a:pt x="437400" y="874801"/>
                  </a:moveTo>
                  <a:lnTo>
                    <a:pt x="389741" y="872234"/>
                  </a:lnTo>
                  <a:lnTo>
                    <a:pt x="343568" y="864712"/>
                  </a:lnTo>
                  <a:lnTo>
                    <a:pt x="299149" y="852502"/>
                  </a:lnTo>
                  <a:lnTo>
                    <a:pt x="256750" y="835869"/>
                  </a:lnTo>
                  <a:lnTo>
                    <a:pt x="216637" y="815082"/>
                  </a:lnTo>
                  <a:lnTo>
                    <a:pt x="179078" y="790407"/>
                  </a:lnTo>
                  <a:lnTo>
                    <a:pt x="144340" y="762111"/>
                  </a:lnTo>
                  <a:lnTo>
                    <a:pt x="112690" y="730460"/>
                  </a:lnTo>
                  <a:lnTo>
                    <a:pt x="84393" y="695722"/>
                  </a:lnTo>
                  <a:lnTo>
                    <a:pt x="59718" y="658163"/>
                  </a:lnTo>
                  <a:lnTo>
                    <a:pt x="38931" y="618051"/>
                  </a:lnTo>
                  <a:lnTo>
                    <a:pt x="22299" y="575651"/>
                  </a:lnTo>
                  <a:lnTo>
                    <a:pt x="10088" y="531232"/>
                  </a:lnTo>
                  <a:lnTo>
                    <a:pt x="2566" y="485059"/>
                  </a:lnTo>
                  <a:lnTo>
                    <a:pt x="0" y="437400"/>
                  </a:lnTo>
                  <a:lnTo>
                    <a:pt x="2566" y="389741"/>
                  </a:lnTo>
                  <a:lnTo>
                    <a:pt x="10088" y="343568"/>
                  </a:lnTo>
                  <a:lnTo>
                    <a:pt x="22299" y="299149"/>
                  </a:lnTo>
                  <a:lnTo>
                    <a:pt x="38931" y="256750"/>
                  </a:lnTo>
                  <a:lnTo>
                    <a:pt x="59718" y="216637"/>
                  </a:lnTo>
                  <a:lnTo>
                    <a:pt x="84393" y="179078"/>
                  </a:lnTo>
                  <a:lnTo>
                    <a:pt x="112690" y="144340"/>
                  </a:lnTo>
                  <a:lnTo>
                    <a:pt x="144340" y="112690"/>
                  </a:lnTo>
                  <a:lnTo>
                    <a:pt x="179078" y="84393"/>
                  </a:lnTo>
                  <a:lnTo>
                    <a:pt x="216637" y="59718"/>
                  </a:lnTo>
                  <a:lnTo>
                    <a:pt x="256750" y="38931"/>
                  </a:lnTo>
                  <a:lnTo>
                    <a:pt x="299149" y="22299"/>
                  </a:lnTo>
                  <a:lnTo>
                    <a:pt x="343568" y="10088"/>
                  </a:lnTo>
                  <a:lnTo>
                    <a:pt x="389741" y="2566"/>
                  </a:lnTo>
                  <a:lnTo>
                    <a:pt x="437400" y="0"/>
                  </a:lnTo>
                  <a:lnTo>
                    <a:pt x="485059" y="2566"/>
                  </a:lnTo>
                  <a:lnTo>
                    <a:pt x="531231" y="10088"/>
                  </a:lnTo>
                  <a:lnTo>
                    <a:pt x="575650" y="22299"/>
                  </a:lnTo>
                  <a:lnTo>
                    <a:pt x="618049" y="38931"/>
                  </a:lnTo>
                  <a:lnTo>
                    <a:pt x="658160" y="59718"/>
                  </a:lnTo>
                  <a:lnTo>
                    <a:pt x="695718" y="84393"/>
                  </a:lnTo>
                  <a:lnTo>
                    <a:pt x="730454" y="112690"/>
                  </a:lnTo>
                  <a:lnTo>
                    <a:pt x="762104" y="144340"/>
                  </a:lnTo>
                  <a:lnTo>
                    <a:pt x="790399" y="179078"/>
                  </a:lnTo>
                  <a:lnTo>
                    <a:pt x="815073" y="216637"/>
                  </a:lnTo>
                  <a:lnTo>
                    <a:pt x="835859" y="256750"/>
                  </a:lnTo>
                  <a:lnTo>
                    <a:pt x="852490" y="299149"/>
                  </a:lnTo>
                  <a:lnTo>
                    <a:pt x="864700" y="343568"/>
                  </a:lnTo>
                  <a:lnTo>
                    <a:pt x="872222" y="389741"/>
                  </a:lnTo>
                  <a:lnTo>
                    <a:pt x="874788" y="437400"/>
                  </a:lnTo>
                  <a:lnTo>
                    <a:pt x="872222" y="485059"/>
                  </a:lnTo>
                  <a:lnTo>
                    <a:pt x="864700" y="531232"/>
                  </a:lnTo>
                  <a:lnTo>
                    <a:pt x="852490" y="575651"/>
                  </a:lnTo>
                  <a:lnTo>
                    <a:pt x="835859" y="618051"/>
                  </a:lnTo>
                  <a:lnTo>
                    <a:pt x="815073" y="658163"/>
                  </a:lnTo>
                  <a:lnTo>
                    <a:pt x="790399" y="695722"/>
                  </a:lnTo>
                  <a:lnTo>
                    <a:pt x="762104" y="730460"/>
                  </a:lnTo>
                  <a:lnTo>
                    <a:pt x="730454" y="762111"/>
                  </a:lnTo>
                  <a:lnTo>
                    <a:pt x="695718" y="790407"/>
                  </a:lnTo>
                  <a:lnTo>
                    <a:pt x="658160" y="815082"/>
                  </a:lnTo>
                  <a:lnTo>
                    <a:pt x="618049" y="835869"/>
                  </a:lnTo>
                  <a:lnTo>
                    <a:pt x="575650" y="852502"/>
                  </a:lnTo>
                  <a:lnTo>
                    <a:pt x="531231" y="864712"/>
                  </a:lnTo>
                  <a:lnTo>
                    <a:pt x="485059" y="872234"/>
                  </a:lnTo>
                  <a:lnTo>
                    <a:pt x="437400" y="8748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08780" y="385337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1276" y="3245866"/>
              <a:ext cx="1215390" cy="1215390"/>
            </a:xfrm>
            <a:custGeom>
              <a:avLst/>
              <a:gdLst/>
              <a:ahLst/>
              <a:cxnLst/>
              <a:rect l="l" t="t" r="r" b="b"/>
              <a:pathLst>
                <a:path w="1215389" h="1215389">
                  <a:moveTo>
                    <a:pt x="1214996" y="607504"/>
                  </a:moveTo>
                  <a:lnTo>
                    <a:pt x="0" y="607504"/>
                  </a:lnTo>
                </a:path>
                <a:path w="1215389" h="1215389">
                  <a:moveTo>
                    <a:pt x="607504" y="0"/>
                  </a:moveTo>
                  <a:lnTo>
                    <a:pt x="607504" y="1215009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32" y="3599383"/>
              <a:ext cx="132676" cy="17501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9177" y="3723766"/>
              <a:ext cx="259194" cy="25919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9177" y="3723766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>
                  <a:moveTo>
                    <a:pt x="129603" y="259207"/>
                  </a:moveTo>
                  <a:lnTo>
                    <a:pt x="180048" y="249021"/>
                  </a:lnTo>
                  <a:lnTo>
                    <a:pt x="221240" y="221246"/>
                  </a:lnTo>
                  <a:lnTo>
                    <a:pt x="249011" y="180050"/>
                  </a:lnTo>
                  <a:lnTo>
                    <a:pt x="259194" y="129603"/>
                  </a:lnTo>
                  <a:lnTo>
                    <a:pt x="249011" y="79156"/>
                  </a:lnTo>
                  <a:lnTo>
                    <a:pt x="221240" y="37960"/>
                  </a:lnTo>
                  <a:lnTo>
                    <a:pt x="180048" y="10185"/>
                  </a:lnTo>
                  <a:lnTo>
                    <a:pt x="129603" y="0"/>
                  </a:lnTo>
                  <a:lnTo>
                    <a:pt x="79156" y="10185"/>
                  </a:lnTo>
                  <a:lnTo>
                    <a:pt x="37960" y="37960"/>
                  </a:lnTo>
                  <a:lnTo>
                    <a:pt x="10185" y="79156"/>
                  </a:lnTo>
                  <a:lnTo>
                    <a:pt x="0" y="129603"/>
                  </a:lnTo>
                  <a:lnTo>
                    <a:pt x="10185" y="180050"/>
                  </a:lnTo>
                  <a:lnTo>
                    <a:pt x="37960" y="221246"/>
                  </a:lnTo>
                  <a:lnTo>
                    <a:pt x="79156" y="249021"/>
                  </a:lnTo>
                  <a:lnTo>
                    <a:pt x="129603" y="25920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9922" y="3571769"/>
              <a:ext cx="227211" cy="22720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23534" y="1830577"/>
              <a:ext cx="605790" cy="1854835"/>
            </a:xfrm>
            <a:custGeom>
              <a:avLst/>
              <a:gdLst/>
              <a:ahLst/>
              <a:cxnLst/>
              <a:rect l="l" t="t" r="r" b="b"/>
              <a:pathLst>
                <a:path w="605789" h="1854835">
                  <a:moveTo>
                    <a:pt x="605294" y="0"/>
                  </a:moveTo>
                  <a:lnTo>
                    <a:pt x="0" y="1854796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28829" y="18305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28829" y="18305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28829" y="183057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99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69623" y="1571370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401" y="259194"/>
                  </a:moveTo>
                  <a:lnTo>
                    <a:pt x="259207" y="259194"/>
                  </a:lnTo>
                  <a:lnTo>
                    <a:pt x="259207" y="0"/>
                  </a:lnTo>
                  <a:lnTo>
                    <a:pt x="212610" y="4178"/>
                  </a:lnTo>
                  <a:lnTo>
                    <a:pt x="168757" y="16217"/>
                  </a:lnTo>
                  <a:lnTo>
                    <a:pt x="128371" y="35394"/>
                  </a:lnTo>
                  <a:lnTo>
                    <a:pt x="92202" y="60972"/>
                  </a:lnTo>
                  <a:lnTo>
                    <a:pt x="60960" y="92214"/>
                  </a:lnTo>
                  <a:lnTo>
                    <a:pt x="35382" y="128384"/>
                  </a:lnTo>
                  <a:lnTo>
                    <a:pt x="16205" y="168770"/>
                  </a:lnTo>
                  <a:lnTo>
                    <a:pt x="4165" y="212623"/>
                  </a:lnTo>
                  <a:lnTo>
                    <a:pt x="0" y="259207"/>
                  </a:lnTo>
                  <a:lnTo>
                    <a:pt x="259194" y="259207"/>
                  </a:lnTo>
                  <a:lnTo>
                    <a:pt x="259194" y="518388"/>
                  </a:lnTo>
                  <a:lnTo>
                    <a:pt x="305777" y="514223"/>
                  </a:lnTo>
                  <a:lnTo>
                    <a:pt x="349631" y="502183"/>
                  </a:lnTo>
                  <a:lnTo>
                    <a:pt x="390017" y="483006"/>
                  </a:lnTo>
                  <a:lnTo>
                    <a:pt x="426186" y="457441"/>
                  </a:lnTo>
                  <a:lnTo>
                    <a:pt x="457428" y="426199"/>
                  </a:lnTo>
                  <a:lnTo>
                    <a:pt x="483006" y="390017"/>
                  </a:lnTo>
                  <a:lnTo>
                    <a:pt x="502183" y="349643"/>
                  </a:lnTo>
                  <a:lnTo>
                    <a:pt x="514223" y="305790"/>
                  </a:lnTo>
                  <a:lnTo>
                    <a:pt x="518401" y="259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69623" y="1571383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401" y="259194"/>
                  </a:moveTo>
                  <a:lnTo>
                    <a:pt x="514223" y="212610"/>
                  </a:lnTo>
                  <a:lnTo>
                    <a:pt x="502183" y="168757"/>
                  </a:lnTo>
                  <a:lnTo>
                    <a:pt x="483006" y="128371"/>
                  </a:lnTo>
                  <a:lnTo>
                    <a:pt x="457428" y="92202"/>
                  </a:lnTo>
                  <a:lnTo>
                    <a:pt x="426186" y="60960"/>
                  </a:lnTo>
                  <a:lnTo>
                    <a:pt x="390017" y="35394"/>
                  </a:lnTo>
                  <a:lnTo>
                    <a:pt x="349631" y="16217"/>
                  </a:lnTo>
                  <a:lnTo>
                    <a:pt x="305777" y="4178"/>
                  </a:lnTo>
                  <a:lnTo>
                    <a:pt x="259194" y="0"/>
                  </a:lnTo>
                  <a:lnTo>
                    <a:pt x="259194" y="259181"/>
                  </a:lnTo>
                  <a:lnTo>
                    <a:pt x="0" y="259181"/>
                  </a:lnTo>
                  <a:lnTo>
                    <a:pt x="4165" y="305777"/>
                  </a:lnTo>
                  <a:lnTo>
                    <a:pt x="16205" y="349631"/>
                  </a:lnTo>
                  <a:lnTo>
                    <a:pt x="35382" y="390017"/>
                  </a:lnTo>
                  <a:lnTo>
                    <a:pt x="60960" y="426186"/>
                  </a:lnTo>
                  <a:lnTo>
                    <a:pt x="92202" y="457428"/>
                  </a:lnTo>
                  <a:lnTo>
                    <a:pt x="128371" y="483006"/>
                  </a:lnTo>
                  <a:lnTo>
                    <a:pt x="168757" y="502183"/>
                  </a:lnTo>
                  <a:lnTo>
                    <a:pt x="212610" y="514223"/>
                  </a:lnTo>
                  <a:lnTo>
                    <a:pt x="259207" y="518388"/>
                  </a:lnTo>
                  <a:lnTo>
                    <a:pt x="259207" y="259194"/>
                  </a:lnTo>
                  <a:lnTo>
                    <a:pt x="518401" y="25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69622" y="1571383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259207" y="518388"/>
                  </a:moveTo>
                  <a:lnTo>
                    <a:pt x="305795" y="514212"/>
                  </a:lnTo>
                  <a:lnTo>
                    <a:pt x="349645" y="502171"/>
                  </a:lnTo>
                  <a:lnTo>
                    <a:pt x="390024" y="482999"/>
                  </a:lnTo>
                  <a:lnTo>
                    <a:pt x="426199" y="457426"/>
                  </a:lnTo>
                  <a:lnTo>
                    <a:pt x="457439" y="426186"/>
                  </a:lnTo>
                  <a:lnTo>
                    <a:pt x="483012" y="390011"/>
                  </a:lnTo>
                  <a:lnTo>
                    <a:pt x="502184" y="349632"/>
                  </a:lnTo>
                  <a:lnTo>
                    <a:pt x="514225" y="305782"/>
                  </a:lnTo>
                  <a:lnTo>
                    <a:pt x="518401" y="259194"/>
                  </a:lnTo>
                  <a:lnTo>
                    <a:pt x="514225" y="212602"/>
                  </a:lnTo>
                  <a:lnTo>
                    <a:pt x="502184" y="168750"/>
                  </a:lnTo>
                  <a:lnTo>
                    <a:pt x="483012" y="128371"/>
                  </a:lnTo>
                  <a:lnTo>
                    <a:pt x="457439" y="92196"/>
                  </a:lnTo>
                  <a:lnTo>
                    <a:pt x="426199" y="60957"/>
                  </a:lnTo>
                  <a:lnTo>
                    <a:pt x="390024" y="35386"/>
                  </a:lnTo>
                  <a:lnTo>
                    <a:pt x="349645" y="16215"/>
                  </a:lnTo>
                  <a:lnTo>
                    <a:pt x="305795" y="4175"/>
                  </a:lnTo>
                  <a:lnTo>
                    <a:pt x="259207" y="0"/>
                  </a:lnTo>
                  <a:lnTo>
                    <a:pt x="212614" y="4175"/>
                  </a:lnTo>
                  <a:lnTo>
                    <a:pt x="168761" y="16215"/>
                  </a:lnTo>
                  <a:lnTo>
                    <a:pt x="128381" y="35386"/>
                  </a:lnTo>
                  <a:lnTo>
                    <a:pt x="92203" y="60957"/>
                  </a:lnTo>
                  <a:lnTo>
                    <a:pt x="60962" y="92196"/>
                  </a:lnTo>
                  <a:lnTo>
                    <a:pt x="35389" y="128371"/>
                  </a:lnTo>
                  <a:lnTo>
                    <a:pt x="16216" y="168750"/>
                  </a:lnTo>
                  <a:lnTo>
                    <a:pt x="4176" y="212602"/>
                  </a:lnTo>
                  <a:lnTo>
                    <a:pt x="0" y="259194"/>
                  </a:lnTo>
                  <a:lnTo>
                    <a:pt x="4176" y="305782"/>
                  </a:lnTo>
                  <a:lnTo>
                    <a:pt x="16216" y="349632"/>
                  </a:lnTo>
                  <a:lnTo>
                    <a:pt x="35389" y="390011"/>
                  </a:lnTo>
                  <a:lnTo>
                    <a:pt x="60962" y="426186"/>
                  </a:lnTo>
                  <a:lnTo>
                    <a:pt x="92203" y="457426"/>
                  </a:lnTo>
                  <a:lnTo>
                    <a:pt x="128381" y="482999"/>
                  </a:lnTo>
                  <a:lnTo>
                    <a:pt x="168761" y="502171"/>
                  </a:lnTo>
                  <a:lnTo>
                    <a:pt x="212614" y="514212"/>
                  </a:lnTo>
                  <a:lnTo>
                    <a:pt x="259207" y="5183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86098" y="3015614"/>
              <a:ext cx="462280" cy="150495"/>
            </a:xfrm>
            <a:custGeom>
              <a:avLst/>
              <a:gdLst/>
              <a:ahLst/>
              <a:cxnLst/>
              <a:rect l="l" t="t" r="r" b="b"/>
              <a:pathLst>
                <a:path w="462279" h="150494">
                  <a:moveTo>
                    <a:pt x="0" y="0"/>
                  </a:moveTo>
                  <a:lnTo>
                    <a:pt x="462203" y="150177"/>
                  </a:lnTo>
                </a:path>
              </a:pathLst>
            </a:custGeom>
            <a:ln w="38099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24894" y="3004591"/>
              <a:ext cx="389255" cy="267970"/>
            </a:xfrm>
            <a:custGeom>
              <a:avLst/>
              <a:gdLst/>
              <a:ahLst/>
              <a:cxnLst/>
              <a:rect l="l" t="t" r="r" b="b"/>
              <a:pathLst>
                <a:path w="389254" h="267970">
                  <a:moveTo>
                    <a:pt x="389153" y="95707"/>
                  </a:moveTo>
                  <a:lnTo>
                    <a:pt x="0" y="0"/>
                  </a:lnTo>
                  <a:lnTo>
                    <a:pt x="298322" y="267576"/>
                  </a:lnTo>
                  <a:lnTo>
                    <a:pt x="389153" y="957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24894" y="3004591"/>
              <a:ext cx="1377950" cy="293370"/>
            </a:xfrm>
            <a:custGeom>
              <a:avLst/>
              <a:gdLst/>
              <a:ahLst/>
              <a:cxnLst/>
              <a:rect l="l" t="t" r="r" b="b"/>
              <a:pathLst>
                <a:path w="1377950" h="293370">
                  <a:moveTo>
                    <a:pt x="0" y="0"/>
                  </a:moveTo>
                  <a:lnTo>
                    <a:pt x="389153" y="95707"/>
                  </a:lnTo>
                  <a:lnTo>
                    <a:pt x="298322" y="267576"/>
                  </a:lnTo>
                  <a:lnTo>
                    <a:pt x="0" y="0"/>
                  </a:lnTo>
                  <a:close/>
                </a:path>
                <a:path w="1377950" h="293370">
                  <a:moveTo>
                    <a:pt x="1377645" y="218490"/>
                  </a:moveTo>
                  <a:lnTo>
                    <a:pt x="1244295" y="257467"/>
                  </a:lnTo>
                  <a:lnTo>
                    <a:pt x="1103845" y="283108"/>
                  </a:lnTo>
                  <a:lnTo>
                    <a:pt x="967460" y="293192"/>
                  </a:lnTo>
                  <a:lnTo>
                    <a:pt x="830567" y="291452"/>
                  </a:lnTo>
                  <a:lnTo>
                    <a:pt x="687933" y="279869"/>
                  </a:lnTo>
                  <a:lnTo>
                    <a:pt x="552145" y="249656"/>
                  </a:lnTo>
                  <a:lnTo>
                    <a:pt x="416559" y="209334"/>
                  </a:lnTo>
                  <a:lnTo>
                    <a:pt x="343738" y="181635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1955" y="3558616"/>
              <a:ext cx="89039" cy="7015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27409" y="3913797"/>
              <a:ext cx="934719" cy="2849880"/>
            </a:xfrm>
            <a:custGeom>
              <a:avLst/>
              <a:gdLst/>
              <a:ahLst/>
              <a:cxnLst/>
              <a:rect l="l" t="t" r="r" b="b"/>
              <a:pathLst>
                <a:path w="934720" h="2849879">
                  <a:moveTo>
                    <a:pt x="934262" y="0"/>
                  </a:moveTo>
                  <a:lnTo>
                    <a:pt x="0" y="2849308"/>
                  </a:lnTo>
                </a:path>
              </a:pathLst>
            </a:custGeom>
            <a:ln w="25400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67230" y="2879305"/>
              <a:ext cx="0" cy="3884295"/>
            </a:xfrm>
            <a:custGeom>
              <a:avLst/>
              <a:gdLst/>
              <a:ahLst/>
              <a:cxnLst/>
              <a:rect l="l" t="t" r="r" b="b"/>
              <a:pathLst>
                <a:path h="3884295">
                  <a:moveTo>
                    <a:pt x="0" y="0"/>
                  </a:moveTo>
                  <a:lnTo>
                    <a:pt x="0" y="3883799"/>
                  </a:lnTo>
                </a:path>
              </a:pathLst>
            </a:custGeom>
            <a:ln w="25400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154530" y="1841944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>
                  <a:moveTo>
                    <a:pt x="0" y="0"/>
                  </a:moveTo>
                  <a:lnTo>
                    <a:pt x="25400" y="0"/>
                  </a:lnTo>
                </a:path>
              </a:pathLst>
            </a:custGeom>
            <a:ln w="22732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3845" y="3750140"/>
              <a:ext cx="113703" cy="1137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378710" y="3624237"/>
              <a:ext cx="680720" cy="1029969"/>
            </a:xfrm>
            <a:custGeom>
              <a:avLst/>
              <a:gdLst/>
              <a:ahLst/>
              <a:cxnLst/>
              <a:rect l="l" t="t" r="r" b="b"/>
              <a:pathLst>
                <a:path w="680720" h="1029970">
                  <a:moveTo>
                    <a:pt x="680656" y="909840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424268" y="1029398"/>
                  </a:lnTo>
                  <a:lnTo>
                    <a:pt x="680656" y="90984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78710" y="3624237"/>
              <a:ext cx="680720" cy="1029969"/>
            </a:xfrm>
            <a:custGeom>
              <a:avLst/>
              <a:gdLst/>
              <a:ahLst/>
              <a:cxnLst/>
              <a:rect l="l" t="t" r="r" b="b"/>
              <a:pathLst>
                <a:path w="680720" h="1029970">
                  <a:moveTo>
                    <a:pt x="680656" y="909840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424268" y="1029398"/>
                  </a:lnTo>
                  <a:lnTo>
                    <a:pt x="680656" y="90984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454606" y="3755694"/>
              <a:ext cx="586740" cy="889635"/>
            </a:xfrm>
            <a:custGeom>
              <a:avLst/>
              <a:gdLst/>
              <a:ahLst/>
              <a:cxnLst/>
              <a:rect l="l" t="t" r="r" b="b"/>
              <a:pathLst>
                <a:path w="586740" h="889635">
                  <a:moveTo>
                    <a:pt x="367017" y="889241"/>
                  </a:moveTo>
                  <a:lnTo>
                    <a:pt x="0" y="102171"/>
                  </a:lnTo>
                </a:path>
                <a:path w="586740" h="889635">
                  <a:moveTo>
                    <a:pt x="219087" y="0"/>
                  </a:moveTo>
                  <a:lnTo>
                    <a:pt x="586117" y="7870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35098" y="3624237"/>
              <a:ext cx="424815" cy="909955"/>
            </a:xfrm>
            <a:custGeom>
              <a:avLst/>
              <a:gdLst/>
              <a:ahLst/>
              <a:cxnLst/>
              <a:rect l="l" t="t" r="r" b="b"/>
              <a:pathLst>
                <a:path w="424815" h="909954">
                  <a:moveTo>
                    <a:pt x="424268" y="90984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468485" y="5961303"/>
              <a:ext cx="256540" cy="131445"/>
            </a:xfrm>
            <a:custGeom>
              <a:avLst/>
              <a:gdLst/>
              <a:ahLst/>
              <a:cxnLst/>
              <a:rect l="l" t="t" r="r" b="b"/>
              <a:pathLst>
                <a:path w="256540" h="131445">
                  <a:moveTo>
                    <a:pt x="256273" y="0"/>
                  </a:moveTo>
                  <a:lnTo>
                    <a:pt x="0" y="119506"/>
                  </a:lnTo>
                  <a:lnTo>
                    <a:pt x="24993" y="130835"/>
                  </a:lnTo>
                  <a:lnTo>
                    <a:pt x="244856" y="28321"/>
                  </a:lnTo>
                  <a:lnTo>
                    <a:pt x="25627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468485" y="5961303"/>
              <a:ext cx="256540" cy="131445"/>
            </a:xfrm>
            <a:custGeom>
              <a:avLst/>
              <a:gdLst/>
              <a:ahLst/>
              <a:cxnLst/>
              <a:rect l="l" t="t" r="r" b="b"/>
              <a:pathLst>
                <a:path w="256540" h="131445">
                  <a:moveTo>
                    <a:pt x="256273" y="0"/>
                  </a:moveTo>
                  <a:lnTo>
                    <a:pt x="0" y="119506"/>
                  </a:lnTo>
                  <a:lnTo>
                    <a:pt x="24993" y="130835"/>
                  </a:lnTo>
                  <a:lnTo>
                    <a:pt x="244856" y="28321"/>
                  </a:lnTo>
                  <a:lnTo>
                    <a:pt x="256273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96437" y="5806757"/>
              <a:ext cx="328930" cy="274320"/>
            </a:xfrm>
            <a:custGeom>
              <a:avLst/>
              <a:gdLst/>
              <a:ahLst/>
              <a:cxnLst/>
              <a:rect l="l" t="t" r="r" b="b"/>
              <a:pathLst>
                <a:path w="328929" h="274320">
                  <a:moveTo>
                    <a:pt x="328434" y="154495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72047" y="274053"/>
                  </a:lnTo>
                  <a:lnTo>
                    <a:pt x="328434" y="154495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96437" y="5806757"/>
              <a:ext cx="328930" cy="274320"/>
            </a:xfrm>
            <a:custGeom>
              <a:avLst/>
              <a:gdLst/>
              <a:ahLst/>
              <a:cxnLst/>
              <a:rect l="l" t="t" r="r" b="b"/>
              <a:pathLst>
                <a:path w="328929" h="274320">
                  <a:moveTo>
                    <a:pt x="256387" y="0"/>
                  </a:moveTo>
                  <a:lnTo>
                    <a:pt x="328434" y="154495"/>
                  </a:lnTo>
                  <a:lnTo>
                    <a:pt x="72047" y="274053"/>
                  </a:lnTo>
                  <a:lnTo>
                    <a:pt x="0" y="11955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415094" y="5815456"/>
              <a:ext cx="300355" cy="275590"/>
            </a:xfrm>
            <a:custGeom>
              <a:avLst/>
              <a:gdLst/>
              <a:ahLst/>
              <a:cxnLst/>
              <a:rect l="l" t="t" r="r" b="b"/>
              <a:pathLst>
                <a:path w="300354" h="275589">
                  <a:moveTo>
                    <a:pt x="299834" y="173164"/>
                  </a:moveTo>
                  <a:lnTo>
                    <a:pt x="219087" y="0"/>
                  </a:lnTo>
                </a:path>
                <a:path w="300354" h="275589">
                  <a:moveTo>
                    <a:pt x="0" y="102171"/>
                  </a:moveTo>
                  <a:lnTo>
                    <a:pt x="80746" y="2753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189021" y="4395863"/>
              <a:ext cx="801370" cy="1030605"/>
            </a:xfrm>
            <a:custGeom>
              <a:avLst/>
              <a:gdLst/>
              <a:ahLst/>
              <a:cxnLst/>
              <a:rect l="l" t="t" r="r" b="b"/>
              <a:pathLst>
                <a:path w="801370" h="1030604">
                  <a:moveTo>
                    <a:pt x="801027" y="820458"/>
                  </a:moveTo>
                  <a:lnTo>
                    <a:pt x="435317" y="28092"/>
                  </a:lnTo>
                  <a:lnTo>
                    <a:pt x="390055" y="0"/>
                  </a:lnTo>
                  <a:lnTo>
                    <a:pt x="371513" y="4864"/>
                  </a:lnTo>
                  <a:lnTo>
                    <a:pt x="29667" y="164274"/>
                  </a:lnTo>
                  <a:lnTo>
                    <a:pt x="14020" y="175361"/>
                  </a:lnTo>
                  <a:lnTo>
                    <a:pt x="0" y="206387"/>
                  </a:lnTo>
                  <a:lnTo>
                    <a:pt x="353517" y="972388"/>
                  </a:lnTo>
                  <a:lnTo>
                    <a:pt x="368744" y="1005014"/>
                  </a:lnTo>
                  <a:lnTo>
                    <a:pt x="378371" y="1017549"/>
                  </a:lnTo>
                  <a:lnTo>
                    <a:pt x="394233" y="1027176"/>
                  </a:lnTo>
                  <a:lnTo>
                    <a:pt x="412546" y="1029995"/>
                  </a:lnTo>
                  <a:lnTo>
                    <a:pt x="431812" y="1026680"/>
                  </a:lnTo>
                  <a:lnTo>
                    <a:pt x="773658" y="867270"/>
                  </a:lnTo>
                  <a:lnTo>
                    <a:pt x="788581" y="854633"/>
                  </a:lnTo>
                  <a:lnTo>
                    <a:pt x="798220" y="838796"/>
                  </a:lnTo>
                  <a:lnTo>
                    <a:pt x="801027" y="820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189021" y="4395863"/>
              <a:ext cx="801370" cy="1030605"/>
            </a:xfrm>
            <a:custGeom>
              <a:avLst/>
              <a:gdLst/>
              <a:ahLst/>
              <a:cxnLst/>
              <a:rect l="l" t="t" r="r" b="b"/>
              <a:pathLst>
                <a:path w="801370" h="1030604">
                  <a:moveTo>
                    <a:pt x="353517" y="972388"/>
                  </a:moveTo>
                  <a:lnTo>
                    <a:pt x="368744" y="1005014"/>
                  </a:lnTo>
                  <a:lnTo>
                    <a:pt x="378371" y="1017549"/>
                  </a:lnTo>
                  <a:lnTo>
                    <a:pt x="394233" y="1027176"/>
                  </a:lnTo>
                  <a:lnTo>
                    <a:pt x="412546" y="1029995"/>
                  </a:lnTo>
                  <a:lnTo>
                    <a:pt x="431812" y="1026680"/>
                  </a:lnTo>
                  <a:lnTo>
                    <a:pt x="773658" y="867270"/>
                  </a:lnTo>
                  <a:lnTo>
                    <a:pt x="788581" y="854633"/>
                  </a:lnTo>
                  <a:lnTo>
                    <a:pt x="798220" y="838796"/>
                  </a:lnTo>
                  <a:lnTo>
                    <a:pt x="801027" y="820458"/>
                  </a:lnTo>
                  <a:lnTo>
                    <a:pt x="797610" y="805027"/>
                  </a:lnTo>
                  <a:lnTo>
                    <a:pt x="435317" y="28092"/>
                  </a:lnTo>
                  <a:lnTo>
                    <a:pt x="424218" y="12420"/>
                  </a:lnTo>
                  <a:lnTo>
                    <a:pt x="408393" y="2806"/>
                  </a:lnTo>
                  <a:lnTo>
                    <a:pt x="390055" y="0"/>
                  </a:lnTo>
                  <a:lnTo>
                    <a:pt x="371513" y="4864"/>
                  </a:lnTo>
                  <a:lnTo>
                    <a:pt x="29667" y="164274"/>
                  </a:lnTo>
                  <a:lnTo>
                    <a:pt x="14020" y="175361"/>
                  </a:lnTo>
                  <a:lnTo>
                    <a:pt x="0" y="2063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4356" y="4980673"/>
              <a:ext cx="452755" cy="254000"/>
            </a:xfrm>
            <a:custGeom>
              <a:avLst/>
              <a:gdLst/>
              <a:ahLst/>
              <a:cxnLst/>
              <a:rect l="l" t="t" r="r" b="b"/>
              <a:pathLst>
                <a:path w="452754" h="254000">
                  <a:moveTo>
                    <a:pt x="452666" y="54381"/>
                  </a:moveTo>
                  <a:lnTo>
                    <a:pt x="427304" y="0"/>
                  </a:lnTo>
                  <a:lnTo>
                    <a:pt x="0" y="199263"/>
                  </a:lnTo>
                  <a:lnTo>
                    <a:pt x="25349" y="253644"/>
                  </a:lnTo>
                  <a:lnTo>
                    <a:pt x="452666" y="5438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944356" y="4980673"/>
              <a:ext cx="452755" cy="254000"/>
            </a:xfrm>
            <a:custGeom>
              <a:avLst/>
              <a:gdLst/>
              <a:ahLst/>
              <a:cxnLst/>
              <a:rect l="l" t="t" r="r" b="b"/>
              <a:pathLst>
                <a:path w="452754" h="254000">
                  <a:moveTo>
                    <a:pt x="452666" y="54381"/>
                  </a:moveTo>
                  <a:lnTo>
                    <a:pt x="427304" y="0"/>
                  </a:lnTo>
                  <a:lnTo>
                    <a:pt x="0" y="199263"/>
                  </a:lnTo>
                  <a:lnTo>
                    <a:pt x="25349" y="253644"/>
                  </a:lnTo>
                  <a:lnTo>
                    <a:pt x="452666" y="54381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728430" y="4518634"/>
              <a:ext cx="488950" cy="410845"/>
            </a:xfrm>
            <a:custGeom>
              <a:avLst/>
              <a:gdLst/>
              <a:ahLst/>
              <a:cxnLst/>
              <a:rect l="l" t="t" r="r" b="b"/>
              <a:pathLst>
                <a:path w="488950" h="410845">
                  <a:moveTo>
                    <a:pt x="488899" y="131051"/>
                  </a:moveTo>
                  <a:lnTo>
                    <a:pt x="475132" y="101536"/>
                  </a:lnTo>
                  <a:lnTo>
                    <a:pt x="474703" y="99904"/>
                  </a:lnTo>
                  <a:lnTo>
                    <a:pt x="429171" y="0"/>
                  </a:lnTo>
                  <a:lnTo>
                    <a:pt x="0" y="203034"/>
                  </a:lnTo>
                  <a:lnTo>
                    <a:pt x="93395" y="410730"/>
                  </a:lnTo>
                  <a:lnTo>
                    <a:pt x="488899" y="131051"/>
                  </a:lnTo>
                  <a:close/>
                </a:path>
                <a:path w="488950" h="410845">
                  <a:moveTo>
                    <a:pt x="488899" y="131051"/>
                  </a:moveTo>
                  <a:lnTo>
                    <a:pt x="470255" y="82969"/>
                  </a:lnTo>
                  <a:lnTo>
                    <a:pt x="474703" y="99904"/>
                  </a:lnTo>
                  <a:lnTo>
                    <a:pt x="488899" y="131051"/>
                  </a:lnTo>
                  <a:close/>
                </a:path>
                <a:path w="488950" h="410845">
                  <a:moveTo>
                    <a:pt x="488899" y="131051"/>
                  </a:moveTo>
                  <a:lnTo>
                    <a:pt x="474703" y="99904"/>
                  </a:lnTo>
                  <a:lnTo>
                    <a:pt x="475132" y="101536"/>
                  </a:lnTo>
                  <a:lnTo>
                    <a:pt x="488899" y="13105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728430" y="4518634"/>
              <a:ext cx="488950" cy="410845"/>
            </a:xfrm>
            <a:custGeom>
              <a:avLst/>
              <a:gdLst/>
              <a:ahLst/>
              <a:cxnLst/>
              <a:rect l="l" t="t" r="r" b="b"/>
              <a:pathLst>
                <a:path w="488950" h="410845">
                  <a:moveTo>
                    <a:pt x="93395" y="410730"/>
                  </a:moveTo>
                  <a:lnTo>
                    <a:pt x="0" y="203034"/>
                  </a:lnTo>
                  <a:lnTo>
                    <a:pt x="429171" y="0"/>
                  </a:lnTo>
                  <a:lnTo>
                    <a:pt x="488899" y="131051"/>
                  </a:lnTo>
                  <a:lnTo>
                    <a:pt x="475132" y="101536"/>
                  </a:lnTo>
                  <a:lnTo>
                    <a:pt x="470255" y="82969"/>
                  </a:lnTo>
                  <a:lnTo>
                    <a:pt x="488899" y="13105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088538" y="5357926"/>
              <a:ext cx="527050" cy="339725"/>
            </a:xfrm>
            <a:custGeom>
              <a:avLst/>
              <a:gdLst/>
              <a:ahLst/>
              <a:cxnLst/>
              <a:rect l="l" t="t" r="r" b="b"/>
              <a:pathLst>
                <a:path w="527050" h="339725">
                  <a:moveTo>
                    <a:pt x="527011" y="139026"/>
                  </a:moveTo>
                  <a:lnTo>
                    <a:pt x="462178" y="0"/>
                  </a:lnTo>
                  <a:lnTo>
                    <a:pt x="0" y="131229"/>
                  </a:lnTo>
                  <a:lnTo>
                    <a:pt x="97091" y="339445"/>
                  </a:lnTo>
                  <a:lnTo>
                    <a:pt x="527011" y="13902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088538" y="5357926"/>
              <a:ext cx="527050" cy="339725"/>
            </a:xfrm>
            <a:custGeom>
              <a:avLst/>
              <a:gdLst/>
              <a:ahLst/>
              <a:cxnLst/>
              <a:rect l="l" t="t" r="r" b="b"/>
              <a:pathLst>
                <a:path w="527050" h="339725">
                  <a:moveTo>
                    <a:pt x="462178" y="0"/>
                  </a:moveTo>
                  <a:lnTo>
                    <a:pt x="527011" y="139026"/>
                  </a:lnTo>
                  <a:lnTo>
                    <a:pt x="97091" y="339445"/>
                  </a:lnTo>
                  <a:lnTo>
                    <a:pt x="0" y="13122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721801" y="4496574"/>
              <a:ext cx="434975" cy="221615"/>
            </a:xfrm>
            <a:custGeom>
              <a:avLst/>
              <a:gdLst/>
              <a:ahLst/>
              <a:cxnLst/>
              <a:rect l="l" t="t" r="r" b="b"/>
              <a:pathLst>
                <a:path w="434975" h="221614">
                  <a:moveTo>
                    <a:pt x="434454" y="22682"/>
                  </a:moveTo>
                  <a:lnTo>
                    <a:pt x="427316" y="3314"/>
                  </a:lnTo>
                  <a:lnTo>
                    <a:pt x="418198" y="0"/>
                  </a:lnTo>
                  <a:lnTo>
                    <a:pt x="3314" y="193459"/>
                  </a:lnTo>
                  <a:lnTo>
                    <a:pt x="0" y="202577"/>
                  </a:lnTo>
                  <a:lnTo>
                    <a:pt x="8686" y="221221"/>
                  </a:lnTo>
                  <a:lnTo>
                    <a:pt x="434454" y="22682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721801" y="4496574"/>
              <a:ext cx="434975" cy="221615"/>
            </a:xfrm>
            <a:custGeom>
              <a:avLst/>
              <a:gdLst/>
              <a:ahLst/>
              <a:cxnLst/>
              <a:rect l="l" t="t" r="r" b="b"/>
              <a:pathLst>
                <a:path w="434975" h="221614">
                  <a:moveTo>
                    <a:pt x="8686" y="221221"/>
                  </a:moveTo>
                  <a:lnTo>
                    <a:pt x="0" y="202577"/>
                  </a:lnTo>
                  <a:lnTo>
                    <a:pt x="3314" y="193459"/>
                  </a:lnTo>
                  <a:lnTo>
                    <a:pt x="418198" y="0"/>
                  </a:lnTo>
                  <a:lnTo>
                    <a:pt x="427316" y="3314"/>
                  </a:lnTo>
                  <a:lnTo>
                    <a:pt x="434454" y="22682"/>
                  </a:lnTo>
                  <a:lnTo>
                    <a:pt x="8686" y="221221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185681" y="5495645"/>
              <a:ext cx="436245" cy="220979"/>
            </a:xfrm>
            <a:custGeom>
              <a:avLst/>
              <a:gdLst/>
              <a:ahLst/>
              <a:cxnLst/>
              <a:rect l="l" t="t" r="r" b="b"/>
              <a:pathLst>
                <a:path w="436245" h="220979">
                  <a:moveTo>
                    <a:pt x="436016" y="17932"/>
                  </a:moveTo>
                  <a:lnTo>
                    <a:pt x="425767" y="0"/>
                  </a:lnTo>
                  <a:lnTo>
                    <a:pt x="0" y="198539"/>
                  </a:lnTo>
                  <a:lnTo>
                    <a:pt x="8699" y="217195"/>
                  </a:lnTo>
                  <a:lnTo>
                    <a:pt x="17805" y="220510"/>
                  </a:lnTo>
                  <a:lnTo>
                    <a:pt x="432688" y="27038"/>
                  </a:lnTo>
                  <a:lnTo>
                    <a:pt x="436016" y="17932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185681" y="5495645"/>
              <a:ext cx="436245" cy="220979"/>
            </a:xfrm>
            <a:custGeom>
              <a:avLst/>
              <a:gdLst/>
              <a:ahLst/>
              <a:cxnLst/>
              <a:rect l="l" t="t" r="r" b="b"/>
              <a:pathLst>
                <a:path w="436245" h="220979">
                  <a:moveTo>
                    <a:pt x="0" y="198539"/>
                  </a:moveTo>
                  <a:lnTo>
                    <a:pt x="8699" y="217195"/>
                  </a:lnTo>
                  <a:lnTo>
                    <a:pt x="17805" y="220510"/>
                  </a:lnTo>
                  <a:lnTo>
                    <a:pt x="432688" y="27038"/>
                  </a:lnTo>
                  <a:lnTo>
                    <a:pt x="436016" y="17932"/>
                  </a:lnTo>
                  <a:lnTo>
                    <a:pt x="425767" y="0"/>
                  </a:lnTo>
                  <a:lnTo>
                    <a:pt x="0" y="19853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83779" y="3320986"/>
              <a:ext cx="1205230" cy="633730"/>
            </a:xfrm>
            <a:custGeom>
              <a:avLst/>
              <a:gdLst/>
              <a:ahLst/>
              <a:cxnLst/>
              <a:rect l="l" t="t" r="r" b="b"/>
              <a:pathLst>
                <a:path w="1205229" h="633729">
                  <a:moveTo>
                    <a:pt x="1205052" y="91681"/>
                  </a:moveTo>
                  <a:lnTo>
                    <a:pt x="1162304" y="0"/>
                  </a:lnTo>
                  <a:lnTo>
                    <a:pt x="0" y="541985"/>
                  </a:lnTo>
                  <a:lnTo>
                    <a:pt x="42748" y="633666"/>
                  </a:lnTo>
                  <a:lnTo>
                    <a:pt x="1205052" y="91681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83778" y="3320986"/>
              <a:ext cx="1205230" cy="633730"/>
            </a:xfrm>
            <a:custGeom>
              <a:avLst/>
              <a:gdLst/>
              <a:ahLst/>
              <a:cxnLst/>
              <a:rect l="l" t="t" r="r" b="b"/>
              <a:pathLst>
                <a:path w="1205229" h="633729">
                  <a:moveTo>
                    <a:pt x="1205052" y="91681"/>
                  </a:moveTo>
                  <a:lnTo>
                    <a:pt x="42748" y="633666"/>
                  </a:lnTo>
                  <a:lnTo>
                    <a:pt x="0" y="541985"/>
                  </a:lnTo>
                  <a:lnTo>
                    <a:pt x="1162303" y="0"/>
                  </a:lnTo>
                  <a:lnTo>
                    <a:pt x="1205052" y="916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013598" y="3344545"/>
              <a:ext cx="940435" cy="579755"/>
            </a:xfrm>
            <a:custGeom>
              <a:avLst/>
              <a:gdLst/>
              <a:ahLst/>
              <a:cxnLst/>
              <a:rect l="l" t="t" r="r" b="b"/>
              <a:pathLst>
                <a:path w="940434" h="579754">
                  <a:moveTo>
                    <a:pt x="0" y="399249"/>
                  </a:moveTo>
                  <a:lnTo>
                    <a:pt x="84048" y="579501"/>
                  </a:lnTo>
                </a:path>
                <a:path w="940434" h="579754">
                  <a:moveTo>
                    <a:pt x="940244" y="180251"/>
                  </a:moveTo>
                  <a:lnTo>
                    <a:pt x="856183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435949" y="3746995"/>
              <a:ext cx="256540" cy="120014"/>
            </a:xfrm>
            <a:custGeom>
              <a:avLst/>
              <a:gdLst/>
              <a:ahLst/>
              <a:cxnLst/>
              <a:rect l="l" t="t" r="r" b="b"/>
              <a:pathLst>
                <a:path w="256540" h="120014">
                  <a:moveTo>
                    <a:pt x="0" y="119557"/>
                  </a:moveTo>
                  <a:lnTo>
                    <a:pt x="25638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837866" y="3366630"/>
              <a:ext cx="153670" cy="143510"/>
            </a:xfrm>
            <a:custGeom>
              <a:avLst/>
              <a:gdLst/>
              <a:ahLst/>
              <a:cxnLst/>
              <a:rect l="l" t="t" r="r" b="b"/>
              <a:pathLst>
                <a:path w="153670" h="143510">
                  <a:moveTo>
                    <a:pt x="42748" y="143128"/>
                  </a:moveTo>
                  <a:lnTo>
                    <a:pt x="0" y="51447"/>
                  </a:lnTo>
                </a:path>
                <a:path w="153670" h="143510">
                  <a:moveTo>
                    <a:pt x="110324" y="0"/>
                  </a:moveTo>
                  <a:lnTo>
                    <a:pt x="153073" y="91681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51227" y="4376864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83" y="87617"/>
                  </a:moveTo>
                  <a:lnTo>
                    <a:pt x="459943" y="2171"/>
                  </a:lnTo>
                  <a:lnTo>
                    <a:pt x="436219" y="0"/>
                  </a:lnTo>
                  <a:lnTo>
                    <a:pt x="416229" y="1752"/>
                  </a:lnTo>
                  <a:lnTo>
                    <a:pt x="48793" y="171196"/>
                  </a:lnTo>
                  <a:lnTo>
                    <a:pt x="13563" y="197078"/>
                  </a:lnTo>
                  <a:lnTo>
                    <a:pt x="0" y="216649"/>
                  </a:lnTo>
                  <a:lnTo>
                    <a:pt x="39839" y="302094"/>
                  </a:lnTo>
                  <a:lnTo>
                    <a:pt x="62839" y="302742"/>
                  </a:lnTo>
                  <a:lnTo>
                    <a:pt x="82829" y="300989"/>
                  </a:lnTo>
                  <a:lnTo>
                    <a:pt x="451002" y="133096"/>
                  </a:lnTo>
                  <a:lnTo>
                    <a:pt x="485495" y="105663"/>
                  </a:lnTo>
                  <a:lnTo>
                    <a:pt x="499783" y="8761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651227" y="4376864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32" y="293954"/>
                  </a:moveTo>
                  <a:lnTo>
                    <a:pt x="82829" y="300989"/>
                  </a:lnTo>
                  <a:lnTo>
                    <a:pt x="62839" y="302742"/>
                  </a:lnTo>
                  <a:lnTo>
                    <a:pt x="39839" y="302094"/>
                  </a:lnTo>
                  <a:lnTo>
                    <a:pt x="0" y="216649"/>
                  </a:lnTo>
                  <a:lnTo>
                    <a:pt x="13563" y="197078"/>
                  </a:lnTo>
                  <a:lnTo>
                    <a:pt x="48793" y="171196"/>
                  </a:lnTo>
                  <a:lnTo>
                    <a:pt x="393750" y="10337"/>
                  </a:lnTo>
                  <a:lnTo>
                    <a:pt x="436219" y="0"/>
                  </a:lnTo>
                  <a:lnTo>
                    <a:pt x="459943" y="2171"/>
                  </a:lnTo>
                  <a:lnTo>
                    <a:pt x="499783" y="87617"/>
                  </a:lnTo>
                  <a:lnTo>
                    <a:pt x="485495" y="105663"/>
                  </a:lnTo>
                  <a:lnTo>
                    <a:pt x="471297" y="119849"/>
                  </a:lnTo>
                  <a:lnTo>
                    <a:pt x="451002" y="133096"/>
                  </a:lnTo>
                  <a:lnTo>
                    <a:pt x="106032" y="293954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49601" y="4533823"/>
              <a:ext cx="161175" cy="14895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767762" y="4432655"/>
              <a:ext cx="268605" cy="192405"/>
            </a:xfrm>
            <a:custGeom>
              <a:avLst/>
              <a:gdLst/>
              <a:ahLst/>
              <a:cxnLst/>
              <a:rect l="l" t="t" r="r" b="b"/>
              <a:pathLst>
                <a:path w="268604" h="192404">
                  <a:moveTo>
                    <a:pt x="268262" y="85445"/>
                  </a:moveTo>
                  <a:lnTo>
                    <a:pt x="228422" y="0"/>
                  </a:lnTo>
                  <a:lnTo>
                    <a:pt x="177558" y="8585"/>
                  </a:lnTo>
                  <a:lnTo>
                    <a:pt x="128054" y="24117"/>
                  </a:lnTo>
                  <a:lnTo>
                    <a:pt x="82981" y="45123"/>
                  </a:lnTo>
                  <a:lnTo>
                    <a:pt x="37719" y="73799"/>
                  </a:lnTo>
                  <a:lnTo>
                    <a:pt x="0" y="106514"/>
                  </a:lnTo>
                  <a:lnTo>
                    <a:pt x="39839" y="191960"/>
                  </a:lnTo>
                  <a:lnTo>
                    <a:pt x="88430" y="182575"/>
                  </a:lnTo>
                  <a:lnTo>
                    <a:pt x="139496" y="166319"/>
                  </a:lnTo>
                  <a:lnTo>
                    <a:pt x="184569" y="145313"/>
                  </a:lnTo>
                  <a:lnTo>
                    <a:pt x="228282" y="117360"/>
                  </a:lnTo>
                  <a:lnTo>
                    <a:pt x="268262" y="8544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767762" y="4432655"/>
              <a:ext cx="268605" cy="192405"/>
            </a:xfrm>
            <a:custGeom>
              <a:avLst/>
              <a:gdLst/>
              <a:ahLst/>
              <a:cxnLst/>
              <a:rect l="l" t="t" r="r" b="b"/>
              <a:pathLst>
                <a:path w="268604" h="192404">
                  <a:moveTo>
                    <a:pt x="0" y="106514"/>
                  </a:moveTo>
                  <a:lnTo>
                    <a:pt x="39839" y="191960"/>
                  </a:lnTo>
                  <a:lnTo>
                    <a:pt x="88430" y="182575"/>
                  </a:lnTo>
                  <a:lnTo>
                    <a:pt x="139496" y="166319"/>
                  </a:lnTo>
                  <a:lnTo>
                    <a:pt x="184569" y="145313"/>
                  </a:lnTo>
                  <a:lnTo>
                    <a:pt x="228282" y="117360"/>
                  </a:lnTo>
                  <a:lnTo>
                    <a:pt x="268262" y="85445"/>
                  </a:lnTo>
                  <a:lnTo>
                    <a:pt x="228422" y="0"/>
                  </a:lnTo>
                  <a:lnTo>
                    <a:pt x="177558" y="8585"/>
                  </a:lnTo>
                  <a:lnTo>
                    <a:pt x="128054" y="24117"/>
                  </a:lnTo>
                  <a:lnTo>
                    <a:pt x="82981" y="45123"/>
                  </a:lnTo>
                  <a:lnTo>
                    <a:pt x="37719" y="73799"/>
                  </a:lnTo>
                  <a:lnTo>
                    <a:pt x="0" y="1065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93009" y="4373689"/>
              <a:ext cx="161175" cy="14895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981683" y="3766604"/>
              <a:ext cx="151765" cy="142875"/>
            </a:xfrm>
            <a:custGeom>
              <a:avLst/>
              <a:gdLst/>
              <a:ahLst/>
              <a:cxnLst/>
              <a:rect l="l" t="t" r="r" b="b"/>
              <a:pathLst>
                <a:path w="151765" h="142875">
                  <a:moveTo>
                    <a:pt x="151510" y="91681"/>
                  </a:moveTo>
                  <a:lnTo>
                    <a:pt x="108762" y="0"/>
                  </a:lnTo>
                </a:path>
                <a:path w="151765" h="142875">
                  <a:moveTo>
                    <a:pt x="0" y="50723"/>
                  </a:moveTo>
                  <a:lnTo>
                    <a:pt x="42748" y="142405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338248" y="3607549"/>
              <a:ext cx="340360" cy="172720"/>
            </a:xfrm>
            <a:custGeom>
              <a:avLst/>
              <a:gdLst/>
              <a:ahLst/>
              <a:cxnLst/>
              <a:rect l="l" t="t" r="r" b="b"/>
              <a:pathLst>
                <a:path w="340359" h="172720">
                  <a:moveTo>
                    <a:pt x="57442" y="172669"/>
                  </a:moveTo>
                  <a:lnTo>
                    <a:pt x="40462" y="136245"/>
                  </a:lnTo>
                  <a:lnTo>
                    <a:pt x="0" y="155117"/>
                  </a:lnTo>
                  <a:lnTo>
                    <a:pt x="57442" y="172669"/>
                  </a:lnTo>
                  <a:close/>
                </a:path>
                <a:path w="340359" h="172720">
                  <a:moveTo>
                    <a:pt x="340233" y="0"/>
                  </a:moveTo>
                  <a:lnTo>
                    <a:pt x="299770" y="18872"/>
                  </a:lnTo>
                  <a:lnTo>
                    <a:pt x="316750" y="55295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06511" y="4883391"/>
              <a:ext cx="736600" cy="1191895"/>
            </a:xfrm>
            <a:custGeom>
              <a:avLst/>
              <a:gdLst/>
              <a:ahLst/>
              <a:cxnLst/>
              <a:rect l="l" t="t" r="r" b="b"/>
              <a:pathLst>
                <a:path w="736600" h="1191895">
                  <a:moveTo>
                    <a:pt x="736371" y="1016647"/>
                  </a:moveTo>
                  <a:lnTo>
                    <a:pt x="721271" y="951814"/>
                  </a:lnTo>
                  <a:lnTo>
                    <a:pt x="322745" y="97180"/>
                  </a:lnTo>
                  <a:lnTo>
                    <a:pt x="282778" y="43929"/>
                  </a:lnTo>
                  <a:lnTo>
                    <a:pt x="229235" y="10248"/>
                  </a:lnTo>
                  <a:lnTo>
                    <a:pt x="162026" y="0"/>
                  </a:lnTo>
                  <a:lnTo>
                    <a:pt x="128155" y="4419"/>
                  </a:lnTo>
                  <a:lnTo>
                    <a:pt x="69100" y="31953"/>
                  </a:lnTo>
                  <a:lnTo>
                    <a:pt x="25590" y="80619"/>
                  </a:lnTo>
                  <a:lnTo>
                    <a:pt x="3924" y="143700"/>
                  </a:lnTo>
                  <a:lnTo>
                    <a:pt x="0" y="175793"/>
                  </a:lnTo>
                  <a:lnTo>
                    <a:pt x="5969" y="208953"/>
                  </a:lnTo>
                  <a:lnTo>
                    <a:pt x="415150" y="1094549"/>
                  </a:lnTo>
                  <a:lnTo>
                    <a:pt x="453593" y="1148511"/>
                  </a:lnTo>
                  <a:lnTo>
                    <a:pt x="510209" y="1180757"/>
                  </a:lnTo>
                  <a:lnTo>
                    <a:pt x="575868" y="1191729"/>
                  </a:lnTo>
                  <a:lnTo>
                    <a:pt x="608190" y="1188034"/>
                  </a:lnTo>
                  <a:lnTo>
                    <a:pt x="667245" y="1160500"/>
                  </a:lnTo>
                  <a:lnTo>
                    <a:pt x="712317" y="1111110"/>
                  </a:lnTo>
                  <a:lnTo>
                    <a:pt x="733983" y="1048029"/>
                  </a:lnTo>
                  <a:lnTo>
                    <a:pt x="736371" y="1016647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006511" y="4883391"/>
              <a:ext cx="736600" cy="1191895"/>
            </a:xfrm>
            <a:custGeom>
              <a:avLst/>
              <a:gdLst/>
              <a:ahLst/>
              <a:cxnLst/>
              <a:rect l="l" t="t" r="r" b="b"/>
              <a:pathLst>
                <a:path w="736600" h="1191895">
                  <a:moveTo>
                    <a:pt x="322745" y="97180"/>
                  </a:moveTo>
                  <a:lnTo>
                    <a:pt x="282778" y="43929"/>
                  </a:lnTo>
                  <a:lnTo>
                    <a:pt x="229235" y="10248"/>
                  </a:lnTo>
                  <a:lnTo>
                    <a:pt x="162026" y="0"/>
                  </a:lnTo>
                  <a:lnTo>
                    <a:pt x="128155" y="4419"/>
                  </a:lnTo>
                  <a:lnTo>
                    <a:pt x="69100" y="31953"/>
                  </a:lnTo>
                  <a:lnTo>
                    <a:pt x="25590" y="80619"/>
                  </a:lnTo>
                  <a:lnTo>
                    <a:pt x="3924" y="143700"/>
                  </a:lnTo>
                  <a:lnTo>
                    <a:pt x="0" y="175793"/>
                  </a:lnTo>
                  <a:lnTo>
                    <a:pt x="5969" y="208953"/>
                  </a:lnTo>
                  <a:lnTo>
                    <a:pt x="415150" y="1094549"/>
                  </a:lnTo>
                  <a:lnTo>
                    <a:pt x="453593" y="1148511"/>
                  </a:lnTo>
                  <a:lnTo>
                    <a:pt x="510209" y="1180757"/>
                  </a:lnTo>
                  <a:lnTo>
                    <a:pt x="575868" y="1191729"/>
                  </a:lnTo>
                  <a:lnTo>
                    <a:pt x="608190" y="1188034"/>
                  </a:lnTo>
                  <a:lnTo>
                    <a:pt x="667245" y="1160500"/>
                  </a:lnTo>
                  <a:lnTo>
                    <a:pt x="712317" y="1111110"/>
                  </a:lnTo>
                  <a:lnTo>
                    <a:pt x="733983" y="1048029"/>
                  </a:lnTo>
                  <a:lnTo>
                    <a:pt x="736371" y="1016647"/>
                  </a:lnTo>
                  <a:lnTo>
                    <a:pt x="731926" y="982776"/>
                  </a:lnTo>
                  <a:lnTo>
                    <a:pt x="721271" y="951814"/>
                  </a:lnTo>
                  <a:lnTo>
                    <a:pt x="322745" y="9718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19453" y="4993641"/>
              <a:ext cx="114317" cy="11431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8703" y="5849831"/>
              <a:ext cx="114323" cy="11431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19270" y="5207686"/>
              <a:ext cx="114315" cy="11431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19079" y="5421738"/>
              <a:ext cx="114316" cy="11431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18894" y="5635785"/>
              <a:ext cx="114316" cy="11431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9243948" y="5654154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95" y="87629"/>
                  </a:moveTo>
                  <a:lnTo>
                    <a:pt x="459943" y="2184"/>
                  </a:lnTo>
                  <a:lnTo>
                    <a:pt x="436232" y="0"/>
                  </a:lnTo>
                  <a:lnTo>
                    <a:pt x="416242" y="1752"/>
                  </a:lnTo>
                  <a:lnTo>
                    <a:pt x="48806" y="171208"/>
                  </a:lnTo>
                  <a:lnTo>
                    <a:pt x="13576" y="197091"/>
                  </a:lnTo>
                  <a:lnTo>
                    <a:pt x="0" y="216662"/>
                  </a:lnTo>
                  <a:lnTo>
                    <a:pt x="39839" y="302107"/>
                  </a:lnTo>
                  <a:lnTo>
                    <a:pt x="62852" y="302755"/>
                  </a:lnTo>
                  <a:lnTo>
                    <a:pt x="82842" y="301002"/>
                  </a:lnTo>
                  <a:lnTo>
                    <a:pt x="451002" y="133108"/>
                  </a:lnTo>
                  <a:lnTo>
                    <a:pt x="485508" y="105663"/>
                  </a:lnTo>
                  <a:lnTo>
                    <a:pt x="499795" y="87629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243948" y="5654154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45" y="293966"/>
                  </a:moveTo>
                  <a:lnTo>
                    <a:pt x="82842" y="301002"/>
                  </a:lnTo>
                  <a:lnTo>
                    <a:pt x="62852" y="302755"/>
                  </a:lnTo>
                  <a:lnTo>
                    <a:pt x="39839" y="302107"/>
                  </a:lnTo>
                  <a:lnTo>
                    <a:pt x="0" y="216662"/>
                  </a:lnTo>
                  <a:lnTo>
                    <a:pt x="13576" y="197091"/>
                  </a:lnTo>
                  <a:lnTo>
                    <a:pt x="48806" y="171208"/>
                  </a:lnTo>
                  <a:lnTo>
                    <a:pt x="393763" y="10350"/>
                  </a:lnTo>
                  <a:lnTo>
                    <a:pt x="436232" y="0"/>
                  </a:lnTo>
                  <a:lnTo>
                    <a:pt x="459943" y="2184"/>
                  </a:lnTo>
                  <a:lnTo>
                    <a:pt x="499795" y="87629"/>
                  </a:lnTo>
                  <a:lnTo>
                    <a:pt x="485508" y="105663"/>
                  </a:lnTo>
                  <a:lnTo>
                    <a:pt x="471309" y="119849"/>
                  </a:lnTo>
                  <a:lnTo>
                    <a:pt x="451002" y="133108"/>
                  </a:lnTo>
                  <a:lnTo>
                    <a:pt x="106045" y="29396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245498" y="5654154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383260" y="141262"/>
                  </a:moveTo>
                  <a:lnTo>
                    <a:pt x="343408" y="55803"/>
                  </a:lnTo>
                  <a:lnTo>
                    <a:pt x="292557" y="64388"/>
                  </a:lnTo>
                  <a:lnTo>
                    <a:pt x="243039" y="79908"/>
                  </a:lnTo>
                  <a:lnTo>
                    <a:pt x="197980" y="100914"/>
                  </a:lnTo>
                  <a:lnTo>
                    <a:pt x="152704" y="129590"/>
                  </a:lnTo>
                  <a:lnTo>
                    <a:pt x="114998" y="162318"/>
                  </a:lnTo>
                  <a:lnTo>
                    <a:pt x="91274" y="160134"/>
                  </a:lnTo>
                  <a:lnTo>
                    <a:pt x="47256" y="171208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396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95" y="293954"/>
                  </a:lnTo>
                  <a:lnTo>
                    <a:pt x="124790" y="280682"/>
                  </a:lnTo>
                  <a:lnTo>
                    <a:pt x="140550" y="265798"/>
                  </a:lnTo>
                  <a:lnTo>
                    <a:pt x="154838" y="247776"/>
                  </a:lnTo>
                  <a:lnTo>
                    <a:pt x="203415" y="238340"/>
                  </a:lnTo>
                  <a:lnTo>
                    <a:pt x="254482" y="222097"/>
                  </a:lnTo>
                  <a:lnTo>
                    <a:pt x="299542" y="201091"/>
                  </a:lnTo>
                  <a:lnTo>
                    <a:pt x="343268" y="173126"/>
                  </a:lnTo>
                  <a:lnTo>
                    <a:pt x="383260" y="141262"/>
                  </a:lnTo>
                  <a:close/>
                </a:path>
                <a:path w="498475" h="302895">
                  <a:moveTo>
                    <a:pt x="498246" y="87642"/>
                  </a:moveTo>
                  <a:lnTo>
                    <a:pt x="458393" y="2184"/>
                  </a:lnTo>
                  <a:lnTo>
                    <a:pt x="434682" y="0"/>
                  </a:lnTo>
                  <a:lnTo>
                    <a:pt x="414693" y="1752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7"/>
                  </a:lnTo>
                  <a:lnTo>
                    <a:pt x="343408" y="55803"/>
                  </a:lnTo>
                  <a:lnTo>
                    <a:pt x="383260" y="141262"/>
                  </a:lnTo>
                  <a:lnTo>
                    <a:pt x="404698" y="142621"/>
                  </a:lnTo>
                  <a:lnTo>
                    <a:pt x="427786" y="139395"/>
                  </a:lnTo>
                  <a:lnTo>
                    <a:pt x="449452" y="133096"/>
                  </a:lnTo>
                  <a:lnTo>
                    <a:pt x="469747" y="119824"/>
                  </a:lnTo>
                  <a:lnTo>
                    <a:pt x="483946" y="105663"/>
                  </a:lnTo>
                  <a:lnTo>
                    <a:pt x="498246" y="8764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245498" y="5654154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152704" y="129590"/>
                  </a:moveTo>
                  <a:lnTo>
                    <a:pt x="114998" y="162318"/>
                  </a:lnTo>
                  <a:lnTo>
                    <a:pt x="91274" y="160134"/>
                  </a:lnTo>
                  <a:lnTo>
                    <a:pt x="69723" y="162610"/>
                  </a:lnTo>
                  <a:lnTo>
                    <a:pt x="47256" y="171208"/>
                  </a:lnTo>
                  <a:lnTo>
                    <a:pt x="29324" y="181457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396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95" y="293954"/>
                  </a:lnTo>
                  <a:lnTo>
                    <a:pt x="124790" y="280682"/>
                  </a:lnTo>
                  <a:lnTo>
                    <a:pt x="140550" y="265798"/>
                  </a:lnTo>
                  <a:lnTo>
                    <a:pt x="154838" y="247776"/>
                  </a:lnTo>
                  <a:lnTo>
                    <a:pt x="203415" y="238340"/>
                  </a:lnTo>
                  <a:lnTo>
                    <a:pt x="254482" y="222097"/>
                  </a:lnTo>
                  <a:lnTo>
                    <a:pt x="299542" y="201091"/>
                  </a:lnTo>
                  <a:lnTo>
                    <a:pt x="343268" y="173126"/>
                  </a:lnTo>
                  <a:lnTo>
                    <a:pt x="383260" y="141262"/>
                  </a:lnTo>
                  <a:lnTo>
                    <a:pt x="404698" y="142621"/>
                  </a:lnTo>
                  <a:lnTo>
                    <a:pt x="449452" y="133096"/>
                  </a:lnTo>
                  <a:lnTo>
                    <a:pt x="483946" y="105663"/>
                  </a:lnTo>
                  <a:lnTo>
                    <a:pt x="498246" y="87642"/>
                  </a:lnTo>
                  <a:lnTo>
                    <a:pt x="458393" y="2184"/>
                  </a:lnTo>
                  <a:lnTo>
                    <a:pt x="434682" y="0"/>
                  </a:lnTo>
                  <a:lnTo>
                    <a:pt x="414693" y="1752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7"/>
                  </a:lnTo>
                  <a:lnTo>
                    <a:pt x="343408" y="55803"/>
                  </a:lnTo>
                  <a:lnTo>
                    <a:pt x="383260" y="141262"/>
                  </a:lnTo>
                  <a:lnTo>
                    <a:pt x="343408" y="55803"/>
                  </a:lnTo>
                  <a:lnTo>
                    <a:pt x="292557" y="64388"/>
                  </a:lnTo>
                  <a:lnTo>
                    <a:pt x="243039" y="79908"/>
                  </a:lnTo>
                  <a:lnTo>
                    <a:pt x="197980" y="100914"/>
                  </a:lnTo>
                  <a:lnTo>
                    <a:pt x="152704" y="12959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360496" y="5816473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39839" y="85458"/>
                  </a:move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360496" y="5816473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0" y="0"/>
                  </a:moveTo>
                  <a:lnTo>
                    <a:pt x="39839" y="8545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188107" y="5530633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83" y="87617"/>
                  </a:moveTo>
                  <a:lnTo>
                    <a:pt x="459943" y="2184"/>
                  </a:lnTo>
                  <a:lnTo>
                    <a:pt x="436232" y="0"/>
                  </a:lnTo>
                  <a:lnTo>
                    <a:pt x="416242" y="1752"/>
                  </a:lnTo>
                  <a:lnTo>
                    <a:pt x="48793" y="171208"/>
                  </a:lnTo>
                  <a:lnTo>
                    <a:pt x="13576" y="197091"/>
                  </a:lnTo>
                  <a:lnTo>
                    <a:pt x="0" y="216662"/>
                  </a:lnTo>
                  <a:lnTo>
                    <a:pt x="39839" y="302094"/>
                  </a:lnTo>
                  <a:lnTo>
                    <a:pt x="62839" y="302755"/>
                  </a:lnTo>
                  <a:lnTo>
                    <a:pt x="82842" y="300989"/>
                  </a:lnTo>
                  <a:lnTo>
                    <a:pt x="451002" y="133096"/>
                  </a:lnTo>
                  <a:lnTo>
                    <a:pt x="485495" y="105663"/>
                  </a:lnTo>
                  <a:lnTo>
                    <a:pt x="499783" y="8761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188107" y="5530633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32" y="293954"/>
                  </a:moveTo>
                  <a:lnTo>
                    <a:pt x="82842" y="300989"/>
                  </a:lnTo>
                  <a:lnTo>
                    <a:pt x="62839" y="302755"/>
                  </a:lnTo>
                  <a:lnTo>
                    <a:pt x="39839" y="302094"/>
                  </a:lnTo>
                  <a:lnTo>
                    <a:pt x="0" y="216662"/>
                  </a:lnTo>
                  <a:lnTo>
                    <a:pt x="13576" y="197091"/>
                  </a:lnTo>
                  <a:lnTo>
                    <a:pt x="48793" y="171208"/>
                  </a:lnTo>
                  <a:lnTo>
                    <a:pt x="393763" y="10350"/>
                  </a:lnTo>
                  <a:lnTo>
                    <a:pt x="436232" y="0"/>
                  </a:lnTo>
                  <a:lnTo>
                    <a:pt x="459943" y="2184"/>
                  </a:lnTo>
                  <a:lnTo>
                    <a:pt x="499783" y="87617"/>
                  </a:lnTo>
                  <a:lnTo>
                    <a:pt x="485495" y="105663"/>
                  </a:lnTo>
                  <a:lnTo>
                    <a:pt x="471309" y="119849"/>
                  </a:lnTo>
                  <a:lnTo>
                    <a:pt x="451002" y="133096"/>
                  </a:lnTo>
                  <a:lnTo>
                    <a:pt x="106032" y="293954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189656" y="5530633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383260" y="141262"/>
                  </a:moveTo>
                  <a:lnTo>
                    <a:pt x="343407" y="55803"/>
                  </a:lnTo>
                  <a:lnTo>
                    <a:pt x="292544" y="64376"/>
                  </a:lnTo>
                  <a:lnTo>
                    <a:pt x="243039" y="79908"/>
                  </a:lnTo>
                  <a:lnTo>
                    <a:pt x="197980" y="100914"/>
                  </a:lnTo>
                  <a:lnTo>
                    <a:pt x="152704" y="129590"/>
                  </a:lnTo>
                  <a:lnTo>
                    <a:pt x="114985" y="162318"/>
                  </a:lnTo>
                  <a:lnTo>
                    <a:pt x="91274" y="160134"/>
                  </a:lnTo>
                  <a:lnTo>
                    <a:pt x="47244" y="171208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396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82" y="293954"/>
                  </a:lnTo>
                  <a:lnTo>
                    <a:pt x="124790" y="280682"/>
                  </a:lnTo>
                  <a:lnTo>
                    <a:pt x="140538" y="265798"/>
                  </a:lnTo>
                  <a:lnTo>
                    <a:pt x="154838" y="247776"/>
                  </a:lnTo>
                  <a:lnTo>
                    <a:pt x="203415" y="238340"/>
                  </a:lnTo>
                  <a:lnTo>
                    <a:pt x="254482" y="222097"/>
                  </a:lnTo>
                  <a:lnTo>
                    <a:pt x="299542" y="201079"/>
                  </a:lnTo>
                  <a:lnTo>
                    <a:pt x="343268" y="173126"/>
                  </a:lnTo>
                  <a:lnTo>
                    <a:pt x="383260" y="141262"/>
                  </a:lnTo>
                  <a:close/>
                </a:path>
                <a:path w="498475" h="302895">
                  <a:moveTo>
                    <a:pt x="498246" y="87642"/>
                  </a:moveTo>
                  <a:lnTo>
                    <a:pt x="458393" y="2184"/>
                  </a:lnTo>
                  <a:lnTo>
                    <a:pt x="434682" y="0"/>
                  </a:lnTo>
                  <a:lnTo>
                    <a:pt x="414693" y="1752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6"/>
                  </a:lnTo>
                  <a:lnTo>
                    <a:pt x="343407" y="55803"/>
                  </a:lnTo>
                  <a:lnTo>
                    <a:pt x="383260" y="141262"/>
                  </a:lnTo>
                  <a:lnTo>
                    <a:pt x="404698" y="142621"/>
                  </a:lnTo>
                  <a:lnTo>
                    <a:pt x="427786" y="139395"/>
                  </a:lnTo>
                  <a:lnTo>
                    <a:pt x="449452" y="133096"/>
                  </a:lnTo>
                  <a:lnTo>
                    <a:pt x="469747" y="119824"/>
                  </a:lnTo>
                  <a:lnTo>
                    <a:pt x="483946" y="105663"/>
                  </a:lnTo>
                  <a:lnTo>
                    <a:pt x="498246" y="8764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189656" y="5530633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152704" y="129590"/>
                  </a:moveTo>
                  <a:lnTo>
                    <a:pt x="114985" y="162318"/>
                  </a:lnTo>
                  <a:lnTo>
                    <a:pt x="91274" y="160134"/>
                  </a:lnTo>
                  <a:lnTo>
                    <a:pt x="69723" y="162610"/>
                  </a:lnTo>
                  <a:lnTo>
                    <a:pt x="47244" y="171208"/>
                  </a:lnTo>
                  <a:lnTo>
                    <a:pt x="29324" y="181457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396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82" y="293954"/>
                  </a:lnTo>
                  <a:lnTo>
                    <a:pt x="124790" y="280682"/>
                  </a:lnTo>
                  <a:lnTo>
                    <a:pt x="140538" y="265798"/>
                  </a:lnTo>
                  <a:lnTo>
                    <a:pt x="154838" y="247776"/>
                  </a:lnTo>
                  <a:lnTo>
                    <a:pt x="203415" y="238340"/>
                  </a:lnTo>
                  <a:lnTo>
                    <a:pt x="254482" y="222097"/>
                  </a:lnTo>
                  <a:lnTo>
                    <a:pt x="299542" y="201079"/>
                  </a:lnTo>
                  <a:lnTo>
                    <a:pt x="343268" y="173126"/>
                  </a:lnTo>
                  <a:lnTo>
                    <a:pt x="383260" y="141262"/>
                  </a:lnTo>
                  <a:lnTo>
                    <a:pt x="404698" y="142621"/>
                  </a:lnTo>
                  <a:lnTo>
                    <a:pt x="449452" y="133096"/>
                  </a:lnTo>
                  <a:lnTo>
                    <a:pt x="483946" y="105663"/>
                  </a:lnTo>
                  <a:lnTo>
                    <a:pt x="498246" y="87642"/>
                  </a:lnTo>
                  <a:lnTo>
                    <a:pt x="458393" y="2184"/>
                  </a:lnTo>
                  <a:lnTo>
                    <a:pt x="434682" y="0"/>
                  </a:lnTo>
                  <a:lnTo>
                    <a:pt x="414693" y="1752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6"/>
                  </a:lnTo>
                  <a:lnTo>
                    <a:pt x="343407" y="55803"/>
                  </a:lnTo>
                  <a:lnTo>
                    <a:pt x="383260" y="141262"/>
                  </a:lnTo>
                  <a:lnTo>
                    <a:pt x="343407" y="55803"/>
                  </a:lnTo>
                  <a:lnTo>
                    <a:pt x="292544" y="64376"/>
                  </a:lnTo>
                  <a:lnTo>
                    <a:pt x="243039" y="79908"/>
                  </a:lnTo>
                  <a:lnTo>
                    <a:pt x="197980" y="100914"/>
                  </a:lnTo>
                  <a:lnTo>
                    <a:pt x="152704" y="12959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304642" y="5692952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39852" y="85458"/>
                  </a:move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304642" y="5692952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0" y="0"/>
                  </a:moveTo>
                  <a:lnTo>
                    <a:pt x="39852" y="8545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442465" y="3543807"/>
              <a:ext cx="1192530" cy="2556510"/>
            </a:xfrm>
            <a:custGeom>
              <a:avLst/>
              <a:gdLst/>
              <a:ahLst/>
              <a:cxnLst/>
              <a:rect l="l" t="t" r="r" b="b"/>
              <a:pathLst>
                <a:path w="1192529" h="2556510">
                  <a:moveTo>
                    <a:pt x="1191958" y="25561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80278" y="4104601"/>
              <a:ext cx="4323384" cy="158447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85503" y="3843096"/>
              <a:ext cx="174002" cy="35859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82480" y="3406317"/>
              <a:ext cx="163918" cy="337007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067457" y="4185551"/>
              <a:ext cx="414020" cy="193675"/>
            </a:xfrm>
            <a:custGeom>
              <a:avLst/>
              <a:gdLst/>
              <a:ahLst/>
              <a:cxnLst/>
              <a:rect l="l" t="t" r="r" b="b"/>
              <a:pathLst>
                <a:path w="414020" h="193675">
                  <a:moveTo>
                    <a:pt x="0" y="193065"/>
                  </a:moveTo>
                  <a:lnTo>
                    <a:pt x="414020" y="0"/>
                  </a:lnTo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242069" y="3477793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5" h="431164">
                  <a:moveTo>
                    <a:pt x="430555" y="293636"/>
                  </a:moveTo>
                  <a:lnTo>
                    <a:pt x="293636" y="0"/>
                  </a:lnTo>
                  <a:lnTo>
                    <a:pt x="0" y="136931"/>
                  </a:lnTo>
                  <a:lnTo>
                    <a:pt x="136918" y="430568"/>
                  </a:lnTo>
                  <a:lnTo>
                    <a:pt x="430555" y="293636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242069" y="3477793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5" h="431164">
                  <a:moveTo>
                    <a:pt x="293636" y="0"/>
                  </a:moveTo>
                  <a:lnTo>
                    <a:pt x="0" y="136931"/>
                  </a:lnTo>
                  <a:lnTo>
                    <a:pt x="136918" y="430568"/>
                  </a:lnTo>
                  <a:lnTo>
                    <a:pt x="430555" y="293636"/>
                  </a:lnTo>
                  <a:lnTo>
                    <a:pt x="293636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556309" y="3041306"/>
              <a:ext cx="1736725" cy="974725"/>
            </a:xfrm>
            <a:custGeom>
              <a:avLst/>
              <a:gdLst/>
              <a:ahLst/>
              <a:cxnLst/>
              <a:rect l="l" t="t" r="r" b="b"/>
              <a:pathLst>
                <a:path w="1736725" h="974725">
                  <a:moveTo>
                    <a:pt x="1736623" y="162001"/>
                  </a:moveTo>
                  <a:lnTo>
                    <a:pt x="1736623" y="0"/>
                  </a:lnTo>
                  <a:lnTo>
                    <a:pt x="0" y="812647"/>
                  </a:lnTo>
                  <a:lnTo>
                    <a:pt x="0" y="974648"/>
                  </a:lnTo>
                  <a:lnTo>
                    <a:pt x="1736623" y="162001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556309" y="3041306"/>
              <a:ext cx="1736725" cy="974725"/>
            </a:xfrm>
            <a:custGeom>
              <a:avLst/>
              <a:gdLst/>
              <a:ahLst/>
              <a:cxnLst/>
              <a:rect l="l" t="t" r="r" b="b"/>
              <a:pathLst>
                <a:path w="1736725" h="974725">
                  <a:moveTo>
                    <a:pt x="0" y="974648"/>
                  </a:moveTo>
                  <a:lnTo>
                    <a:pt x="1736623" y="162001"/>
                  </a:lnTo>
                  <a:lnTo>
                    <a:pt x="1736623" y="0"/>
                  </a:lnTo>
                  <a:lnTo>
                    <a:pt x="0" y="812647"/>
                  </a:lnTo>
                  <a:lnTo>
                    <a:pt x="0" y="974648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56309" y="2879305"/>
              <a:ext cx="1736725" cy="974725"/>
            </a:xfrm>
            <a:custGeom>
              <a:avLst/>
              <a:gdLst/>
              <a:ahLst/>
              <a:cxnLst/>
              <a:rect l="l" t="t" r="r" b="b"/>
              <a:pathLst>
                <a:path w="1736725" h="974725">
                  <a:moveTo>
                    <a:pt x="1736623" y="162001"/>
                  </a:moveTo>
                  <a:lnTo>
                    <a:pt x="1736623" y="0"/>
                  </a:lnTo>
                  <a:lnTo>
                    <a:pt x="0" y="0"/>
                  </a:lnTo>
                  <a:lnTo>
                    <a:pt x="0" y="974648"/>
                  </a:lnTo>
                  <a:lnTo>
                    <a:pt x="1736623" y="162001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56309" y="2879305"/>
              <a:ext cx="1736725" cy="974725"/>
            </a:xfrm>
            <a:custGeom>
              <a:avLst/>
              <a:gdLst/>
              <a:ahLst/>
              <a:cxnLst/>
              <a:rect l="l" t="t" r="r" b="b"/>
              <a:pathLst>
                <a:path w="1736725" h="974725">
                  <a:moveTo>
                    <a:pt x="1736623" y="0"/>
                  </a:moveTo>
                  <a:lnTo>
                    <a:pt x="0" y="0"/>
                  </a:lnTo>
                  <a:lnTo>
                    <a:pt x="0" y="974648"/>
                  </a:lnTo>
                  <a:lnTo>
                    <a:pt x="1736623" y="162001"/>
                  </a:lnTo>
                  <a:lnTo>
                    <a:pt x="1736623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394308" y="2879305"/>
              <a:ext cx="162560" cy="1136650"/>
            </a:xfrm>
            <a:custGeom>
              <a:avLst/>
              <a:gdLst/>
              <a:ahLst/>
              <a:cxnLst/>
              <a:rect l="l" t="t" r="r" b="b"/>
              <a:pathLst>
                <a:path w="162559" h="1136650">
                  <a:moveTo>
                    <a:pt x="162001" y="1136649"/>
                  </a:moveTo>
                  <a:lnTo>
                    <a:pt x="162001" y="0"/>
                  </a:lnTo>
                  <a:lnTo>
                    <a:pt x="0" y="0"/>
                  </a:lnTo>
                  <a:lnTo>
                    <a:pt x="0" y="1136649"/>
                  </a:lnTo>
                  <a:lnTo>
                    <a:pt x="162001" y="1136649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394308" y="2879305"/>
              <a:ext cx="162560" cy="1136650"/>
            </a:xfrm>
            <a:custGeom>
              <a:avLst/>
              <a:gdLst/>
              <a:ahLst/>
              <a:cxnLst/>
              <a:rect l="l" t="t" r="r" b="b"/>
              <a:pathLst>
                <a:path w="162559" h="1136650">
                  <a:moveTo>
                    <a:pt x="162001" y="0"/>
                  </a:moveTo>
                  <a:lnTo>
                    <a:pt x="162001" y="1136649"/>
                  </a:lnTo>
                  <a:lnTo>
                    <a:pt x="0" y="1136649"/>
                  </a:lnTo>
                  <a:lnTo>
                    <a:pt x="0" y="0"/>
                  </a:lnTo>
                  <a:lnTo>
                    <a:pt x="162001" y="0"/>
                  </a:lnTo>
                  <a:close/>
                </a:path>
              </a:pathLst>
            </a:custGeom>
            <a:ln w="1269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292933" y="2879305"/>
              <a:ext cx="162560" cy="324485"/>
            </a:xfrm>
            <a:custGeom>
              <a:avLst/>
              <a:gdLst/>
              <a:ahLst/>
              <a:cxnLst/>
              <a:rect l="l" t="t" r="r" b="b"/>
              <a:pathLst>
                <a:path w="162559" h="324485">
                  <a:moveTo>
                    <a:pt x="162001" y="324002"/>
                  </a:moveTo>
                  <a:lnTo>
                    <a:pt x="162001" y="0"/>
                  </a:lnTo>
                  <a:lnTo>
                    <a:pt x="0" y="0"/>
                  </a:lnTo>
                  <a:lnTo>
                    <a:pt x="0" y="324002"/>
                  </a:lnTo>
                  <a:lnTo>
                    <a:pt x="162001" y="324002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292933" y="2879305"/>
              <a:ext cx="162560" cy="324485"/>
            </a:xfrm>
            <a:custGeom>
              <a:avLst/>
              <a:gdLst/>
              <a:ahLst/>
              <a:cxnLst/>
              <a:rect l="l" t="t" r="r" b="b"/>
              <a:pathLst>
                <a:path w="162559" h="324485">
                  <a:moveTo>
                    <a:pt x="162001" y="0"/>
                  </a:moveTo>
                  <a:lnTo>
                    <a:pt x="162001" y="324002"/>
                  </a:lnTo>
                  <a:lnTo>
                    <a:pt x="0" y="324002"/>
                  </a:lnTo>
                  <a:lnTo>
                    <a:pt x="0" y="0"/>
                  </a:lnTo>
                  <a:lnTo>
                    <a:pt x="162001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369339" y="2717304"/>
              <a:ext cx="8676005" cy="162560"/>
            </a:xfrm>
            <a:custGeom>
              <a:avLst/>
              <a:gdLst/>
              <a:ahLst/>
              <a:cxnLst/>
              <a:rect l="l" t="t" r="r" b="b"/>
              <a:pathLst>
                <a:path w="8676005" h="162560">
                  <a:moveTo>
                    <a:pt x="8675992" y="162001"/>
                  </a:moveTo>
                  <a:lnTo>
                    <a:pt x="8675992" y="0"/>
                  </a:lnTo>
                  <a:lnTo>
                    <a:pt x="0" y="0"/>
                  </a:lnTo>
                  <a:lnTo>
                    <a:pt x="0" y="162001"/>
                  </a:lnTo>
                  <a:lnTo>
                    <a:pt x="8675992" y="162001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369339" y="2717304"/>
              <a:ext cx="8676005" cy="162560"/>
            </a:xfrm>
            <a:custGeom>
              <a:avLst/>
              <a:gdLst/>
              <a:ahLst/>
              <a:cxnLst/>
              <a:rect l="l" t="t" r="r" b="b"/>
              <a:pathLst>
                <a:path w="8676005" h="162560">
                  <a:moveTo>
                    <a:pt x="0" y="0"/>
                  </a:moveTo>
                  <a:lnTo>
                    <a:pt x="0" y="162001"/>
                  </a:lnTo>
                  <a:lnTo>
                    <a:pt x="8675992" y="162001"/>
                  </a:lnTo>
                  <a:lnTo>
                    <a:pt x="8675992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369339" y="2015312"/>
              <a:ext cx="8676005" cy="702310"/>
            </a:xfrm>
            <a:custGeom>
              <a:avLst/>
              <a:gdLst/>
              <a:ahLst/>
              <a:cxnLst/>
              <a:rect l="l" t="t" r="r" b="b"/>
              <a:pathLst>
                <a:path w="8676005" h="702310">
                  <a:moveTo>
                    <a:pt x="8675992" y="701992"/>
                  </a:moveTo>
                  <a:lnTo>
                    <a:pt x="8675992" y="0"/>
                  </a:lnTo>
                  <a:lnTo>
                    <a:pt x="0" y="0"/>
                  </a:lnTo>
                  <a:lnTo>
                    <a:pt x="0" y="701992"/>
                  </a:lnTo>
                  <a:lnTo>
                    <a:pt x="8675992" y="701992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369339" y="2015312"/>
              <a:ext cx="8676005" cy="702310"/>
            </a:xfrm>
            <a:custGeom>
              <a:avLst/>
              <a:gdLst/>
              <a:ahLst/>
              <a:cxnLst/>
              <a:rect l="l" t="t" r="r" b="b"/>
              <a:pathLst>
                <a:path w="8676005" h="702310">
                  <a:moveTo>
                    <a:pt x="0" y="0"/>
                  </a:moveTo>
                  <a:lnTo>
                    <a:pt x="0" y="701992"/>
                  </a:lnTo>
                  <a:lnTo>
                    <a:pt x="8675992" y="701992"/>
                  </a:lnTo>
                  <a:lnTo>
                    <a:pt x="8675992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369339" y="1853311"/>
              <a:ext cx="8676005" cy="162560"/>
            </a:xfrm>
            <a:custGeom>
              <a:avLst/>
              <a:gdLst/>
              <a:ahLst/>
              <a:cxnLst/>
              <a:rect l="l" t="t" r="r" b="b"/>
              <a:pathLst>
                <a:path w="8676005" h="162560">
                  <a:moveTo>
                    <a:pt x="8675992" y="162001"/>
                  </a:moveTo>
                  <a:lnTo>
                    <a:pt x="8675992" y="0"/>
                  </a:lnTo>
                  <a:lnTo>
                    <a:pt x="0" y="0"/>
                  </a:lnTo>
                  <a:lnTo>
                    <a:pt x="0" y="162001"/>
                  </a:lnTo>
                  <a:lnTo>
                    <a:pt x="8675992" y="162001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369339" y="1853311"/>
              <a:ext cx="8676005" cy="162560"/>
            </a:xfrm>
            <a:custGeom>
              <a:avLst/>
              <a:gdLst/>
              <a:ahLst/>
              <a:cxnLst/>
              <a:rect l="l" t="t" r="r" b="b"/>
              <a:pathLst>
                <a:path w="8676005" h="162560">
                  <a:moveTo>
                    <a:pt x="0" y="0"/>
                  </a:moveTo>
                  <a:lnTo>
                    <a:pt x="0" y="162001"/>
                  </a:lnTo>
                  <a:lnTo>
                    <a:pt x="8675992" y="162001"/>
                  </a:lnTo>
                  <a:lnTo>
                    <a:pt x="8675992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33385" y="3474021"/>
              <a:ext cx="234784" cy="228511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83918" y="3840949"/>
              <a:ext cx="232346" cy="1856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91384" y="3072371"/>
              <a:ext cx="234784" cy="228511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41930" y="3439299"/>
              <a:ext cx="232333" cy="185635"/>
            </a:xfrm>
            <a:prstGeom prst="rect">
              <a:avLst/>
            </a:prstGeom>
          </p:spPr>
        </p:pic>
      </p:grpSp>
      <p:grpSp>
        <p:nvGrpSpPr>
          <p:cNvPr id="119" name="object 119"/>
          <p:cNvGrpSpPr/>
          <p:nvPr/>
        </p:nvGrpSpPr>
        <p:grpSpPr>
          <a:xfrm>
            <a:off x="364274" y="1258011"/>
            <a:ext cx="694690" cy="884555"/>
            <a:chOff x="364274" y="1258011"/>
            <a:chExt cx="694690" cy="884555"/>
          </a:xfrm>
        </p:grpSpPr>
        <p:sp>
          <p:nvSpPr>
            <p:cNvPr id="120" name="object 120"/>
            <p:cNvSpPr/>
            <p:nvPr/>
          </p:nvSpPr>
          <p:spPr>
            <a:xfrm>
              <a:off x="406184" y="184125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80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64274" y="1258010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4987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36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11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64274" y="1258010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24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36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32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 rot="14700000">
            <a:off x="9308255" y="3551583"/>
            <a:ext cx="319844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175" dirty="0">
                <a:solidFill>
                  <a:srgbClr val="231F20"/>
                </a:solidFill>
                <a:latin typeface="Gill Sans MT"/>
                <a:cs typeface="Gill Sans MT"/>
              </a:rPr>
              <a:t>P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127" name="object 1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128" name="object 128"/>
          <p:cNvSpPr txBox="1"/>
          <p:nvPr/>
        </p:nvSpPr>
        <p:spPr>
          <a:xfrm>
            <a:off x="9191459" y="7294003"/>
            <a:ext cx="115506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0560T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4" name="object 124"/>
          <p:cNvSpPr txBox="1"/>
          <p:nvPr/>
        </p:nvSpPr>
        <p:spPr>
          <a:xfrm rot="14700000">
            <a:off x="5641274" y="4986523"/>
            <a:ext cx="336533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190" dirty="0">
                <a:solidFill>
                  <a:srgbClr val="231F20"/>
                </a:solidFill>
                <a:latin typeface="Gill Sans MT"/>
                <a:cs typeface="Gill Sans MT"/>
              </a:rPr>
              <a:t>A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125" name="object 125"/>
          <p:cNvSpPr txBox="1">
            <a:spLocks noGrp="1"/>
          </p:cNvSpPr>
          <p:nvPr>
            <p:ph type="title"/>
          </p:nvPr>
        </p:nvSpPr>
        <p:spPr>
          <a:xfrm>
            <a:off x="348620" y="457609"/>
            <a:ext cx="5089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70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520" dirty="0"/>
              <a:t>CT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65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55" dirty="0"/>
              <a:t>5</a:t>
            </a:r>
          </a:p>
        </p:txBody>
      </p:sp>
      <p:sp>
        <p:nvSpPr>
          <p:cNvPr id="126" name="object 126"/>
          <p:cNvSpPr txBox="1"/>
          <p:nvPr/>
        </p:nvSpPr>
        <p:spPr>
          <a:xfrm>
            <a:off x="348620" y="727747"/>
            <a:ext cx="6254750" cy="11080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b="1" dirty="0">
                <a:latin typeface="Gill Sans MT"/>
                <a:cs typeface="Gill Sans MT"/>
              </a:rPr>
              <a:t>Install</a:t>
            </a:r>
            <a:r>
              <a:rPr sz="2400" b="1" spc="5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spindles,</a:t>
            </a:r>
            <a:r>
              <a:rPr sz="2400" b="1" spc="55" dirty="0">
                <a:latin typeface="Gill Sans MT"/>
                <a:cs typeface="Gill Sans MT"/>
              </a:rPr>
              <a:t> </a:t>
            </a:r>
            <a:r>
              <a:rPr sz="2400" b="1" spc="-35" dirty="0">
                <a:latin typeface="Gill Sans MT"/>
                <a:cs typeface="Gill Sans MT"/>
              </a:rPr>
              <a:t>mounts</a:t>
            </a:r>
            <a:r>
              <a:rPr sz="2400" b="1" spc="55" dirty="0">
                <a:latin typeface="Gill Sans MT"/>
                <a:cs typeface="Gill Sans MT"/>
              </a:rPr>
              <a:t> </a:t>
            </a:r>
            <a:r>
              <a:rPr sz="2400" b="1" spc="95" dirty="0">
                <a:latin typeface="Gill Sans MT"/>
                <a:cs typeface="Gill Sans MT"/>
              </a:rPr>
              <a:t>and</a:t>
            </a:r>
            <a:r>
              <a:rPr sz="2400" b="1" spc="55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locking</a:t>
            </a:r>
            <a:r>
              <a:rPr sz="2400" b="1" spc="55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devices</a:t>
            </a:r>
            <a:endParaRPr sz="2400">
              <a:latin typeface="Gill Sans MT"/>
              <a:cs typeface="Gill Sans MT"/>
            </a:endParaRPr>
          </a:p>
          <a:p>
            <a:pPr marL="240665">
              <a:lnSpc>
                <a:spcPct val="100000"/>
              </a:lnSpc>
              <a:spcBef>
                <a:spcPts val="1030"/>
              </a:spcBef>
            </a:pPr>
            <a:r>
              <a:rPr sz="3200" b="1" spc="90" dirty="0">
                <a:latin typeface="Gill Sans MT"/>
                <a:cs typeface="Gill Sans MT"/>
              </a:rPr>
              <a:t>5</a:t>
            </a:r>
            <a:endParaRPr sz="3200">
              <a:latin typeface="Gill Sans MT"/>
              <a:cs typeface="Gill Sans MT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A570F47-C99F-869E-3709-E74692947F22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A8BDA4D-2EB0-A361-DDA1-BEEFDAC83C89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1" name="Picture 130" descr="A close-up of a logo&#10;&#10;AI-generated content may be incorrect.">
              <a:extLst>
                <a:ext uri="{FF2B5EF4-FFF2-40B4-BE49-F238E27FC236}">
                  <a16:creationId xmlns:a16="http://schemas.microsoft.com/office/drawing/2014/main" id="{79F29791-305B-39C7-02C7-9F05E9037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39525" y="1310182"/>
            <a:ext cx="366395" cy="366395"/>
            <a:chOff x="5139525" y="1310182"/>
            <a:chExt cx="366395" cy="366395"/>
          </a:xfrm>
        </p:grpSpPr>
        <p:sp>
          <p:nvSpPr>
            <p:cNvPr id="3" name="object 3"/>
            <p:cNvSpPr/>
            <p:nvPr/>
          </p:nvSpPr>
          <p:spPr>
            <a:xfrm>
              <a:off x="5142700" y="131335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60006" y="179997"/>
                  </a:moveTo>
                  <a:lnTo>
                    <a:pt x="353576" y="132149"/>
                  </a:lnTo>
                  <a:lnTo>
                    <a:pt x="335430" y="89152"/>
                  </a:lnTo>
                  <a:lnTo>
                    <a:pt x="307282" y="52722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2" y="307276"/>
                  </a:lnTo>
                  <a:lnTo>
                    <a:pt x="89152" y="335420"/>
                  </a:lnTo>
                  <a:lnTo>
                    <a:pt x="132149" y="353564"/>
                  </a:lnTo>
                  <a:lnTo>
                    <a:pt x="179997" y="359994"/>
                  </a:lnTo>
                  <a:lnTo>
                    <a:pt x="227850" y="353564"/>
                  </a:lnTo>
                  <a:lnTo>
                    <a:pt x="270851" y="335420"/>
                  </a:lnTo>
                  <a:lnTo>
                    <a:pt x="307282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42700" y="131335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79997" y="359994"/>
                  </a:moveTo>
                  <a:lnTo>
                    <a:pt x="227850" y="353564"/>
                  </a:lnTo>
                  <a:lnTo>
                    <a:pt x="270851" y="335420"/>
                  </a:lnTo>
                  <a:lnTo>
                    <a:pt x="307282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lnTo>
                    <a:pt x="353576" y="132149"/>
                  </a:lnTo>
                  <a:lnTo>
                    <a:pt x="335430" y="89152"/>
                  </a:lnTo>
                  <a:lnTo>
                    <a:pt x="307282" y="52722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2" y="307276"/>
                  </a:lnTo>
                  <a:lnTo>
                    <a:pt x="89152" y="335420"/>
                  </a:lnTo>
                  <a:lnTo>
                    <a:pt x="132149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157859" y="2657449"/>
            <a:ext cx="3144520" cy="4237990"/>
            <a:chOff x="7157859" y="2657449"/>
            <a:chExt cx="3144520" cy="4237990"/>
          </a:xfrm>
        </p:grpSpPr>
        <p:sp>
          <p:nvSpPr>
            <p:cNvPr id="6" name="object 6"/>
            <p:cNvSpPr/>
            <p:nvPr/>
          </p:nvSpPr>
          <p:spPr>
            <a:xfrm>
              <a:off x="8058251" y="6399161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994" y="179997"/>
                  </a:moveTo>
                  <a:lnTo>
                    <a:pt x="353564" y="132144"/>
                  </a:lnTo>
                  <a:lnTo>
                    <a:pt x="335417" y="89146"/>
                  </a:lnTo>
                  <a:lnTo>
                    <a:pt x="307271" y="52717"/>
                  </a:lnTo>
                  <a:lnTo>
                    <a:pt x="270842" y="24573"/>
                  </a:lnTo>
                  <a:lnTo>
                    <a:pt x="227845" y="6429"/>
                  </a:lnTo>
                  <a:lnTo>
                    <a:pt x="179997" y="0"/>
                  </a:lnTo>
                  <a:lnTo>
                    <a:pt x="132144" y="6429"/>
                  </a:lnTo>
                  <a:lnTo>
                    <a:pt x="89146" y="24573"/>
                  </a:lnTo>
                  <a:lnTo>
                    <a:pt x="52717" y="52717"/>
                  </a:lnTo>
                  <a:lnTo>
                    <a:pt x="24573" y="89146"/>
                  </a:lnTo>
                  <a:lnTo>
                    <a:pt x="6429" y="132144"/>
                  </a:lnTo>
                  <a:lnTo>
                    <a:pt x="0" y="179997"/>
                  </a:lnTo>
                  <a:lnTo>
                    <a:pt x="6429" y="227845"/>
                  </a:lnTo>
                  <a:lnTo>
                    <a:pt x="24573" y="270842"/>
                  </a:lnTo>
                  <a:lnTo>
                    <a:pt x="52717" y="307271"/>
                  </a:lnTo>
                  <a:lnTo>
                    <a:pt x="89146" y="335417"/>
                  </a:lnTo>
                  <a:lnTo>
                    <a:pt x="132144" y="353564"/>
                  </a:lnTo>
                  <a:lnTo>
                    <a:pt x="179997" y="359994"/>
                  </a:lnTo>
                  <a:lnTo>
                    <a:pt x="227845" y="353564"/>
                  </a:lnTo>
                  <a:lnTo>
                    <a:pt x="270842" y="335417"/>
                  </a:lnTo>
                  <a:lnTo>
                    <a:pt x="307271" y="307271"/>
                  </a:lnTo>
                  <a:lnTo>
                    <a:pt x="335417" y="270842"/>
                  </a:lnTo>
                  <a:lnTo>
                    <a:pt x="353564" y="227845"/>
                  </a:lnTo>
                  <a:lnTo>
                    <a:pt x="359994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58251" y="6399161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997" y="359994"/>
                  </a:moveTo>
                  <a:lnTo>
                    <a:pt x="227845" y="353564"/>
                  </a:lnTo>
                  <a:lnTo>
                    <a:pt x="270842" y="335417"/>
                  </a:lnTo>
                  <a:lnTo>
                    <a:pt x="307271" y="307271"/>
                  </a:lnTo>
                  <a:lnTo>
                    <a:pt x="335417" y="270842"/>
                  </a:lnTo>
                  <a:lnTo>
                    <a:pt x="353564" y="227845"/>
                  </a:lnTo>
                  <a:lnTo>
                    <a:pt x="359994" y="179997"/>
                  </a:lnTo>
                  <a:lnTo>
                    <a:pt x="353564" y="132144"/>
                  </a:lnTo>
                  <a:lnTo>
                    <a:pt x="335417" y="89146"/>
                  </a:lnTo>
                  <a:lnTo>
                    <a:pt x="307271" y="52717"/>
                  </a:lnTo>
                  <a:lnTo>
                    <a:pt x="270842" y="24573"/>
                  </a:lnTo>
                  <a:lnTo>
                    <a:pt x="227845" y="6429"/>
                  </a:lnTo>
                  <a:lnTo>
                    <a:pt x="179997" y="0"/>
                  </a:lnTo>
                  <a:lnTo>
                    <a:pt x="132144" y="6429"/>
                  </a:lnTo>
                  <a:lnTo>
                    <a:pt x="89146" y="24573"/>
                  </a:lnTo>
                  <a:lnTo>
                    <a:pt x="52717" y="52717"/>
                  </a:lnTo>
                  <a:lnTo>
                    <a:pt x="24573" y="89146"/>
                  </a:lnTo>
                  <a:lnTo>
                    <a:pt x="6429" y="132144"/>
                  </a:lnTo>
                  <a:lnTo>
                    <a:pt x="0" y="179997"/>
                  </a:lnTo>
                  <a:lnTo>
                    <a:pt x="6429" y="227845"/>
                  </a:lnTo>
                  <a:lnTo>
                    <a:pt x="24573" y="270842"/>
                  </a:lnTo>
                  <a:lnTo>
                    <a:pt x="52717" y="307271"/>
                  </a:lnTo>
                  <a:lnTo>
                    <a:pt x="89146" y="335417"/>
                  </a:lnTo>
                  <a:lnTo>
                    <a:pt x="132144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38740" y="3952341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60006" y="180009"/>
                  </a:moveTo>
                  <a:lnTo>
                    <a:pt x="353576" y="132156"/>
                  </a:lnTo>
                  <a:lnTo>
                    <a:pt x="335430" y="89155"/>
                  </a:lnTo>
                  <a:lnTo>
                    <a:pt x="307282" y="52724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4"/>
                  </a:lnTo>
                  <a:lnTo>
                    <a:pt x="24576" y="89155"/>
                  </a:lnTo>
                  <a:lnTo>
                    <a:pt x="6430" y="132156"/>
                  </a:lnTo>
                  <a:lnTo>
                    <a:pt x="0" y="180009"/>
                  </a:lnTo>
                  <a:lnTo>
                    <a:pt x="6430" y="227857"/>
                  </a:lnTo>
                  <a:lnTo>
                    <a:pt x="24576" y="270854"/>
                  </a:lnTo>
                  <a:lnTo>
                    <a:pt x="52722" y="307284"/>
                  </a:lnTo>
                  <a:lnTo>
                    <a:pt x="89152" y="335430"/>
                  </a:lnTo>
                  <a:lnTo>
                    <a:pt x="132149" y="353576"/>
                  </a:lnTo>
                  <a:lnTo>
                    <a:pt x="179997" y="360006"/>
                  </a:lnTo>
                  <a:lnTo>
                    <a:pt x="227850" y="353576"/>
                  </a:lnTo>
                  <a:lnTo>
                    <a:pt x="270851" y="335430"/>
                  </a:lnTo>
                  <a:lnTo>
                    <a:pt x="307282" y="307284"/>
                  </a:lnTo>
                  <a:lnTo>
                    <a:pt x="335430" y="270854"/>
                  </a:lnTo>
                  <a:lnTo>
                    <a:pt x="353576" y="227857"/>
                  </a:lnTo>
                  <a:lnTo>
                    <a:pt x="360006" y="18000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38740" y="3952341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997" y="360006"/>
                  </a:moveTo>
                  <a:lnTo>
                    <a:pt x="227850" y="353576"/>
                  </a:lnTo>
                  <a:lnTo>
                    <a:pt x="270851" y="335430"/>
                  </a:lnTo>
                  <a:lnTo>
                    <a:pt x="307282" y="307284"/>
                  </a:lnTo>
                  <a:lnTo>
                    <a:pt x="335430" y="270854"/>
                  </a:lnTo>
                  <a:lnTo>
                    <a:pt x="353576" y="227857"/>
                  </a:lnTo>
                  <a:lnTo>
                    <a:pt x="360006" y="180009"/>
                  </a:lnTo>
                  <a:lnTo>
                    <a:pt x="353576" y="132156"/>
                  </a:lnTo>
                  <a:lnTo>
                    <a:pt x="335430" y="89155"/>
                  </a:lnTo>
                  <a:lnTo>
                    <a:pt x="307282" y="52724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4"/>
                  </a:lnTo>
                  <a:lnTo>
                    <a:pt x="24576" y="89155"/>
                  </a:lnTo>
                  <a:lnTo>
                    <a:pt x="6430" y="132156"/>
                  </a:lnTo>
                  <a:lnTo>
                    <a:pt x="0" y="180009"/>
                  </a:lnTo>
                  <a:lnTo>
                    <a:pt x="6430" y="227857"/>
                  </a:lnTo>
                  <a:lnTo>
                    <a:pt x="24576" y="270854"/>
                  </a:lnTo>
                  <a:lnTo>
                    <a:pt x="52722" y="307284"/>
                  </a:lnTo>
                  <a:lnTo>
                    <a:pt x="89152" y="335430"/>
                  </a:lnTo>
                  <a:lnTo>
                    <a:pt x="132149" y="353576"/>
                  </a:lnTo>
                  <a:lnTo>
                    <a:pt x="179997" y="360006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7859" y="2657449"/>
              <a:ext cx="2866402" cy="42378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99082" y="4613948"/>
              <a:ext cx="180975" cy="578485"/>
            </a:xfrm>
            <a:custGeom>
              <a:avLst/>
              <a:gdLst/>
              <a:ahLst/>
              <a:cxnLst/>
              <a:rect l="l" t="t" r="r" b="b"/>
              <a:pathLst>
                <a:path w="180975" h="578485">
                  <a:moveTo>
                    <a:pt x="180403" y="383743"/>
                  </a:moveTo>
                  <a:lnTo>
                    <a:pt x="131546" y="393357"/>
                  </a:lnTo>
                  <a:lnTo>
                    <a:pt x="113271" y="164566"/>
                  </a:lnTo>
                  <a:lnTo>
                    <a:pt x="162217" y="154406"/>
                  </a:lnTo>
                  <a:lnTo>
                    <a:pt x="62788" y="0"/>
                  </a:lnTo>
                  <a:lnTo>
                    <a:pt x="0" y="185534"/>
                  </a:lnTo>
                  <a:lnTo>
                    <a:pt x="46685" y="177266"/>
                  </a:lnTo>
                  <a:lnTo>
                    <a:pt x="65011" y="406590"/>
                  </a:lnTo>
                  <a:lnTo>
                    <a:pt x="19176" y="416140"/>
                  </a:lnTo>
                  <a:lnTo>
                    <a:pt x="110705" y="577964"/>
                  </a:lnTo>
                  <a:lnTo>
                    <a:pt x="180403" y="383743"/>
                  </a:lnTo>
                  <a:close/>
                </a:path>
              </a:pathLst>
            </a:custGeom>
            <a:solidFill>
              <a:srgbClr val="EA2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99082" y="4613948"/>
              <a:ext cx="180975" cy="578485"/>
            </a:xfrm>
            <a:custGeom>
              <a:avLst/>
              <a:gdLst/>
              <a:ahLst/>
              <a:cxnLst/>
              <a:rect l="l" t="t" r="r" b="b"/>
              <a:pathLst>
                <a:path w="180975" h="578485">
                  <a:moveTo>
                    <a:pt x="131546" y="393357"/>
                  </a:moveTo>
                  <a:lnTo>
                    <a:pt x="113271" y="164566"/>
                  </a:lnTo>
                  <a:lnTo>
                    <a:pt x="162217" y="154406"/>
                  </a:lnTo>
                  <a:lnTo>
                    <a:pt x="62788" y="0"/>
                  </a:lnTo>
                  <a:lnTo>
                    <a:pt x="0" y="185534"/>
                  </a:lnTo>
                  <a:lnTo>
                    <a:pt x="46685" y="177266"/>
                  </a:lnTo>
                  <a:lnTo>
                    <a:pt x="65011" y="406590"/>
                  </a:lnTo>
                  <a:lnTo>
                    <a:pt x="19176" y="416140"/>
                  </a:lnTo>
                  <a:lnTo>
                    <a:pt x="110705" y="577964"/>
                  </a:lnTo>
                  <a:lnTo>
                    <a:pt x="180403" y="383743"/>
                  </a:lnTo>
                  <a:lnTo>
                    <a:pt x="131546" y="393357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59168" y="1237513"/>
            <a:ext cx="6692265" cy="2872105"/>
            <a:chOff x="359168" y="1237513"/>
            <a:chExt cx="6692265" cy="2872105"/>
          </a:xfrm>
        </p:grpSpPr>
        <p:sp>
          <p:nvSpPr>
            <p:cNvPr id="14" name="object 14"/>
            <p:cNvSpPr/>
            <p:nvPr/>
          </p:nvSpPr>
          <p:spPr>
            <a:xfrm>
              <a:off x="5239308" y="2349779"/>
              <a:ext cx="1809114" cy="501015"/>
            </a:xfrm>
            <a:custGeom>
              <a:avLst/>
              <a:gdLst/>
              <a:ahLst/>
              <a:cxnLst/>
              <a:rect l="l" t="t" r="r" b="b"/>
              <a:pathLst>
                <a:path w="1809115" h="501014">
                  <a:moveTo>
                    <a:pt x="1808873" y="201993"/>
                  </a:moveTo>
                  <a:lnTo>
                    <a:pt x="1806189" y="152253"/>
                  </a:lnTo>
                  <a:lnTo>
                    <a:pt x="1798981" y="108267"/>
                  </a:lnTo>
                  <a:lnTo>
                    <a:pt x="1788007" y="68393"/>
                  </a:lnTo>
                  <a:lnTo>
                    <a:pt x="1770619" y="28601"/>
                  </a:lnTo>
                  <a:lnTo>
                    <a:pt x="1741551" y="0"/>
                  </a:lnTo>
                  <a:lnTo>
                    <a:pt x="0" y="213817"/>
                  </a:lnTo>
                  <a:lnTo>
                    <a:pt x="43675" y="500443"/>
                  </a:lnTo>
                  <a:lnTo>
                    <a:pt x="1780667" y="287528"/>
                  </a:lnTo>
                  <a:lnTo>
                    <a:pt x="1804283" y="250275"/>
                  </a:lnTo>
                  <a:lnTo>
                    <a:pt x="1808704" y="211547"/>
                  </a:lnTo>
                  <a:lnTo>
                    <a:pt x="1808873" y="201993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39308" y="2349779"/>
              <a:ext cx="1809114" cy="501015"/>
            </a:xfrm>
            <a:custGeom>
              <a:avLst/>
              <a:gdLst/>
              <a:ahLst/>
              <a:cxnLst/>
              <a:rect l="l" t="t" r="r" b="b"/>
              <a:pathLst>
                <a:path w="1809115" h="501014">
                  <a:moveTo>
                    <a:pt x="0" y="213817"/>
                  </a:moveTo>
                  <a:lnTo>
                    <a:pt x="1741551" y="0"/>
                  </a:lnTo>
                  <a:lnTo>
                    <a:pt x="1745183" y="901"/>
                  </a:lnTo>
                  <a:lnTo>
                    <a:pt x="1748828" y="1816"/>
                  </a:lnTo>
                  <a:lnTo>
                    <a:pt x="1775205" y="37299"/>
                  </a:lnTo>
                  <a:lnTo>
                    <a:pt x="1791589" y="79146"/>
                  </a:lnTo>
                  <a:lnTo>
                    <a:pt x="1801952" y="122912"/>
                  </a:lnTo>
                  <a:lnTo>
                    <a:pt x="1807624" y="166955"/>
                  </a:lnTo>
                  <a:lnTo>
                    <a:pt x="1808873" y="196532"/>
                  </a:lnTo>
                  <a:lnTo>
                    <a:pt x="1808873" y="198361"/>
                  </a:lnTo>
                  <a:lnTo>
                    <a:pt x="1808873" y="200177"/>
                  </a:lnTo>
                  <a:lnTo>
                    <a:pt x="1808873" y="201993"/>
                  </a:lnTo>
                  <a:lnTo>
                    <a:pt x="1808704" y="211547"/>
                  </a:lnTo>
                  <a:lnTo>
                    <a:pt x="1804283" y="250275"/>
                  </a:lnTo>
                  <a:lnTo>
                    <a:pt x="1786127" y="286613"/>
                  </a:lnTo>
                  <a:lnTo>
                    <a:pt x="1780667" y="287528"/>
                  </a:lnTo>
                  <a:lnTo>
                    <a:pt x="43675" y="50044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9809" y="2592273"/>
              <a:ext cx="110070" cy="1037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82984" y="2793796"/>
              <a:ext cx="109220" cy="55880"/>
            </a:xfrm>
            <a:custGeom>
              <a:avLst/>
              <a:gdLst/>
              <a:ahLst/>
              <a:cxnLst/>
              <a:rect l="l" t="t" r="r" b="b"/>
              <a:pathLst>
                <a:path w="109220" h="55880">
                  <a:moveTo>
                    <a:pt x="109181" y="15468"/>
                  </a:moveTo>
                  <a:lnTo>
                    <a:pt x="109181" y="10020"/>
                  </a:lnTo>
                  <a:lnTo>
                    <a:pt x="107365" y="4559"/>
                  </a:lnTo>
                  <a:lnTo>
                    <a:pt x="106451" y="2730"/>
                  </a:lnTo>
                  <a:lnTo>
                    <a:pt x="104635" y="901"/>
                  </a:lnTo>
                  <a:lnTo>
                    <a:pt x="102819" y="0"/>
                  </a:lnTo>
                  <a:lnTo>
                    <a:pt x="0" y="12750"/>
                  </a:lnTo>
                  <a:lnTo>
                    <a:pt x="0" y="55511"/>
                  </a:lnTo>
                  <a:lnTo>
                    <a:pt x="90982" y="45504"/>
                  </a:lnTo>
                  <a:lnTo>
                    <a:pt x="93713" y="43687"/>
                  </a:lnTo>
                  <a:lnTo>
                    <a:pt x="100088" y="37299"/>
                  </a:lnTo>
                  <a:lnTo>
                    <a:pt x="101904" y="34582"/>
                  </a:lnTo>
                  <a:lnTo>
                    <a:pt x="103720" y="30949"/>
                  </a:lnTo>
                  <a:lnTo>
                    <a:pt x="105549" y="28219"/>
                  </a:lnTo>
                  <a:lnTo>
                    <a:pt x="107365" y="24574"/>
                  </a:lnTo>
                  <a:lnTo>
                    <a:pt x="108280" y="20929"/>
                  </a:lnTo>
                  <a:lnTo>
                    <a:pt x="108280" y="18199"/>
                  </a:lnTo>
                  <a:lnTo>
                    <a:pt x="109181" y="15468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82984" y="2793796"/>
              <a:ext cx="109220" cy="55880"/>
            </a:xfrm>
            <a:custGeom>
              <a:avLst/>
              <a:gdLst/>
              <a:ahLst/>
              <a:cxnLst/>
              <a:rect l="l" t="t" r="r" b="b"/>
              <a:pathLst>
                <a:path w="109220" h="55880">
                  <a:moveTo>
                    <a:pt x="0" y="55511"/>
                  </a:moveTo>
                  <a:lnTo>
                    <a:pt x="90982" y="45504"/>
                  </a:lnTo>
                  <a:lnTo>
                    <a:pt x="93713" y="43687"/>
                  </a:lnTo>
                  <a:lnTo>
                    <a:pt x="95542" y="41859"/>
                  </a:lnTo>
                  <a:lnTo>
                    <a:pt x="97358" y="40030"/>
                  </a:lnTo>
                  <a:lnTo>
                    <a:pt x="100088" y="37299"/>
                  </a:lnTo>
                  <a:lnTo>
                    <a:pt x="101904" y="34582"/>
                  </a:lnTo>
                  <a:lnTo>
                    <a:pt x="103720" y="30949"/>
                  </a:lnTo>
                  <a:lnTo>
                    <a:pt x="105549" y="28219"/>
                  </a:lnTo>
                  <a:lnTo>
                    <a:pt x="107365" y="24574"/>
                  </a:lnTo>
                  <a:lnTo>
                    <a:pt x="108280" y="20929"/>
                  </a:lnTo>
                  <a:lnTo>
                    <a:pt x="108280" y="18199"/>
                  </a:lnTo>
                  <a:lnTo>
                    <a:pt x="109181" y="15468"/>
                  </a:lnTo>
                  <a:lnTo>
                    <a:pt x="109181" y="12750"/>
                  </a:lnTo>
                  <a:lnTo>
                    <a:pt x="109181" y="10020"/>
                  </a:lnTo>
                  <a:lnTo>
                    <a:pt x="108280" y="7289"/>
                  </a:lnTo>
                  <a:lnTo>
                    <a:pt x="107365" y="4559"/>
                  </a:lnTo>
                  <a:lnTo>
                    <a:pt x="106451" y="2730"/>
                  </a:lnTo>
                  <a:lnTo>
                    <a:pt x="104635" y="901"/>
                  </a:lnTo>
                  <a:lnTo>
                    <a:pt x="102819" y="0"/>
                  </a:lnTo>
                  <a:lnTo>
                    <a:pt x="0" y="1275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20106" y="2500820"/>
              <a:ext cx="120650" cy="432434"/>
            </a:xfrm>
            <a:custGeom>
              <a:avLst/>
              <a:gdLst/>
              <a:ahLst/>
              <a:cxnLst/>
              <a:rect l="l" t="t" r="r" b="b"/>
              <a:pathLst>
                <a:path w="120650" h="432435">
                  <a:moveTo>
                    <a:pt x="120103" y="432206"/>
                  </a:moveTo>
                  <a:lnTo>
                    <a:pt x="120103" y="108280"/>
                  </a:lnTo>
                  <a:lnTo>
                    <a:pt x="0" y="0"/>
                  </a:lnTo>
                  <a:lnTo>
                    <a:pt x="0" y="323926"/>
                  </a:lnTo>
                  <a:lnTo>
                    <a:pt x="120103" y="43220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20106" y="2500820"/>
              <a:ext cx="120650" cy="432434"/>
            </a:xfrm>
            <a:custGeom>
              <a:avLst/>
              <a:gdLst/>
              <a:ahLst/>
              <a:cxnLst/>
              <a:rect l="l" t="t" r="r" b="b"/>
              <a:pathLst>
                <a:path w="120650" h="432435">
                  <a:moveTo>
                    <a:pt x="0" y="0"/>
                  </a:moveTo>
                  <a:lnTo>
                    <a:pt x="120103" y="108280"/>
                  </a:lnTo>
                  <a:lnTo>
                    <a:pt x="120103" y="432206"/>
                  </a:lnTo>
                  <a:lnTo>
                    <a:pt x="0" y="323926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6931" y="2492184"/>
              <a:ext cx="168998" cy="1200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240210" y="2603512"/>
              <a:ext cx="43180" cy="329565"/>
            </a:xfrm>
            <a:custGeom>
              <a:avLst/>
              <a:gdLst/>
              <a:ahLst/>
              <a:cxnLst/>
              <a:rect l="l" t="t" r="r" b="b"/>
              <a:pathLst>
                <a:path w="43179" h="329564">
                  <a:moveTo>
                    <a:pt x="42773" y="324053"/>
                  </a:moveTo>
                  <a:lnTo>
                    <a:pt x="42544" y="0"/>
                  </a:lnTo>
                  <a:lnTo>
                    <a:pt x="0" y="5587"/>
                  </a:lnTo>
                  <a:lnTo>
                    <a:pt x="0" y="329514"/>
                  </a:lnTo>
                  <a:lnTo>
                    <a:pt x="42773" y="324053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40210" y="2603512"/>
              <a:ext cx="43180" cy="329565"/>
            </a:xfrm>
            <a:custGeom>
              <a:avLst/>
              <a:gdLst/>
              <a:ahLst/>
              <a:cxnLst/>
              <a:rect l="l" t="t" r="r" b="b"/>
              <a:pathLst>
                <a:path w="43179" h="329564">
                  <a:moveTo>
                    <a:pt x="0" y="5587"/>
                  </a:moveTo>
                  <a:lnTo>
                    <a:pt x="42544" y="0"/>
                  </a:lnTo>
                  <a:lnTo>
                    <a:pt x="42773" y="324053"/>
                  </a:lnTo>
                  <a:lnTo>
                    <a:pt x="0" y="329514"/>
                  </a:lnTo>
                  <a:lnTo>
                    <a:pt x="0" y="5587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31942" y="2548127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16370" y="39128"/>
                  </a:moveTo>
                  <a:lnTo>
                    <a:pt x="16370" y="27304"/>
                  </a:lnTo>
                  <a:lnTo>
                    <a:pt x="15468" y="23660"/>
                  </a:lnTo>
                  <a:lnTo>
                    <a:pt x="15468" y="20015"/>
                  </a:lnTo>
                  <a:lnTo>
                    <a:pt x="14554" y="17284"/>
                  </a:lnTo>
                  <a:lnTo>
                    <a:pt x="13639" y="13652"/>
                  </a:lnTo>
                  <a:lnTo>
                    <a:pt x="12738" y="11836"/>
                  </a:lnTo>
                  <a:lnTo>
                    <a:pt x="12738" y="9105"/>
                  </a:lnTo>
                  <a:lnTo>
                    <a:pt x="10909" y="6375"/>
                  </a:lnTo>
                  <a:lnTo>
                    <a:pt x="9093" y="2730"/>
                  </a:lnTo>
                  <a:lnTo>
                    <a:pt x="7277" y="914"/>
                  </a:lnTo>
                  <a:lnTo>
                    <a:pt x="7277" y="0"/>
                  </a:lnTo>
                  <a:lnTo>
                    <a:pt x="4546" y="0"/>
                  </a:lnTo>
                  <a:lnTo>
                    <a:pt x="3632" y="0"/>
                  </a:lnTo>
                  <a:lnTo>
                    <a:pt x="3632" y="914"/>
                  </a:lnTo>
                  <a:lnTo>
                    <a:pt x="2730" y="1828"/>
                  </a:lnTo>
                  <a:lnTo>
                    <a:pt x="901" y="5460"/>
                  </a:lnTo>
                  <a:lnTo>
                    <a:pt x="0" y="8191"/>
                  </a:lnTo>
                  <a:lnTo>
                    <a:pt x="0" y="25476"/>
                  </a:lnTo>
                  <a:lnTo>
                    <a:pt x="901" y="29121"/>
                  </a:lnTo>
                  <a:lnTo>
                    <a:pt x="901" y="32753"/>
                  </a:lnTo>
                  <a:lnTo>
                    <a:pt x="3632" y="40944"/>
                  </a:lnTo>
                  <a:lnTo>
                    <a:pt x="5448" y="44589"/>
                  </a:lnTo>
                  <a:lnTo>
                    <a:pt x="7277" y="47320"/>
                  </a:lnTo>
                  <a:lnTo>
                    <a:pt x="9093" y="49136"/>
                  </a:lnTo>
                  <a:lnTo>
                    <a:pt x="12738" y="49136"/>
                  </a:lnTo>
                  <a:lnTo>
                    <a:pt x="12738" y="48234"/>
                  </a:lnTo>
                  <a:lnTo>
                    <a:pt x="14554" y="45504"/>
                  </a:lnTo>
                  <a:lnTo>
                    <a:pt x="15468" y="43675"/>
                  </a:lnTo>
                  <a:lnTo>
                    <a:pt x="15468" y="41859"/>
                  </a:lnTo>
                  <a:lnTo>
                    <a:pt x="16370" y="39128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1942" y="2548127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4546" y="0"/>
                  </a:moveTo>
                  <a:lnTo>
                    <a:pt x="3632" y="0"/>
                  </a:lnTo>
                  <a:lnTo>
                    <a:pt x="3632" y="914"/>
                  </a:lnTo>
                  <a:lnTo>
                    <a:pt x="2730" y="1828"/>
                  </a:lnTo>
                  <a:lnTo>
                    <a:pt x="1816" y="3644"/>
                  </a:lnTo>
                  <a:lnTo>
                    <a:pt x="901" y="5460"/>
                  </a:lnTo>
                  <a:lnTo>
                    <a:pt x="0" y="8191"/>
                  </a:lnTo>
                  <a:lnTo>
                    <a:pt x="0" y="15468"/>
                  </a:lnTo>
                  <a:lnTo>
                    <a:pt x="0" y="25476"/>
                  </a:lnTo>
                  <a:lnTo>
                    <a:pt x="901" y="29121"/>
                  </a:lnTo>
                  <a:lnTo>
                    <a:pt x="901" y="32753"/>
                  </a:lnTo>
                  <a:lnTo>
                    <a:pt x="1816" y="35496"/>
                  </a:lnTo>
                  <a:lnTo>
                    <a:pt x="2730" y="38214"/>
                  </a:lnTo>
                  <a:lnTo>
                    <a:pt x="3632" y="40944"/>
                  </a:lnTo>
                  <a:lnTo>
                    <a:pt x="4546" y="42773"/>
                  </a:lnTo>
                  <a:lnTo>
                    <a:pt x="5448" y="44589"/>
                  </a:lnTo>
                  <a:lnTo>
                    <a:pt x="7277" y="47320"/>
                  </a:lnTo>
                  <a:lnTo>
                    <a:pt x="8178" y="48234"/>
                  </a:lnTo>
                  <a:lnTo>
                    <a:pt x="9093" y="49136"/>
                  </a:lnTo>
                  <a:lnTo>
                    <a:pt x="10007" y="49136"/>
                  </a:lnTo>
                  <a:lnTo>
                    <a:pt x="10909" y="49136"/>
                  </a:lnTo>
                  <a:lnTo>
                    <a:pt x="11823" y="49136"/>
                  </a:lnTo>
                  <a:lnTo>
                    <a:pt x="12738" y="49136"/>
                  </a:lnTo>
                  <a:lnTo>
                    <a:pt x="12738" y="48234"/>
                  </a:lnTo>
                  <a:lnTo>
                    <a:pt x="14554" y="45504"/>
                  </a:lnTo>
                  <a:lnTo>
                    <a:pt x="15468" y="43675"/>
                  </a:lnTo>
                  <a:lnTo>
                    <a:pt x="15468" y="41859"/>
                  </a:lnTo>
                  <a:lnTo>
                    <a:pt x="16370" y="39128"/>
                  </a:lnTo>
                  <a:lnTo>
                    <a:pt x="16370" y="36398"/>
                  </a:lnTo>
                  <a:lnTo>
                    <a:pt x="16370" y="33667"/>
                  </a:lnTo>
                  <a:lnTo>
                    <a:pt x="16370" y="30035"/>
                  </a:lnTo>
                  <a:lnTo>
                    <a:pt x="16370" y="27304"/>
                  </a:lnTo>
                  <a:lnTo>
                    <a:pt x="15468" y="23660"/>
                  </a:lnTo>
                  <a:lnTo>
                    <a:pt x="15468" y="20015"/>
                  </a:lnTo>
                  <a:lnTo>
                    <a:pt x="14554" y="17284"/>
                  </a:lnTo>
                  <a:lnTo>
                    <a:pt x="13639" y="13652"/>
                  </a:lnTo>
                  <a:lnTo>
                    <a:pt x="12738" y="11836"/>
                  </a:lnTo>
                  <a:lnTo>
                    <a:pt x="12738" y="9105"/>
                  </a:lnTo>
                  <a:lnTo>
                    <a:pt x="10909" y="6375"/>
                  </a:lnTo>
                  <a:lnTo>
                    <a:pt x="10007" y="4559"/>
                  </a:lnTo>
                  <a:lnTo>
                    <a:pt x="9093" y="2730"/>
                  </a:lnTo>
                  <a:lnTo>
                    <a:pt x="7277" y="914"/>
                  </a:lnTo>
                  <a:lnTo>
                    <a:pt x="7277" y="0"/>
                  </a:lnTo>
                  <a:lnTo>
                    <a:pt x="6362" y="0"/>
                  </a:lnTo>
                  <a:lnTo>
                    <a:pt x="5448" y="0"/>
                  </a:lnTo>
                  <a:lnTo>
                    <a:pt x="4546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12003" y="2620924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15468" y="43675"/>
                  </a:moveTo>
                  <a:lnTo>
                    <a:pt x="15468" y="20015"/>
                  </a:lnTo>
                  <a:lnTo>
                    <a:pt x="14566" y="16370"/>
                  </a:lnTo>
                  <a:lnTo>
                    <a:pt x="13652" y="13652"/>
                  </a:lnTo>
                  <a:lnTo>
                    <a:pt x="13652" y="10922"/>
                  </a:lnTo>
                  <a:lnTo>
                    <a:pt x="12738" y="8191"/>
                  </a:lnTo>
                  <a:lnTo>
                    <a:pt x="11836" y="6362"/>
                  </a:lnTo>
                  <a:lnTo>
                    <a:pt x="10922" y="3644"/>
                  </a:lnTo>
                  <a:lnTo>
                    <a:pt x="9105" y="1816"/>
                  </a:lnTo>
                  <a:lnTo>
                    <a:pt x="7289" y="914"/>
                  </a:lnTo>
                  <a:lnTo>
                    <a:pt x="7289" y="0"/>
                  </a:lnTo>
                  <a:lnTo>
                    <a:pt x="3644" y="0"/>
                  </a:lnTo>
                  <a:lnTo>
                    <a:pt x="2730" y="914"/>
                  </a:lnTo>
                  <a:lnTo>
                    <a:pt x="1828" y="2730"/>
                  </a:lnTo>
                  <a:lnTo>
                    <a:pt x="914" y="5461"/>
                  </a:lnTo>
                  <a:lnTo>
                    <a:pt x="914" y="7277"/>
                  </a:lnTo>
                  <a:lnTo>
                    <a:pt x="0" y="10007"/>
                  </a:lnTo>
                  <a:lnTo>
                    <a:pt x="0" y="25476"/>
                  </a:lnTo>
                  <a:lnTo>
                    <a:pt x="914" y="29121"/>
                  </a:lnTo>
                  <a:lnTo>
                    <a:pt x="1828" y="31851"/>
                  </a:lnTo>
                  <a:lnTo>
                    <a:pt x="2730" y="35483"/>
                  </a:lnTo>
                  <a:lnTo>
                    <a:pt x="2730" y="37299"/>
                  </a:lnTo>
                  <a:lnTo>
                    <a:pt x="4559" y="42760"/>
                  </a:lnTo>
                  <a:lnTo>
                    <a:pt x="5461" y="44589"/>
                  </a:lnTo>
                  <a:lnTo>
                    <a:pt x="10020" y="49136"/>
                  </a:lnTo>
                  <a:lnTo>
                    <a:pt x="11836" y="49136"/>
                  </a:lnTo>
                  <a:lnTo>
                    <a:pt x="13652" y="47320"/>
                  </a:lnTo>
                  <a:lnTo>
                    <a:pt x="15468" y="43675"/>
                  </a:lnTo>
                  <a:close/>
                </a:path>
                <a:path w="16510" h="49530">
                  <a:moveTo>
                    <a:pt x="16383" y="38214"/>
                  </a:moveTo>
                  <a:lnTo>
                    <a:pt x="16383" y="26390"/>
                  </a:lnTo>
                  <a:lnTo>
                    <a:pt x="15468" y="23647"/>
                  </a:lnTo>
                  <a:lnTo>
                    <a:pt x="15468" y="40944"/>
                  </a:lnTo>
                  <a:lnTo>
                    <a:pt x="16383" y="38214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12003" y="2620924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5461" y="0"/>
                  </a:moveTo>
                  <a:lnTo>
                    <a:pt x="4559" y="0"/>
                  </a:lnTo>
                  <a:lnTo>
                    <a:pt x="3644" y="0"/>
                  </a:lnTo>
                  <a:lnTo>
                    <a:pt x="2730" y="914"/>
                  </a:lnTo>
                  <a:lnTo>
                    <a:pt x="1828" y="2730"/>
                  </a:lnTo>
                  <a:lnTo>
                    <a:pt x="914" y="5461"/>
                  </a:lnTo>
                  <a:lnTo>
                    <a:pt x="914" y="7277"/>
                  </a:lnTo>
                  <a:lnTo>
                    <a:pt x="0" y="10007"/>
                  </a:lnTo>
                  <a:lnTo>
                    <a:pt x="0" y="15468"/>
                  </a:lnTo>
                  <a:lnTo>
                    <a:pt x="0" y="25476"/>
                  </a:lnTo>
                  <a:lnTo>
                    <a:pt x="914" y="29121"/>
                  </a:lnTo>
                  <a:lnTo>
                    <a:pt x="1828" y="31851"/>
                  </a:lnTo>
                  <a:lnTo>
                    <a:pt x="2730" y="35483"/>
                  </a:lnTo>
                  <a:lnTo>
                    <a:pt x="2730" y="37299"/>
                  </a:lnTo>
                  <a:lnTo>
                    <a:pt x="3644" y="40030"/>
                  </a:lnTo>
                  <a:lnTo>
                    <a:pt x="4559" y="42760"/>
                  </a:lnTo>
                  <a:lnTo>
                    <a:pt x="5461" y="44589"/>
                  </a:lnTo>
                  <a:lnTo>
                    <a:pt x="7289" y="46405"/>
                  </a:lnTo>
                  <a:lnTo>
                    <a:pt x="9105" y="48221"/>
                  </a:lnTo>
                  <a:lnTo>
                    <a:pt x="10020" y="49136"/>
                  </a:lnTo>
                  <a:lnTo>
                    <a:pt x="10922" y="49136"/>
                  </a:lnTo>
                  <a:lnTo>
                    <a:pt x="11836" y="49136"/>
                  </a:lnTo>
                  <a:lnTo>
                    <a:pt x="12738" y="48221"/>
                  </a:lnTo>
                  <a:lnTo>
                    <a:pt x="13652" y="47320"/>
                  </a:lnTo>
                  <a:lnTo>
                    <a:pt x="14566" y="45491"/>
                  </a:lnTo>
                  <a:lnTo>
                    <a:pt x="15468" y="43675"/>
                  </a:lnTo>
                  <a:lnTo>
                    <a:pt x="15468" y="40944"/>
                  </a:lnTo>
                  <a:lnTo>
                    <a:pt x="16383" y="38214"/>
                  </a:lnTo>
                  <a:lnTo>
                    <a:pt x="16383" y="26390"/>
                  </a:lnTo>
                  <a:lnTo>
                    <a:pt x="15468" y="23647"/>
                  </a:lnTo>
                  <a:lnTo>
                    <a:pt x="15468" y="20015"/>
                  </a:lnTo>
                  <a:lnTo>
                    <a:pt x="14566" y="16370"/>
                  </a:lnTo>
                  <a:lnTo>
                    <a:pt x="13652" y="13652"/>
                  </a:lnTo>
                  <a:lnTo>
                    <a:pt x="13652" y="10922"/>
                  </a:lnTo>
                  <a:lnTo>
                    <a:pt x="12738" y="8191"/>
                  </a:lnTo>
                  <a:lnTo>
                    <a:pt x="11836" y="6362"/>
                  </a:lnTo>
                  <a:lnTo>
                    <a:pt x="10922" y="3644"/>
                  </a:lnTo>
                  <a:lnTo>
                    <a:pt x="9105" y="1816"/>
                  </a:lnTo>
                  <a:lnTo>
                    <a:pt x="7289" y="914"/>
                  </a:lnTo>
                  <a:lnTo>
                    <a:pt x="7289" y="0"/>
                  </a:lnTo>
                  <a:lnTo>
                    <a:pt x="6375" y="0"/>
                  </a:lnTo>
                  <a:lnTo>
                    <a:pt x="546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12003" y="2836570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16383" y="39128"/>
                  </a:moveTo>
                  <a:lnTo>
                    <a:pt x="16383" y="27292"/>
                  </a:lnTo>
                  <a:lnTo>
                    <a:pt x="15468" y="23660"/>
                  </a:lnTo>
                  <a:lnTo>
                    <a:pt x="15468" y="20015"/>
                  </a:lnTo>
                  <a:lnTo>
                    <a:pt x="14566" y="17284"/>
                  </a:lnTo>
                  <a:lnTo>
                    <a:pt x="13652" y="13652"/>
                  </a:lnTo>
                  <a:lnTo>
                    <a:pt x="13652" y="10921"/>
                  </a:lnTo>
                  <a:lnTo>
                    <a:pt x="12738" y="9093"/>
                  </a:lnTo>
                  <a:lnTo>
                    <a:pt x="11836" y="6362"/>
                  </a:lnTo>
                  <a:lnTo>
                    <a:pt x="10922" y="4546"/>
                  </a:lnTo>
                  <a:lnTo>
                    <a:pt x="7289" y="914"/>
                  </a:lnTo>
                  <a:lnTo>
                    <a:pt x="7289" y="0"/>
                  </a:lnTo>
                  <a:lnTo>
                    <a:pt x="5461" y="0"/>
                  </a:lnTo>
                  <a:lnTo>
                    <a:pt x="4559" y="0"/>
                  </a:lnTo>
                  <a:lnTo>
                    <a:pt x="2730" y="1816"/>
                  </a:lnTo>
                  <a:lnTo>
                    <a:pt x="914" y="5461"/>
                  </a:lnTo>
                  <a:lnTo>
                    <a:pt x="914" y="8191"/>
                  </a:lnTo>
                  <a:lnTo>
                    <a:pt x="0" y="10007"/>
                  </a:lnTo>
                  <a:lnTo>
                    <a:pt x="0" y="25476"/>
                  </a:lnTo>
                  <a:lnTo>
                    <a:pt x="1828" y="32740"/>
                  </a:lnTo>
                  <a:lnTo>
                    <a:pt x="2730" y="35471"/>
                  </a:lnTo>
                  <a:lnTo>
                    <a:pt x="2730" y="38214"/>
                  </a:lnTo>
                  <a:lnTo>
                    <a:pt x="3644" y="40030"/>
                  </a:lnTo>
                  <a:lnTo>
                    <a:pt x="4559" y="42760"/>
                  </a:lnTo>
                  <a:lnTo>
                    <a:pt x="5461" y="44576"/>
                  </a:lnTo>
                  <a:lnTo>
                    <a:pt x="9105" y="48221"/>
                  </a:lnTo>
                  <a:lnTo>
                    <a:pt x="9105" y="49136"/>
                  </a:lnTo>
                  <a:lnTo>
                    <a:pt x="11836" y="49136"/>
                  </a:lnTo>
                  <a:lnTo>
                    <a:pt x="13652" y="47320"/>
                  </a:lnTo>
                  <a:lnTo>
                    <a:pt x="15468" y="43675"/>
                  </a:lnTo>
                  <a:lnTo>
                    <a:pt x="15468" y="40944"/>
                  </a:lnTo>
                  <a:lnTo>
                    <a:pt x="16383" y="39128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12003" y="2836570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5461" y="0"/>
                  </a:moveTo>
                  <a:lnTo>
                    <a:pt x="4559" y="0"/>
                  </a:lnTo>
                  <a:lnTo>
                    <a:pt x="3644" y="914"/>
                  </a:lnTo>
                  <a:lnTo>
                    <a:pt x="2730" y="1816"/>
                  </a:lnTo>
                  <a:lnTo>
                    <a:pt x="1828" y="3632"/>
                  </a:lnTo>
                  <a:lnTo>
                    <a:pt x="914" y="5461"/>
                  </a:lnTo>
                  <a:lnTo>
                    <a:pt x="914" y="8191"/>
                  </a:lnTo>
                  <a:lnTo>
                    <a:pt x="0" y="10007"/>
                  </a:lnTo>
                  <a:lnTo>
                    <a:pt x="0" y="12738"/>
                  </a:lnTo>
                  <a:lnTo>
                    <a:pt x="0" y="15468"/>
                  </a:lnTo>
                  <a:lnTo>
                    <a:pt x="0" y="16370"/>
                  </a:lnTo>
                  <a:lnTo>
                    <a:pt x="0" y="19113"/>
                  </a:lnTo>
                  <a:lnTo>
                    <a:pt x="0" y="22745"/>
                  </a:lnTo>
                  <a:lnTo>
                    <a:pt x="0" y="25476"/>
                  </a:lnTo>
                  <a:lnTo>
                    <a:pt x="914" y="29121"/>
                  </a:lnTo>
                  <a:lnTo>
                    <a:pt x="1828" y="32740"/>
                  </a:lnTo>
                  <a:lnTo>
                    <a:pt x="2730" y="35471"/>
                  </a:lnTo>
                  <a:lnTo>
                    <a:pt x="2730" y="38214"/>
                  </a:lnTo>
                  <a:lnTo>
                    <a:pt x="3644" y="40030"/>
                  </a:lnTo>
                  <a:lnTo>
                    <a:pt x="4559" y="42760"/>
                  </a:lnTo>
                  <a:lnTo>
                    <a:pt x="5461" y="44576"/>
                  </a:lnTo>
                  <a:lnTo>
                    <a:pt x="7289" y="46405"/>
                  </a:lnTo>
                  <a:lnTo>
                    <a:pt x="9105" y="48221"/>
                  </a:lnTo>
                  <a:lnTo>
                    <a:pt x="9105" y="49136"/>
                  </a:lnTo>
                  <a:lnTo>
                    <a:pt x="10020" y="49136"/>
                  </a:lnTo>
                  <a:lnTo>
                    <a:pt x="10922" y="49136"/>
                  </a:lnTo>
                  <a:lnTo>
                    <a:pt x="11836" y="49136"/>
                  </a:lnTo>
                  <a:lnTo>
                    <a:pt x="12738" y="48221"/>
                  </a:lnTo>
                  <a:lnTo>
                    <a:pt x="13652" y="47320"/>
                  </a:lnTo>
                  <a:lnTo>
                    <a:pt x="14566" y="45491"/>
                  </a:lnTo>
                  <a:lnTo>
                    <a:pt x="15468" y="43675"/>
                  </a:lnTo>
                  <a:lnTo>
                    <a:pt x="15468" y="40944"/>
                  </a:lnTo>
                  <a:lnTo>
                    <a:pt x="16383" y="39128"/>
                  </a:lnTo>
                  <a:lnTo>
                    <a:pt x="16383" y="36385"/>
                  </a:lnTo>
                  <a:lnTo>
                    <a:pt x="16383" y="33655"/>
                  </a:lnTo>
                  <a:lnTo>
                    <a:pt x="16383" y="30022"/>
                  </a:lnTo>
                  <a:lnTo>
                    <a:pt x="16383" y="27292"/>
                  </a:lnTo>
                  <a:lnTo>
                    <a:pt x="15468" y="23660"/>
                  </a:lnTo>
                  <a:lnTo>
                    <a:pt x="15468" y="20015"/>
                  </a:lnTo>
                  <a:lnTo>
                    <a:pt x="14566" y="17284"/>
                  </a:lnTo>
                  <a:lnTo>
                    <a:pt x="13652" y="13652"/>
                  </a:lnTo>
                  <a:lnTo>
                    <a:pt x="13652" y="10921"/>
                  </a:lnTo>
                  <a:lnTo>
                    <a:pt x="12738" y="9093"/>
                  </a:lnTo>
                  <a:lnTo>
                    <a:pt x="11836" y="6362"/>
                  </a:lnTo>
                  <a:lnTo>
                    <a:pt x="10922" y="4546"/>
                  </a:lnTo>
                  <a:lnTo>
                    <a:pt x="9105" y="2730"/>
                  </a:lnTo>
                  <a:lnTo>
                    <a:pt x="7289" y="914"/>
                  </a:lnTo>
                  <a:lnTo>
                    <a:pt x="7289" y="0"/>
                  </a:lnTo>
                  <a:lnTo>
                    <a:pt x="6375" y="0"/>
                  </a:lnTo>
                  <a:lnTo>
                    <a:pt x="546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31942" y="2764688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12738" y="48221"/>
                  </a:moveTo>
                  <a:lnTo>
                    <a:pt x="12738" y="8191"/>
                  </a:lnTo>
                  <a:lnTo>
                    <a:pt x="10909" y="6362"/>
                  </a:lnTo>
                  <a:lnTo>
                    <a:pt x="10007" y="3632"/>
                  </a:lnTo>
                  <a:lnTo>
                    <a:pt x="9093" y="1816"/>
                  </a:lnTo>
                  <a:lnTo>
                    <a:pt x="7277" y="914"/>
                  </a:lnTo>
                  <a:lnTo>
                    <a:pt x="7277" y="0"/>
                  </a:lnTo>
                  <a:lnTo>
                    <a:pt x="3632" y="0"/>
                  </a:lnTo>
                  <a:lnTo>
                    <a:pt x="2730" y="914"/>
                  </a:lnTo>
                  <a:lnTo>
                    <a:pt x="1816" y="2730"/>
                  </a:lnTo>
                  <a:lnTo>
                    <a:pt x="901" y="5460"/>
                  </a:lnTo>
                  <a:lnTo>
                    <a:pt x="0" y="7277"/>
                  </a:lnTo>
                  <a:lnTo>
                    <a:pt x="0" y="25476"/>
                  </a:lnTo>
                  <a:lnTo>
                    <a:pt x="901" y="29108"/>
                  </a:lnTo>
                  <a:lnTo>
                    <a:pt x="901" y="31838"/>
                  </a:lnTo>
                  <a:lnTo>
                    <a:pt x="1816" y="35483"/>
                  </a:lnTo>
                  <a:lnTo>
                    <a:pt x="2730" y="37299"/>
                  </a:lnTo>
                  <a:lnTo>
                    <a:pt x="4546" y="42760"/>
                  </a:lnTo>
                  <a:lnTo>
                    <a:pt x="5448" y="44576"/>
                  </a:lnTo>
                  <a:lnTo>
                    <a:pt x="7277" y="46405"/>
                  </a:lnTo>
                  <a:lnTo>
                    <a:pt x="8178" y="48221"/>
                  </a:lnTo>
                  <a:lnTo>
                    <a:pt x="9093" y="48221"/>
                  </a:lnTo>
                  <a:lnTo>
                    <a:pt x="10007" y="49136"/>
                  </a:lnTo>
                  <a:lnTo>
                    <a:pt x="11823" y="49136"/>
                  </a:lnTo>
                  <a:lnTo>
                    <a:pt x="12738" y="48221"/>
                  </a:lnTo>
                  <a:close/>
                </a:path>
                <a:path w="16510" h="49530">
                  <a:moveTo>
                    <a:pt x="15468" y="42760"/>
                  </a:moveTo>
                  <a:lnTo>
                    <a:pt x="15468" y="20015"/>
                  </a:lnTo>
                  <a:lnTo>
                    <a:pt x="14554" y="16382"/>
                  </a:lnTo>
                  <a:lnTo>
                    <a:pt x="12738" y="10921"/>
                  </a:lnTo>
                  <a:lnTo>
                    <a:pt x="12738" y="47307"/>
                  </a:lnTo>
                  <a:lnTo>
                    <a:pt x="14554" y="45491"/>
                  </a:lnTo>
                  <a:lnTo>
                    <a:pt x="15468" y="42760"/>
                  </a:lnTo>
                  <a:close/>
                </a:path>
                <a:path w="16510" h="49530">
                  <a:moveTo>
                    <a:pt x="16370" y="38214"/>
                  </a:moveTo>
                  <a:lnTo>
                    <a:pt x="16370" y="26390"/>
                  </a:lnTo>
                  <a:lnTo>
                    <a:pt x="15468" y="23660"/>
                  </a:lnTo>
                  <a:lnTo>
                    <a:pt x="15468" y="40944"/>
                  </a:lnTo>
                  <a:lnTo>
                    <a:pt x="16370" y="38214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31942" y="2764688"/>
              <a:ext cx="16510" cy="49530"/>
            </a:xfrm>
            <a:custGeom>
              <a:avLst/>
              <a:gdLst/>
              <a:ahLst/>
              <a:cxnLst/>
              <a:rect l="l" t="t" r="r" b="b"/>
              <a:pathLst>
                <a:path w="16510" h="49530">
                  <a:moveTo>
                    <a:pt x="4546" y="0"/>
                  </a:moveTo>
                  <a:lnTo>
                    <a:pt x="3632" y="0"/>
                  </a:lnTo>
                  <a:lnTo>
                    <a:pt x="2730" y="914"/>
                  </a:lnTo>
                  <a:lnTo>
                    <a:pt x="1816" y="2730"/>
                  </a:lnTo>
                  <a:lnTo>
                    <a:pt x="901" y="5460"/>
                  </a:lnTo>
                  <a:lnTo>
                    <a:pt x="0" y="7277"/>
                  </a:lnTo>
                  <a:lnTo>
                    <a:pt x="0" y="10007"/>
                  </a:lnTo>
                  <a:lnTo>
                    <a:pt x="0" y="15468"/>
                  </a:lnTo>
                  <a:lnTo>
                    <a:pt x="0" y="25476"/>
                  </a:lnTo>
                  <a:lnTo>
                    <a:pt x="901" y="29108"/>
                  </a:lnTo>
                  <a:lnTo>
                    <a:pt x="901" y="31838"/>
                  </a:lnTo>
                  <a:lnTo>
                    <a:pt x="1816" y="35483"/>
                  </a:lnTo>
                  <a:lnTo>
                    <a:pt x="2730" y="37299"/>
                  </a:lnTo>
                  <a:lnTo>
                    <a:pt x="3632" y="40030"/>
                  </a:lnTo>
                  <a:lnTo>
                    <a:pt x="4546" y="42760"/>
                  </a:lnTo>
                  <a:lnTo>
                    <a:pt x="5448" y="44576"/>
                  </a:lnTo>
                  <a:lnTo>
                    <a:pt x="7277" y="46405"/>
                  </a:lnTo>
                  <a:lnTo>
                    <a:pt x="8178" y="48221"/>
                  </a:lnTo>
                  <a:lnTo>
                    <a:pt x="9093" y="48221"/>
                  </a:lnTo>
                  <a:lnTo>
                    <a:pt x="10007" y="49136"/>
                  </a:lnTo>
                  <a:lnTo>
                    <a:pt x="10909" y="49136"/>
                  </a:lnTo>
                  <a:lnTo>
                    <a:pt x="11823" y="49136"/>
                  </a:lnTo>
                  <a:lnTo>
                    <a:pt x="12738" y="48221"/>
                  </a:lnTo>
                  <a:lnTo>
                    <a:pt x="12738" y="47307"/>
                  </a:lnTo>
                  <a:lnTo>
                    <a:pt x="14554" y="45491"/>
                  </a:lnTo>
                  <a:lnTo>
                    <a:pt x="15468" y="42760"/>
                  </a:lnTo>
                  <a:lnTo>
                    <a:pt x="15468" y="40944"/>
                  </a:lnTo>
                  <a:lnTo>
                    <a:pt x="16370" y="38214"/>
                  </a:lnTo>
                  <a:lnTo>
                    <a:pt x="16370" y="26390"/>
                  </a:lnTo>
                  <a:lnTo>
                    <a:pt x="15468" y="23660"/>
                  </a:lnTo>
                  <a:lnTo>
                    <a:pt x="15468" y="20015"/>
                  </a:lnTo>
                  <a:lnTo>
                    <a:pt x="14554" y="16382"/>
                  </a:lnTo>
                  <a:lnTo>
                    <a:pt x="13639" y="13652"/>
                  </a:lnTo>
                  <a:lnTo>
                    <a:pt x="12738" y="10921"/>
                  </a:lnTo>
                  <a:lnTo>
                    <a:pt x="12738" y="8191"/>
                  </a:lnTo>
                  <a:lnTo>
                    <a:pt x="10909" y="6362"/>
                  </a:lnTo>
                  <a:lnTo>
                    <a:pt x="10007" y="3632"/>
                  </a:lnTo>
                  <a:lnTo>
                    <a:pt x="9093" y="1816"/>
                  </a:lnTo>
                  <a:lnTo>
                    <a:pt x="7277" y="914"/>
                  </a:lnTo>
                  <a:lnTo>
                    <a:pt x="7277" y="0"/>
                  </a:lnTo>
                  <a:lnTo>
                    <a:pt x="6362" y="0"/>
                  </a:lnTo>
                  <a:lnTo>
                    <a:pt x="5448" y="0"/>
                  </a:lnTo>
                  <a:lnTo>
                    <a:pt x="4546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168" y="2863151"/>
              <a:ext cx="1944433" cy="59141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37258" y="3491344"/>
              <a:ext cx="1395272" cy="6177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23565" y="2530678"/>
              <a:ext cx="3467633" cy="116673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34183" y="1237513"/>
              <a:ext cx="2071433" cy="118250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06184" y="185395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80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4274" y="1270710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4987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11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4274" y="1270710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24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86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32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229999" y="1303832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9193821" y="7294003"/>
            <a:ext cx="115252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0570T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45537" y="6389641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2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26039" y="3942829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3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42" name="object 42"/>
          <p:cNvSpPr txBox="1"/>
          <p:nvPr/>
        </p:nvSpPr>
        <p:spPr>
          <a:xfrm rot="16080000">
            <a:off x="9576220" y="4677267"/>
            <a:ext cx="464028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400" b="1" spc="-25" dirty="0">
                <a:solidFill>
                  <a:srgbClr val="231F20"/>
                </a:solidFill>
                <a:latin typeface="Gill Sans MT"/>
                <a:cs typeface="Gill Sans MT"/>
              </a:rPr>
              <a:t>10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6617" y="1335227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6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65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180" dirty="0"/>
              <a:t>C</a:t>
            </a:r>
            <a:r>
              <a:rPr lang="en-US" spc="-180" dirty="0"/>
              <a:t>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65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55" dirty="0"/>
              <a:t>6 </a:t>
            </a:r>
            <a:r>
              <a:rPr dirty="0"/>
              <a:t>Prepare</a:t>
            </a:r>
            <a:r>
              <a:rPr spc="-5" dirty="0"/>
              <a:t> </a:t>
            </a:r>
            <a:r>
              <a:rPr dirty="0"/>
              <a:t>scraper for </a:t>
            </a:r>
            <a:r>
              <a:rPr spc="-10" dirty="0"/>
              <a:t>installation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F9F8D1-F50A-6B14-4B62-DF3C8CC7CA57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CF8124B-368F-F735-4835-9A3D45A52B69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9" name="Picture 48" descr="A close-up of a logo&#10;&#10;AI-generated content may be incorrect.">
              <a:extLst>
                <a:ext uri="{FF2B5EF4-FFF2-40B4-BE49-F238E27FC236}">
                  <a16:creationId xmlns:a16="http://schemas.microsoft.com/office/drawing/2014/main" id="{CB34CB07-FB80-E8D4-D83B-534F29504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35098" y="1236764"/>
            <a:ext cx="7823834" cy="2900680"/>
            <a:chOff x="2235098" y="1236764"/>
            <a:chExt cx="7823834" cy="2900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5098" y="2591904"/>
              <a:ext cx="7285456" cy="15452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65741" y="1552663"/>
              <a:ext cx="4627880" cy="965835"/>
            </a:xfrm>
            <a:custGeom>
              <a:avLst/>
              <a:gdLst/>
              <a:ahLst/>
              <a:cxnLst/>
              <a:rect l="l" t="t" r="r" b="b"/>
              <a:pathLst>
                <a:path w="4627880" h="965835">
                  <a:moveTo>
                    <a:pt x="385406" y="0"/>
                  </a:moveTo>
                  <a:lnTo>
                    <a:pt x="0" y="0"/>
                  </a:lnTo>
                  <a:lnTo>
                    <a:pt x="0" y="965606"/>
                  </a:lnTo>
                  <a:lnTo>
                    <a:pt x="385406" y="965606"/>
                  </a:lnTo>
                  <a:lnTo>
                    <a:pt x="385406" y="0"/>
                  </a:lnTo>
                  <a:close/>
                </a:path>
                <a:path w="4627880" h="965835">
                  <a:moveTo>
                    <a:pt x="4627778" y="0"/>
                  </a:moveTo>
                  <a:lnTo>
                    <a:pt x="4242346" y="0"/>
                  </a:lnTo>
                  <a:lnTo>
                    <a:pt x="4242346" y="965606"/>
                  </a:lnTo>
                  <a:lnTo>
                    <a:pt x="4627778" y="965606"/>
                  </a:lnTo>
                  <a:lnTo>
                    <a:pt x="462777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5740" y="1552663"/>
              <a:ext cx="4627880" cy="965835"/>
            </a:xfrm>
            <a:custGeom>
              <a:avLst/>
              <a:gdLst/>
              <a:ahLst/>
              <a:cxnLst/>
              <a:rect l="l" t="t" r="r" b="b"/>
              <a:pathLst>
                <a:path w="4627880" h="965835">
                  <a:moveTo>
                    <a:pt x="4627778" y="0"/>
                  </a:moveTo>
                  <a:lnTo>
                    <a:pt x="4627778" y="965606"/>
                  </a:lnTo>
                  <a:lnTo>
                    <a:pt x="0" y="96560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51147" y="1552663"/>
              <a:ext cx="3856990" cy="1042669"/>
            </a:xfrm>
            <a:custGeom>
              <a:avLst/>
              <a:gdLst/>
              <a:ahLst/>
              <a:cxnLst/>
              <a:rect l="l" t="t" r="r" b="b"/>
              <a:pathLst>
                <a:path w="3856990" h="1042669">
                  <a:moveTo>
                    <a:pt x="3856939" y="1042416"/>
                  </a:moveTo>
                  <a:lnTo>
                    <a:pt x="3856939" y="0"/>
                  </a:lnTo>
                  <a:lnTo>
                    <a:pt x="0" y="0"/>
                  </a:lnTo>
                  <a:lnTo>
                    <a:pt x="0" y="1042416"/>
                  </a:lnTo>
                  <a:lnTo>
                    <a:pt x="3856939" y="104241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51147" y="1552663"/>
              <a:ext cx="3856990" cy="1042669"/>
            </a:xfrm>
            <a:custGeom>
              <a:avLst/>
              <a:gdLst/>
              <a:ahLst/>
              <a:cxnLst/>
              <a:rect l="l" t="t" r="r" b="b"/>
              <a:pathLst>
                <a:path w="3856990" h="1042669">
                  <a:moveTo>
                    <a:pt x="3856939" y="0"/>
                  </a:moveTo>
                  <a:lnTo>
                    <a:pt x="3856939" y="1042416"/>
                  </a:lnTo>
                  <a:lnTo>
                    <a:pt x="0" y="104241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98012" y="1746059"/>
              <a:ext cx="5561965" cy="0"/>
            </a:xfrm>
            <a:custGeom>
              <a:avLst/>
              <a:gdLst/>
              <a:ahLst/>
              <a:cxnLst/>
              <a:rect l="l" t="t" r="r" b="b"/>
              <a:pathLst>
                <a:path w="5561965">
                  <a:moveTo>
                    <a:pt x="0" y="0"/>
                  </a:moveTo>
                  <a:lnTo>
                    <a:pt x="5561838" y="0"/>
                  </a:lnTo>
                </a:path>
              </a:pathLst>
            </a:custGeom>
            <a:ln w="6350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6775" y="1279105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680173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6775" y="1279105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0" y="0"/>
                  </a:moveTo>
                  <a:lnTo>
                    <a:pt x="680173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19155" y="1249426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36" y="58496"/>
                  </a:moveTo>
                  <a:lnTo>
                    <a:pt x="59372" y="29679"/>
                  </a:lnTo>
                  <a:lnTo>
                    <a:pt x="86436" y="0"/>
                  </a:lnTo>
                  <a:lnTo>
                    <a:pt x="0" y="29679"/>
                  </a:lnTo>
                  <a:lnTo>
                    <a:pt x="86436" y="5849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12477" y="128554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681050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12477" y="128554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681050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64711" y="1256728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36" y="28816"/>
                  </a:moveTo>
                  <a:lnTo>
                    <a:pt x="0" y="0"/>
                  </a:lnTo>
                  <a:lnTo>
                    <a:pt x="27063" y="28816"/>
                  </a:lnTo>
                  <a:lnTo>
                    <a:pt x="0" y="58508"/>
                  </a:lnTo>
                  <a:lnTo>
                    <a:pt x="86436" y="2881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1147" y="1243114"/>
              <a:ext cx="468630" cy="1352550"/>
            </a:xfrm>
            <a:custGeom>
              <a:avLst/>
              <a:gdLst/>
              <a:ahLst/>
              <a:cxnLst/>
              <a:rect l="l" t="t" r="r" b="b"/>
              <a:pathLst>
                <a:path w="468629" h="1352550">
                  <a:moveTo>
                    <a:pt x="468007" y="1351965"/>
                  </a:moveTo>
                  <a:lnTo>
                    <a:pt x="468007" y="0"/>
                  </a:lnTo>
                </a:path>
                <a:path w="468629" h="1352550">
                  <a:moveTo>
                    <a:pt x="0" y="309549"/>
                  </a:moveTo>
                  <a:lnTo>
                    <a:pt x="0" y="6426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97383" y="1279105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680161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7383" y="1279105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68016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48740" y="1249426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36" y="29679"/>
                  </a:moveTo>
                  <a:lnTo>
                    <a:pt x="0" y="0"/>
                  </a:lnTo>
                  <a:lnTo>
                    <a:pt x="27063" y="29679"/>
                  </a:lnTo>
                  <a:lnTo>
                    <a:pt x="0" y="58496"/>
                  </a:lnTo>
                  <a:lnTo>
                    <a:pt x="86436" y="2967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65719" y="128554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681037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65719" y="128554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0" y="0"/>
                  </a:moveTo>
                  <a:lnTo>
                    <a:pt x="681037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8086" y="1256728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48" y="58508"/>
                  </a:moveTo>
                  <a:lnTo>
                    <a:pt x="59385" y="28816"/>
                  </a:lnTo>
                  <a:lnTo>
                    <a:pt x="86448" y="0"/>
                  </a:lnTo>
                  <a:lnTo>
                    <a:pt x="0" y="28816"/>
                  </a:lnTo>
                  <a:lnTo>
                    <a:pt x="86448" y="58508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35177" y="1243114"/>
              <a:ext cx="2717800" cy="2600325"/>
            </a:xfrm>
            <a:custGeom>
              <a:avLst/>
              <a:gdLst/>
              <a:ahLst/>
              <a:cxnLst/>
              <a:rect l="l" t="t" r="r" b="b"/>
              <a:pathLst>
                <a:path w="2717800" h="2600325">
                  <a:moveTo>
                    <a:pt x="0" y="1351965"/>
                  </a:moveTo>
                  <a:lnTo>
                    <a:pt x="0" y="0"/>
                  </a:lnTo>
                </a:path>
                <a:path w="2717800" h="2600325">
                  <a:moveTo>
                    <a:pt x="472909" y="309549"/>
                  </a:moveTo>
                  <a:lnTo>
                    <a:pt x="472909" y="6426"/>
                  </a:lnTo>
                </a:path>
                <a:path w="2717800" h="2600325">
                  <a:moveTo>
                    <a:pt x="2715971" y="502945"/>
                  </a:moveTo>
                  <a:lnTo>
                    <a:pt x="1324673" y="502945"/>
                  </a:lnTo>
                </a:path>
                <a:path w="2717800" h="2600325">
                  <a:moveTo>
                    <a:pt x="2717317" y="2600121"/>
                  </a:moveTo>
                  <a:lnTo>
                    <a:pt x="2290533" y="2600121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4711" y="1803679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925601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14711" y="1803679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0"/>
                  </a:moveTo>
                  <a:lnTo>
                    <a:pt x="0" y="925601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985464" y="1746059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4" h="86994">
                  <a:moveTo>
                    <a:pt x="58496" y="86436"/>
                  </a:moveTo>
                  <a:lnTo>
                    <a:pt x="29679" y="0"/>
                  </a:lnTo>
                  <a:lnTo>
                    <a:pt x="0" y="86436"/>
                  </a:lnTo>
                  <a:lnTo>
                    <a:pt x="29679" y="59372"/>
                  </a:lnTo>
                  <a:lnTo>
                    <a:pt x="58496" y="8643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14711" y="2939935"/>
              <a:ext cx="0" cy="847725"/>
            </a:xfrm>
            <a:custGeom>
              <a:avLst/>
              <a:gdLst/>
              <a:ahLst/>
              <a:cxnLst/>
              <a:rect l="l" t="t" r="r" b="b"/>
              <a:pathLst>
                <a:path h="847725">
                  <a:moveTo>
                    <a:pt x="0" y="847204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14711" y="2939935"/>
              <a:ext cx="0" cy="847725"/>
            </a:xfrm>
            <a:custGeom>
              <a:avLst/>
              <a:gdLst/>
              <a:ahLst/>
              <a:cxnLst/>
              <a:rect l="l" t="t" r="r" b="b"/>
              <a:pathLst>
                <a:path h="847725">
                  <a:moveTo>
                    <a:pt x="0" y="8472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985464" y="3758323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4" h="86995">
                  <a:moveTo>
                    <a:pt x="58496" y="0"/>
                  </a:moveTo>
                  <a:lnTo>
                    <a:pt x="28816" y="27076"/>
                  </a:lnTo>
                  <a:lnTo>
                    <a:pt x="0" y="0"/>
                  </a:lnTo>
                  <a:lnTo>
                    <a:pt x="28816" y="86448"/>
                  </a:lnTo>
                  <a:lnTo>
                    <a:pt x="58496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03878" y="103766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90358" y="103766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23066" y="4251413"/>
            <a:ext cx="233679" cy="514984"/>
            <a:chOff x="4623066" y="4251413"/>
            <a:chExt cx="233679" cy="514984"/>
          </a:xfrm>
        </p:grpSpPr>
        <p:sp>
          <p:nvSpPr>
            <p:cNvPr id="32" name="object 32"/>
            <p:cNvSpPr/>
            <p:nvPr/>
          </p:nvSpPr>
          <p:spPr>
            <a:xfrm>
              <a:off x="4626241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212"/>
                  </a:moveTo>
                  <a:lnTo>
                    <a:pt x="113512" y="0"/>
                  </a:lnTo>
                  <a:lnTo>
                    <a:pt x="0" y="253212"/>
                  </a:lnTo>
                  <a:lnTo>
                    <a:pt x="55879" y="253212"/>
                  </a:lnTo>
                  <a:lnTo>
                    <a:pt x="55879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26241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212"/>
                  </a:moveTo>
                  <a:lnTo>
                    <a:pt x="55879" y="253212"/>
                  </a:lnTo>
                  <a:lnTo>
                    <a:pt x="55879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lnTo>
                    <a:pt x="113512" y="0"/>
                  </a:lnTo>
                  <a:lnTo>
                    <a:pt x="0" y="253212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757379" y="4251413"/>
            <a:ext cx="233679" cy="514984"/>
            <a:chOff x="5757379" y="4251413"/>
            <a:chExt cx="233679" cy="514984"/>
          </a:xfrm>
        </p:grpSpPr>
        <p:sp>
          <p:nvSpPr>
            <p:cNvPr id="35" name="object 35"/>
            <p:cNvSpPr/>
            <p:nvPr/>
          </p:nvSpPr>
          <p:spPr>
            <a:xfrm>
              <a:off x="5760554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212"/>
                  </a:moveTo>
                  <a:lnTo>
                    <a:pt x="113512" y="0"/>
                  </a:lnTo>
                  <a:lnTo>
                    <a:pt x="0" y="253212"/>
                  </a:lnTo>
                  <a:lnTo>
                    <a:pt x="55880" y="253212"/>
                  </a:lnTo>
                  <a:lnTo>
                    <a:pt x="55880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60554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212"/>
                  </a:moveTo>
                  <a:lnTo>
                    <a:pt x="55880" y="253212"/>
                  </a:lnTo>
                  <a:lnTo>
                    <a:pt x="55880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lnTo>
                    <a:pt x="113512" y="0"/>
                  </a:lnTo>
                  <a:lnTo>
                    <a:pt x="0" y="253212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324536" y="4251413"/>
            <a:ext cx="233679" cy="514984"/>
            <a:chOff x="6324536" y="4251413"/>
            <a:chExt cx="233679" cy="514984"/>
          </a:xfrm>
        </p:grpSpPr>
        <p:sp>
          <p:nvSpPr>
            <p:cNvPr id="38" name="object 38"/>
            <p:cNvSpPr/>
            <p:nvPr/>
          </p:nvSpPr>
          <p:spPr>
            <a:xfrm>
              <a:off x="6327711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212"/>
                  </a:moveTo>
                  <a:lnTo>
                    <a:pt x="113512" y="0"/>
                  </a:lnTo>
                  <a:lnTo>
                    <a:pt x="0" y="253212"/>
                  </a:lnTo>
                  <a:lnTo>
                    <a:pt x="55879" y="253212"/>
                  </a:lnTo>
                  <a:lnTo>
                    <a:pt x="55879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7711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212"/>
                  </a:moveTo>
                  <a:lnTo>
                    <a:pt x="55879" y="253212"/>
                  </a:lnTo>
                  <a:lnTo>
                    <a:pt x="55879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lnTo>
                    <a:pt x="113512" y="0"/>
                  </a:lnTo>
                  <a:lnTo>
                    <a:pt x="0" y="253212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891693" y="4251413"/>
            <a:ext cx="233679" cy="514984"/>
            <a:chOff x="6891693" y="4251413"/>
            <a:chExt cx="233679" cy="514984"/>
          </a:xfrm>
        </p:grpSpPr>
        <p:sp>
          <p:nvSpPr>
            <p:cNvPr id="41" name="object 41"/>
            <p:cNvSpPr/>
            <p:nvPr/>
          </p:nvSpPr>
          <p:spPr>
            <a:xfrm>
              <a:off x="6894868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212"/>
                  </a:moveTo>
                  <a:lnTo>
                    <a:pt x="113512" y="0"/>
                  </a:lnTo>
                  <a:lnTo>
                    <a:pt x="0" y="253212"/>
                  </a:lnTo>
                  <a:lnTo>
                    <a:pt x="55879" y="253212"/>
                  </a:lnTo>
                  <a:lnTo>
                    <a:pt x="55879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94868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212"/>
                  </a:moveTo>
                  <a:lnTo>
                    <a:pt x="55879" y="253212"/>
                  </a:lnTo>
                  <a:lnTo>
                    <a:pt x="55879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lnTo>
                    <a:pt x="113512" y="0"/>
                  </a:lnTo>
                  <a:lnTo>
                    <a:pt x="0" y="253212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933431" y="2645308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327442" y="1739709"/>
            <a:ext cx="1777364" cy="2110105"/>
            <a:chOff x="1327442" y="1739709"/>
            <a:chExt cx="1777364" cy="2110105"/>
          </a:xfrm>
        </p:grpSpPr>
        <p:sp>
          <p:nvSpPr>
            <p:cNvPr id="45" name="object 45"/>
            <p:cNvSpPr/>
            <p:nvPr/>
          </p:nvSpPr>
          <p:spPr>
            <a:xfrm>
              <a:off x="1333792" y="1746059"/>
              <a:ext cx="1764664" cy="2097405"/>
            </a:xfrm>
            <a:custGeom>
              <a:avLst/>
              <a:gdLst/>
              <a:ahLst/>
              <a:cxnLst/>
              <a:rect l="l" t="t" r="r" b="b"/>
              <a:pathLst>
                <a:path w="1764664" h="2097404">
                  <a:moveTo>
                    <a:pt x="1764220" y="0"/>
                  </a:moveTo>
                  <a:lnTo>
                    <a:pt x="16294" y="0"/>
                  </a:lnTo>
                </a:path>
                <a:path w="1764664" h="2097404">
                  <a:moveTo>
                    <a:pt x="763206" y="2097176"/>
                  </a:moveTo>
                  <a:lnTo>
                    <a:pt x="0" y="2097176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85658" y="1803679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925601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85658" y="1803679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0"/>
                  </a:moveTo>
                  <a:lnTo>
                    <a:pt x="0" y="925601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56410" y="1746059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5" h="86994">
                  <a:moveTo>
                    <a:pt x="58496" y="86436"/>
                  </a:moveTo>
                  <a:lnTo>
                    <a:pt x="29679" y="0"/>
                  </a:lnTo>
                  <a:lnTo>
                    <a:pt x="0" y="86436"/>
                  </a:lnTo>
                  <a:lnTo>
                    <a:pt x="29679" y="59372"/>
                  </a:lnTo>
                  <a:lnTo>
                    <a:pt x="58496" y="8643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85658" y="2939935"/>
              <a:ext cx="0" cy="847725"/>
            </a:xfrm>
            <a:custGeom>
              <a:avLst/>
              <a:gdLst/>
              <a:ahLst/>
              <a:cxnLst/>
              <a:rect l="l" t="t" r="r" b="b"/>
              <a:pathLst>
                <a:path h="847725">
                  <a:moveTo>
                    <a:pt x="0" y="847204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85658" y="2939935"/>
              <a:ext cx="0" cy="847725"/>
            </a:xfrm>
            <a:custGeom>
              <a:avLst/>
              <a:gdLst/>
              <a:ahLst/>
              <a:cxnLst/>
              <a:rect l="l" t="t" r="r" b="b"/>
              <a:pathLst>
                <a:path h="847725">
                  <a:moveTo>
                    <a:pt x="0" y="8472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56410" y="3758323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5" h="86995">
                  <a:moveTo>
                    <a:pt x="58496" y="0"/>
                  </a:moveTo>
                  <a:lnTo>
                    <a:pt x="28803" y="27076"/>
                  </a:lnTo>
                  <a:lnTo>
                    <a:pt x="0" y="0"/>
                  </a:lnTo>
                  <a:lnTo>
                    <a:pt x="28803" y="86448"/>
                  </a:lnTo>
                  <a:lnTo>
                    <a:pt x="58496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304378" y="2645308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55224" y="4325505"/>
            <a:ext cx="366395" cy="366395"/>
            <a:chOff x="3955224" y="4325505"/>
            <a:chExt cx="366395" cy="366395"/>
          </a:xfrm>
        </p:grpSpPr>
        <p:sp>
          <p:nvSpPr>
            <p:cNvPr id="54" name="object 54"/>
            <p:cNvSpPr/>
            <p:nvPr/>
          </p:nvSpPr>
          <p:spPr>
            <a:xfrm>
              <a:off x="3958399" y="432868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994" y="179997"/>
                  </a:moveTo>
                  <a:lnTo>
                    <a:pt x="353564" y="132144"/>
                  </a:lnTo>
                  <a:lnTo>
                    <a:pt x="335420" y="89146"/>
                  </a:lnTo>
                  <a:lnTo>
                    <a:pt x="307276" y="52717"/>
                  </a:lnTo>
                  <a:lnTo>
                    <a:pt x="270847" y="24573"/>
                  </a:lnTo>
                  <a:lnTo>
                    <a:pt x="227849" y="6429"/>
                  </a:lnTo>
                  <a:lnTo>
                    <a:pt x="179997" y="0"/>
                  </a:lnTo>
                  <a:lnTo>
                    <a:pt x="132149" y="6429"/>
                  </a:lnTo>
                  <a:lnTo>
                    <a:pt x="89152" y="24573"/>
                  </a:lnTo>
                  <a:lnTo>
                    <a:pt x="52722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2" y="307271"/>
                  </a:lnTo>
                  <a:lnTo>
                    <a:pt x="89152" y="335417"/>
                  </a:lnTo>
                  <a:lnTo>
                    <a:pt x="132149" y="353564"/>
                  </a:lnTo>
                  <a:lnTo>
                    <a:pt x="179997" y="359994"/>
                  </a:lnTo>
                  <a:lnTo>
                    <a:pt x="227849" y="353564"/>
                  </a:lnTo>
                  <a:lnTo>
                    <a:pt x="270847" y="335417"/>
                  </a:lnTo>
                  <a:lnTo>
                    <a:pt x="307276" y="307271"/>
                  </a:lnTo>
                  <a:lnTo>
                    <a:pt x="335420" y="270842"/>
                  </a:lnTo>
                  <a:lnTo>
                    <a:pt x="353564" y="227845"/>
                  </a:lnTo>
                  <a:lnTo>
                    <a:pt x="359994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58399" y="432868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997" y="359994"/>
                  </a:moveTo>
                  <a:lnTo>
                    <a:pt x="227849" y="353564"/>
                  </a:lnTo>
                  <a:lnTo>
                    <a:pt x="270847" y="335417"/>
                  </a:lnTo>
                  <a:lnTo>
                    <a:pt x="307276" y="307271"/>
                  </a:lnTo>
                  <a:lnTo>
                    <a:pt x="335420" y="270842"/>
                  </a:lnTo>
                  <a:lnTo>
                    <a:pt x="353564" y="227845"/>
                  </a:lnTo>
                  <a:lnTo>
                    <a:pt x="359994" y="179997"/>
                  </a:lnTo>
                  <a:lnTo>
                    <a:pt x="353564" y="132144"/>
                  </a:lnTo>
                  <a:lnTo>
                    <a:pt x="335420" y="89146"/>
                  </a:lnTo>
                  <a:lnTo>
                    <a:pt x="307276" y="52717"/>
                  </a:lnTo>
                  <a:lnTo>
                    <a:pt x="270847" y="24573"/>
                  </a:lnTo>
                  <a:lnTo>
                    <a:pt x="227849" y="6429"/>
                  </a:lnTo>
                  <a:lnTo>
                    <a:pt x="179997" y="0"/>
                  </a:lnTo>
                  <a:lnTo>
                    <a:pt x="132149" y="6429"/>
                  </a:lnTo>
                  <a:lnTo>
                    <a:pt x="89152" y="24573"/>
                  </a:lnTo>
                  <a:lnTo>
                    <a:pt x="52722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2" y="307271"/>
                  </a:lnTo>
                  <a:lnTo>
                    <a:pt x="89152" y="335417"/>
                  </a:lnTo>
                  <a:lnTo>
                    <a:pt x="132149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5639308" y="5003825"/>
            <a:ext cx="534670" cy="743585"/>
            <a:chOff x="5639308" y="5003825"/>
            <a:chExt cx="534670" cy="743585"/>
          </a:xfrm>
        </p:grpSpPr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6295" y="5227345"/>
              <a:ext cx="175729" cy="19668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9308" y="5214239"/>
              <a:ext cx="234238" cy="24036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852236" y="5007000"/>
              <a:ext cx="236854" cy="676910"/>
            </a:xfrm>
            <a:custGeom>
              <a:avLst/>
              <a:gdLst/>
              <a:ahLst/>
              <a:cxnLst/>
              <a:rect l="l" t="t" r="r" b="b"/>
              <a:pathLst>
                <a:path w="236854" h="676910">
                  <a:moveTo>
                    <a:pt x="236613" y="676668"/>
                  </a:moveTo>
                  <a:lnTo>
                    <a:pt x="236613" y="634758"/>
                  </a:lnTo>
                  <a:lnTo>
                    <a:pt x="108706" y="634726"/>
                  </a:lnTo>
                  <a:lnTo>
                    <a:pt x="96466" y="632990"/>
                  </a:lnTo>
                  <a:lnTo>
                    <a:pt x="62750" y="614552"/>
                  </a:lnTo>
                  <a:lnTo>
                    <a:pt x="41087" y="580004"/>
                  </a:lnTo>
                  <a:lnTo>
                    <a:pt x="41033" y="0"/>
                  </a:lnTo>
                  <a:lnTo>
                    <a:pt x="0" y="0"/>
                  </a:lnTo>
                  <a:lnTo>
                    <a:pt x="0" y="562292"/>
                  </a:lnTo>
                  <a:lnTo>
                    <a:pt x="614" y="570335"/>
                  </a:lnTo>
                  <a:lnTo>
                    <a:pt x="13764" y="616438"/>
                  </a:lnTo>
                  <a:lnTo>
                    <a:pt x="50481" y="660736"/>
                  </a:lnTo>
                  <a:lnTo>
                    <a:pt x="113512" y="676668"/>
                  </a:lnTo>
                  <a:lnTo>
                    <a:pt x="236613" y="676668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52236" y="5007000"/>
              <a:ext cx="236854" cy="676910"/>
            </a:xfrm>
            <a:custGeom>
              <a:avLst/>
              <a:gdLst/>
              <a:ahLst/>
              <a:cxnLst/>
              <a:rect l="l" t="t" r="r" b="b"/>
              <a:pathLst>
                <a:path w="236854" h="676910">
                  <a:moveTo>
                    <a:pt x="236613" y="676668"/>
                  </a:moveTo>
                  <a:lnTo>
                    <a:pt x="113512" y="676668"/>
                  </a:lnTo>
                  <a:lnTo>
                    <a:pt x="83682" y="674682"/>
                  </a:lnTo>
                  <a:lnTo>
                    <a:pt x="31788" y="642340"/>
                  </a:lnTo>
                  <a:lnTo>
                    <a:pt x="4287" y="590410"/>
                  </a:lnTo>
                  <a:lnTo>
                    <a:pt x="0" y="562292"/>
                  </a:lnTo>
                  <a:lnTo>
                    <a:pt x="0" y="0"/>
                  </a:lnTo>
                  <a:lnTo>
                    <a:pt x="41033" y="0"/>
                  </a:lnTo>
                  <a:lnTo>
                    <a:pt x="41033" y="562292"/>
                  </a:lnTo>
                  <a:lnTo>
                    <a:pt x="41087" y="580004"/>
                  </a:lnTo>
                  <a:lnTo>
                    <a:pt x="62750" y="614552"/>
                  </a:lnTo>
                  <a:lnTo>
                    <a:pt x="96466" y="632990"/>
                  </a:lnTo>
                  <a:lnTo>
                    <a:pt x="113512" y="634758"/>
                  </a:lnTo>
                  <a:lnTo>
                    <a:pt x="236613" y="634758"/>
                  </a:lnTo>
                  <a:lnTo>
                    <a:pt x="236613" y="676668"/>
                  </a:lnTo>
                  <a:close/>
                </a:path>
                <a:path w="236854" h="676910">
                  <a:moveTo>
                    <a:pt x="236613" y="655827"/>
                  </a:moveTo>
                  <a:lnTo>
                    <a:pt x="113512" y="655827"/>
                  </a:lnTo>
                  <a:lnTo>
                    <a:pt x="93416" y="655734"/>
                  </a:lnTo>
                  <a:lnTo>
                    <a:pt x="51727" y="630186"/>
                  </a:lnTo>
                  <a:lnTo>
                    <a:pt x="26358" y="588211"/>
                  </a:lnTo>
                  <a:lnTo>
                    <a:pt x="21831" y="565886"/>
                  </a:lnTo>
                  <a:lnTo>
                    <a:pt x="21831" y="3594"/>
                  </a:lnTo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5865" y="5574766"/>
              <a:ext cx="88099" cy="17231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0415" y="5090261"/>
              <a:ext cx="231609" cy="23859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9308" y="5116449"/>
              <a:ext cx="174866" cy="201066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347692" y="1131938"/>
            <a:ext cx="9512935" cy="5866765"/>
            <a:chOff x="347692" y="1131938"/>
            <a:chExt cx="9512935" cy="5866765"/>
          </a:xfrm>
        </p:grpSpPr>
        <p:sp>
          <p:nvSpPr>
            <p:cNvPr id="65" name="object 65"/>
            <p:cNvSpPr/>
            <p:nvPr/>
          </p:nvSpPr>
          <p:spPr>
            <a:xfrm>
              <a:off x="5610745" y="113511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60006" y="179997"/>
                  </a:moveTo>
                  <a:lnTo>
                    <a:pt x="353576" y="132144"/>
                  </a:lnTo>
                  <a:lnTo>
                    <a:pt x="335430" y="89146"/>
                  </a:lnTo>
                  <a:lnTo>
                    <a:pt x="307284" y="52717"/>
                  </a:lnTo>
                  <a:lnTo>
                    <a:pt x="270854" y="24573"/>
                  </a:lnTo>
                  <a:lnTo>
                    <a:pt x="227857" y="6429"/>
                  </a:lnTo>
                  <a:lnTo>
                    <a:pt x="180009" y="0"/>
                  </a:lnTo>
                  <a:lnTo>
                    <a:pt x="132156" y="6429"/>
                  </a:lnTo>
                  <a:lnTo>
                    <a:pt x="89155" y="24573"/>
                  </a:lnTo>
                  <a:lnTo>
                    <a:pt x="52724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4" y="307271"/>
                  </a:lnTo>
                  <a:lnTo>
                    <a:pt x="89155" y="335417"/>
                  </a:lnTo>
                  <a:lnTo>
                    <a:pt x="132156" y="353564"/>
                  </a:lnTo>
                  <a:lnTo>
                    <a:pt x="180009" y="359994"/>
                  </a:lnTo>
                  <a:lnTo>
                    <a:pt x="227857" y="353564"/>
                  </a:lnTo>
                  <a:lnTo>
                    <a:pt x="270854" y="335417"/>
                  </a:lnTo>
                  <a:lnTo>
                    <a:pt x="307284" y="307271"/>
                  </a:lnTo>
                  <a:lnTo>
                    <a:pt x="335430" y="270842"/>
                  </a:lnTo>
                  <a:lnTo>
                    <a:pt x="353576" y="227845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610745" y="113511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80009" y="359994"/>
                  </a:moveTo>
                  <a:lnTo>
                    <a:pt x="227857" y="353564"/>
                  </a:lnTo>
                  <a:lnTo>
                    <a:pt x="270854" y="335417"/>
                  </a:lnTo>
                  <a:lnTo>
                    <a:pt x="307284" y="307271"/>
                  </a:lnTo>
                  <a:lnTo>
                    <a:pt x="335430" y="270842"/>
                  </a:lnTo>
                  <a:lnTo>
                    <a:pt x="353576" y="227845"/>
                  </a:lnTo>
                  <a:lnTo>
                    <a:pt x="360006" y="179997"/>
                  </a:lnTo>
                  <a:lnTo>
                    <a:pt x="353576" y="132144"/>
                  </a:lnTo>
                  <a:lnTo>
                    <a:pt x="335430" y="89146"/>
                  </a:lnTo>
                  <a:lnTo>
                    <a:pt x="307284" y="52717"/>
                  </a:lnTo>
                  <a:lnTo>
                    <a:pt x="270854" y="24573"/>
                  </a:lnTo>
                  <a:lnTo>
                    <a:pt x="227857" y="6429"/>
                  </a:lnTo>
                  <a:lnTo>
                    <a:pt x="180009" y="0"/>
                  </a:lnTo>
                  <a:lnTo>
                    <a:pt x="132156" y="6429"/>
                  </a:lnTo>
                  <a:lnTo>
                    <a:pt x="89155" y="24573"/>
                  </a:lnTo>
                  <a:lnTo>
                    <a:pt x="52724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4" y="307271"/>
                  </a:lnTo>
                  <a:lnTo>
                    <a:pt x="89155" y="335417"/>
                  </a:lnTo>
                  <a:lnTo>
                    <a:pt x="132156" y="353564"/>
                  </a:lnTo>
                  <a:lnTo>
                    <a:pt x="180009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207414" y="597110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359994" y="179997"/>
                  </a:moveTo>
                  <a:lnTo>
                    <a:pt x="353564" y="132149"/>
                  </a:lnTo>
                  <a:lnTo>
                    <a:pt x="335417" y="89152"/>
                  </a:lnTo>
                  <a:lnTo>
                    <a:pt x="307271" y="52722"/>
                  </a:lnTo>
                  <a:lnTo>
                    <a:pt x="270842" y="24576"/>
                  </a:lnTo>
                  <a:lnTo>
                    <a:pt x="227845" y="6430"/>
                  </a:ln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6429" y="227849"/>
                  </a:lnTo>
                  <a:lnTo>
                    <a:pt x="24573" y="270847"/>
                  </a:lnTo>
                  <a:lnTo>
                    <a:pt x="52717" y="307276"/>
                  </a:lnTo>
                  <a:lnTo>
                    <a:pt x="89146" y="335420"/>
                  </a:lnTo>
                  <a:lnTo>
                    <a:pt x="132144" y="353564"/>
                  </a:lnTo>
                  <a:lnTo>
                    <a:pt x="179997" y="359994"/>
                  </a:lnTo>
                  <a:lnTo>
                    <a:pt x="227845" y="353564"/>
                  </a:lnTo>
                  <a:lnTo>
                    <a:pt x="270842" y="335420"/>
                  </a:lnTo>
                  <a:lnTo>
                    <a:pt x="307271" y="307276"/>
                  </a:lnTo>
                  <a:lnTo>
                    <a:pt x="335417" y="270847"/>
                  </a:lnTo>
                  <a:lnTo>
                    <a:pt x="353564" y="227849"/>
                  </a:lnTo>
                  <a:lnTo>
                    <a:pt x="359994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207414" y="597110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179997" y="359994"/>
                  </a:moveTo>
                  <a:lnTo>
                    <a:pt x="227845" y="353564"/>
                  </a:lnTo>
                  <a:lnTo>
                    <a:pt x="270842" y="335420"/>
                  </a:lnTo>
                  <a:lnTo>
                    <a:pt x="307271" y="307276"/>
                  </a:lnTo>
                  <a:lnTo>
                    <a:pt x="335417" y="270847"/>
                  </a:lnTo>
                  <a:lnTo>
                    <a:pt x="353564" y="227849"/>
                  </a:lnTo>
                  <a:lnTo>
                    <a:pt x="359994" y="179997"/>
                  </a:lnTo>
                  <a:lnTo>
                    <a:pt x="353564" y="132149"/>
                  </a:lnTo>
                  <a:lnTo>
                    <a:pt x="335417" y="89152"/>
                  </a:lnTo>
                  <a:lnTo>
                    <a:pt x="307271" y="52722"/>
                  </a:lnTo>
                  <a:lnTo>
                    <a:pt x="270842" y="24576"/>
                  </a:lnTo>
                  <a:lnTo>
                    <a:pt x="227845" y="6430"/>
                  </a:lnTo>
                  <a:lnTo>
                    <a:pt x="179997" y="0"/>
                  </a:lnTo>
                  <a:lnTo>
                    <a:pt x="132144" y="6430"/>
                  </a:lnTo>
                  <a:lnTo>
                    <a:pt x="89146" y="24576"/>
                  </a:lnTo>
                  <a:lnTo>
                    <a:pt x="52717" y="52722"/>
                  </a:lnTo>
                  <a:lnTo>
                    <a:pt x="24573" y="89152"/>
                  </a:lnTo>
                  <a:lnTo>
                    <a:pt x="6429" y="132149"/>
                  </a:lnTo>
                  <a:lnTo>
                    <a:pt x="0" y="179997"/>
                  </a:lnTo>
                  <a:lnTo>
                    <a:pt x="6429" y="227849"/>
                  </a:lnTo>
                  <a:lnTo>
                    <a:pt x="24573" y="270847"/>
                  </a:lnTo>
                  <a:lnTo>
                    <a:pt x="52717" y="307276"/>
                  </a:lnTo>
                  <a:lnTo>
                    <a:pt x="89146" y="335420"/>
                  </a:lnTo>
                  <a:lnTo>
                    <a:pt x="132144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496945" y="214139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59994" y="179997"/>
                  </a:moveTo>
                  <a:lnTo>
                    <a:pt x="353564" y="132144"/>
                  </a:lnTo>
                  <a:lnTo>
                    <a:pt x="335420" y="89146"/>
                  </a:lnTo>
                  <a:lnTo>
                    <a:pt x="307276" y="52717"/>
                  </a:lnTo>
                  <a:lnTo>
                    <a:pt x="270847" y="24573"/>
                  </a:lnTo>
                  <a:lnTo>
                    <a:pt x="227849" y="6429"/>
                  </a:lnTo>
                  <a:lnTo>
                    <a:pt x="179997" y="0"/>
                  </a:lnTo>
                  <a:lnTo>
                    <a:pt x="132149" y="6429"/>
                  </a:lnTo>
                  <a:lnTo>
                    <a:pt x="89152" y="24573"/>
                  </a:lnTo>
                  <a:lnTo>
                    <a:pt x="52722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2" y="307271"/>
                  </a:lnTo>
                  <a:lnTo>
                    <a:pt x="89152" y="335417"/>
                  </a:lnTo>
                  <a:lnTo>
                    <a:pt x="132149" y="353564"/>
                  </a:lnTo>
                  <a:lnTo>
                    <a:pt x="179997" y="359994"/>
                  </a:lnTo>
                  <a:lnTo>
                    <a:pt x="227849" y="353564"/>
                  </a:lnTo>
                  <a:lnTo>
                    <a:pt x="270847" y="335417"/>
                  </a:lnTo>
                  <a:lnTo>
                    <a:pt x="307276" y="307271"/>
                  </a:lnTo>
                  <a:lnTo>
                    <a:pt x="335420" y="270842"/>
                  </a:lnTo>
                  <a:lnTo>
                    <a:pt x="353564" y="227845"/>
                  </a:lnTo>
                  <a:lnTo>
                    <a:pt x="359994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496945" y="214139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79997" y="359994"/>
                  </a:moveTo>
                  <a:lnTo>
                    <a:pt x="227849" y="353564"/>
                  </a:lnTo>
                  <a:lnTo>
                    <a:pt x="270847" y="335417"/>
                  </a:lnTo>
                  <a:lnTo>
                    <a:pt x="307276" y="307271"/>
                  </a:lnTo>
                  <a:lnTo>
                    <a:pt x="335420" y="270842"/>
                  </a:lnTo>
                  <a:lnTo>
                    <a:pt x="353564" y="227845"/>
                  </a:lnTo>
                  <a:lnTo>
                    <a:pt x="359994" y="179997"/>
                  </a:lnTo>
                  <a:lnTo>
                    <a:pt x="353564" y="132144"/>
                  </a:lnTo>
                  <a:lnTo>
                    <a:pt x="335420" y="89146"/>
                  </a:lnTo>
                  <a:lnTo>
                    <a:pt x="307276" y="52717"/>
                  </a:lnTo>
                  <a:lnTo>
                    <a:pt x="270847" y="24573"/>
                  </a:lnTo>
                  <a:lnTo>
                    <a:pt x="227849" y="6429"/>
                  </a:lnTo>
                  <a:lnTo>
                    <a:pt x="179997" y="0"/>
                  </a:lnTo>
                  <a:lnTo>
                    <a:pt x="132149" y="6429"/>
                  </a:lnTo>
                  <a:lnTo>
                    <a:pt x="89152" y="24573"/>
                  </a:lnTo>
                  <a:lnTo>
                    <a:pt x="52722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2" y="307271"/>
                  </a:lnTo>
                  <a:lnTo>
                    <a:pt x="89152" y="335417"/>
                  </a:lnTo>
                  <a:lnTo>
                    <a:pt x="132149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00248" y="3549764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4" h="586104">
                  <a:moveTo>
                    <a:pt x="106984" y="585673"/>
                  </a:moveTo>
                  <a:lnTo>
                    <a:pt x="106984" y="0"/>
                  </a:lnTo>
                  <a:lnTo>
                    <a:pt x="0" y="0"/>
                  </a:lnTo>
                  <a:lnTo>
                    <a:pt x="0" y="585673"/>
                  </a:lnTo>
                  <a:lnTo>
                    <a:pt x="106984" y="585673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00248" y="3549764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4" h="586104">
                  <a:moveTo>
                    <a:pt x="0" y="0"/>
                  </a:moveTo>
                  <a:lnTo>
                    <a:pt x="0" y="585673"/>
                  </a:lnTo>
                  <a:lnTo>
                    <a:pt x="106984" y="585673"/>
                  </a:lnTo>
                  <a:lnTo>
                    <a:pt x="106984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9817" y="4132249"/>
              <a:ext cx="109245" cy="15859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531795" y="3112223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43891" y="936802"/>
                  </a:moveTo>
                  <a:lnTo>
                    <a:pt x="43891" y="0"/>
                  </a:lnTo>
                  <a:lnTo>
                    <a:pt x="0" y="0"/>
                  </a:lnTo>
                  <a:lnTo>
                    <a:pt x="0" y="936802"/>
                  </a:lnTo>
                  <a:lnTo>
                    <a:pt x="43891" y="936802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31795" y="3112223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43891" y="0"/>
                  </a:moveTo>
                  <a:lnTo>
                    <a:pt x="43891" y="936802"/>
                  </a:lnTo>
                  <a:lnTo>
                    <a:pt x="0" y="936802"/>
                  </a:lnTo>
                  <a:lnTo>
                    <a:pt x="0" y="0"/>
                  </a:lnTo>
                  <a:lnTo>
                    <a:pt x="4389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147022" y="3549738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5" h="586104">
                  <a:moveTo>
                    <a:pt x="106984" y="585673"/>
                  </a:moveTo>
                  <a:lnTo>
                    <a:pt x="106984" y="0"/>
                  </a:lnTo>
                  <a:lnTo>
                    <a:pt x="0" y="0"/>
                  </a:lnTo>
                  <a:lnTo>
                    <a:pt x="0" y="585673"/>
                  </a:lnTo>
                  <a:lnTo>
                    <a:pt x="106984" y="585673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147022" y="3549738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5" h="586104">
                  <a:moveTo>
                    <a:pt x="106984" y="0"/>
                  </a:moveTo>
                  <a:lnTo>
                    <a:pt x="106984" y="585673"/>
                  </a:lnTo>
                  <a:lnTo>
                    <a:pt x="0" y="585673"/>
                  </a:lnTo>
                  <a:lnTo>
                    <a:pt x="0" y="0"/>
                  </a:lnTo>
                  <a:lnTo>
                    <a:pt x="106984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200514" y="38425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5206" y="4132237"/>
              <a:ext cx="109232" cy="15859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9178569" y="3112198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43891" y="936802"/>
                  </a:moveTo>
                  <a:lnTo>
                    <a:pt x="43891" y="0"/>
                  </a:lnTo>
                  <a:lnTo>
                    <a:pt x="0" y="0"/>
                  </a:lnTo>
                  <a:lnTo>
                    <a:pt x="0" y="936802"/>
                  </a:lnTo>
                  <a:lnTo>
                    <a:pt x="43891" y="936802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178569" y="3112198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0" y="0"/>
                  </a:moveTo>
                  <a:lnTo>
                    <a:pt x="0" y="936802"/>
                  </a:lnTo>
                  <a:lnTo>
                    <a:pt x="43891" y="936802"/>
                  </a:lnTo>
                  <a:lnTo>
                    <a:pt x="43891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18511" y="3492156"/>
              <a:ext cx="121983" cy="13387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18511" y="3113595"/>
              <a:ext cx="121983" cy="13388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625814" y="1888959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4" h="81280">
                  <a:moveTo>
                    <a:pt x="432053" y="80924"/>
                  </a:moveTo>
                  <a:lnTo>
                    <a:pt x="432053" y="0"/>
                  </a:lnTo>
                  <a:lnTo>
                    <a:pt x="0" y="0"/>
                  </a:lnTo>
                  <a:lnTo>
                    <a:pt x="0" y="80924"/>
                  </a:lnTo>
                  <a:lnTo>
                    <a:pt x="432053" y="80924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625814" y="1888959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4" h="81280">
                  <a:moveTo>
                    <a:pt x="432053" y="0"/>
                  </a:moveTo>
                  <a:lnTo>
                    <a:pt x="432053" y="80924"/>
                  </a:lnTo>
                  <a:lnTo>
                    <a:pt x="0" y="80924"/>
                  </a:lnTo>
                  <a:lnTo>
                    <a:pt x="0" y="0"/>
                  </a:lnTo>
                  <a:lnTo>
                    <a:pt x="432053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727313" y="1969884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5" h="761364">
                  <a:moveTo>
                    <a:pt x="227685" y="761009"/>
                  </a:moveTo>
                  <a:lnTo>
                    <a:pt x="227685" y="0"/>
                  </a:lnTo>
                  <a:lnTo>
                    <a:pt x="0" y="0"/>
                  </a:lnTo>
                  <a:lnTo>
                    <a:pt x="0" y="761009"/>
                  </a:lnTo>
                  <a:lnTo>
                    <a:pt x="227685" y="76100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727313" y="1969884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5" h="761364">
                  <a:moveTo>
                    <a:pt x="0" y="0"/>
                  </a:moveTo>
                  <a:lnTo>
                    <a:pt x="0" y="761009"/>
                  </a:lnTo>
                  <a:lnTo>
                    <a:pt x="227685" y="761009"/>
                  </a:lnTo>
                  <a:lnTo>
                    <a:pt x="227685" y="0"/>
                  </a:lnTo>
                  <a:lnTo>
                    <a:pt x="0" y="0"/>
                  </a:lnTo>
                  <a:close/>
                </a:path>
                <a:path w="227965" h="761364">
                  <a:moveTo>
                    <a:pt x="0" y="108356"/>
                  </a:moveTo>
                  <a:lnTo>
                    <a:pt x="227685" y="1083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793149" y="1888959"/>
              <a:ext cx="96520" cy="81280"/>
            </a:xfrm>
            <a:custGeom>
              <a:avLst/>
              <a:gdLst/>
              <a:ahLst/>
              <a:cxnLst/>
              <a:rect l="l" t="t" r="r" b="b"/>
              <a:pathLst>
                <a:path w="96520" h="81280">
                  <a:moveTo>
                    <a:pt x="96011" y="80924"/>
                  </a:moveTo>
                  <a:lnTo>
                    <a:pt x="96011" y="0"/>
                  </a:lnTo>
                </a:path>
                <a:path w="96520" h="81280">
                  <a:moveTo>
                    <a:pt x="0" y="8092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743771" y="2078240"/>
              <a:ext cx="194945" cy="651510"/>
            </a:xfrm>
            <a:custGeom>
              <a:avLst/>
              <a:gdLst/>
              <a:ahLst/>
              <a:cxnLst/>
              <a:rect l="l" t="t" r="r" b="b"/>
              <a:pathLst>
                <a:path w="194945" h="651510">
                  <a:moveTo>
                    <a:pt x="0" y="0"/>
                  </a:moveTo>
                  <a:lnTo>
                    <a:pt x="0" y="651281"/>
                  </a:lnTo>
                </a:path>
                <a:path w="194945" h="651510">
                  <a:moveTo>
                    <a:pt x="194767" y="0"/>
                  </a:moveTo>
                  <a:lnTo>
                    <a:pt x="194767" y="6512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954998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35725" y="0"/>
                  </a:moveTo>
                  <a:lnTo>
                    <a:pt x="0" y="0"/>
                  </a:lnTo>
                  <a:lnTo>
                    <a:pt x="0" y="32143"/>
                  </a:lnTo>
                  <a:lnTo>
                    <a:pt x="3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954998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35725" y="0"/>
                  </a:moveTo>
                  <a:lnTo>
                    <a:pt x="0" y="0"/>
                  </a:lnTo>
                  <a:lnTo>
                    <a:pt x="0" y="32143"/>
                  </a:lnTo>
                  <a:lnTo>
                    <a:pt x="35725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691600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35712" y="32143"/>
                  </a:moveTo>
                  <a:lnTo>
                    <a:pt x="35712" y="0"/>
                  </a:lnTo>
                  <a:lnTo>
                    <a:pt x="0" y="0"/>
                  </a:lnTo>
                  <a:lnTo>
                    <a:pt x="35712" y="32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691600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35712" y="32143"/>
                  </a:moveTo>
                  <a:lnTo>
                    <a:pt x="0" y="0"/>
                  </a:lnTo>
                  <a:lnTo>
                    <a:pt x="35712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24138" y="3848671"/>
              <a:ext cx="234035" cy="20372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9030436" y="3513073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030436" y="3513073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0"/>
                  </a:moveTo>
                  <a:lnTo>
                    <a:pt x="120700" y="97383"/>
                  </a:lnTo>
                  <a:lnTo>
                    <a:pt x="0" y="97383"/>
                  </a:lnTo>
                  <a:lnTo>
                    <a:pt x="0" y="0"/>
                  </a:lnTo>
                  <a:lnTo>
                    <a:pt x="12070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057868" y="3134512"/>
              <a:ext cx="93345" cy="97790"/>
            </a:xfrm>
            <a:custGeom>
              <a:avLst/>
              <a:gdLst/>
              <a:ahLst/>
              <a:cxnLst/>
              <a:rect l="l" t="t" r="r" b="b"/>
              <a:pathLst>
                <a:path w="93345" h="97789">
                  <a:moveTo>
                    <a:pt x="0" y="97383"/>
                  </a:moveTo>
                  <a:lnTo>
                    <a:pt x="93268" y="97383"/>
                  </a:lnTo>
                  <a:lnTo>
                    <a:pt x="93268" y="0"/>
                  </a:lnTo>
                  <a:lnTo>
                    <a:pt x="0" y="0"/>
                  </a:lnTo>
                  <a:lnTo>
                    <a:pt x="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9030436" y="3134512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0"/>
                  </a:moveTo>
                  <a:lnTo>
                    <a:pt x="120700" y="97383"/>
                  </a:lnTo>
                  <a:lnTo>
                    <a:pt x="0" y="97383"/>
                  </a:lnTo>
                  <a:lnTo>
                    <a:pt x="0" y="0"/>
                  </a:lnTo>
                  <a:lnTo>
                    <a:pt x="12070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030220" y="2756674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030220" y="2756674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0"/>
                  </a:moveTo>
                  <a:lnTo>
                    <a:pt x="120700" y="97383"/>
                  </a:lnTo>
                  <a:lnTo>
                    <a:pt x="0" y="97383"/>
                  </a:lnTo>
                  <a:lnTo>
                    <a:pt x="0" y="0"/>
                  </a:lnTo>
                  <a:lnTo>
                    <a:pt x="12070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151137" y="2670886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27431" y="1025956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1025956"/>
                  </a:lnTo>
                  <a:lnTo>
                    <a:pt x="27431" y="102595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151137" y="2670886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0" y="1025956"/>
                  </a:moveTo>
                  <a:lnTo>
                    <a:pt x="27431" y="1025956"/>
                  </a:lnTo>
                  <a:lnTo>
                    <a:pt x="27431" y="0"/>
                  </a:lnTo>
                  <a:lnTo>
                    <a:pt x="0" y="0"/>
                  </a:lnTo>
                  <a:lnTo>
                    <a:pt x="0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003106" y="2670898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27432" y="945045"/>
                  </a:moveTo>
                  <a:lnTo>
                    <a:pt x="0" y="945045"/>
                  </a:lnTo>
                  <a:lnTo>
                    <a:pt x="0" y="1025956"/>
                  </a:lnTo>
                  <a:lnTo>
                    <a:pt x="27432" y="1025956"/>
                  </a:lnTo>
                  <a:lnTo>
                    <a:pt x="27432" y="945045"/>
                  </a:lnTo>
                  <a:close/>
                </a:path>
                <a:path w="27940" h="1026160">
                  <a:moveTo>
                    <a:pt x="27432" y="0"/>
                  </a:moveTo>
                  <a:lnTo>
                    <a:pt x="0" y="0"/>
                  </a:lnTo>
                  <a:lnTo>
                    <a:pt x="0" y="80937"/>
                  </a:lnTo>
                  <a:lnTo>
                    <a:pt x="27432" y="80937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003106" y="2670898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0" y="1025956"/>
                  </a:moveTo>
                  <a:lnTo>
                    <a:pt x="27432" y="1025956"/>
                  </a:lnTo>
                  <a:lnTo>
                    <a:pt x="27432" y="0"/>
                  </a:lnTo>
                  <a:lnTo>
                    <a:pt x="0" y="0"/>
                  </a:lnTo>
                  <a:lnTo>
                    <a:pt x="0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057868" y="283276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057868" y="283276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0" y="0"/>
                  </a:moveTo>
                  <a:lnTo>
                    <a:pt x="0" y="323697"/>
                  </a:lnTo>
                  <a:lnTo>
                    <a:pt x="53492" y="323697"/>
                  </a:lnTo>
                  <a:lnTo>
                    <a:pt x="5349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111361" y="286979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27431" y="24963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1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111361" y="286979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0" y="0"/>
                  </a:moveTo>
                  <a:lnTo>
                    <a:pt x="0" y="249631"/>
                  </a:lnTo>
                  <a:lnTo>
                    <a:pt x="27431" y="249631"/>
                  </a:lnTo>
                  <a:lnTo>
                    <a:pt x="27431" y="0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057868" y="320995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057868" y="320995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0" y="0"/>
                  </a:moveTo>
                  <a:lnTo>
                    <a:pt x="0" y="323697"/>
                  </a:lnTo>
                  <a:lnTo>
                    <a:pt x="53492" y="323697"/>
                  </a:lnTo>
                  <a:lnTo>
                    <a:pt x="5349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111361" y="324698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27431" y="24963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1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111361" y="324698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0" y="0"/>
                  </a:moveTo>
                  <a:lnTo>
                    <a:pt x="0" y="249631"/>
                  </a:lnTo>
                  <a:lnTo>
                    <a:pt x="27431" y="249631"/>
                  </a:lnTo>
                  <a:lnTo>
                    <a:pt x="27431" y="0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651875" y="2751836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5" h="864235">
                  <a:moveTo>
                    <a:pt x="378561" y="864108"/>
                  </a:moveTo>
                  <a:lnTo>
                    <a:pt x="378561" y="0"/>
                  </a:lnTo>
                  <a:lnTo>
                    <a:pt x="0" y="0"/>
                  </a:lnTo>
                  <a:lnTo>
                    <a:pt x="1371" y="864108"/>
                  </a:lnTo>
                  <a:lnTo>
                    <a:pt x="378561" y="864108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651875" y="2751836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5" h="864235">
                  <a:moveTo>
                    <a:pt x="378561" y="0"/>
                  </a:moveTo>
                  <a:lnTo>
                    <a:pt x="0" y="0"/>
                  </a:lnTo>
                  <a:lnTo>
                    <a:pt x="1371" y="864108"/>
                  </a:lnTo>
                  <a:lnTo>
                    <a:pt x="378561" y="864108"/>
                  </a:lnTo>
                  <a:lnTo>
                    <a:pt x="37856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182762" y="2816313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69">
                  <a:moveTo>
                    <a:pt x="20586" y="356616"/>
                  </a:moveTo>
                  <a:lnTo>
                    <a:pt x="20586" y="0"/>
                  </a:lnTo>
                  <a:lnTo>
                    <a:pt x="0" y="0"/>
                  </a:lnTo>
                  <a:lnTo>
                    <a:pt x="0" y="356616"/>
                  </a:lnTo>
                  <a:lnTo>
                    <a:pt x="20586" y="35661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182762" y="2816313"/>
              <a:ext cx="965835" cy="356870"/>
            </a:xfrm>
            <a:custGeom>
              <a:avLst/>
              <a:gdLst/>
              <a:ahLst/>
              <a:cxnLst/>
              <a:rect l="l" t="t" r="r" b="b"/>
              <a:pathLst>
                <a:path w="965834" h="356869">
                  <a:moveTo>
                    <a:pt x="20586" y="0"/>
                  </a:moveTo>
                  <a:lnTo>
                    <a:pt x="0" y="0"/>
                  </a:lnTo>
                  <a:lnTo>
                    <a:pt x="0" y="356616"/>
                  </a:lnTo>
                  <a:lnTo>
                    <a:pt x="20586" y="356616"/>
                  </a:lnTo>
                </a:path>
                <a:path w="965834" h="356869">
                  <a:moveTo>
                    <a:pt x="956030" y="97370"/>
                  </a:moveTo>
                  <a:lnTo>
                    <a:pt x="956030" y="259219"/>
                  </a:lnTo>
                  <a:lnTo>
                    <a:pt x="965619" y="259219"/>
                  </a:lnTo>
                  <a:lnTo>
                    <a:pt x="965619" y="97370"/>
                  </a:lnTo>
                  <a:lnTo>
                    <a:pt x="956030" y="9737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182762" y="3194862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20599" y="356628"/>
                  </a:moveTo>
                  <a:lnTo>
                    <a:pt x="20586" y="12"/>
                  </a:lnTo>
                  <a:lnTo>
                    <a:pt x="12" y="0"/>
                  </a:lnTo>
                  <a:lnTo>
                    <a:pt x="0" y="356628"/>
                  </a:lnTo>
                  <a:lnTo>
                    <a:pt x="20599" y="356628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182762" y="3194862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20586" y="12"/>
                  </a:moveTo>
                  <a:lnTo>
                    <a:pt x="12" y="0"/>
                  </a:lnTo>
                  <a:lnTo>
                    <a:pt x="0" y="356628"/>
                  </a:lnTo>
                  <a:lnTo>
                    <a:pt x="20599" y="35662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203361" y="2805328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40" h="756285">
                  <a:moveTo>
                    <a:pt x="27431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1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203361" y="2805328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40" h="756285">
                  <a:moveTo>
                    <a:pt x="0" y="0"/>
                  </a:moveTo>
                  <a:lnTo>
                    <a:pt x="0" y="755751"/>
                  </a:lnTo>
                  <a:lnTo>
                    <a:pt x="27431" y="755751"/>
                  </a:lnTo>
                  <a:lnTo>
                    <a:pt x="27431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230793" y="2805328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4">
                  <a:moveTo>
                    <a:pt x="799642" y="378536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36"/>
                  </a:lnTo>
                  <a:lnTo>
                    <a:pt x="799642" y="37853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230793" y="2805328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4">
                  <a:moveTo>
                    <a:pt x="0" y="0"/>
                  </a:moveTo>
                  <a:lnTo>
                    <a:pt x="0" y="378536"/>
                  </a:lnTo>
                  <a:lnTo>
                    <a:pt x="799642" y="378536"/>
                  </a:lnTo>
                  <a:lnTo>
                    <a:pt x="79964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69020" y="2885820"/>
              <a:ext cx="250494" cy="249123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8230793" y="3183864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378536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36"/>
                  </a:lnTo>
                  <a:lnTo>
                    <a:pt x="799642" y="37853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230793" y="3183864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0" y="0"/>
                  </a:moveTo>
                  <a:lnTo>
                    <a:pt x="0" y="378536"/>
                  </a:lnTo>
                  <a:lnTo>
                    <a:pt x="799642" y="378536"/>
                  </a:lnTo>
                  <a:lnTo>
                    <a:pt x="79964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9030436" y="2805328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40" h="756285">
                  <a:moveTo>
                    <a:pt x="27431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1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9030436" y="2805328"/>
              <a:ext cx="118110" cy="756285"/>
            </a:xfrm>
            <a:custGeom>
              <a:avLst/>
              <a:gdLst/>
              <a:ahLst/>
              <a:cxnLst/>
              <a:rect l="l" t="t" r="r" b="b"/>
              <a:pathLst>
                <a:path w="118109" h="756285">
                  <a:moveTo>
                    <a:pt x="0" y="0"/>
                  </a:moveTo>
                  <a:lnTo>
                    <a:pt x="0" y="755751"/>
                  </a:lnTo>
                  <a:lnTo>
                    <a:pt x="27431" y="755751"/>
                  </a:lnTo>
                  <a:lnTo>
                    <a:pt x="27431" y="0"/>
                  </a:lnTo>
                  <a:lnTo>
                    <a:pt x="0" y="0"/>
                  </a:lnTo>
                  <a:close/>
                </a:path>
                <a:path w="118109" h="756285">
                  <a:moveTo>
                    <a:pt x="108356" y="486918"/>
                  </a:moveTo>
                  <a:lnTo>
                    <a:pt x="108356" y="648766"/>
                  </a:lnTo>
                  <a:lnTo>
                    <a:pt x="117944" y="648766"/>
                  </a:lnTo>
                  <a:lnTo>
                    <a:pt x="117944" y="486918"/>
                  </a:lnTo>
                  <a:lnTo>
                    <a:pt x="108356" y="48691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52510" y="3615943"/>
              <a:ext cx="367385" cy="240461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8657590" y="3615943"/>
              <a:ext cx="373380" cy="20955"/>
            </a:xfrm>
            <a:custGeom>
              <a:avLst/>
              <a:gdLst/>
              <a:ahLst/>
              <a:cxnLst/>
              <a:rect l="l" t="t" r="r" b="b"/>
              <a:pathLst>
                <a:path w="373379" h="20954">
                  <a:moveTo>
                    <a:pt x="373380" y="0"/>
                  </a:moveTo>
                  <a:lnTo>
                    <a:pt x="367030" y="0"/>
                  </a:lnTo>
                  <a:lnTo>
                    <a:pt x="0" y="0"/>
                  </a:lnTo>
                  <a:lnTo>
                    <a:pt x="0" y="20548"/>
                  </a:lnTo>
                  <a:lnTo>
                    <a:pt x="367030" y="20548"/>
                  </a:lnTo>
                  <a:lnTo>
                    <a:pt x="367030" y="18427"/>
                  </a:lnTo>
                  <a:lnTo>
                    <a:pt x="373380" y="18427"/>
                  </a:lnTo>
                  <a:lnTo>
                    <a:pt x="37338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651875" y="3615931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5" h="20954">
                  <a:moveTo>
                    <a:pt x="378561" y="0"/>
                  </a:moveTo>
                  <a:lnTo>
                    <a:pt x="378561" y="16459"/>
                  </a:lnTo>
                  <a:lnTo>
                    <a:pt x="373075" y="20561"/>
                  </a:lnTo>
                  <a:lnTo>
                    <a:pt x="5486" y="20561"/>
                  </a:lnTo>
                  <a:lnTo>
                    <a:pt x="0" y="16459"/>
                  </a:lnTo>
                  <a:lnTo>
                    <a:pt x="1016" y="12"/>
                  </a:lnTo>
                  <a:lnTo>
                    <a:pt x="37856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652510" y="2729877"/>
              <a:ext cx="378460" cy="20955"/>
            </a:xfrm>
            <a:custGeom>
              <a:avLst/>
              <a:gdLst/>
              <a:ahLst/>
              <a:cxnLst/>
              <a:rect l="l" t="t" r="r" b="b"/>
              <a:pathLst>
                <a:path w="378459" h="20955">
                  <a:moveTo>
                    <a:pt x="378460" y="2133"/>
                  </a:moveTo>
                  <a:lnTo>
                    <a:pt x="372110" y="2133"/>
                  </a:lnTo>
                  <a:lnTo>
                    <a:pt x="372110" y="0"/>
                  </a:lnTo>
                  <a:lnTo>
                    <a:pt x="5080" y="0"/>
                  </a:lnTo>
                  <a:lnTo>
                    <a:pt x="5080" y="1739"/>
                  </a:lnTo>
                  <a:lnTo>
                    <a:pt x="0" y="1739"/>
                  </a:lnTo>
                  <a:lnTo>
                    <a:pt x="0" y="20561"/>
                  </a:lnTo>
                  <a:lnTo>
                    <a:pt x="5080" y="20561"/>
                  </a:lnTo>
                  <a:lnTo>
                    <a:pt x="372110" y="20561"/>
                  </a:lnTo>
                  <a:lnTo>
                    <a:pt x="378460" y="20561"/>
                  </a:lnTo>
                  <a:lnTo>
                    <a:pt x="378460" y="213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651875" y="2729877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5" h="20955">
                  <a:moveTo>
                    <a:pt x="378561" y="20561"/>
                  </a:moveTo>
                  <a:lnTo>
                    <a:pt x="378561" y="4102"/>
                  </a:lnTo>
                  <a:lnTo>
                    <a:pt x="373075" y="0"/>
                  </a:lnTo>
                  <a:lnTo>
                    <a:pt x="5486" y="0"/>
                  </a:lnTo>
                  <a:lnTo>
                    <a:pt x="0" y="4102"/>
                  </a:lnTo>
                  <a:lnTo>
                    <a:pt x="1016" y="20561"/>
                  </a:lnTo>
                  <a:lnTo>
                    <a:pt x="378561" y="20561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62415" y="2186330"/>
              <a:ext cx="357479" cy="114731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8842527" y="1846427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0"/>
                  </a:moveTo>
                  <a:lnTo>
                    <a:pt x="0" y="2256256"/>
                  </a:lnTo>
                </a:path>
              </a:pathLst>
            </a:custGeom>
            <a:ln w="6350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096998" y="3843235"/>
              <a:ext cx="7529195" cy="0"/>
            </a:xfrm>
            <a:custGeom>
              <a:avLst/>
              <a:gdLst/>
              <a:ahLst/>
              <a:cxnLst/>
              <a:rect l="l" t="t" r="r" b="b"/>
              <a:pathLst>
                <a:path w="7529195">
                  <a:moveTo>
                    <a:pt x="0" y="0"/>
                  </a:moveTo>
                  <a:lnTo>
                    <a:pt x="728967" y="0"/>
                  </a:lnTo>
                </a:path>
                <a:path w="7529195">
                  <a:moveTo>
                    <a:pt x="904532" y="0"/>
                  </a:moveTo>
                  <a:lnTo>
                    <a:pt x="7528712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14409" y="3492156"/>
              <a:ext cx="121983" cy="13387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14409" y="3113595"/>
              <a:ext cx="121983" cy="133883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2697035" y="1888959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5" h="81280">
                  <a:moveTo>
                    <a:pt x="432054" y="80924"/>
                  </a:moveTo>
                  <a:lnTo>
                    <a:pt x="432054" y="0"/>
                  </a:lnTo>
                  <a:lnTo>
                    <a:pt x="0" y="0"/>
                  </a:lnTo>
                  <a:lnTo>
                    <a:pt x="0" y="80924"/>
                  </a:lnTo>
                  <a:lnTo>
                    <a:pt x="432054" y="80924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697035" y="1888959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5" h="81280">
                  <a:moveTo>
                    <a:pt x="0" y="0"/>
                  </a:moveTo>
                  <a:lnTo>
                    <a:pt x="0" y="80924"/>
                  </a:lnTo>
                  <a:lnTo>
                    <a:pt x="432054" y="80924"/>
                  </a:lnTo>
                  <a:lnTo>
                    <a:pt x="432054" y="0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799905" y="1969884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4" h="761364">
                  <a:moveTo>
                    <a:pt x="227685" y="761009"/>
                  </a:moveTo>
                  <a:lnTo>
                    <a:pt x="227685" y="0"/>
                  </a:lnTo>
                  <a:lnTo>
                    <a:pt x="0" y="0"/>
                  </a:lnTo>
                  <a:lnTo>
                    <a:pt x="0" y="761009"/>
                  </a:lnTo>
                  <a:lnTo>
                    <a:pt x="227685" y="76100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799905" y="1969884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4" h="761364">
                  <a:moveTo>
                    <a:pt x="227685" y="0"/>
                  </a:moveTo>
                  <a:lnTo>
                    <a:pt x="227685" y="761009"/>
                  </a:lnTo>
                  <a:lnTo>
                    <a:pt x="0" y="761009"/>
                  </a:lnTo>
                  <a:lnTo>
                    <a:pt x="0" y="0"/>
                  </a:lnTo>
                  <a:lnTo>
                    <a:pt x="227685" y="0"/>
                  </a:lnTo>
                  <a:close/>
                </a:path>
                <a:path w="227964" h="761364">
                  <a:moveTo>
                    <a:pt x="227685" y="108356"/>
                  </a:moveTo>
                  <a:lnTo>
                    <a:pt x="0" y="1083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865742" y="1888959"/>
              <a:ext cx="96520" cy="81280"/>
            </a:xfrm>
            <a:custGeom>
              <a:avLst/>
              <a:gdLst/>
              <a:ahLst/>
              <a:cxnLst/>
              <a:rect l="l" t="t" r="r" b="b"/>
              <a:pathLst>
                <a:path w="96519" h="81280">
                  <a:moveTo>
                    <a:pt x="0" y="80924"/>
                  </a:moveTo>
                  <a:lnTo>
                    <a:pt x="0" y="0"/>
                  </a:lnTo>
                </a:path>
                <a:path w="96519" h="81280">
                  <a:moveTo>
                    <a:pt x="96012" y="80924"/>
                  </a:moveTo>
                  <a:lnTo>
                    <a:pt x="96012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816364" y="2078240"/>
              <a:ext cx="194945" cy="651510"/>
            </a:xfrm>
            <a:custGeom>
              <a:avLst/>
              <a:gdLst/>
              <a:ahLst/>
              <a:cxnLst/>
              <a:rect l="l" t="t" r="r" b="b"/>
              <a:pathLst>
                <a:path w="194944" h="651510">
                  <a:moveTo>
                    <a:pt x="194767" y="0"/>
                  </a:moveTo>
                  <a:lnTo>
                    <a:pt x="194767" y="651281"/>
                  </a:lnTo>
                </a:path>
                <a:path w="194944" h="651510">
                  <a:moveTo>
                    <a:pt x="0" y="0"/>
                  </a:moveTo>
                  <a:lnTo>
                    <a:pt x="0" y="6512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764180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35725" y="32143"/>
                  </a:moveTo>
                  <a:lnTo>
                    <a:pt x="35725" y="0"/>
                  </a:lnTo>
                  <a:lnTo>
                    <a:pt x="0" y="0"/>
                  </a:lnTo>
                  <a:lnTo>
                    <a:pt x="35725" y="32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764180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0" y="0"/>
                  </a:moveTo>
                  <a:lnTo>
                    <a:pt x="35725" y="0"/>
                  </a:lnTo>
                  <a:lnTo>
                    <a:pt x="35725" y="32143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027591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35712" y="0"/>
                  </a:moveTo>
                  <a:lnTo>
                    <a:pt x="0" y="0"/>
                  </a:lnTo>
                  <a:lnTo>
                    <a:pt x="0" y="32143"/>
                  </a:lnTo>
                  <a:lnTo>
                    <a:pt x="357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027591" y="1969884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0" y="32143"/>
                  </a:moveTo>
                  <a:lnTo>
                    <a:pt x="35712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96730" y="3848671"/>
              <a:ext cx="234035" cy="203720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2603766" y="3513073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03766" y="3513073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0" y="0"/>
                  </a:moveTo>
                  <a:lnTo>
                    <a:pt x="0" y="97383"/>
                  </a:lnTo>
                  <a:lnTo>
                    <a:pt x="120700" y="97383"/>
                  </a:lnTo>
                  <a:lnTo>
                    <a:pt x="1207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603766" y="3134512"/>
              <a:ext cx="93345" cy="97790"/>
            </a:xfrm>
            <a:custGeom>
              <a:avLst/>
              <a:gdLst/>
              <a:ahLst/>
              <a:cxnLst/>
              <a:rect l="l" t="t" r="r" b="b"/>
              <a:pathLst>
                <a:path w="93344" h="97789">
                  <a:moveTo>
                    <a:pt x="0" y="97383"/>
                  </a:moveTo>
                  <a:lnTo>
                    <a:pt x="93268" y="97383"/>
                  </a:lnTo>
                  <a:lnTo>
                    <a:pt x="93268" y="0"/>
                  </a:lnTo>
                  <a:lnTo>
                    <a:pt x="0" y="0"/>
                  </a:lnTo>
                  <a:lnTo>
                    <a:pt x="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603766" y="3134512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0" y="0"/>
                  </a:moveTo>
                  <a:lnTo>
                    <a:pt x="0" y="97383"/>
                  </a:lnTo>
                  <a:lnTo>
                    <a:pt x="120700" y="97383"/>
                  </a:lnTo>
                  <a:lnTo>
                    <a:pt x="1207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603982" y="2756674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2603982" y="2756674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0" y="0"/>
                  </a:moveTo>
                  <a:lnTo>
                    <a:pt x="0" y="97383"/>
                  </a:lnTo>
                  <a:lnTo>
                    <a:pt x="120700" y="97383"/>
                  </a:lnTo>
                  <a:lnTo>
                    <a:pt x="1207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2576334" y="2670886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27432" y="1025956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1025956"/>
                  </a:lnTo>
                  <a:lnTo>
                    <a:pt x="27432" y="102595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2576334" y="2670886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27432" y="1025956"/>
                  </a:moveTo>
                  <a:lnTo>
                    <a:pt x="0" y="1025956"/>
                  </a:lnTo>
                  <a:lnTo>
                    <a:pt x="0" y="0"/>
                  </a:lnTo>
                  <a:lnTo>
                    <a:pt x="27431" y="0"/>
                  </a:lnTo>
                  <a:lnTo>
                    <a:pt x="27432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724365" y="2670898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27432" y="945045"/>
                  </a:moveTo>
                  <a:lnTo>
                    <a:pt x="0" y="945045"/>
                  </a:lnTo>
                  <a:lnTo>
                    <a:pt x="0" y="1025956"/>
                  </a:lnTo>
                  <a:lnTo>
                    <a:pt x="27432" y="1025956"/>
                  </a:lnTo>
                  <a:lnTo>
                    <a:pt x="27432" y="945045"/>
                  </a:lnTo>
                  <a:close/>
                </a:path>
                <a:path w="27939" h="1026160">
                  <a:moveTo>
                    <a:pt x="27432" y="0"/>
                  </a:moveTo>
                  <a:lnTo>
                    <a:pt x="0" y="0"/>
                  </a:lnTo>
                  <a:lnTo>
                    <a:pt x="0" y="80937"/>
                  </a:lnTo>
                  <a:lnTo>
                    <a:pt x="27432" y="80937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724365" y="2670898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27432" y="1025956"/>
                  </a:moveTo>
                  <a:lnTo>
                    <a:pt x="0" y="1025956"/>
                  </a:lnTo>
                  <a:lnTo>
                    <a:pt x="0" y="0"/>
                  </a:lnTo>
                  <a:lnTo>
                    <a:pt x="27431" y="0"/>
                  </a:lnTo>
                  <a:lnTo>
                    <a:pt x="27432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643543" y="283276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643543" y="283276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0"/>
                  </a:moveTo>
                  <a:lnTo>
                    <a:pt x="53492" y="323697"/>
                  </a:lnTo>
                  <a:lnTo>
                    <a:pt x="0" y="323697"/>
                  </a:lnTo>
                  <a:lnTo>
                    <a:pt x="0" y="0"/>
                  </a:lnTo>
                  <a:lnTo>
                    <a:pt x="53492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616111" y="286979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27432" y="24963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2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616111" y="286979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27431" y="0"/>
                  </a:moveTo>
                  <a:lnTo>
                    <a:pt x="27432" y="249631"/>
                  </a:lnTo>
                  <a:lnTo>
                    <a:pt x="0" y="249631"/>
                  </a:lnTo>
                  <a:lnTo>
                    <a:pt x="0" y="0"/>
                  </a:lnTo>
                  <a:lnTo>
                    <a:pt x="2743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643543" y="320995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643543" y="3209950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0"/>
                  </a:moveTo>
                  <a:lnTo>
                    <a:pt x="53492" y="323697"/>
                  </a:lnTo>
                  <a:lnTo>
                    <a:pt x="0" y="323697"/>
                  </a:lnTo>
                  <a:lnTo>
                    <a:pt x="0" y="0"/>
                  </a:lnTo>
                  <a:lnTo>
                    <a:pt x="53492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616111" y="324698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27431" y="24963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1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616111" y="3246983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27431" y="0"/>
                  </a:moveTo>
                  <a:lnTo>
                    <a:pt x="27431" y="249631"/>
                  </a:lnTo>
                  <a:lnTo>
                    <a:pt x="0" y="249631"/>
                  </a:lnTo>
                  <a:lnTo>
                    <a:pt x="0" y="0"/>
                  </a:lnTo>
                  <a:lnTo>
                    <a:pt x="2743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724467" y="2751836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4" h="864235">
                  <a:moveTo>
                    <a:pt x="378561" y="0"/>
                  </a:moveTo>
                  <a:lnTo>
                    <a:pt x="0" y="0"/>
                  </a:lnTo>
                  <a:lnTo>
                    <a:pt x="0" y="864108"/>
                  </a:lnTo>
                  <a:lnTo>
                    <a:pt x="377190" y="864108"/>
                  </a:lnTo>
                  <a:lnTo>
                    <a:pt x="378561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724467" y="2751836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4" h="864235">
                  <a:moveTo>
                    <a:pt x="0" y="0"/>
                  </a:moveTo>
                  <a:lnTo>
                    <a:pt x="378561" y="0"/>
                  </a:lnTo>
                  <a:lnTo>
                    <a:pt x="377190" y="864108"/>
                  </a:lnTo>
                  <a:lnTo>
                    <a:pt x="0" y="864108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551542" y="2816313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69">
                  <a:moveTo>
                    <a:pt x="20599" y="356616"/>
                  </a:moveTo>
                  <a:lnTo>
                    <a:pt x="20599" y="0"/>
                  </a:lnTo>
                  <a:lnTo>
                    <a:pt x="12" y="0"/>
                  </a:lnTo>
                  <a:lnTo>
                    <a:pt x="0" y="356616"/>
                  </a:lnTo>
                  <a:lnTo>
                    <a:pt x="20599" y="35661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606522" y="2816313"/>
              <a:ext cx="965835" cy="356870"/>
            </a:xfrm>
            <a:custGeom>
              <a:avLst/>
              <a:gdLst/>
              <a:ahLst/>
              <a:cxnLst/>
              <a:rect l="l" t="t" r="r" b="b"/>
              <a:pathLst>
                <a:path w="965835" h="356869">
                  <a:moveTo>
                    <a:pt x="945032" y="0"/>
                  </a:moveTo>
                  <a:lnTo>
                    <a:pt x="965619" y="0"/>
                  </a:lnTo>
                  <a:lnTo>
                    <a:pt x="965619" y="356616"/>
                  </a:lnTo>
                  <a:lnTo>
                    <a:pt x="945019" y="356616"/>
                  </a:lnTo>
                </a:path>
                <a:path w="965835" h="356869">
                  <a:moveTo>
                    <a:pt x="9588" y="97370"/>
                  </a:moveTo>
                  <a:lnTo>
                    <a:pt x="9588" y="259219"/>
                  </a:lnTo>
                  <a:lnTo>
                    <a:pt x="0" y="259219"/>
                  </a:lnTo>
                  <a:lnTo>
                    <a:pt x="0" y="97370"/>
                  </a:lnTo>
                  <a:lnTo>
                    <a:pt x="9588" y="9737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551542" y="3194862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20599" y="356628"/>
                  </a:moveTo>
                  <a:lnTo>
                    <a:pt x="20586" y="0"/>
                  </a:lnTo>
                  <a:lnTo>
                    <a:pt x="12" y="12"/>
                  </a:lnTo>
                  <a:lnTo>
                    <a:pt x="0" y="356628"/>
                  </a:lnTo>
                  <a:lnTo>
                    <a:pt x="20599" y="356628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551542" y="3194862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12" y="12"/>
                  </a:moveTo>
                  <a:lnTo>
                    <a:pt x="20586" y="0"/>
                  </a:lnTo>
                  <a:lnTo>
                    <a:pt x="20599" y="356628"/>
                  </a:lnTo>
                  <a:lnTo>
                    <a:pt x="0" y="35662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524110" y="2805328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39" h="756285">
                  <a:moveTo>
                    <a:pt x="27432" y="755751"/>
                  </a:moveTo>
                  <a:lnTo>
                    <a:pt x="27432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2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524110" y="2805328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39" h="756285">
                  <a:moveTo>
                    <a:pt x="27432" y="0"/>
                  </a:moveTo>
                  <a:lnTo>
                    <a:pt x="27432" y="755751"/>
                  </a:lnTo>
                  <a:lnTo>
                    <a:pt x="0" y="755751"/>
                  </a:lnTo>
                  <a:lnTo>
                    <a:pt x="0" y="0"/>
                  </a:lnTo>
                  <a:lnTo>
                    <a:pt x="27432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724467" y="2805328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4">
                  <a:moveTo>
                    <a:pt x="799642" y="378548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48"/>
                  </a:lnTo>
                  <a:lnTo>
                    <a:pt x="799642" y="378548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724467" y="2805328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4">
                  <a:moveTo>
                    <a:pt x="799642" y="0"/>
                  </a:moveTo>
                  <a:lnTo>
                    <a:pt x="799642" y="378548"/>
                  </a:lnTo>
                  <a:lnTo>
                    <a:pt x="0" y="378548"/>
                  </a:lnTo>
                  <a:lnTo>
                    <a:pt x="0" y="0"/>
                  </a:lnTo>
                  <a:lnTo>
                    <a:pt x="799642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35388" y="2885820"/>
              <a:ext cx="250494" cy="249123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2724467" y="3183864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378536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36"/>
                  </a:lnTo>
                  <a:lnTo>
                    <a:pt x="799642" y="37853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724467" y="3183864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0"/>
                  </a:moveTo>
                  <a:lnTo>
                    <a:pt x="799642" y="378536"/>
                  </a:lnTo>
                  <a:lnTo>
                    <a:pt x="0" y="378536"/>
                  </a:lnTo>
                  <a:lnTo>
                    <a:pt x="0" y="0"/>
                  </a:lnTo>
                  <a:lnTo>
                    <a:pt x="799642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697035" y="2805328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39" h="756285">
                  <a:moveTo>
                    <a:pt x="27432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2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606522" y="2805328"/>
              <a:ext cx="118110" cy="756285"/>
            </a:xfrm>
            <a:custGeom>
              <a:avLst/>
              <a:gdLst/>
              <a:ahLst/>
              <a:cxnLst/>
              <a:rect l="l" t="t" r="r" b="b"/>
              <a:pathLst>
                <a:path w="118110" h="756285">
                  <a:moveTo>
                    <a:pt x="117944" y="0"/>
                  </a:moveTo>
                  <a:lnTo>
                    <a:pt x="117944" y="755751"/>
                  </a:lnTo>
                  <a:lnTo>
                    <a:pt x="90512" y="755751"/>
                  </a:lnTo>
                  <a:lnTo>
                    <a:pt x="90512" y="0"/>
                  </a:lnTo>
                  <a:lnTo>
                    <a:pt x="117944" y="0"/>
                  </a:lnTo>
                  <a:close/>
                </a:path>
                <a:path w="118110" h="756285">
                  <a:moveTo>
                    <a:pt x="9588" y="486918"/>
                  </a:moveTo>
                  <a:lnTo>
                    <a:pt x="9588" y="648766"/>
                  </a:lnTo>
                  <a:lnTo>
                    <a:pt x="0" y="648766"/>
                  </a:lnTo>
                  <a:lnTo>
                    <a:pt x="0" y="486918"/>
                  </a:lnTo>
                  <a:lnTo>
                    <a:pt x="9588" y="48691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" name="object 1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24150" y="3615931"/>
              <a:ext cx="368338" cy="240474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2730500" y="3615943"/>
              <a:ext cx="372110" cy="20955"/>
            </a:xfrm>
            <a:custGeom>
              <a:avLst/>
              <a:gdLst/>
              <a:ahLst/>
              <a:cxnLst/>
              <a:rect l="l" t="t" r="r" b="b"/>
              <a:pathLst>
                <a:path w="372110" h="20954">
                  <a:moveTo>
                    <a:pt x="372110" y="0"/>
                  </a:moveTo>
                  <a:lnTo>
                    <a:pt x="367030" y="0"/>
                  </a:lnTo>
                  <a:lnTo>
                    <a:pt x="0" y="0"/>
                  </a:lnTo>
                  <a:lnTo>
                    <a:pt x="0" y="20548"/>
                  </a:lnTo>
                  <a:lnTo>
                    <a:pt x="367030" y="20548"/>
                  </a:lnTo>
                  <a:lnTo>
                    <a:pt x="367030" y="18669"/>
                  </a:lnTo>
                  <a:lnTo>
                    <a:pt x="372110" y="18669"/>
                  </a:lnTo>
                  <a:lnTo>
                    <a:pt x="37211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724467" y="3615931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4" h="20954">
                  <a:moveTo>
                    <a:pt x="0" y="0"/>
                  </a:moveTo>
                  <a:lnTo>
                    <a:pt x="0" y="16459"/>
                  </a:lnTo>
                  <a:lnTo>
                    <a:pt x="5486" y="20561"/>
                  </a:lnTo>
                  <a:lnTo>
                    <a:pt x="373075" y="20561"/>
                  </a:lnTo>
                  <a:lnTo>
                    <a:pt x="378561" y="16459"/>
                  </a:lnTo>
                  <a:lnTo>
                    <a:pt x="377545" y="1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724150" y="2729877"/>
              <a:ext cx="378460" cy="20955"/>
            </a:xfrm>
            <a:custGeom>
              <a:avLst/>
              <a:gdLst/>
              <a:ahLst/>
              <a:cxnLst/>
              <a:rect l="l" t="t" r="r" b="b"/>
              <a:pathLst>
                <a:path w="378460" h="20955">
                  <a:moveTo>
                    <a:pt x="378460" y="1892"/>
                  </a:moveTo>
                  <a:lnTo>
                    <a:pt x="373380" y="1892"/>
                  </a:lnTo>
                  <a:lnTo>
                    <a:pt x="373380" y="0"/>
                  </a:lnTo>
                  <a:lnTo>
                    <a:pt x="6350" y="0"/>
                  </a:lnTo>
                  <a:lnTo>
                    <a:pt x="6350" y="1968"/>
                  </a:lnTo>
                  <a:lnTo>
                    <a:pt x="0" y="1968"/>
                  </a:lnTo>
                  <a:lnTo>
                    <a:pt x="0" y="20561"/>
                  </a:lnTo>
                  <a:lnTo>
                    <a:pt x="6350" y="20561"/>
                  </a:lnTo>
                  <a:lnTo>
                    <a:pt x="373380" y="20561"/>
                  </a:lnTo>
                  <a:lnTo>
                    <a:pt x="378460" y="20561"/>
                  </a:lnTo>
                  <a:lnTo>
                    <a:pt x="378460" y="189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724467" y="2729877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4" h="20955">
                  <a:moveTo>
                    <a:pt x="0" y="20561"/>
                  </a:moveTo>
                  <a:lnTo>
                    <a:pt x="0" y="4102"/>
                  </a:lnTo>
                  <a:lnTo>
                    <a:pt x="5486" y="0"/>
                  </a:lnTo>
                  <a:lnTo>
                    <a:pt x="373075" y="0"/>
                  </a:lnTo>
                  <a:lnTo>
                    <a:pt x="378561" y="4102"/>
                  </a:lnTo>
                  <a:lnTo>
                    <a:pt x="377545" y="20561"/>
                  </a:lnTo>
                  <a:lnTo>
                    <a:pt x="0" y="20561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35008" y="2186330"/>
              <a:ext cx="357479" cy="114731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2913748" y="1846427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0"/>
                  </a:moveTo>
                  <a:lnTo>
                    <a:pt x="0" y="2256256"/>
                  </a:lnTo>
                </a:path>
              </a:pathLst>
            </a:custGeom>
            <a:ln w="6350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193398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212"/>
                  </a:moveTo>
                  <a:lnTo>
                    <a:pt x="113512" y="0"/>
                  </a:lnTo>
                  <a:lnTo>
                    <a:pt x="0" y="253212"/>
                  </a:lnTo>
                  <a:lnTo>
                    <a:pt x="55880" y="253212"/>
                  </a:lnTo>
                  <a:lnTo>
                    <a:pt x="55880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193398" y="4254588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212"/>
                  </a:moveTo>
                  <a:lnTo>
                    <a:pt x="55880" y="253212"/>
                  </a:lnTo>
                  <a:lnTo>
                    <a:pt x="55880" y="508165"/>
                  </a:lnTo>
                  <a:lnTo>
                    <a:pt x="169392" y="508165"/>
                  </a:lnTo>
                  <a:lnTo>
                    <a:pt x="169392" y="253212"/>
                  </a:lnTo>
                  <a:lnTo>
                    <a:pt x="227012" y="253212"/>
                  </a:lnTo>
                  <a:lnTo>
                    <a:pt x="113512" y="0"/>
                  </a:lnTo>
                  <a:lnTo>
                    <a:pt x="0" y="253212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54042" y="4171073"/>
              <a:ext cx="2009139" cy="1284605"/>
            </a:xfrm>
            <a:custGeom>
              <a:avLst/>
              <a:gdLst/>
              <a:ahLst/>
              <a:cxnLst/>
              <a:rect l="l" t="t" r="r" b="b"/>
              <a:pathLst>
                <a:path w="2009139" h="1284604">
                  <a:moveTo>
                    <a:pt x="2009020" y="350367"/>
                  </a:moveTo>
                  <a:lnTo>
                    <a:pt x="1979672" y="303847"/>
                  </a:lnTo>
                  <a:lnTo>
                    <a:pt x="1947666" y="258394"/>
                  </a:lnTo>
                  <a:lnTo>
                    <a:pt x="1913537" y="214779"/>
                  </a:lnTo>
                  <a:lnTo>
                    <a:pt x="1877637" y="173382"/>
                  </a:lnTo>
                  <a:lnTo>
                    <a:pt x="1840060" y="134216"/>
                  </a:lnTo>
                  <a:lnTo>
                    <a:pt x="1800898" y="97295"/>
                  </a:lnTo>
                  <a:lnTo>
                    <a:pt x="1760246" y="62633"/>
                  </a:lnTo>
                  <a:lnTo>
                    <a:pt x="1718197" y="30243"/>
                  </a:lnTo>
                  <a:lnTo>
                    <a:pt x="1674845" y="139"/>
                  </a:lnTo>
                  <a:lnTo>
                    <a:pt x="1673727" y="0"/>
                  </a:lnTo>
                  <a:lnTo>
                    <a:pt x="1549258" y="99890"/>
                  </a:lnTo>
                  <a:lnTo>
                    <a:pt x="1426303" y="179428"/>
                  </a:lnTo>
                  <a:lnTo>
                    <a:pt x="1231544" y="280231"/>
                  </a:lnTo>
                  <a:lnTo>
                    <a:pt x="891661" y="443915"/>
                  </a:lnTo>
                  <a:lnTo>
                    <a:pt x="507282" y="614432"/>
                  </a:lnTo>
                  <a:lnTo>
                    <a:pt x="230660" y="717353"/>
                  </a:lnTo>
                  <a:lnTo>
                    <a:pt x="63463" y="767924"/>
                  </a:lnTo>
                  <a:lnTo>
                    <a:pt x="7603" y="781334"/>
                  </a:lnTo>
                  <a:lnTo>
                    <a:pt x="7360" y="781392"/>
                  </a:lnTo>
                  <a:lnTo>
                    <a:pt x="2438" y="832413"/>
                  </a:lnTo>
                  <a:lnTo>
                    <a:pt x="0" y="883250"/>
                  </a:lnTo>
                  <a:lnTo>
                    <a:pt x="0" y="932964"/>
                  </a:lnTo>
                  <a:lnTo>
                    <a:pt x="2581" y="984395"/>
                  </a:lnTo>
                  <a:lnTo>
                    <a:pt x="7603" y="1034715"/>
                  </a:lnTo>
                  <a:lnTo>
                    <a:pt x="15115" y="1084873"/>
                  </a:lnTo>
                  <a:lnTo>
                    <a:pt x="25116" y="1134875"/>
                  </a:lnTo>
                  <a:lnTo>
                    <a:pt x="37609" y="1184728"/>
                  </a:lnTo>
                  <a:lnTo>
                    <a:pt x="52594" y="1234437"/>
                  </a:lnTo>
                  <a:lnTo>
                    <a:pt x="69182" y="1281479"/>
                  </a:lnTo>
                  <a:lnTo>
                    <a:pt x="406821" y="1178298"/>
                  </a:lnTo>
                  <a:lnTo>
                    <a:pt x="635314" y="1098134"/>
                  </a:lnTo>
                  <a:lnTo>
                    <a:pt x="858303" y="1000010"/>
                  </a:lnTo>
                  <a:lnTo>
                    <a:pt x="1179977" y="842784"/>
                  </a:lnTo>
                  <a:lnTo>
                    <a:pt x="1537687" y="653167"/>
                  </a:lnTo>
                  <a:lnTo>
                    <a:pt x="1797167" y="496662"/>
                  </a:lnTo>
                  <a:lnTo>
                    <a:pt x="1955208" y="390281"/>
                  </a:lnTo>
                  <a:lnTo>
                    <a:pt x="2008601" y="351040"/>
                  </a:lnTo>
                  <a:lnTo>
                    <a:pt x="2009020" y="350367"/>
                  </a:lnTo>
                  <a:close/>
                </a:path>
                <a:path w="2009139" h="1284604">
                  <a:moveTo>
                    <a:pt x="70073" y="1284008"/>
                  </a:moveTo>
                  <a:lnTo>
                    <a:pt x="69182" y="1281479"/>
                  </a:lnTo>
                  <a:lnTo>
                    <a:pt x="68638" y="1281645"/>
                  </a:lnTo>
                  <a:lnTo>
                    <a:pt x="70073" y="128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54042" y="4171073"/>
              <a:ext cx="2009139" cy="1284605"/>
            </a:xfrm>
            <a:custGeom>
              <a:avLst/>
              <a:gdLst/>
              <a:ahLst/>
              <a:cxnLst/>
              <a:rect l="l" t="t" r="r" b="b"/>
              <a:pathLst>
                <a:path w="2009139" h="1284604">
                  <a:moveTo>
                    <a:pt x="2009020" y="350367"/>
                  </a:moveTo>
                  <a:lnTo>
                    <a:pt x="1979672" y="303847"/>
                  </a:lnTo>
                  <a:lnTo>
                    <a:pt x="1947666" y="258394"/>
                  </a:lnTo>
                  <a:lnTo>
                    <a:pt x="1913537" y="214779"/>
                  </a:lnTo>
                  <a:lnTo>
                    <a:pt x="1877637" y="173382"/>
                  </a:lnTo>
                  <a:lnTo>
                    <a:pt x="1840060" y="134216"/>
                  </a:lnTo>
                  <a:lnTo>
                    <a:pt x="1800898" y="97295"/>
                  </a:lnTo>
                  <a:lnTo>
                    <a:pt x="1760246" y="62633"/>
                  </a:lnTo>
                  <a:lnTo>
                    <a:pt x="1718197" y="30243"/>
                  </a:lnTo>
                  <a:lnTo>
                    <a:pt x="1674845" y="139"/>
                  </a:lnTo>
                  <a:lnTo>
                    <a:pt x="1673727" y="0"/>
                  </a:lnTo>
                  <a:lnTo>
                    <a:pt x="1549258" y="99890"/>
                  </a:lnTo>
                  <a:lnTo>
                    <a:pt x="1426303" y="179428"/>
                  </a:lnTo>
                  <a:lnTo>
                    <a:pt x="1231544" y="280231"/>
                  </a:lnTo>
                  <a:lnTo>
                    <a:pt x="891661" y="443915"/>
                  </a:lnTo>
                  <a:lnTo>
                    <a:pt x="507282" y="614432"/>
                  </a:lnTo>
                  <a:lnTo>
                    <a:pt x="230660" y="717353"/>
                  </a:lnTo>
                  <a:lnTo>
                    <a:pt x="63463" y="767924"/>
                  </a:lnTo>
                  <a:lnTo>
                    <a:pt x="7360" y="781392"/>
                  </a:lnTo>
                  <a:lnTo>
                    <a:pt x="2438" y="832413"/>
                  </a:lnTo>
                  <a:lnTo>
                    <a:pt x="0" y="883250"/>
                  </a:lnTo>
                  <a:lnTo>
                    <a:pt x="47" y="933909"/>
                  </a:lnTo>
                  <a:lnTo>
                    <a:pt x="2581" y="984395"/>
                  </a:lnTo>
                  <a:lnTo>
                    <a:pt x="7603" y="1034715"/>
                  </a:lnTo>
                  <a:lnTo>
                    <a:pt x="15115" y="1084873"/>
                  </a:lnTo>
                  <a:lnTo>
                    <a:pt x="25116" y="1134875"/>
                  </a:lnTo>
                  <a:lnTo>
                    <a:pt x="37609" y="1184728"/>
                  </a:lnTo>
                  <a:lnTo>
                    <a:pt x="52594" y="1234437"/>
                  </a:lnTo>
                  <a:lnTo>
                    <a:pt x="70073" y="1284008"/>
                  </a:lnTo>
                  <a:lnTo>
                    <a:pt x="68638" y="1281645"/>
                  </a:lnTo>
                  <a:lnTo>
                    <a:pt x="406821" y="1178298"/>
                  </a:lnTo>
                  <a:lnTo>
                    <a:pt x="635314" y="1098134"/>
                  </a:lnTo>
                  <a:lnTo>
                    <a:pt x="858303" y="1000010"/>
                  </a:lnTo>
                  <a:lnTo>
                    <a:pt x="1179977" y="842784"/>
                  </a:lnTo>
                  <a:lnTo>
                    <a:pt x="1537687" y="653167"/>
                  </a:lnTo>
                  <a:lnTo>
                    <a:pt x="1797167" y="496662"/>
                  </a:lnTo>
                  <a:lnTo>
                    <a:pt x="1955208" y="390281"/>
                  </a:lnTo>
                  <a:lnTo>
                    <a:pt x="2008601" y="351040"/>
                  </a:lnTo>
                  <a:lnTo>
                    <a:pt x="2009020" y="350367"/>
                  </a:lnTo>
                  <a:close/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48132" y="3995827"/>
              <a:ext cx="1275715" cy="626110"/>
            </a:xfrm>
            <a:custGeom>
              <a:avLst/>
              <a:gdLst/>
              <a:ahLst/>
              <a:cxnLst/>
              <a:rect l="l" t="t" r="r" b="b"/>
              <a:pathLst>
                <a:path w="1275714" h="626110">
                  <a:moveTo>
                    <a:pt x="1275435" y="43229"/>
                  </a:moveTo>
                  <a:lnTo>
                    <a:pt x="1227964" y="28247"/>
                  </a:lnTo>
                  <a:lnTo>
                    <a:pt x="1180647" y="18342"/>
                  </a:lnTo>
                  <a:lnTo>
                    <a:pt x="1132950" y="10553"/>
                  </a:lnTo>
                  <a:lnTo>
                    <a:pt x="1084952" y="4892"/>
                  </a:lnTo>
                  <a:lnTo>
                    <a:pt x="1036728" y="1371"/>
                  </a:lnTo>
                  <a:lnTo>
                    <a:pt x="988357" y="0"/>
                  </a:lnTo>
                  <a:lnTo>
                    <a:pt x="939915" y="790"/>
                  </a:lnTo>
                  <a:lnTo>
                    <a:pt x="891479" y="3755"/>
                  </a:lnTo>
                  <a:lnTo>
                    <a:pt x="843125" y="8904"/>
                  </a:lnTo>
                  <a:lnTo>
                    <a:pt x="794932" y="16249"/>
                  </a:lnTo>
                  <a:lnTo>
                    <a:pt x="746976" y="25802"/>
                  </a:lnTo>
                  <a:lnTo>
                    <a:pt x="699334" y="37574"/>
                  </a:lnTo>
                  <a:lnTo>
                    <a:pt x="652083" y="51577"/>
                  </a:lnTo>
                  <a:lnTo>
                    <a:pt x="605300" y="67821"/>
                  </a:lnTo>
                  <a:lnTo>
                    <a:pt x="559063" y="86318"/>
                  </a:lnTo>
                  <a:lnTo>
                    <a:pt x="513447" y="107080"/>
                  </a:lnTo>
                  <a:lnTo>
                    <a:pt x="468531" y="130118"/>
                  </a:lnTo>
                  <a:lnTo>
                    <a:pt x="424391" y="155444"/>
                  </a:lnTo>
                  <a:lnTo>
                    <a:pt x="381104" y="183068"/>
                  </a:lnTo>
                  <a:lnTo>
                    <a:pt x="338747" y="213002"/>
                  </a:lnTo>
                  <a:lnTo>
                    <a:pt x="298980" y="243976"/>
                  </a:lnTo>
                  <a:lnTo>
                    <a:pt x="261047" y="276422"/>
                  </a:lnTo>
                  <a:lnTo>
                    <a:pt x="224959" y="310270"/>
                  </a:lnTo>
                  <a:lnTo>
                    <a:pt x="190726" y="345451"/>
                  </a:lnTo>
                  <a:lnTo>
                    <a:pt x="158357" y="381892"/>
                  </a:lnTo>
                  <a:lnTo>
                    <a:pt x="127865" y="419524"/>
                  </a:lnTo>
                  <a:lnTo>
                    <a:pt x="99258" y="458276"/>
                  </a:lnTo>
                  <a:lnTo>
                    <a:pt x="72548" y="498078"/>
                  </a:lnTo>
                  <a:lnTo>
                    <a:pt x="47744" y="538858"/>
                  </a:lnTo>
                  <a:lnTo>
                    <a:pt x="24858" y="580547"/>
                  </a:lnTo>
                  <a:lnTo>
                    <a:pt x="3898" y="623073"/>
                  </a:lnTo>
                  <a:lnTo>
                    <a:pt x="0" y="625536"/>
                  </a:lnTo>
                  <a:lnTo>
                    <a:pt x="227259" y="558735"/>
                  </a:lnTo>
                  <a:lnTo>
                    <a:pt x="373373" y="510603"/>
                  </a:lnTo>
                  <a:lnTo>
                    <a:pt x="501666" y="457864"/>
                  </a:lnTo>
                  <a:lnTo>
                    <a:pt x="675462" y="377239"/>
                  </a:lnTo>
                  <a:lnTo>
                    <a:pt x="891634" y="267496"/>
                  </a:lnTo>
                  <a:lnTo>
                    <a:pt x="1084272" y="159075"/>
                  </a:lnTo>
                  <a:lnTo>
                    <a:pt x="1222498" y="76233"/>
                  </a:lnTo>
                  <a:lnTo>
                    <a:pt x="1275435" y="4322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48132" y="3995827"/>
              <a:ext cx="1275715" cy="626110"/>
            </a:xfrm>
            <a:custGeom>
              <a:avLst/>
              <a:gdLst/>
              <a:ahLst/>
              <a:cxnLst/>
              <a:rect l="l" t="t" r="r" b="b"/>
              <a:pathLst>
                <a:path w="1275714" h="626110">
                  <a:moveTo>
                    <a:pt x="1274826" y="40257"/>
                  </a:moveTo>
                  <a:lnTo>
                    <a:pt x="1227964" y="28247"/>
                  </a:lnTo>
                  <a:lnTo>
                    <a:pt x="1180647" y="18342"/>
                  </a:lnTo>
                  <a:lnTo>
                    <a:pt x="1132950" y="10553"/>
                  </a:lnTo>
                  <a:lnTo>
                    <a:pt x="1084952" y="4892"/>
                  </a:lnTo>
                  <a:lnTo>
                    <a:pt x="1036728" y="1371"/>
                  </a:lnTo>
                  <a:lnTo>
                    <a:pt x="988357" y="0"/>
                  </a:lnTo>
                  <a:lnTo>
                    <a:pt x="939915" y="790"/>
                  </a:lnTo>
                  <a:lnTo>
                    <a:pt x="891479" y="3755"/>
                  </a:lnTo>
                  <a:lnTo>
                    <a:pt x="843125" y="8904"/>
                  </a:lnTo>
                  <a:lnTo>
                    <a:pt x="794932" y="16249"/>
                  </a:lnTo>
                  <a:lnTo>
                    <a:pt x="746976" y="25802"/>
                  </a:lnTo>
                  <a:lnTo>
                    <a:pt x="699334" y="37574"/>
                  </a:lnTo>
                  <a:lnTo>
                    <a:pt x="652083" y="51577"/>
                  </a:lnTo>
                  <a:lnTo>
                    <a:pt x="605300" y="67821"/>
                  </a:lnTo>
                  <a:lnTo>
                    <a:pt x="559063" y="86318"/>
                  </a:lnTo>
                  <a:lnTo>
                    <a:pt x="513447" y="107080"/>
                  </a:lnTo>
                  <a:lnTo>
                    <a:pt x="468531" y="130118"/>
                  </a:lnTo>
                  <a:lnTo>
                    <a:pt x="424391" y="155444"/>
                  </a:lnTo>
                  <a:lnTo>
                    <a:pt x="381104" y="183068"/>
                  </a:lnTo>
                  <a:lnTo>
                    <a:pt x="338747" y="213002"/>
                  </a:lnTo>
                  <a:lnTo>
                    <a:pt x="298980" y="243976"/>
                  </a:lnTo>
                  <a:lnTo>
                    <a:pt x="261047" y="276422"/>
                  </a:lnTo>
                  <a:lnTo>
                    <a:pt x="224959" y="310270"/>
                  </a:lnTo>
                  <a:lnTo>
                    <a:pt x="190726" y="345451"/>
                  </a:lnTo>
                  <a:lnTo>
                    <a:pt x="158357" y="381892"/>
                  </a:lnTo>
                  <a:lnTo>
                    <a:pt x="127865" y="419524"/>
                  </a:lnTo>
                  <a:lnTo>
                    <a:pt x="99258" y="458276"/>
                  </a:lnTo>
                  <a:lnTo>
                    <a:pt x="72548" y="498078"/>
                  </a:lnTo>
                  <a:lnTo>
                    <a:pt x="47744" y="538858"/>
                  </a:lnTo>
                  <a:lnTo>
                    <a:pt x="24858" y="580547"/>
                  </a:lnTo>
                  <a:lnTo>
                    <a:pt x="3898" y="623073"/>
                  </a:lnTo>
                  <a:lnTo>
                    <a:pt x="0" y="625536"/>
                  </a:lnTo>
                  <a:lnTo>
                    <a:pt x="227259" y="558735"/>
                  </a:lnTo>
                  <a:lnTo>
                    <a:pt x="373373" y="510603"/>
                  </a:lnTo>
                  <a:lnTo>
                    <a:pt x="501666" y="457864"/>
                  </a:lnTo>
                  <a:lnTo>
                    <a:pt x="675462" y="377239"/>
                  </a:lnTo>
                  <a:lnTo>
                    <a:pt x="891634" y="267496"/>
                  </a:lnTo>
                  <a:lnTo>
                    <a:pt x="1084272" y="159075"/>
                  </a:lnTo>
                  <a:lnTo>
                    <a:pt x="1222498" y="76233"/>
                  </a:lnTo>
                  <a:lnTo>
                    <a:pt x="1275435" y="43229"/>
                  </a:lnTo>
                  <a:lnTo>
                    <a:pt x="1274826" y="40257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61403" y="4033621"/>
              <a:ext cx="1667510" cy="918844"/>
            </a:xfrm>
            <a:custGeom>
              <a:avLst/>
              <a:gdLst/>
              <a:ahLst/>
              <a:cxnLst/>
              <a:rect l="l" t="t" r="r" b="b"/>
              <a:pathLst>
                <a:path w="1667510" h="918845">
                  <a:moveTo>
                    <a:pt x="1366050" y="344256"/>
                  </a:moveTo>
                  <a:lnTo>
                    <a:pt x="1366050" y="2959"/>
                  </a:lnTo>
                  <a:lnTo>
                    <a:pt x="1313112" y="35963"/>
                  </a:lnTo>
                  <a:lnTo>
                    <a:pt x="1174886" y="118806"/>
                  </a:lnTo>
                  <a:lnTo>
                    <a:pt x="982248" y="227231"/>
                  </a:lnTo>
                  <a:lnTo>
                    <a:pt x="766076" y="336981"/>
                  </a:lnTo>
                  <a:lnTo>
                    <a:pt x="592280" y="417599"/>
                  </a:lnTo>
                  <a:lnTo>
                    <a:pt x="463989" y="470336"/>
                  </a:lnTo>
                  <a:lnTo>
                    <a:pt x="317879" y="518470"/>
                  </a:lnTo>
                  <a:lnTo>
                    <a:pt x="93842" y="584334"/>
                  </a:lnTo>
                  <a:lnTo>
                    <a:pt x="74795" y="627785"/>
                  </a:lnTo>
                  <a:lnTo>
                    <a:pt x="57180" y="673514"/>
                  </a:lnTo>
                  <a:lnTo>
                    <a:pt x="41679" y="719912"/>
                  </a:lnTo>
                  <a:lnTo>
                    <a:pt x="28303" y="766899"/>
                  </a:lnTo>
                  <a:lnTo>
                    <a:pt x="17066" y="814398"/>
                  </a:lnTo>
                  <a:lnTo>
                    <a:pt x="7979" y="862330"/>
                  </a:lnTo>
                  <a:lnTo>
                    <a:pt x="1054" y="910615"/>
                  </a:lnTo>
                  <a:lnTo>
                    <a:pt x="0" y="918845"/>
                  </a:lnTo>
                  <a:lnTo>
                    <a:pt x="56102" y="905376"/>
                  </a:lnTo>
                  <a:lnTo>
                    <a:pt x="223299" y="854805"/>
                  </a:lnTo>
                  <a:lnTo>
                    <a:pt x="499921" y="751884"/>
                  </a:lnTo>
                  <a:lnTo>
                    <a:pt x="884301" y="581367"/>
                  </a:lnTo>
                  <a:lnTo>
                    <a:pt x="1224183" y="417683"/>
                  </a:lnTo>
                  <a:lnTo>
                    <a:pt x="1366050" y="344256"/>
                  </a:lnTo>
                  <a:close/>
                </a:path>
                <a:path w="1667510" h="918845">
                  <a:moveTo>
                    <a:pt x="94513" y="582802"/>
                  </a:moveTo>
                  <a:lnTo>
                    <a:pt x="90627" y="585279"/>
                  </a:lnTo>
                  <a:lnTo>
                    <a:pt x="93842" y="584334"/>
                  </a:lnTo>
                  <a:lnTo>
                    <a:pt x="94513" y="582802"/>
                  </a:lnTo>
                  <a:close/>
                </a:path>
                <a:path w="1667510" h="918845">
                  <a:moveTo>
                    <a:pt x="1667484" y="137591"/>
                  </a:moveTo>
                  <a:lnTo>
                    <a:pt x="1626794" y="112085"/>
                  </a:lnTo>
                  <a:lnTo>
                    <a:pt x="1585165" y="88510"/>
                  </a:lnTo>
                  <a:lnTo>
                    <a:pt x="1542667" y="66878"/>
                  </a:lnTo>
                  <a:lnTo>
                    <a:pt x="1499373" y="47200"/>
                  </a:lnTo>
                  <a:lnTo>
                    <a:pt x="1455356" y="29487"/>
                  </a:lnTo>
                  <a:lnTo>
                    <a:pt x="1410688" y="13749"/>
                  </a:lnTo>
                  <a:lnTo>
                    <a:pt x="1365440" y="0"/>
                  </a:lnTo>
                  <a:lnTo>
                    <a:pt x="1366050" y="2959"/>
                  </a:lnTo>
                  <a:lnTo>
                    <a:pt x="1366050" y="344256"/>
                  </a:lnTo>
                  <a:lnTo>
                    <a:pt x="1418942" y="316880"/>
                  </a:lnTo>
                  <a:lnTo>
                    <a:pt x="1541897" y="237342"/>
                  </a:lnTo>
                  <a:lnTo>
                    <a:pt x="1666367" y="137452"/>
                  </a:lnTo>
                  <a:lnTo>
                    <a:pt x="1667484" y="137591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61403" y="4033621"/>
              <a:ext cx="1667510" cy="918844"/>
            </a:xfrm>
            <a:custGeom>
              <a:avLst/>
              <a:gdLst/>
              <a:ahLst/>
              <a:cxnLst/>
              <a:rect l="l" t="t" r="r" b="b"/>
              <a:pathLst>
                <a:path w="1667510" h="918845">
                  <a:moveTo>
                    <a:pt x="1666367" y="137452"/>
                  </a:moveTo>
                  <a:lnTo>
                    <a:pt x="1541897" y="237342"/>
                  </a:lnTo>
                  <a:lnTo>
                    <a:pt x="1418942" y="316880"/>
                  </a:lnTo>
                  <a:lnTo>
                    <a:pt x="1224183" y="417683"/>
                  </a:lnTo>
                  <a:lnTo>
                    <a:pt x="884301" y="581367"/>
                  </a:lnTo>
                  <a:lnTo>
                    <a:pt x="499921" y="751884"/>
                  </a:lnTo>
                  <a:lnTo>
                    <a:pt x="223299" y="854805"/>
                  </a:lnTo>
                  <a:lnTo>
                    <a:pt x="56102" y="905376"/>
                  </a:lnTo>
                  <a:lnTo>
                    <a:pt x="0" y="918845"/>
                  </a:lnTo>
                  <a:lnTo>
                    <a:pt x="1054" y="910615"/>
                  </a:lnTo>
                  <a:lnTo>
                    <a:pt x="7979" y="862330"/>
                  </a:lnTo>
                  <a:lnTo>
                    <a:pt x="17066" y="814398"/>
                  </a:lnTo>
                  <a:lnTo>
                    <a:pt x="28303" y="766899"/>
                  </a:lnTo>
                  <a:lnTo>
                    <a:pt x="41679" y="719912"/>
                  </a:lnTo>
                  <a:lnTo>
                    <a:pt x="57180" y="673514"/>
                  </a:lnTo>
                  <a:lnTo>
                    <a:pt x="74795" y="627785"/>
                  </a:lnTo>
                  <a:lnTo>
                    <a:pt x="94513" y="582802"/>
                  </a:lnTo>
                  <a:lnTo>
                    <a:pt x="90627" y="585279"/>
                  </a:lnTo>
                  <a:lnTo>
                    <a:pt x="317879" y="518470"/>
                  </a:lnTo>
                  <a:lnTo>
                    <a:pt x="463989" y="470336"/>
                  </a:lnTo>
                  <a:lnTo>
                    <a:pt x="592280" y="417599"/>
                  </a:lnTo>
                  <a:lnTo>
                    <a:pt x="766076" y="336981"/>
                  </a:lnTo>
                  <a:lnTo>
                    <a:pt x="982248" y="227231"/>
                  </a:lnTo>
                  <a:lnTo>
                    <a:pt x="1174886" y="118806"/>
                  </a:lnTo>
                  <a:lnTo>
                    <a:pt x="1313112" y="35963"/>
                  </a:lnTo>
                  <a:lnTo>
                    <a:pt x="1366050" y="2959"/>
                  </a:lnTo>
                  <a:lnTo>
                    <a:pt x="1365440" y="0"/>
                  </a:lnTo>
                  <a:lnTo>
                    <a:pt x="1410688" y="13749"/>
                  </a:lnTo>
                  <a:lnTo>
                    <a:pt x="1455356" y="29487"/>
                  </a:lnTo>
                  <a:lnTo>
                    <a:pt x="1499373" y="47200"/>
                  </a:lnTo>
                  <a:lnTo>
                    <a:pt x="1542667" y="66878"/>
                  </a:lnTo>
                  <a:lnTo>
                    <a:pt x="1585165" y="88510"/>
                  </a:lnTo>
                  <a:lnTo>
                    <a:pt x="1626794" y="112085"/>
                  </a:lnTo>
                  <a:lnTo>
                    <a:pt x="1667484" y="137591"/>
                  </a:lnTo>
                  <a:lnTo>
                    <a:pt x="1666367" y="137452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144168" y="4034891"/>
              <a:ext cx="455930" cy="943610"/>
            </a:xfrm>
            <a:custGeom>
              <a:avLst/>
              <a:gdLst/>
              <a:ahLst/>
              <a:cxnLst/>
              <a:rect l="l" t="t" r="r" b="b"/>
              <a:pathLst>
                <a:path w="455930" h="943610">
                  <a:moveTo>
                    <a:pt x="455472" y="94355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92957" y="4865264"/>
              <a:ext cx="210277" cy="160201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458368" y="4931155"/>
              <a:ext cx="493395" cy="311150"/>
            </a:xfrm>
            <a:custGeom>
              <a:avLst/>
              <a:gdLst/>
              <a:ahLst/>
              <a:cxnLst/>
              <a:rect l="l" t="t" r="r" b="b"/>
              <a:pathLst>
                <a:path w="493394" h="311150">
                  <a:moveTo>
                    <a:pt x="492861" y="221399"/>
                  </a:moveTo>
                  <a:lnTo>
                    <a:pt x="392709" y="0"/>
                  </a:lnTo>
                  <a:lnTo>
                    <a:pt x="0" y="310997"/>
                  </a:lnTo>
                  <a:lnTo>
                    <a:pt x="492861" y="221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458368" y="4811598"/>
              <a:ext cx="901065" cy="431165"/>
            </a:xfrm>
            <a:custGeom>
              <a:avLst/>
              <a:gdLst/>
              <a:ahLst/>
              <a:cxnLst/>
              <a:rect l="l" t="t" r="r" b="b"/>
              <a:pathLst>
                <a:path w="901065" h="431164">
                  <a:moveTo>
                    <a:pt x="0" y="430555"/>
                  </a:moveTo>
                  <a:lnTo>
                    <a:pt x="392709" y="119557"/>
                  </a:lnTo>
                  <a:lnTo>
                    <a:pt x="492861" y="340956"/>
                  </a:lnTo>
                  <a:lnTo>
                    <a:pt x="0" y="430555"/>
                  </a:lnTo>
                  <a:close/>
                </a:path>
                <a:path w="901065" h="431164">
                  <a:moveTo>
                    <a:pt x="900582" y="0"/>
                  </a:moveTo>
                  <a:lnTo>
                    <a:pt x="675982" y="114642"/>
                  </a:lnTo>
                  <a:lnTo>
                    <a:pt x="444690" y="229095"/>
                  </a:lnTo>
                  <a:lnTo>
                    <a:pt x="442772" y="230263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126413" y="4627778"/>
              <a:ext cx="2063750" cy="1903095"/>
            </a:xfrm>
            <a:custGeom>
              <a:avLst/>
              <a:gdLst/>
              <a:ahLst/>
              <a:cxnLst/>
              <a:rect l="l" t="t" r="r" b="b"/>
              <a:pathLst>
                <a:path w="2063750" h="1903095">
                  <a:moveTo>
                    <a:pt x="2063648" y="1786254"/>
                  </a:moveTo>
                  <a:lnTo>
                    <a:pt x="1191653" y="0"/>
                  </a:lnTo>
                  <a:lnTo>
                    <a:pt x="0" y="581723"/>
                  </a:lnTo>
                  <a:lnTo>
                    <a:pt x="116344" y="820051"/>
                  </a:lnTo>
                  <a:lnTo>
                    <a:pt x="1069670" y="354672"/>
                  </a:lnTo>
                  <a:lnTo>
                    <a:pt x="1825320" y="1902599"/>
                  </a:lnTo>
                  <a:lnTo>
                    <a:pt x="2063648" y="1786254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126413" y="4627778"/>
              <a:ext cx="2063750" cy="1903095"/>
            </a:xfrm>
            <a:custGeom>
              <a:avLst/>
              <a:gdLst/>
              <a:ahLst/>
              <a:cxnLst/>
              <a:rect l="l" t="t" r="r" b="b"/>
              <a:pathLst>
                <a:path w="2063750" h="1903095">
                  <a:moveTo>
                    <a:pt x="116344" y="820051"/>
                  </a:moveTo>
                  <a:lnTo>
                    <a:pt x="1069670" y="354672"/>
                  </a:lnTo>
                  <a:lnTo>
                    <a:pt x="1825320" y="1902599"/>
                  </a:lnTo>
                  <a:lnTo>
                    <a:pt x="2063648" y="1786254"/>
                  </a:lnTo>
                  <a:lnTo>
                    <a:pt x="1191653" y="0"/>
                  </a:lnTo>
                  <a:lnTo>
                    <a:pt x="0" y="581723"/>
                  </a:lnTo>
                  <a:lnTo>
                    <a:pt x="116344" y="820051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37297" y="4851679"/>
              <a:ext cx="1566506" cy="2146401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406184" y="1838350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508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80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64274" y="125510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200"/>
                  </a:lnTo>
                  <a:lnTo>
                    <a:pt x="352755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11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64274" y="125510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93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200"/>
                  </a:lnTo>
                  <a:lnTo>
                    <a:pt x="364096" y="26200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42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5698045" y="1125588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14" name="object 2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215" name="object 215"/>
          <p:cNvSpPr txBox="1"/>
          <p:nvPr/>
        </p:nvSpPr>
        <p:spPr>
          <a:xfrm>
            <a:off x="9191459" y="7294003"/>
            <a:ext cx="115506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0580T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294695" y="5961579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2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9584238" y="2131874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3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4045679" y="4319160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4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576617" y="1319631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7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212" name="object 212"/>
          <p:cNvSpPr txBox="1">
            <a:spLocks noGrp="1"/>
          </p:cNvSpPr>
          <p:nvPr>
            <p:ph type="title"/>
          </p:nvPr>
        </p:nvSpPr>
        <p:spPr>
          <a:xfrm>
            <a:off x="348620" y="457609"/>
            <a:ext cx="51288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65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180" dirty="0"/>
              <a:t>C</a:t>
            </a:r>
            <a:r>
              <a:rPr lang="en-US" spc="-180" dirty="0"/>
              <a:t>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65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55" dirty="0"/>
              <a:t>7</a:t>
            </a:r>
          </a:p>
        </p:txBody>
      </p:sp>
      <p:sp>
        <p:nvSpPr>
          <p:cNvPr id="213" name="object 213"/>
          <p:cNvSpPr txBox="1"/>
          <p:nvPr/>
        </p:nvSpPr>
        <p:spPr>
          <a:xfrm>
            <a:off x="348620" y="825898"/>
            <a:ext cx="3243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Gill Sans MT"/>
                <a:cs typeface="Gill Sans MT"/>
              </a:rPr>
              <a:t>Align</a:t>
            </a:r>
            <a:r>
              <a:rPr sz="2400" b="1" spc="-55" dirty="0">
                <a:latin typeface="Gill Sans MT"/>
                <a:cs typeface="Gill Sans MT"/>
              </a:rPr>
              <a:t> </a:t>
            </a:r>
            <a:r>
              <a:rPr sz="2400" b="1" spc="50" dirty="0">
                <a:latin typeface="Gill Sans MT"/>
                <a:cs typeface="Gill Sans MT"/>
              </a:rPr>
              <a:t>assembly</a:t>
            </a:r>
            <a:r>
              <a:rPr sz="2400" b="1" spc="-55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carrier</a:t>
            </a:r>
            <a:endParaRPr sz="2400">
              <a:latin typeface="Gill Sans MT"/>
              <a:cs typeface="Gill Sans MT"/>
            </a:endParaRP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BD86E1B-66F0-719F-3773-C5855B938430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EB95C8A7-F989-2E30-F593-BAC926ACFFFA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8" name="Picture 217" descr="A close-up of a logo&#10;&#10;AI-generated content may be incorrect.">
              <a:extLst>
                <a:ext uri="{FF2B5EF4-FFF2-40B4-BE49-F238E27FC236}">
                  <a16:creationId xmlns:a16="http://schemas.microsoft.com/office/drawing/2014/main" id="{38D33E6F-B1D3-9E2D-B535-605A89BD5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4274" y="1060005"/>
            <a:ext cx="9940290" cy="5714365"/>
            <a:chOff x="364274" y="1060005"/>
            <a:chExt cx="9940290" cy="5714365"/>
          </a:xfrm>
        </p:grpSpPr>
        <p:sp>
          <p:nvSpPr>
            <p:cNvPr id="3" name="object 3"/>
            <p:cNvSpPr/>
            <p:nvPr/>
          </p:nvSpPr>
          <p:spPr>
            <a:xfrm>
              <a:off x="893851" y="4903495"/>
              <a:ext cx="2092325" cy="1632585"/>
            </a:xfrm>
            <a:custGeom>
              <a:avLst/>
              <a:gdLst/>
              <a:ahLst/>
              <a:cxnLst/>
              <a:rect l="l" t="t" r="r" b="b"/>
              <a:pathLst>
                <a:path w="2092325" h="1632584">
                  <a:moveTo>
                    <a:pt x="2091906" y="533324"/>
                  </a:moveTo>
                  <a:lnTo>
                    <a:pt x="2090183" y="487484"/>
                  </a:lnTo>
                  <a:lnTo>
                    <a:pt x="2086509" y="441682"/>
                  </a:lnTo>
                  <a:lnTo>
                    <a:pt x="2080876" y="395980"/>
                  </a:lnTo>
                  <a:lnTo>
                    <a:pt x="2073273" y="350446"/>
                  </a:lnTo>
                  <a:lnTo>
                    <a:pt x="2063691" y="305143"/>
                  </a:lnTo>
                  <a:lnTo>
                    <a:pt x="2052120" y="260138"/>
                  </a:lnTo>
                  <a:lnTo>
                    <a:pt x="2038551" y="215495"/>
                  </a:lnTo>
                  <a:lnTo>
                    <a:pt x="2022974" y="171280"/>
                  </a:lnTo>
                  <a:lnTo>
                    <a:pt x="2005380" y="127557"/>
                  </a:lnTo>
                  <a:lnTo>
                    <a:pt x="1985758" y="84393"/>
                  </a:lnTo>
                  <a:lnTo>
                    <a:pt x="1964099" y="41852"/>
                  </a:lnTo>
                  <a:lnTo>
                    <a:pt x="1940394" y="0"/>
                  </a:lnTo>
                  <a:lnTo>
                    <a:pt x="1939975" y="685"/>
                  </a:lnTo>
                  <a:lnTo>
                    <a:pt x="1886580" y="39926"/>
                  </a:lnTo>
                  <a:lnTo>
                    <a:pt x="1728536" y="146305"/>
                  </a:lnTo>
                  <a:lnTo>
                    <a:pt x="1469056" y="302807"/>
                  </a:lnTo>
                  <a:lnTo>
                    <a:pt x="1111351" y="492417"/>
                  </a:lnTo>
                  <a:lnTo>
                    <a:pt x="789670" y="649650"/>
                  </a:lnTo>
                  <a:lnTo>
                    <a:pt x="566677" y="747776"/>
                  </a:lnTo>
                  <a:lnTo>
                    <a:pt x="338183" y="827937"/>
                  </a:lnTo>
                  <a:lnTo>
                    <a:pt x="0" y="931278"/>
                  </a:lnTo>
                  <a:lnTo>
                    <a:pt x="1435" y="933640"/>
                  </a:lnTo>
                  <a:lnTo>
                    <a:pt x="19833" y="979112"/>
                  </a:lnTo>
                  <a:lnTo>
                    <a:pt x="40429" y="1023975"/>
                  </a:lnTo>
                  <a:lnTo>
                    <a:pt x="63231" y="1068155"/>
                  </a:lnTo>
                  <a:lnTo>
                    <a:pt x="88251" y="1111580"/>
                  </a:lnTo>
                  <a:lnTo>
                    <a:pt x="115498" y="1154176"/>
                  </a:lnTo>
                  <a:lnTo>
                    <a:pt x="144983" y="1195870"/>
                  </a:lnTo>
                  <a:lnTo>
                    <a:pt x="174510" y="1233862"/>
                  </a:lnTo>
                  <a:lnTo>
                    <a:pt x="205382" y="1270184"/>
                  </a:lnTo>
                  <a:lnTo>
                    <a:pt x="237538" y="1304827"/>
                  </a:lnTo>
                  <a:lnTo>
                    <a:pt x="270915" y="1337782"/>
                  </a:lnTo>
                  <a:lnTo>
                    <a:pt x="305453" y="1369041"/>
                  </a:lnTo>
                  <a:lnTo>
                    <a:pt x="341091" y="1398593"/>
                  </a:lnTo>
                  <a:lnTo>
                    <a:pt x="377766" y="1426430"/>
                  </a:lnTo>
                  <a:lnTo>
                    <a:pt x="415417" y="1452542"/>
                  </a:lnTo>
                  <a:lnTo>
                    <a:pt x="453983" y="1476922"/>
                  </a:lnTo>
                  <a:lnTo>
                    <a:pt x="493403" y="1499559"/>
                  </a:lnTo>
                  <a:lnTo>
                    <a:pt x="533614" y="1520444"/>
                  </a:lnTo>
                  <a:lnTo>
                    <a:pt x="574557" y="1539569"/>
                  </a:lnTo>
                  <a:lnTo>
                    <a:pt x="616168" y="1556924"/>
                  </a:lnTo>
                  <a:lnTo>
                    <a:pt x="658387" y="1572501"/>
                  </a:lnTo>
                  <a:lnTo>
                    <a:pt x="701153" y="1586289"/>
                  </a:lnTo>
                  <a:lnTo>
                    <a:pt x="744404" y="1598281"/>
                  </a:lnTo>
                  <a:lnTo>
                    <a:pt x="788078" y="1608467"/>
                  </a:lnTo>
                  <a:lnTo>
                    <a:pt x="832114" y="1616838"/>
                  </a:lnTo>
                  <a:lnTo>
                    <a:pt x="876451" y="1623385"/>
                  </a:lnTo>
                  <a:lnTo>
                    <a:pt x="921028" y="1628099"/>
                  </a:lnTo>
                  <a:lnTo>
                    <a:pt x="965782" y="1630970"/>
                  </a:lnTo>
                  <a:lnTo>
                    <a:pt x="1010653" y="1631991"/>
                  </a:lnTo>
                  <a:lnTo>
                    <a:pt x="1055579" y="1631150"/>
                  </a:lnTo>
                  <a:lnTo>
                    <a:pt x="1100498" y="1628441"/>
                  </a:lnTo>
                  <a:lnTo>
                    <a:pt x="1145350" y="1623853"/>
                  </a:lnTo>
                  <a:lnTo>
                    <a:pt x="1190072" y="1617377"/>
                  </a:lnTo>
                  <a:lnTo>
                    <a:pt x="1234604" y="1609005"/>
                  </a:lnTo>
                  <a:lnTo>
                    <a:pt x="1278884" y="1598727"/>
                  </a:lnTo>
                  <a:lnTo>
                    <a:pt x="1322850" y="1586534"/>
                  </a:lnTo>
                  <a:lnTo>
                    <a:pt x="1366442" y="1572418"/>
                  </a:lnTo>
                  <a:lnTo>
                    <a:pt x="1409597" y="1556368"/>
                  </a:lnTo>
                  <a:lnTo>
                    <a:pt x="1452254" y="1538376"/>
                  </a:lnTo>
                  <a:lnTo>
                    <a:pt x="1494353" y="1518434"/>
                  </a:lnTo>
                  <a:lnTo>
                    <a:pt x="1535831" y="1496531"/>
                  </a:lnTo>
                  <a:lnTo>
                    <a:pt x="1576627" y="1472659"/>
                  </a:lnTo>
                  <a:lnTo>
                    <a:pt x="1616679" y="1446808"/>
                  </a:lnTo>
                  <a:lnTo>
                    <a:pt x="1655927" y="1418971"/>
                  </a:lnTo>
                  <a:lnTo>
                    <a:pt x="1694671" y="1388833"/>
                  </a:lnTo>
                  <a:lnTo>
                    <a:pt x="1731676" y="1357297"/>
                  </a:lnTo>
                  <a:lnTo>
                    <a:pt x="1766933" y="1324427"/>
                  </a:lnTo>
                  <a:lnTo>
                    <a:pt x="1800433" y="1290290"/>
                  </a:lnTo>
                  <a:lnTo>
                    <a:pt x="1832165" y="1254950"/>
                  </a:lnTo>
                  <a:lnTo>
                    <a:pt x="1862121" y="1218472"/>
                  </a:lnTo>
                  <a:lnTo>
                    <a:pt x="1890290" y="1180921"/>
                  </a:lnTo>
                  <a:lnTo>
                    <a:pt x="1916663" y="1142363"/>
                  </a:lnTo>
                  <a:lnTo>
                    <a:pt x="1941231" y="1102864"/>
                  </a:lnTo>
                  <a:lnTo>
                    <a:pt x="1963983" y="1062487"/>
                  </a:lnTo>
                  <a:lnTo>
                    <a:pt x="1984910" y="1021300"/>
                  </a:lnTo>
                  <a:lnTo>
                    <a:pt x="2004003" y="979365"/>
                  </a:lnTo>
                  <a:lnTo>
                    <a:pt x="2021251" y="936750"/>
                  </a:lnTo>
                  <a:lnTo>
                    <a:pt x="2036645" y="893519"/>
                  </a:lnTo>
                  <a:lnTo>
                    <a:pt x="2050176" y="849737"/>
                  </a:lnTo>
                  <a:lnTo>
                    <a:pt x="2061834" y="805469"/>
                  </a:lnTo>
                  <a:lnTo>
                    <a:pt x="2071609" y="760782"/>
                  </a:lnTo>
                  <a:lnTo>
                    <a:pt x="2079492" y="715739"/>
                  </a:lnTo>
                  <a:lnTo>
                    <a:pt x="2085473" y="670407"/>
                  </a:lnTo>
                  <a:lnTo>
                    <a:pt x="2089542" y="624850"/>
                  </a:lnTo>
                  <a:lnTo>
                    <a:pt x="2091690" y="579134"/>
                  </a:lnTo>
                  <a:lnTo>
                    <a:pt x="2091906" y="533324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3851" y="4903495"/>
              <a:ext cx="2092325" cy="1632585"/>
            </a:xfrm>
            <a:custGeom>
              <a:avLst/>
              <a:gdLst/>
              <a:ahLst/>
              <a:cxnLst/>
              <a:rect l="l" t="t" r="r" b="b"/>
              <a:pathLst>
                <a:path w="2092325" h="1632584">
                  <a:moveTo>
                    <a:pt x="1940394" y="0"/>
                  </a:moveTo>
                  <a:lnTo>
                    <a:pt x="1964099" y="41852"/>
                  </a:lnTo>
                  <a:lnTo>
                    <a:pt x="1985758" y="84393"/>
                  </a:lnTo>
                  <a:lnTo>
                    <a:pt x="2005380" y="127557"/>
                  </a:lnTo>
                  <a:lnTo>
                    <a:pt x="2022974" y="171280"/>
                  </a:lnTo>
                  <a:lnTo>
                    <a:pt x="2038551" y="215495"/>
                  </a:lnTo>
                  <a:lnTo>
                    <a:pt x="2052120" y="260138"/>
                  </a:lnTo>
                  <a:lnTo>
                    <a:pt x="2063691" y="305143"/>
                  </a:lnTo>
                  <a:lnTo>
                    <a:pt x="2073273" y="350446"/>
                  </a:lnTo>
                  <a:lnTo>
                    <a:pt x="2080876" y="395980"/>
                  </a:lnTo>
                  <a:lnTo>
                    <a:pt x="2086509" y="441682"/>
                  </a:lnTo>
                  <a:lnTo>
                    <a:pt x="2090183" y="487484"/>
                  </a:lnTo>
                  <a:lnTo>
                    <a:pt x="2091906" y="533324"/>
                  </a:lnTo>
                  <a:lnTo>
                    <a:pt x="2091690" y="579134"/>
                  </a:lnTo>
                  <a:lnTo>
                    <a:pt x="2089542" y="624850"/>
                  </a:lnTo>
                  <a:lnTo>
                    <a:pt x="2085473" y="670407"/>
                  </a:lnTo>
                  <a:lnTo>
                    <a:pt x="2079492" y="715739"/>
                  </a:lnTo>
                  <a:lnTo>
                    <a:pt x="2071609" y="760782"/>
                  </a:lnTo>
                  <a:lnTo>
                    <a:pt x="2061834" y="805469"/>
                  </a:lnTo>
                  <a:lnTo>
                    <a:pt x="2050176" y="849737"/>
                  </a:lnTo>
                  <a:lnTo>
                    <a:pt x="2036645" y="893519"/>
                  </a:lnTo>
                  <a:lnTo>
                    <a:pt x="2021251" y="936750"/>
                  </a:lnTo>
                  <a:lnTo>
                    <a:pt x="2004003" y="979365"/>
                  </a:lnTo>
                  <a:lnTo>
                    <a:pt x="1984910" y="1021300"/>
                  </a:lnTo>
                  <a:lnTo>
                    <a:pt x="1963983" y="1062487"/>
                  </a:lnTo>
                  <a:lnTo>
                    <a:pt x="1941231" y="1102864"/>
                  </a:lnTo>
                  <a:lnTo>
                    <a:pt x="1916663" y="1142363"/>
                  </a:lnTo>
                  <a:lnTo>
                    <a:pt x="1890290" y="1180921"/>
                  </a:lnTo>
                  <a:lnTo>
                    <a:pt x="1862121" y="1218472"/>
                  </a:lnTo>
                  <a:lnTo>
                    <a:pt x="1832165" y="1254950"/>
                  </a:lnTo>
                  <a:lnTo>
                    <a:pt x="1800433" y="1290290"/>
                  </a:lnTo>
                  <a:lnTo>
                    <a:pt x="1766933" y="1324427"/>
                  </a:lnTo>
                  <a:lnTo>
                    <a:pt x="1731676" y="1357297"/>
                  </a:lnTo>
                  <a:lnTo>
                    <a:pt x="1694671" y="1388833"/>
                  </a:lnTo>
                  <a:lnTo>
                    <a:pt x="1655927" y="1418971"/>
                  </a:lnTo>
                  <a:lnTo>
                    <a:pt x="1616679" y="1446808"/>
                  </a:lnTo>
                  <a:lnTo>
                    <a:pt x="1576627" y="1472659"/>
                  </a:lnTo>
                  <a:lnTo>
                    <a:pt x="1535831" y="1496531"/>
                  </a:lnTo>
                  <a:lnTo>
                    <a:pt x="1494353" y="1518434"/>
                  </a:lnTo>
                  <a:lnTo>
                    <a:pt x="1452254" y="1538376"/>
                  </a:lnTo>
                  <a:lnTo>
                    <a:pt x="1409597" y="1556368"/>
                  </a:lnTo>
                  <a:lnTo>
                    <a:pt x="1366442" y="1572418"/>
                  </a:lnTo>
                  <a:lnTo>
                    <a:pt x="1322850" y="1586534"/>
                  </a:lnTo>
                  <a:lnTo>
                    <a:pt x="1278884" y="1598727"/>
                  </a:lnTo>
                  <a:lnTo>
                    <a:pt x="1234604" y="1609005"/>
                  </a:lnTo>
                  <a:lnTo>
                    <a:pt x="1190072" y="1617377"/>
                  </a:lnTo>
                  <a:lnTo>
                    <a:pt x="1145350" y="1623853"/>
                  </a:lnTo>
                  <a:lnTo>
                    <a:pt x="1100498" y="1628441"/>
                  </a:lnTo>
                  <a:lnTo>
                    <a:pt x="1055579" y="1631150"/>
                  </a:lnTo>
                  <a:lnTo>
                    <a:pt x="1010653" y="1631991"/>
                  </a:lnTo>
                  <a:lnTo>
                    <a:pt x="965782" y="1630970"/>
                  </a:lnTo>
                  <a:lnTo>
                    <a:pt x="921028" y="1628099"/>
                  </a:lnTo>
                  <a:lnTo>
                    <a:pt x="876451" y="1623385"/>
                  </a:lnTo>
                  <a:lnTo>
                    <a:pt x="832114" y="1616838"/>
                  </a:lnTo>
                  <a:lnTo>
                    <a:pt x="788078" y="1608467"/>
                  </a:lnTo>
                  <a:lnTo>
                    <a:pt x="744404" y="1598281"/>
                  </a:lnTo>
                  <a:lnTo>
                    <a:pt x="701153" y="1586289"/>
                  </a:lnTo>
                  <a:lnTo>
                    <a:pt x="658387" y="1572501"/>
                  </a:lnTo>
                  <a:lnTo>
                    <a:pt x="616168" y="1556924"/>
                  </a:lnTo>
                  <a:lnTo>
                    <a:pt x="574557" y="1539569"/>
                  </a:lnTo>
                  <a:lnTo>
                    <a:pt x="533614" y="1520444"/>
                  </a:lnTo>
                  <a:lnTo>
                    <a:pt x="493403" y="1499559"/>
                  </a:lnTo>
                  <a:lnTo>
                    <a:pt x="453983" y="1476922"/>
                  </a:lnTo>
                  <a:lnTo>
                    <a:pt x="415417" y="1452542"/>
                  </a:lnTo>
                  <a:lnTo>
                    <a:pt x="377766" y="1426430"/>
                  </a:lnTo>
                  <a:lnTo>
                    <a:pt x="341091" y="1398593"/>
                  </a:lnTo>
                  <a:lnTo>
                    <a:pt x="305453" y="1369041"/>
                  </a:lnTo>
                  <a:lnTo>
                    <a:pt x="270915" y="1337782"/>
                  </a:lnTo>
                  <a:lnTo>
                    <a:pt x="237538" y="1304827"/>
                  </a:lnTo>
                  <a:lnTo>
                    <a:pt x="205382" y="1270184"/>
                  </a:lnTo>
                  <a:lnTo>
                    <a:pt x="174510" y="1233862"/>
                  </a:lnTo>
                  <a:lnTo>
                    <a:pt x="144983" y="1195870"/>
                  </a:lnTo>
                  <a:lnTo>
                    <a:pt x="115498" y="1154176"/>
                  </a:lnTo>
                  <a:lnTo>
                    <a:pt x="88251" y="1111580"/>
                  </a:lnTo>
                  <a:lnTo>
                    <a:pt x="63231" y="1068155"/>
                  </a:lnTo>
                  <a:lnTo>
                    <a:pt x="40429" y="1023975"/>
                  </a:lnTo>
                  <a:lnTo>
                    <a:pt x="19833" y="979112"/>
                  </a:lnTo>
                  <a:lnTo>
                    <a:pt x="1435" y="933640"/>
                  </a:lnTo>
                  <a:lnTo>
                    <a:pt x="0" y="931278"/>
                  </a:lnTo>
                  <a:lnTo>
                    <a:pt x="338183" y="827937"/>
                  </a:lnTo>
                  <a:lnTo>
                    <a:pt x="566677" y="747776"/>
                  </a:lnTo>
                  <a:lnTo>
                    <a:pt x="789670" y="649650"/>
                  </a:lnTo>
                  <a:lnTo>
                    <a:pt x="1111351" y="492417"/>
                  </a:lnTo>
                  <a:lnTo>
                    <a:pt x="1469056" y="302807"/>
                  </a:lnTo>
                  <a:lnTo>
                    <a:pt x="1728536" y="146305"/>
                  </a:lnTo>
                  <a:lnTo>
                    <a:pt x="1886580" y="39926"/>
                  </a:lnTo>
                  <a:lnTo>
                    <a:pt x="1939975" y="685"/>
                  </a:lnTo>
                  <a:lnTo>
                    <a:pt x="1940394" y="0"/>
                  </a:lnTo>
                  <a:close/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5221" y="5544781"/>
              <a:ext cx="128905" cy="595630"/>
            </a:xfrm>
            <a:custGeom>
              <a:avLst/>
              <a:gdLst/>
              <a:ahLst/>
              <a:cxnLst/>
              <a:rect l="l" t="t" r="r" b="b"/>
              <a:pathLst>
                <a:path w="128905" h="595629">
                  <a:moveTo>
                    <a:pt x="55156" y="592714"/>
                  </a:moveTo>
                  <a:lnTo>
                    <a:pt x="55156" y="300875"/>
                  </a:lnTo>
                  <a:lnTo>
                    <a:pt x="0" y="580631"/>
                  </a:lnTo>
                  <a:lnTo>
                    <a:pt x="55156" y="592714"/>
                  </a:lnTo>
                  <a:close/>
                </a:path>
                <a:path w="128905" h="595629">
                  <a:moveTo>
                    <a:pt x="128409" y="300355"/>
                  </a:moveTo>
                  <a:lnTo>
                    <a:pt x="81419" y="0"/>
                  </a:lnTo>
                  <a:lnTo>
                    <a:pt x="21031" y="82727"/>
                  </a:lnTo>
                  <a:lnTo>
                    <a:pt x="55156" y="300875"/>
                  </a:lnTo>
                  <a:lnTo>
                    <a:pt x="55156" y="592714"/>
                  </a:lnTo>
                  <a:lnTo>
                    <a:pt x="68287" y="595591"/>
                  </a:lnTo>
                  <a:lnTo>
                    <a:pt x="128409" y="300355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5221" y="5544781"/>
              <a:ext cx="128905" cy="595630"/>
            </a:xfrm>
            <a:custGeom>
              <a:avLst/>
              <a:gdLst/>
              <a:ahLst/>
              <a:cxnLst/>
              <a:rect l="l" t="t" r="r" b="b"/>
              <a:pathLst>
                <a:path w="128905" h="595629">
                  <a:moveTo>
                    <a:pt x="68287" y="595591"/>
                  </a:moveTo>
                  <a:lnTo>
                    <a:pt x="128409" y="300355"/>
                  </a:lnTo>
                  <a:lnTo>
                    <a:pt x="81419" y="0"/>
                  </a:lnTo>
                  <a:lnTo>
                    <a:pt x="21031" y="82727"/>
                  </a:lnTo>
                  <a:lnTo>
                    <a:pt x="55156" y="300875"/>
                  </a:lnTo>
                  <a:lnTo>
                    <a:pt x="0" y="580631"/>
                  </a:lnTo>
                  <a:lnTo>
                    <a:pt x="68287" y="595591"/>
                  </a:lnTo>
                  <a:lnTo>
                    <a:pt x="128409" y="30035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703" y="5784126"/>
              <a:ext cx="99402" cy="836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4825" y="5518150"/>
              <a:ext cx="114185" cy="1876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63509" y="5848756"/>
              <a:ext cx="1129030" cy="463550"/>
            </a:xfrm>
            <a:custGeom>
              <a:avLst/>
              <a:gdLst/>
              <a:ahLst/>
              <a:cxnLst/>
              <a:rect l="l" t="t" r="r" b="b"/>
              <a:pathLst>
                <a:path w="1129030" h="463550">
                  <a:moveTo>
                    <a:pt x="1128725" y="218668"/>
                  </a:moveTo>
                  <a:lnTo>
                    <a:pt x="60490" y="0"/>
                  </a:lnTo>
                  <a:lnTo>
                    <a:pt x="0" y="291617"/>
                  </a:lnTo>
                  <a:lnTo>
                    <a:pt x="903300" y="463143"/>
                  </a:lnTo>
                  <a:lnTo>
                    <a:pt x="941400" y="432187"/>
                  </a:lnTo>
                  <a:lnTo>
                    <a:pt x="978309" y="398849"/>
                  </a:lnTo>
                  <a:lnTo>
                    <a:pt x="1017600" y="358368"/>
                  </a:lnTo>
                  <a:lnTo>
                    <a:pt x="1061975" y="306145"/>
                  </a:lnTo>
                  <a:lnTo>
                    <a:pt x="1097170" y="261500"/>
                  </a:lnTo>
                  <a:lnTo>
                    <a:pt x="1120361" y="230365"/>
                  </a:lnTo>
                  <a:lnTo>
                    <a:pt x="1128725" y="218668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63509" y="5848756"/>
              <a:ext cx="1129030" cy="463550"/>
            </a:xfrm>
            <a:custGeom>
              <a:avLst/>
              <a:gdLst/>
              <a:ahLst/>
              <a:cxnLst/>
              <a:rect l="l" t="t" r="r" b="b"/>
              <a:pathLst>
                <a:path w="1129030" h="463550">
                  <a:moveTo>
                    <a:pt x="903300" y="463143"/>
                  </a:moveTo>
                  <a:lnTo>
                    <a:pt x="0" y="291617"/>
                  </a:lnTo>
                  <a:lnTo>
                    <a:pt x="60490" y="0"/>
                  </a:lnTo>
                  <a:lnTo>
                    <a:pt x="1128725" y="218668"/>
                  </a:lnTo>
                  <a:lnTo>
                    <a:pt x="1097170" y="261500"/>
                  </a:lnTo>
                  <a:lnTo>
                    <a:pt x="1061975" y="306145"/>
                  </a:lnTo>
                  <a:lnTo>
                    <a:pt x="1017600" y="358368"/>
                  </a:lnTo>
                  <a:lnTo>
                    <a:pt x="978309" y="398849"/>
                  </a:lnTo>
                  <a:lnTo>
                    <a:pt x="941400" y="432187"/>
                  </a:lnTo>
                  <a:lnTo>
                    <a:pt x="903300" y="46314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4227" y="1084554"/>
              <a:ext cx="6805288" cy="41335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02011" y="1060005"/>
              <a:ext cx="4255770" cy="2861310"/>
            </a:xfrm>
            <a:custGeom>
              <a:avLst/>
              <a:gdLst/>
              <a:ahLst/>
              <a:cxnLst/>
              <a:rect l="l" t="t" r="r" b="b"/>
              <a:pathLst>
                <a:path w="4255770" h="2861310">
                  <a:moveTo>
                    <a:pt x="4255223" y="518579"/>
                  </a:moveTo>
                  <a:lnTo>
                    <a:pt x="0" y="518579"/>
                  </a:lnTo>
                </a:path>
                <a:path w="4255770" h="2861310">
                  <a:moveTo>
                    <a:pt x="2026831" y="0"/>
                  </a:moveTo>
                  <a:lnTo>
                    <a:pt x="2026818" y="2860751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16337" y="2643466"/>
              <a:ext cx="400050" cy="212725"/>
            </a:xfrm>
            <a:custGeom>
              <a:avLst/>
              <a:gdLst/>
              <a:ahLst/>
              <a:cxnLst/>
              <a:rect l="l" t="t" r="r" b="b"/>
              <a:pathLst>
                <a:path w="400050" h="212725">
                  <a:moveTo>
                    <a:pt x="399796" y="27711"/>
                  </a:moveTo>
                  <a:lnTo>
                    <a:pt x="0" y="0"/>
                  </a:lnTo>
                  <a:lnTo>
                    <a:pt x="339725" y="212585"/>
                  </a:lnTo>
                  <a:lnTo>
                    <a:pt x="399796" y="277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16337" y="2643466"/>
              <a:ext cx="400050" cy="212725"/>
            </a:xfrm>
            <a:custGeom>
              <a:avLst/>
              <a:gdLst/>
              <a:ahLst/>
              <a:cxnLst/>
              <a:rect l="l" t="t" r="r" b="b"/>
              <a:pathLst>
                <a:path w="400050" h="212725">
                  <a:moveTo>
                    <a:pt x="0" y="0"/>
                  </a:moveTo>
                  <a:lnTo>
                    <a:pt x="399796" y="27711"/>
                  </a:lnTo>
                  <a:lnTo>
                    <a:pt x="369760" y="120142"/>
                  </a:lnTo>
                  <a:lnTo>
                    <a:pt x="339725" y="212585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2777" y="3115373"/>
              <a:ext cx="972185" cy="972185"/>
            </a:xfrm>
            <a:custGeom>
              <a:avLst/>
              <a:gdLst/>
              <a:ahLst/>
              <a:cxnLst/>
              <a:rect l="l" t="t" r="r" b="b"/>
              <a:pathLst>
                <a:path w="972185" h="972185">
                  <a:moveTo>
                    <a:pt x="971994" y="486003"/>
                  </a:moveTo>
                  <a:lnTo>
                    <a:pt x="969769" y="439197"/>
                  </a:lnTo>
                  <a:lnTo>
                    <a:pt x="963231" y="393651"/>
                  </a:lnTo>
                  <a:lnTo>
                    <a:pt x="952582" y="349566"/>
                  </a:lnTo>
                  <a:lnTo>
                    <a:pt x="938027" y="307148"/>
                  </a:lnTo>
                  <a:lnTo>
                    <a:pt x="919769" y="266600"/>
                  </a:lnTo>
                  <a:lnTo>
                    <a:pt x="898013" y="228125"/>
                  </a:lnTo>
                  <a:lnTo>
                    <a:pt x="872961" y="191927"/>
                  </a:lnTo>
                  <a:lnTo>
                    <a:pt x="844817" y="158210"/>
                  </a:lnTo>
                  <a:lnTo>
                    <a:pt x="813785" y="127178"/>
                  </a:lnTo>
                  <a:lnTo>
                    <a:pt x="780069" y="99034"/>
                  </a:lnTo>
                  <a:lnTo>
                    <a:pt x="743872" y="73981"/>
                  </a:lnTo>
                  <a:lnTo>
                    <a:pt x="705398" y="52224"/>
                  </a:lnTo>
                  <a:lnTo>
                    <a:pt x="664851" y="33966"/>
                  </a:lnTo>
                  <a:lnTo>
                    <a:pt x="622434" y="19411"/>
                  </a:lnTo>
                  <a:lnTo>
                    <a:pt x="578352" y="8763"/>
                  </a:lnTo>
                  <a:lnTo>
                    <a:pt x="532807" y="2224"/>
                  </a:lnTo>
                  <a:lnTo>
                    <a:pt x="486003" y="0"/>
                  </a:lnTo>
                  <a:lnTo>
                    <a:pt x="439197" y="2224"/>
                  </a:lnTo>
                  <a:lnTo>
                    <a:pt x="393651" y="8763"/>
                  </a:lnTo>
                  <a:lnTo>
                    <a:pt x="349566" y="19411"/>
                  </a:lnTo>
                  <a:lnTo>
                    <a:pt x="307148" y="33966"/>
                  </a:lnTo>
                  <a:lnTo>
                    <a:pt x="266600" y="52224"/>
                  </a:lnTo>
                  <a:lnTo>
                    <a:pt x="228125" y="73981"/>
                  </a:lnTo>
                  <a:lnTo>
                    <a:pt x="191927" y="99034"/>
                  </a:lnTo>
                  <a:lnTo>
                    <a:pt x="158210" y="127178"/>
                  </a:lnTo>
                  <a:lnTo>
                    <a:pt x="127178" y="158210"/>
                  </a:lnTo>
                  <a:lnTo>
                    <a:pt x="99034" y="191927"/>
                  </a:lnTo>
                  <a:lnTo>
                    <a:pt x="73981" y="228125"/>
                  </a:lnTo>
                  <a:lnTo>
                    <a:pt x="52224" y="266600"/>
                  </a:lnTo>
                  <a:lnTo>
                    <a:pt x="33966" y="307148"/>
                  </a:lnTo>
                  <a:lnTo>
                    <a:pt x="19411" y="349566"/>
                  </a:lnTo>
                  <a:lnTo>
                    <a:pt x="8763" y="393651"/>
                  </a:lnTo>
                  <a:lnTo>
                    <a:pt x="2224" y="439197"/>
                  </a:lnTo>
                  <a:lnTo>
                    <a:pt x="0" y="486003"/>
                  </a:lnTo>
                  <a:lnTo>
                    <a:pt x="2224" y="532807"/>
                  </a:lnTo>
                  <a:lnTo>
                    <a:pt x="8763" y="578352"/>
                  </a:lnTo>
                  <a:lnTo>
                    <a:pt x="19411" y="622434"/>
                  </a:lnTo>
                  <a:lnTo>
                    <a:pt x="33966" y="664851"/>
                  </a:lnTo>
                  <a:lnTo>
                    <a:pt x="52224" y="705398"/>
                  </a:lnTo>
                  <a:lnTo>
                    <a:pt x="73981" y="743872"/>
                  </a:lnTo>
                  <a:lnTo>
                    <a:pt x="99034" y="780069"/>
                  </a:lnTo>
                  <a:lnTo>
                    <a:pt x="127178" y="813785"/>
                  </a:lnTo>
                  <a:lnTo>
                    <a:pt x="158210" y="844817"/>
                  </a:lnTo>
                  <a:lnTo>
                    <a:pt x="191927" y="872961"/>
                  </a:lnTo>
                  <a:lnTo>
                    <a:pt x="228125" y="898013"/>
                  </a:lnTo>
                  <a:lnTo>
                    <a:pt x="266600" y="919769"/>
                  </a:lnTo>
                  <a:lnTo>
                    <a:pt x="307148" y="938027"/>
                  </a:lnTo>
                  <a:lnTo>
                    <a:pt x="349566" y="952582"/>
                  </a:lnTo>
                  <a:lnTo>
                    <a:pt x="393651" y="963231"/>
                  </a:lnTo>
                  <a:lnTo>
                    <a:pt x="439197" y="969769"/>
                  </a:lnTo>
                  <a:lnTo>
                    <a:pt x="486003" y="971994"/>
                  </a:lnTo>
                  <a:lnTo>
                    <a:pt x="532807" y="969769"/>
                  </a:lnTo>
                  <a:lnTo>
                    <a:pt x="578352" y="963231"/>
                  </a:lnTo>
                  <a:lnTo>
                    <a:pt x="622434" y="952582"/>
                  </a:lnTo>
                  <a:lnTo>
                    <a:pt x="664851" y="938027"/>
                  </a:lnTo>
                  <a:lnTo>
                    <a:pt x="705398" y="919769"/>
                  </a:lnTo>
                  <a:lnTo>
                    <a:pt x="743872" y="898013"/>
                  </a:lnTo>
                  <a:lnTo>
                    <a:pt x="780069" y="872961"/>
                  </a:lnTo>
                  <a:lnTo>
                    <a:pt x="813785" y="844817"/>
                  </a:lnTo>
                  <a:lnTo>
                    <a:pt x="844817" y="813785"/>
                  </a:lnTo>
                  <a:lnTo>
                    <a:pt x="872961" y="780069"/>
                  </a:lnTo>
                  <a:lnTo>
                    <a:pt x="898013" y="743872"/>
                  </a:lnTo>
                  <a:lnTo>
                    <a:pt x="919769" y="705398"/>
                  </a:lnTo>
                  <a:lnTo>
                    <a:pt x="938027" y="664851"/>
                  </a:lnTo>
                  <a:lnTo>
                    <a:pt x="952582" y="622434"/>
                  </a:lnTo>
                  <a:lnTo>
                    <a:pt x="963231" y="578352"/>
                  </a:lnTo>
                  <a:lnTo>
                    <a:pt x="969769" y="532807"/>
                  </a:lnTo>
                  <a:lnTo>
                    <a:pt x="971994" y="486003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22777" y="3115373"/>
              <a:ext cx="972185" cy="972185"/>
            </a:xfrm>
            <a:custGeom>
              <a:avLst/>
              <a:gdLst/>
              <a:ahLst/>
              <a:cxnLst/>
              <a:rect l="l" t="t" r="r" b="b"/>
              <a:pathLst>
                <a:path w="972185" h="972185">
                  <a:moveTo>
                    <a:pt x="486003" y="971994"/>
                  </a:moveTo>
                  <a:lnTo>
                    <a:pt x="439197" y="969769"/>
                  </a:lnTo>
                  <a:lnTo>
                    <a:pt x="393651" y="963231"/>
                  </a:lnTo>
                  <a:lnTo>
                    <a:pt x="349566" y="952582"/>
                  </a:lnTo>
                  <a:lnTo>
                    <a:pt x="307148" y="938027"/>
                  </a:lnTo>
                  <a:lnTo>
                    <a:pt x="266600" y="919769"/>
                  </a:lnTo>
                  <a:lnTo>
                    <a:pt x="228125" y="898013"/>
                  </a:lnTo>
                  <a:lnTo>
                    <a:pt x="191927" y="872961"/>
                  </a:lnTo>
                  <a:lnTo>
                    <a:pt x="158210" y="844817"/>
                  </a:lnTo>
                  <a:lnTo>
                    <a:pt x="127178" y="813785"/>
                  </a:lnTo>
                  <a:lnTo>
                    <a:pt x="99034" y="780069"/>
                  </a:lnTo>
                  <a:lnTo>
                    <a:pt x="73981" y="743872"/>
                  </a:lnTo>
                  <a:lnTo>
                    <a:pt x="52224" y="705398"/>
                  </a:lnTo>
                  <a:lnTo>
                    <a:pt x="33966" y="664851"/>
                  </a:lnTo>
                  <a:lnTo>
                    <a:pt x="19411" y="622434"/>
                  </a:lnTo>
                  <a:lnTo>
                    <a:pt x="8763" y="578352"/>
                  </a:lnTo>
                  <a:lnTo>
                    <a:pt x="2224" y="532807"/>
                  </a:lnTo>
                  <a:lnTo>
                    <a:pt x="0" y="486003"/>
                  </a:lnTo>
                  <a:lnTo>
                    <a:pt x="2224" y="439197"/>
                  </a:lnTo>
                  <a:lnTo>
                    <a:pt x="8763" y="393651"/>
                  </a:lnTo>
                  <a:lnTo>
                    <a:pt x="19411" y="349566"/>
                  </a:lnTo>
                  <a:lnTo>
                    <a:pt x="33966" y="307148"/>
                  </a:lnTo>
                  <a:lnTo>
                    <a:pt x="52224" y="266600"/>
                  </a:lnTo>
                  <a:lnTo>
                    <a:pt x="73981" y="228125"/>
                  </a:lnTo>
                  <a:lnTo>
                    <a:pt x="99034" y="191927"/>
                  </a:lnTo>
                  <a:lnTo>
                    <a:pt x="127178" y="158210"/>
                  </a:lnTo>
                  <a:lnTo>
                    <a:pt x="158210" y="127178"/>
                  </a:lnTo>
                  <a:lnTo>
                    <a:pt x="191927" y="99034"/>
                  </a:lnTo>
                  <a:lnTo>
                    <a:pt x="228125" y="73981"/>
                  </a:lnTo>
                  <a:lnTo>
                    <a:pt x="266600" y="52224"/>
                  </a:lnTo>
                  <a:lnTo>
                    <a:pt x="307148" y="33966"/>
                  </a:lnTo>
                  <a:lnTo>
                    <a:pt x="349566" y="19411"/>
                  </a:lnTo>
                  <a:lnTo>
                    <a:pt x="393651" y="8763"/>
                  </a:lnTo>
                  <a:lnTo>
                    <a:pt x="439197" y="2224"/>
                  </a:lnTo>
                  <a:lnTo>
                    <a:pt x="486003" y="0"/>
                  </a:lnTo>
                  <a:lnTo>
                    <a:pt x="532807" y="2224"/>
                  </a:lnTo>
                  <a:lnTo>
                    <a:pt x="578352" y="8763"/>
                  </a:lnTo>
                  <a:lnTo>
                    <a:pt x="622434" y="19411"/>
                  </a:lnTo>
                  <a:lnTo>
                    <a:pt x="664851" y="33966"/>
                  </a:lnTo>
                  <a:lnTo>
                    <a:pt x="705398" y="52224"/>
                  </a:lnTo>
                  <a:lnTo>
                    <a:pt x="743872" y="73981"/>
                  </a:lnTo>
                  <a:lnTo>
                    <a:pt x="780069" y="99034"/>
                  </a:lnTo>
                  <a:lnTo>
                    <a:pt x="813785" y="127178"/>
                  </a:lnTo>
                  <a:lnTo>
                    <a:pt x="844817" y="158210"/>
                  </a:lnTo>
                  <a:lnTo>
                    <a:pt x="872961" y="191927"/>
                  </a:lnTo>
                  <a:lnTo>
                    <a:pt x="898013" y="228125"/>
                  </a:lnTo>
                  <a:lnTo>
                    <a:pt x="919769" y="266600"/>
                  </a:lnTo>
                  <a:lnTo>
                    <a:pt x="938027" y="307148"/>
                  </a:lnTo>
                  <a:lnTo>
                    <a:pt x="952582" y="349566"/>
                  </a:lnTo>
                  <a:lnTo>
                    <a:pt x="963231" y="393651"/>
                  </a:lnTo>
                  <a:lnTo>
                    <a:pt x="969769" y="439197"/>
                  </a:lnTo>
                  <a:lnTo>
                    <a:pt x="971994" y="486003"/>
                  </a:lnTo>
                  <a:lnTo>
                    <a:pt x="969769" y="532807"/>
                  </a:lnTo>
                  <a:lnTo>
                    <a:pt x="963231" y="578352"/>
                  </a:lnTo>
                  <a:lnTo>
                    <a:pt x="952582" y="622434"/>
                  </a:lnTo>
                  <a:lnTo>
                    <a:pt x="938027" y="664851"/>
                  </a:lnTo>
                  <a:lnTo>
                    <a:pt x="919769" y="705398"/>
                  </a:lnTo>
                  <a:lnTo>
                    <a:pt x="898013" y="743872"/>
                  </a:lnTo>
                  <a:lnTo>
                    <a:pt x="872961" y="780069"/>
                  </a:lnTo>
                  <a:lnTo>
                    <a:pt x="844817" y="813785"/>
                  </a:lnTo>
                  <a:lnTo>
                    <a:pt x="813785" y="844817"/>
                  </a:lnTo>
                  <a:lnTo>
                    <a:pt x="780069" y="872961"/>
                  </a:lnTo>
                  <a:lnTo>
                    <a:pt x="743872" y="898013"/>
                  </a:lnTo>
                  <a:lnTo>
                    <a:pt x="705398" y="919769"/>
                  </a:lnTo>
                  <a:lnTo>
                    <a:pt x="664851" y="938027"/>
                  </a:lnTo>
                  <a:lnTo>
                    <a:pt x="622434" y="952582"/>
                  </a:lnTo>
                  <a:lnTo>
                    <a:pt x="578352" y="963231"/>
                  </a:lnTo>
                  <a:lnTo>
                    <a:pt x="532807" y="969769"/>
                  </a:lnTo>
                  <a:lnTo>
                    <a:pt x="486003" y="9719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08780" y="36013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1380" y="3163976"/>
              <a:ext cx="875030" cy="875030"/>
            </a:xfrm>
            <a:custGeom>
              <a:avLst/>
              <a:gdLst/>
              <a:ahLst/>
              <a:cxnLst/>
              <a:rect l="l" t="t" r="r" b="b"/>
              <a:pathLst>
                <a:path w="875029" h="875029">
                  <a:moveTo>
                    <a:pt x="874788" y="437400"/>
                  </a:moveTo>
                  <a:lnTo>
                    <a:pt x="872222" y="389741"/>
                  </a:lnTo>
                  <a:lnTo>
                    <a:pt x="864700" y="343568"/>
                  </a:lnTo>
                  <a:lnTo>
                    <a:pt x="852490" y="299149"/>
                  </a:lnTo>
                  <a:lnTo>
                    <a:pt x="835859" y="256750"/>
                  </a:lnTo>
                  <a:lnTo>
                    <a:pt x="815073" y="216637"/>
                  </a:lnTo>
                  <a:lnTo>
                    <a:pt x="790399" y="179078"/>
                  </a:lnTo>
                  <a:lnTo>
                    <a:pt x="762104" y="144340"/>
                  </a:lnTo>
                  <a:lnTo>
                    <a:pt x="730454" y="112690"/>
                  </a:lnTo>
                  <a:lnTo>
                    <a:pt x="695718" y="84393"/>
                  </a:lnTo>
                  <a:lnTo>
                    <a:pt x="658160" y="59718"/>
                  </a:lnTo>
                  <a:lnTo>
                    <a:pt x="618049" y="38931"/>
                  </a:lnTo>
                  <a:lnTo>
                    <a:pt x="575650" y="22299"/>
                  </a:lnTo>
                  <a:lnTo>
                    <a:pt x="531231" y="10088"/>
                  </a:lnTo>
                  <a:lnTo>
                    <a:pt x="485059" y="2566"/>
                  </a:lnTo>
                  <a:lnTo>
                    <a:pt x="437400" y="0"/>
                  </a:lnTo>
                  <a:lnTo>
                    <a:pt x="389741" y="2566"/>
                  </a:lnTo>
                  <a:lnTo>
                    <a:pt x="343568" y="10088"/>
                  </a:lnTo>
                  <a:lnTo>
                    <a:pt x="299149" y="22299"/>
                  </a:lnTo>
                  <a:lnTo>
                    <a:pt x="256750" y="38931"/>
                  </a:lnTo>
                  <a:lnTo>
                    <a:pt x="216637" y="59718"/>
                  </a:lnTo>
                  <a:lnTo>
                    <a:pt x="179078" y="84393"/>
                  </a:lnTo>
                  <a:lnTo>
                    <a:pt x="144340" y="112690"/>
                  </a:lnTo>
                  <a:lnTo>
                    <a:pt x="112690" y="144340"/>
                  </a:lnTo>
                  <a:lnTo>
                    <a:pt x="84393" y="179078"/>
                  </a:lnTo>
                  <a:lnTo>
                    <a:pt x="59718" y="216637"/>
                  </a:lnTo>
                  <a:lnTo>
                    <a:pt x="38931" y="256750"/>
                  </a:lnTo>
                  <a:lnTo>
                    <a:pt x="22299" y="299149"/>
                  </a:lnTo>
                  <a:lnTo>
                    <a:pt x="10088" y="343568"/>
                  </a:lnTo>
                  <a:lnTo>
                    <a:pt x="2566" y="389741"/>
                  </a:lnTo>
                  <a:lnTo>
                    <a:pt x="0" y="437400"/>
                  </a:lnTo>
                  <a:lnTo>
                    <a:pt x="2566" y="485057"/>
                  </a:lnTo>
                  <a:lnTo>
                    <a:pt x="10088" y="531228"/>
                  </a:lnTo>
                  <a:lnTo>
                    <a:pt x="22299" y="575645"/>
                  </a:lnTo>
                  <a:lnTo>
                    <a:pt x="38931" y="618043"/>
                  </a:lnTo>
                  <a:lnTo>
                    <a:pt x="59718" y="658154"/>
                  </a:lnTo>
                  <a:lnTo>
                    <a:pt x="84393" y="695712"/>
                  </a:lnTo>
                  <a:lnTo>
                    <a:pt x="112690" y="730449"/>
                  </a:lnTo>
                  <a:lnTo>
                    <a:pt x="144340" y="762099"/>
                  </a:lnTo>
                  <a:lnTo>
                    <a:pt x="179078" y="790395"/>
                  </a:lnTo>
                  <a:lnTo>
                    <a:pt x="216637" y="815070"/>
                  </a:lnTo>
                  <a:lnTo>
                    <a:pt x="256750" y="835857"/>
                  </a:lnTo>
                  <a:lnTo>
                    <a:pt x="299149" y="852489"/>
                  </a:lnTo>
                  <a:lnTo>
                    <a:pt x="343568" y="864700"/>
                  </a:lnTo>
                  <a:lnTo>
                    <a:pt x="389741" y="872222"/>
                  </a:lnTo>
                  <a:lnTo>
                    <a:pt x="437400" y="874788"/>
                  </a:lnTo>
                  <a:lnTo>
                    <a:pt x="485059" y="872222"/>
                  </a:lnTo>
                  <a:lnTo>
                    <a:pt x="531231" y="864700"/>
                  </a:lnTo>
                  <a:lnTo>
                    <a:pt x="575650" y="852489"/>
                  </a:lnTo>
                  <a:lnTo>
                    <a:pt x="618049" y="835857"/>
                  </a:lnTo>
                  <a:lnTo>
                    <a:pt x="658160" y="815070"/>
                  </a:lnTo>
                  <a:lnTo>
                    <a:pt x="695718" y="790395"/>
                  </a:lnTo>
                  <a:lnTo>
                    <a:pt x="730454" y="762099"/>
                  </a:lnTo>
                  <a:lnTo>
                    <a:pt x="762104" y="730449"/>
                  </a:lnTo>
                  <a:lnTo>
                    <a:pt x="790399" y="695712"/>
                  </a:lnTo>
                  <a:lnTo>
                    <a:pt x="815073" y="658154"/>
                  </a:lnTo>
                  <a:lnTo>
                    <a:pt x="835859" y="618043"/>
                  </a:lnTo>
                  <a:lnTo>
                    <a:pt x="852490" y="575645"/>
                  </a:lnTo>
                  <a:lnTo>
                    <a:pt x="864700" y="531228"/>
                  </a:lnTo>
                  <a:lnTo>
                    <a:pt x="872222" y="485057"/>
                  </a:lnTo>
                  <a:lnTo>
                    <a:pt x="874788" y="437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1380" y="3163976"/>
              <a:ext cx="875030" cy="875030"/>
            </a:xfrm>
            <a:custGeom>
              <a:avLst/>
              <a:gdLst/>
              <a:ahLst/>
              <a:cxnLst/>
              <a:rect l="l" t="t" r="r" b="b"/>
              <a:pathLst>
                <a:path w="875029" h="875029">
                  <a:moveTo>
                    <a:pt x="437400" y="874788"/>
                  </a:moveTo>
                  <a:lnTo>
                    <a:pt x="389741" y="872222"/>
                  </a:lnTo>
                  <a:lnTo>
                    <a:pt x="343568" y="864700"/>
                  </a:lnTo>
                  <a:lnTo>
                    <a:pt x="299149" y="852489"/>
                  </a:lnTo>
                  <a:lnTo>
                    <a:pt x="256750" y="835857"/>
                  </a:lnTo>
                  <a:lnTo>
                    <a:pt x="216637" y="815070"/>
                  </a:lnTo>
                  <a:lnTo>
                    <a:pt x="179078" y="790395"/>
                  </a:lnTo>
                  <a:lnTo>
                    <a:pt x="144340" y="762099"/>
                  </a:lnTo>
                  <a:lnTo>
                    <a:pt x="112690" y="730449"/>
                  </a:lnTo>
                  <a:lnTo>
                    <a:pt x="84393" y="695712"/>
                  </a:lnTo>
                  <a:lnTo>
                    <a:pt x="59718" y="658154"/>
                  </a:lnTo>
                  <a:lnTo>
                    <a:pt x="38931" y="618043"/>
                  </a:lnTo>
                  <a:lnTo>
                    <a:pt x="22299" y="575645"/>
                  </a:lnTo>
                  <a:lnTo>
                    <a:pt x="10088" y="531228"/>
                  </a:lnTo>
                  <a:lnTo>
                    <a:pt x="2566" y="485057"/>
                  </a:lnTo>
                  <a:lnTo>
                    <a:pt x="0" y="437400"/>
                  </a:lnTo>
                  <a:lnTo>
                    <a:pt x="2566" y="389741"/>
                  </a:lnTo>
                  <a:lnTo>
                    <a:pt x="10088" y="343568"/>
                  </a:lnTo>
                  <a:lnTo>
                    <a:pt x="22299" y="299149"/>
                  </a:lnTo>
                  <a:lnTo>
                    <a:pt x="38931" y="256750"/>
                  </a:lnTo>
                  <a:lnTo>
                    <a:pt x="59718" y="216637"/>
                  </a:lnTo>
                  <a:lnTo>
                    <a:pt x="84393" y="179078"/>
                  </a:lnTo>
                  <a:lnTo>
                    <a:pt x="112690" y="144340"/>
                  </a:lnTo>
                  <a:lnTo>
                    <a:pt x="144340" y="112690"/>
                  </a:lnTo>
                  <a:lnTo>
                    <a:pt x="179078" y="84393"/>
                  </a:lnTo>
                  <a:lnTo>
                    <a:pt x="216637" y="59718"/>
                  </a:lnTo>
                  <a:lnTo>
                    <a:pt x="256750" y="38931"/>
                  </a:lnTo>
                  <a:lnTo>
                    <a:pt x="299149" y="22299"/>
                  </a:lnTo>
                  <a:lnTo>
                    <a:pt x="343568" y="10088"/>
                  </a:lnTo>
                  <a:lnTo>
                    <a:pt x="389741" y="2566"/>
                  </a:lnTo>
                  <a:lnTo>
                    <a:pt x="437400" y="0"/>
                  </a:lnTo>
                  <a:lnTo>
                    <a:pt x="485059" y="2566"/>
                  </a:lnTo>
                  <a:lnTo>
                    <a:pt x="531231" y="10088"/>
                  </a:lnTo>
                  <a:lnTo>
                    <a:pt x="575650" y="22299"/>
                  </a:lnTo>
                  <a:lnTo>
                    <a:pt x="618049" y="38931"/>
                  </a:lnTo>
                  <a:lnTo>
                    <a:pt x="658160" y="59718"/>
                  </a:lnTo>
                  <a:lnTo>
                    <a:pt x="695718" y="84393"/>
                  </a:lnTo>
                  <a:lnTo>
                    <a:pt x="730454" y="112690"/>
                  </a:lnTo>
                  <a:lnTo>
                    <a:pt x="762104" y="144340"/>
                  </a:lnTo>
                  <a:lnTo>
                    <a:pt x="790399" y="179078"/>
                  </a:lnTo>
                  <a:lnTo>
                    <a:pt x="815073" y="216637"/>
                  </a:lnTo>
                  <a:lnTo>
                    <a:pt x="835859" y="256750"/>
                  </a:lnTo>
                  <a:lnTo>
                    <a:pt x="852490" y="299149"/>
                  </a:lnTo>
                  <a:lnTo>
                    <a:pt x="864700" y="343568"/>
                  </a:lnTo>
                  <a:lnTo>
                    <a:pt x="872222" y="389741"/>
                  </a:lnTo>
                  <a:lnTo>
                    <a:pt x="874788" y="437400"/>
                  </a:lnTo>
                  <a:lnTo>
                    <a:pt x="872222" y="485057"/>
                  </a:lnTo>
                  <a:lnTo>
                    <a:pt x="864700" y="531228"/>
                  </a:lnTo>
                  <a:lnTo>
                    <a:pt x="852490" y="575645"/>
                  </a:lnTo>
                  <a:lnTo>
                    <a:pt x="835859" y="618043"/>
                  </a:lnTo>
                  <a:lnTo>
                    <a:pt x="815073" y="658154"/>
                  </a:lnTo>
                  <a:lnTo>
                    <a:pt x="790399" y="695712"/>
                  </a:lnTo>
                  <a:lnTo>
                    <a:pt x="762104" y="730449"/>
                  </a:lnTo>
                  <a:lnTo>
                    <a:pt x="730454" y="762099"/>
                  </a:lnTo>
                  <a:lnTo>
                    <a:pt x="695718" y="790395"/>
                  </a:lnTo>
                  <a:lnTo>
                    <a:pt x="658160" y="815070"/>
                  </a:lnTo>
                  <a:lnTo>
                    <a:pt x="618049" y="835857"/>
                  </a:lnTo>
                  <a:lnTo>
                    <a:pt x="575650" y="852489"/>
                  </a:lnTo>
                  <a:lnTo>
                    <a:pt x="531231" y="864700"/>
                  </a:lnTo>
                  <a:lnTo>
                    <a:pt x="485059" y="872222"/>
                  </a:lnTo>
                  <a:lnTo>
                    <a:pt x="437400" y="8747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08780" y="36013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1276" y="2993872"/>
              <a:ext cx="1215390" cy="1215390"/>
            </a:xfrm>
            <a:custGeom>
              <a:avLst/>
              <a:gdLst/>
              <a:ahLst/>
              <a:cxnLst/>
              <a:rect l="l" t="t" r="r" b="b"/>
              <a:pathLst>
                <a:path w="1215389" h="1215389">
                  <a:moveTo>
                    <a:pt x="1214996" y="607504"/>
                  </a:moveTo>
                  <a:lnTo>
                    <a:pt x="0" y="607504"/>
                  </a:lnTo>
                </a:path>
                <a:path w="1215389" h="1215389">
                  <a:moveTo>
                    <a:pt x="607504" y="0"/>
                  </a:moveTo>
                  <a:lnTo>
                    <a:pt x="607504" y="1214996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7932" y="3347389"/>
              <a:ext cx="132676" cy="1750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9177" y="3471773"/>
              <a:ext cx="259194" cy="25919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9177" y="3471773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4">
                  <a:moveTo>
                    <a:pt x="129603" y="259194"/>
                  </a:moveTo>
                  <a:lnTo>
                    <a:pt x="180048" y="249009"/>
                  </a:lnTo>
                  <a:lnTo>
                    <a:pt x="221240" y="221235"/>
                  </a:lnTo>
                  <a:lnTo>
                    <a:pt x="249011" y="180043"/>
                  </a:lnTo>
                  <a:lnTo>
                    <a:pt x="259194" y="129603"/>
                  </a:lnTo>
                  <a:lnTo>
                    <a:pt x="249011" y="79156"/>
                  </a:lnTo>
                  <a:lnTo>
                    <a:pt x="221240" y="37960"/>
                  </a:lnTo>
                  <a:lnTo>
                    <a:pt x="180048" y="10185"/>
                  </a:lnTo>
                  <a:lnTo>
                    <a:pt x="129603" y="0"/>
                  </a:lnTo>
                  <a:lnTo>
                    <a:pt x="79156" y="10185"/>
                  </a:lnTo>
                  <a:lnTo>
                    <a:pt x="37960" y="37960"/>
                  </a:lnTo>
                  <a:lnTo>
                    <a:pt x="10185" y="79156"/>
                  </a:lnTo>
                  <a:lnTo>
                    <a:pt x="0" y="129603"/>
                  </a:lnTo>
                  <a:lnTo>
                    <a:pt x="10185" y="180043"/>
                  </a:lnTo>
                  <a:lnTo>
                    <a:pt x="37960" y="221235"/>
                  </a:lnTo>
                  <a:lnTo>
                    <a:pt x="79156" y="249009"/>
                  </a:lnTo>
                  <a:lnTo>
                    <a:pt x="129603" y="2591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9922" y="3319769"/>
              <a:ext cx="227211" cy="22721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23535" y="1578584"/>
              <a:ext cx="605790" cy="1854835"/>
            </a:xfrm>
            <a:custGeom>
              <a:avLst/>
              <a:gdLst/>
              <a:ahLst/>
              <a:cxnLst/>
              <a:rect l="l" t="t" r="r" b="b"/>
              <a:pathLst>
                <a:path w="605789" h="1854835">
                  <a:moveTo>
                    <a:pt x="605294" y="0"/>
                  </a:moveTo>
                  <a:lnTo>
                    <a:pt x="0" y="1854796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28829" y="15785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28829" y="15785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28829" y="157858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99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69622" y="13193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401" y="259181"/>
                  </a:moveTo>
                  <a:lnTo>
                    <a:pt x="259207" y="259181"/>
                  </a:lnTo>
                  <a:lnTo>
                    <a:pt x="259207" y="0"/>
                  </a:lnTo>
                  <a:lnTo>
                    <a:pt x="212610" y="4178"/>
                  </a:lnTo>
                  <a:lnTo>
                    <a:pt x="168757" y="16217"/>
                  </a:lnTo>
                  <a:lnTo>
                    <a:pt x="128371" y="35394"/>
                  </a:lnTo>
                  <a:lnTo>
                    <a:pt x="92202" y="60960"/>
                  </a:lnTo>
                  <a:lnTo>
                    <a:pt x="60960" y="92202"/>
                  </a:lnTo>
                  <a:lnTo>
                    <a:pt x="35382" y="128371"/>
                  </a:lnTo>
                  <a:lnTo>
                    <a:pt x="16205" y="168757"/>
                  </a:lnTo>
                  <a:lnTo>
                    <a:pt x="4165" y="212610"/>
                  </a:lnTo>
                  <a:lnTo>
                    <a:pt x="0" y="259194"/>
                  </a:lnTo>
                  <a:lnTo>
                    <a:pt x="259194" y="259194"/>
                  </a:lnTo>
                  <a:lnTo>
                    <a:pt x="259194" y="518388"/>
                  </a:lnTo>
                  <a:lnTo>
                    <a:pt x="305777" y="514223"/>
                  </a:lnTo>
                  <a:lnTo>
                    <a:pt x="349631" y="502183"/>
                  </a:lnTo>
                  <a:lnTo>
                    <a:pt x="390017" y="483006"/>
                  </a:lnTo>
                  <a:lnTo>
                    <a:pt x="426186" y="457428"/>
                  </a:lnTo>
                  <a:lnTo>
                    <a:pt x="457428" y="426186"/>
                  </a:lnTo>
                  <a:lnTo>
                    <a:pt x="483006" y="390017"/>
                  </a:lnTo>
                  <a:lnTo>
                    <a:pt x="502183" y="349631"/>
                  </a:lnTo>
                  <a:lnTo>
                    <a:pt x="514223" y="305777"/>
                  </a:lnTo>
                  <a:lnTo>
                    <a:pt x="518401" y="259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69622" y="13193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401" y="259207"/>
                  </a:moveTo>
                  <a:lnTo>
                    <a:pt x="514223" y="212623"/>
                  </a:lnTo>
                  <a:lnTo>
                    <a:pt x="502183" y="168770"/>
                  </a:lnTo>
                  <a:lnTo>
                    <a:pt x="483006" y="128384"/>
                  </a:lnTo>
                  <a:lnTo>
                    <a:pt x="457428" y="92214"/>
                  </a:lnTo>
                  <a:lnTo>
                    <a:pt x="426186" y="60972"/>
                  </a:lnTo>
                  <a:lnTo>
                    <a:pt x="390017" y="35394"/>
                  </a:lnTo>
                  <a:lnTo>
                    <a:pt x="349631" y="16217"/>
                  </a:lnTo>
                  <a:lnTo>
                    <a:pt x="305777" y="4178"/>
                  </a:lnTo>
                  <a:lnTo>
                    <a:pt x="259194" y="0"/>
                  </a:lnTo>
                  <a:lnTo>
                    <a:pt x="259194" y="259194"/>
                  </a:lnTo>
                  <a:lnTo>
                    <a:pt x="0" y="259194"/>
                  </a:lnTo>
                  <a:lnTo>
                    <a:pt x="4165" y="305790"/>
                  </a:lnTo>
                  <a:lnTo>
                    <a:pt x="16205" y="349643"/>
                  </a:lnTo>
                  <a:lnTo>
                    <a:pt x="35382" y="390017"/>
                  </a:lnTo>
                  <a:lnTo>
                    <a:pt x="60960" y="426199"/>
                  </a:lnTo>
                  <a:lnTo>
                    <a:pt x="92202" y="457428"/>
                  </a:lnTo>
                  <a:lnTo>
                    <a:pt x="128371" y="483006"/>
                  </a:lnTo>
                  <a:lnTo>
                    <a:pt x="168757" y="502183"/>
                  </a:lnTo>
                  <a:lnTo>
                    <a:pt x="212610" y="514223"/>
                  </a:lnTo>
                  <a:lnTo>
                    <a:pt x="259207" y="518388"/>
                  </a:lnTo>
                  <a:lnTo>
                    <a:pt x="259207" y="259207"/>
                  </a:lnTo>
                  <a:lnTo>
                    <a:pt x="518401" y="25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69622" y="1319377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259207" y="518401"/>
                  </a:moveTo>
                  <a:lnTo>
                    <a:pt x="305795" y="514225"/>
                  </a:lnTo>
                  <a:lnTo>
                    <a:pt x="349645" y="502184"/>
                  </a:lnTo>
                  <a:lnTo>
                    <a:pt x="390024" y="483012"/>
                  </a:lnTo>
                  <a:lnTo>
                    <a:pt x="426199" y="457439"/>
                  </a:lnTo>
                  <a:lnTo>
                    <a:pt x="457439" y="426199"/>
                  </a:lnTo>
                  <a:lnTo>
                    <a:pt x="483012" y="390024"/>
                  </a:lnTo>
                  <a:lnTo>
                    <a:pt x="502184" y="349645"/>
                  </a:lnTo>
                  <a:lnTo>
                    <a:pt x="514225" y="305795"/>
                  </a:lnTo>
                  <a:lnTo>
                    <a:pt x="518401" y="259206"/>
                  </a:lnTo>
                  <a:lnTo>
                    <a:pt x="514225" y="212614"/>
                  </a:lnTo>
                  <a:lnTo>
                    <a:pt x="502184" y="168761"/>
                  </a:lnTo>
                  <a:lnTo>
                    <a:pt x="483012" y="128381"/>
                  </a:lnTo>
                  <a:lnTo>
                    <a:pt x="457439" y="92203"/>
                  </a:lnTo>
                  <a:lnTo>
                    <a:pt x="426199" y="60962"/>
                  </a:lnTo>
                  <a:lnTo>
                    <a:pt x="390024" y="35389"/>
                  </a:lnTo>
                  <a:lnTo>
                    <a:pt x="349645" y="16216"/>
                  </a:lnTo>
                  <a:lnTo>
                    <a:pt x="305795" y="4176"/>
                  </a:lnTo>
                  <a:lnTo>
                    <a:pt x="259207" y="0"/>
                  </a:lnTo>
                  <a:lnTo>
                    <a:pt x="212614" y="4176"/>
                  </a:lnTo>
                  <a:lnTo>
                    <a:pt x="168761" y="16216"/>
                  </a:lnTo>
                  <a:lnTo>
                    <a:pt x="128381" y="35389"/>
                  </a:lnTo>
                  <a:lnTo>
                    <a:pt x="92203" y="60962"/>
                  </a:lnTo>
                  <a:lnTo>
                    <a:pt x="60962" y="92203"/>
                  </a:lnTo>
                  <a:lnTo>
                    <a:pt x="35389" y="128381"/>
                  </a:lnTo>
                  <a:lnTo>
                    <a:pt x="16216" y="168761"/>
                  </a:lnTo>
                  <a:lnTo>
                    <a:pt x="4176" y="212614"/>
                  </a:lnTo>
                  <a:lnTo>
                    <a:pt x="0" y="259206"/>
                  </a:lnTo>
                  <a:lnTo>
                    <a:pt x="4176" y="305795"/>
                  </a:lnTo>
                  <a:lnTo>
                    <a:pt x="16216" y="349645"/>
                  </a:lnTo>
                  <a:lnTo>
                    <a:pt x="35389" y="390024"/>
                  </a:lnTo>
                  <a:lnTo>
                    <a:pt x="60962" y="426199"/>
                  </a:lnTo>
                  <a:lnTo>
                    <a:pt x="92203" y="457439"/>
                  </a:lnTo>
                  <a:lnTo>
                    <a:pt x="128381" y="483012"/>
                  </a:lnTo>
                  <a:lnTo>
                    <a:pt x="168761" y="502184"/>
                  </a:lnTo>
                  <a:lnTo>
                    <a:pt x="212614" y="514225"/>
                  </a:lnTo>
                  <a:lnTo>
                    <a:pt x="259207" y="5184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86098" y="2763608"/>
              <a:ext cx="462280" cy="150495"/>
            </a:xfrm>
            <a:custGeom>
              <a:avLst/>
              <a:gdLst/>
              <a:ahLst/>
              <a:cxnLst/>
              <a:rect l="l" t="t" r="r" b="b"/>
              <a:pathLst>
                <a:path w="462279" h="150494">
                  <a:moveTo>
                    <a:pt x="0" y="0"/>
                  </a:moveTo>
                  <a:lnTo>
                    <a:pt x="462203" y="150190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24894" y="2752585"/>
              <a:ext cx="389255" cy="267970"/>
            </a:xfrm>
            <a:custGeom>
              <a:avLst/>
              <a:gdLst/>
              <a:ahLst/>
              <a:cxnLst/>
              <a:rect l="l" t="t" r="r" b="b"/>
              <a:pathLst>
                <a:path w="389254" h="267969">
                  <a:moveTo>
                    <a:pt x="389153" y="95707"/>
                  </a:moveTo>
                  <a:lnTo>
                    <a:pt x="0" y="0"/>
                  </a:lnTo>
                  <a:lnTo>
                    <a:pt x="298322" y="267588"/>
                  </a:lnTo>
                  <a:lnTo>
                    <a:pt x="389153" y="957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24894" y="2752585"/>
              <a:ext cx="1377950" cy="293370"/>
            </a:xfrm>
            <a:custGeom>
              <a:avLst/>
              <a:gdLst/>
              <a:ahLst/>
              <a:cxnLst/>
              <a:rect l="l" t="t" r="r" b="b"/>
              <a:pathLst>
                <a:path w="1377950" h="293369">
                  <a:moveTo>
                    <a:pt x="0" y="0"/>
                  </a:moveTo>
                  <a:lnTo>
                    <a:pt x="389153" y="95707"/>
                  </a:lnTo>
                  <a:lnTo>
                    <a:pt x="298322" y="267588"/>
                  </a:lnTo>
                  <a:lnTo>
                    <a:pt x="0" y="0"/>
                  </a:lnTo>
                  <a:close/>
                </a:path>
                <a:path w="1377950" h="293369">
                  <a:moveTo>
                    <a:pt x="1377645" y="218503"/>
                  </a:moveTo>
                  <a:lnTo>
                    <a:pt x="1244295" y="257467"/>
                  </a:lnTo>
                  <a:lnTo>
                    <a:pt x="1103845" y="283121"/>
                  </a:lnTo>
                  <a:lnTo>
                    <a:pt x="967460" y="293204"/>
                  </a:lnTo>
                  <a:lnTo>
                    <a:pt x="830567" y="291452"/>
                  </a:lnTo>
                  <a:lnTo>
                    <a:pt x="687933" y="279882"/>
                  </a:lnTo>
                  <a:lnTo>
                    <a:pt x="552145" y="249656"/>
                  </a:lnTo>
                  <a:lnTo>
                    <a:pt x="416559" y="209346"/>
                  </a:lnTo>
                  <a:lnTo>
                    <a:pt x="345414" y="182283"/>
                  </a:lnTo>
                  <a:lnTo>
                    <a:pt x="343738" y="181648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1955" y="3306622"/>
              <a:ext cx="89039" cy="7014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378710" y="3372243"/>
              <a:ext cx="680720" cy="1029969"/>
            </a:xfrm>
            <a:custGeom>
              <a:avLst/>
              <a:gdLst/>
              <a:ahLst/>
              <a:cxnLst/>
              <a:rect l="l" t="t" r="r" b="b"/>
              <a:pathLst>
                <a:path w="680720" h="1029970">
                  <a:moveTo>
                    <a:pt x="680656" y="909840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424268" y="1029385"/>
                  </a:lnTo>
                  <a:lnTo>
                    <a:pt x="680656" y="90984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378710" y="3372243"/>
              <a:ext cx="680720" cy="1029969"/>
            </a:xfrm>
            <a:custGeom>
              <a:avLst/>
              <a:gdLst/>
              <a:ahLst/>
              <a:cxnLst/>
              <a:rect l="l" t="t" r="r" b="b"/>
              <a:pathLst>
                <a:path w="680720" h="1029970">
                  <a:moveTo>
                    <a:pt x="680656" y="909840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424268" y="1029385"/>
                  </a:lnTo>
                  <a:lnTo>
                    <a:pt x="680656" y="90984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4605" y="3503688"/>
              <a:ext cx="586740" cy="889635"/>
            </a:xfrm>
            <a:custGeom>
              <a:avLst/>
              <a:gdLst/>
              <a:ahLst/>
              <a:cxnLst/>
              <a:rect l="l" t="t" r="r" b="b"/>
              <a:pathLst>
                <a:path w="586740" h="889635">
                  <a:moveTo>
                    <a:pt x="367017" y="889254"/>
                  </a:moveTo>
                  <a:lnTo>
                    <a:pt x="0" y="102171"/>
                  </a:lnTo>
                </a:path>
                <a:path w="586740" h="889635">
                  <a:moveTo>
                    <a:pt x="219087" y="0"/>
                  </a:moveTo>
                  <a:lnTo>
                    <a:pt x="586117" y="7870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635097" y="3372243"/>
              <a:ext cx="424815" cy="909955"/>
            </a:xfrm>
            <a:custGeom>
              <a:avLst/>
              <a:gdLst/>
              <a:ahLst/>
              <a:cxnLst/>
              <a:rect l="l" t="t" r="r" b="b"/>
              <a:pathLst>
                <a:path w="424815" h="909954">
                  <a:moveTo>
                    <a:pt x="424268" y="90984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468485" y="5709297"/>
              <a:ext cx="256540" cy="131445"/>
            </a:xfrm>
            <a:custGeom>
              <a:avLst/>
              <a:gdLst/>
              <a:ahLst/>
              <a:cxnLst/>
              <a:rect l="l" t="t" r="r" b="b"/>
              <a:pathLst>
                <a:path w="256540" h="131445">
                  <a:moveTo>
                    <a:pt x="256273" y="0"/>
                  </a:moveTo>
                  <a:lnTo>
                    <a:pt x="0" y="119507"/>
                  </a:lnTo>
                  <a:lnTo>
                    <a:pt x="24993" y="130848"/>
                  </a:lnTo>
                  <a:lnTo>
                    <a:pt x="244856" y="28321"/>
                  </a:lnTo>
                  <a:lnTo>
                    <a:pt x="25627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468485" y="5709297"/>
              <a:ext cx="256540" cy="131445"/>
            </a:xfrm>
            <a:custGeom>
              <a:avLst/>
              <a:gdLst/>
              <a:ahLst/>
              <a:cxnLst/>
              <a:rect l="l" t="t" r="r" b="b"/>
              <a:pathLst>
                <a:path w="256540" h="131445">
                  <a:moveTo>
                    <a:pt x="256273" y="0"/>
                  </a:moveTo>
                  <a:lnTo>
                    <a:pt x="0" y="119507"/>
                  </a:lnTo>
                  <a:lnTo>
                    <a:pt x="24993" y="130848"/>
                  </a:lnTo>
                  <a:lnTo>
                    <a:pt x="244856" y="28321"/>
                  </a:lnTo>
                  <a:lnTo>
                    <a:pt x="256273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396437" y="5554764"/>
              <a:ext cx="328930" cy="274320"/>
            </a:xfrm>
            <a:custGeom>
              <a:avLst/>
              <a:gdLst/>
              <a:ahLst/>
              <a:cxnLst/>
              <a:rect l="l" t="t" r="r" b="b"/>
              <a:pathLst>
                <a:path w="328929" h="274320">
                  <a:moveTo>
                    <a:pt x="328434" y="154482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72047" y="274040"/>
                  </a:lnTo>
                  <a:lnTo>
                    <a:pt x="328434" y="154482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96437" y="5554764"/>
              <a:ext cx="328930" cy="274320"/>
            </a:xfrm>
            <a:custGeom>
              <a:avLst/>
              <a:gdLst/>
              <a:ahLst/>
              <a:cxnLst/>
              <a:rect l="l" t="t" r="r" b="b"/>
              <a:pathLst>
                <a:path w="328929" h="274320">
                  <a:moveTo>
                    <a:pt x="256387" y="0"/>
                  </a:moveTo>
                  <a:lnTo>
                    <a:pt x="328434" y="154482"/>
                  </a:lnTo>
                  <a:lnTo>
                    <a:pt x="72047" y="274040"/>
                  </a:lnTo>
                  <a:lnTo>
                    <a:pt x="0" y="11955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415094" y="5563450"/>
              <a:ext cx="300355" cy="275590"/>
            </a:xfrm>
            <a:custGeom>
              <a:avLst/>
              <a:gdLst/>
              <a:ahLst/>
              <a:cxnLst/>
              <a:rect l="l" t="t" r="r" b="b"/>
              <a:pathLst>
                <a:path w="300354" h="275589">
                  <a:moveTo>
                    <a:pt x="299834" y="173164"/>
                  </a:moveTo>
                  <a:lnTo>
                    <a:pt x="219087" y="0"/>
                  </a:lnTo>
                </a:path>
                <a:path w="300354" h="275589">
                  <a:moveTo>
                    <a:pt x="0" y="102171"/>
                  </a:moveTo>
                  <a:lnTo>
                    <a:pt x="80746" y="27533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89021" y="4143870"/>
              <a:ext cx="801370" cy="1030605"/>
            </a:xfrm>
            <a:custGeom>
              <a:avLst/>
              <a:gdLst/>
              <a:ahLst/>
              <a:cxnLst/>
              <a:rect l="l" t="t" r="r" b="b"/>
              <a:pathLst>
                <a:path w="801370" h="1030604">
                  <a:moveTo>
                    <a:pt x="353517" y="972375"/>
                  </a:moveTo>
                  <a:lnTo>
                    <a:pt x="368744" y="1005014"/>
                  </a:lnTo>
                  <a:lnTo>
                    <a:pt x="378371" y="1017549"/>
                  </a:lnTo>
                  <a:lnTo>
                    <a:pt x="394233" y="1027176"/>
                  </a:lnTo>
                  <a:lnTo>
                    <a:pt x="412546" y="1029982"/>
                  </a:lnTo>
                  <a:lnTo>
                    <a:pt x="431812" y="1026668"/>
                  </a:lnTo>
                  <a:lnTo>
                    <a:pt x="773658" y="867270"/>
                  </a:lnTo>
                  <a:lnTo>
                    <a:pt x="788581" y="854633"/>
                  </a:lnTo>
                  <a:lnTo>
                    <a:pt x="798220" y="838784"/>
                  </a:lnTo>
                  <a:lnTo>
                    <a:pt x="801027" y="820458"/>
                  </a:lnTo>
                  <a:lnTo>
                    <a:pt x="797610" y="805027"/>
                  </a:lnTo>
                  <a:lnTo>
                    <a:pt x="435317" y="28079"/>
                  </a:lnTo>
                  <a:lnTo>
                    <a:pt x="424218" y="12420"/>
                  </a:lnTo>
                  <a:lnTo>
                    <a:pt x="408393" y="2806"/>
                  </a:lnTo>
                  <a:lnTo>
                    <a:pt x="390055" y="0"/>
                  </a:lnTo>
                  <a:lnTo>
                    <a:pt x="371513" y="4864"/>
                  </a:lnTo>
                  <a:lnTo>
                    <a:pt x="29667" y="164274"/>
                  </a:lnTo>
                  <a:lnTo>
                    <a:pt x="14020" y="175348"/>
                  </a:lnTo>
                  <a:lnTo>
                    <a:pt x="0" y="2063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4355" y="4728679"/>
              <a:ext cx="452755" cy="254000"/>
            </a:xfrm>
            <a:custGeom>
              <a:avLst/>
              <a:gdLst/>
              <a:ahLst/>
              <a:cxnLst/>
              <a:rect l="l" t="t" r="r" b="b"/>
              <a:pathLst>
                <a:path w="452754" h="254000">
                  <a:moveTo>
                    <a:pt x="452666" y="54381"/>
                  </a:moveTo>
                  <a:lnTo>
                    <a:pt x="427304" y="0"/>
                  </a:lnTo>
                  <a:lnTo>
                    <a:pt x="0" y="199262"/>
                  </a:lnTo>
                  <a:lnTo>
                    <a:pt x="25349" y="253644"/>
                  </a:lnTo>
                  <a:lnTo>
                    <a:pt x="452666" y="5438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944355" y="4728679"/>
              <a:ext cx="452755" cy="254000"/>
            </a:xfrm>
            <a:custGeom>
              <a:avLst/>
              <a:gdLst/>
              <a:ahLst/>
              <a:cxnLst/>
              <a:rect l="l" t="t" r="r" b="b"/>
              <a:pathLst>
                <a:path w="452754" h="254000">
                  <a:moveTo>
                    <a:pt x="452666" y="54381"/>
                  </a:moveTo>
                  <a:lnTo>
                    <a:pt x="427304" y="0"/>
                  </a:lnTo>
                  <a:lnTo>
                    <a:pt x="0" y="199262"/>
                  </a:lnTo>
                  <a:lnTo>
                    <a:pt x="25349" y="253644"/>
                  </a:lnTo>
                  <a:lnTo>
                    <a:pt x="452666" y="54381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28430" y="4266628"/>
              <a:ext cx="488950" cy="410845"/>
            </a:xfrm>
            <a:custGeom>
              <a:avLst/>
              <a:gdLst/>
              <a:ahLst/>
              <a:cxnLst/>
              <a:rect l="l" t="t" r="r" b="b"/>
              <a:pathLst>
                <a:path w="488950" h="410845">
                  <a:moveTo>
                    <a:pt x="488899" y="131063"/>
                  </a:moveTo>
                  <a:lnTo>
                    <a:pt x="475132" y="101536"/>
                  </a:lnTo>
                  <a:lnTo>
                    <a:pt x="474709" y="99927"/>
                  </a:lnTo>
                  <a:lnTo>
                    <a:pt x="429171" y="0"/>
                  </a:lnTo>
                  <a:lnTo>
                    <a:pt x="0" y="203034"/>
                  </a:lnTo>
                  <a:lnTo>
                    <a:pt x="93395" y="410730"/>
                  </a:lnTo>
                  <a:lnTo>
                    <a:pt x="488899" y="131063"/>
                  </a:lnTo>
                  <a:close/>
                </a:path>
                <a:path w="488950" h="410845">
                  <a:moveTo>
                    <a:pt x="488899" y="131063"/>
                  </a:moveTo>
                  <a:lnTo>
                    <a:pt x="470255" y="82969"/>
                  </a:lnTo>
                  <a:lnTo>
                    <a:pt x="474709" y="99927"/>
                  </a:lnTo>
                  <a:lnTo>
                    <a:pt x="488899" y="131063"/>
                  </a:lnTo>
                  <a:close/>
                </a:path>
                <a:path w="488950" h="410845">
                  <a:moveTo>
                    <a:pt x="488899" y="131063"/>
                  </a:moveTo>
                  <a:lnTo>
                    <a:pt x="474709" y="99927"/>
                  </a:lnTo>
                  <a:lnTo>
                    <a:pt x="475132" y="101536"/>
                  </a:lnTo>
                  <a:lnTo>
                    <a:pt x="488899" y="131063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28430" y="4266628"/>
              <a:ext cx="488950" cy="410845"/>
            </a:xfrm>
            <a:custGeom>
              <a:avLst/>
              <a:gdLst/>
              <a:ahLst/>
              <a:cxnLst/>
              <a:rect l="l" t="t" r="r" b="b"/>
              <a:pathLst>
                <a:path w="488950" h="410845">
                  <a:moveTo>
                    <a:pt x="93395" y="410730"/>
                  </a:moveTo>
                  <a:lnTo>
                    <a:pt x="0" y="203034"/>
                  </a:lnTo>
                  <a:lnTo>
                    <a:pt x="429171" y="0"/>
                  </a:lnTo>
                  <a:lnTo>
                    <a:pt x="488899" y="131063"/>
                  </a:lnTo>
                  <a:lnTo>
                    <a:pt x="475132" y="101536"/>
                  </a:lnTo>
                  <a:lnTo>
                    <a:pt x="470255" y="82969"/>
                  </a:lnTo>
                  <a:lnTo>
                    <a:pt x="488899" y="13106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088539" y="5105920"/>
              <a:ext cx="527050" cy="339725"/>
            </a:xfrm>
            <a:custGeom>
              <a:avLst/>
              <a:gdLst/>
              <a:ahLst/>
              <a:cxnLst/>
              <a:rect l="l" t="t" r="r" b="b"/>
              <a:pathLst>
                <a:path w="527050" h="339725">
                  <a:moveTo>
                    <a:pt x="527011" y="139039"/>
                  </a:moveTo>
                  <a:lnTo>
                    <a:pt x="462178" y="0"/>
                  </a:lnTo>
                  <a:lnTo>
                    <a:pt x="0" y="131229"/>
                  </a:lnTo>
                  <a:lnTo>
                    <a:pt x="97091" y="339445"/>
                  </a:lnTo>
                  <a:lnTo>
                    <a:pt x="527011" y="139039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88539" y="5105920"/>
              <a:ext cx="527050" cy="339725"/>
            </a:xfrm>
            <a:custGeom>
              <a:avLst/>
              <a:gdLst/>
              <a:ahLst/>
              <a:cxnLst/>
              <a:rect l="l" t="t" r="r" b="b"/>
              <a:pathLst>
                <a:path w="527050" h="339725">
                  <a:moveTo>
                    <a:pt x="462178" y="0"/>
                  </a:moveTo>
                  <a:lnTo>
                    <a:pt x="527011" y="139039"/>
                  </a:lnTo>
                  <a:lnTo>
                    <a:pt x="97091" y="339445"/>
                  </a:lnTo>
                  <a:lnTo>
                    <a:pt x="0" y="13122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721801" y="4244568"/>
              <a:ext cx="434975" cy="221615"/>
            </a:xfrm>
            <a:custGeom>
              <a:avLst/>
              <a:gdLst/>
              <a:ahLst/>
              <a:cxnLst/>
              <a:rect l="l" t="t" r="r" b="b"/>
              <a:pathLst>
                <a:path w="434975" h="221614">
                  <a:moveTo>
                    <a:pt x="434454" y="22694"/>
                  </a:moveTo>
                  <a:lnTo>
                    <a:pt x="427316" y="3314"/>
                  </a:lnTo>
                  <a:lnTo>
                    <a:pt x="418198" y="0"/>
                  </a:lnTo>
                  <a:lnTo>
                    <a:pt x="3314" y="193471"/>
                  </a:lnTo>
                  <a:lnTo>
                    <a:pt x="0" y="202577"/>
                  </a:lnTo>
                  <a:lnTo>
                    <a:pt x="8686" y="221233"/>
                  </a:lnTo>
                  <a:lnTo>
                    <a:pt x="434454" y="22694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721801" y="4244568"/>
              <a:ext cx="434975" cy="221615"/>
            </a:xfrm>
            <a:custGeom>
              <a:avLst/>
              <a:gdLst/>
              <a:ahLst/>
              <a:cxnLst/>
              <a:rect l="l" t="t" r="r" b="b"/>
              <a:pathLst>
                <a:path w="434975" h="221614">
                  <a:moveTo>
                    <a:pt x="8686" y="221233"/>
                  </a:moveTo>
                  <a:lnTo>
                    <a:pt x="0" y="202577"/>
                  </a:lnTo>
                  <a:lnTo>
                    <a:pt x="3314" y="193471"/>
                  </a:lnTo>
                  <a:lnTo>
                    <a:pt x="418198" y="0"/>
                  </a:lnTo>
                  <a:lnTo>
                    <a:pt x="427316" y="3314"/>
                  </a:lnTo>
                  <a:lnTo>
                    <a:pt x="434454" y="22694"/>
                  </a:lnTo>
                  <a:lnTo>
                    <a:pt x="8686" y="22123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185681" y="5243652"/>
              <a:ext cx="436245" cy="220979"/>
            </a:xfrm>
            <a:custGeom>
              <a:avLst/>
              <a:gdLst/>
              <a:ahLst/>
              <a:cxnLst/>
              <a:rect l="l" t="t" r="r" b="b"/>
              <a:pathLst>
                <a:path w="436245" h="220979">
                  <a:moveTo>
                    <a:pt x="436016" y="17919"/>
                  </a:moveTo>
                  <a:lnTo>
                    <a:pt x="425767" y="0"/>
                  </a:lnTo>
                  <a:lnTo>
                    <a:pt x="0" y="198539"/>
                  </a:lnTo>
                  <a:lnTo>
                    <a:pt x="8699" y="217182"/>
                  </a:lnTo>
                  <a:lnTo>
                    <a:pt x="17805" y="220497"/>
                  </a:lnTo>
                  <a:lnTo>
                    <a:pt x="432688" y="27038"/>
                  </a:lnTo>
                  <a:lnTo>
                    <a:pt x="436016" y="1791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185681" y="5243652"/>
              <a:ext cx="436245" cy="220979"/>
            </a:xfrm>
            <a:custGeom>
              <a:avLst/>
              <a:gdLst/>
              <a:ahLst/>
              <a:cxnLst/>
              <a:rect l="l" t="t" r="r" b="b"/>
              <a:pathLst>
                <a:path w="436245" h="220979">
                  <a:moveTo>
                    <a:pt x="0" y="198539"/>
                  </a:moveTo>
                  <a:lnTo>
                    <a:pt x="8699" y="217182"/>
                  </a:lnTo>
                  <a:lnTo>
                    <a:pt x="17805" y="220497"/>
                  </a:lnTo>
                  <a:lnTo>
                    <a:pt x="432688" y="27038"/>
                  </a:lnTo>
                  <a:lnTo>
                    <a:pt x="436016" y="17919"/>
                  </a:lnTo>
                  <a:lnTo>
                    <a:pt x="425767" y="0"/>
                  </a:lnTo>
                  <a:lnTo>
                    <a:pt x="0" y="19853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83779" y="3068980"/>
              <a:ext cx="1205230" cy="633730"/>
            </a:xfrm>
            <a:custGeom>
              <a:avLst/>
              <a:gdLst/>
              <a:ahLst/>
              <a:cxnLst/>
              <a:rect l="l" t="t" r="r" b="b"/>
              <a:pathLst>
                <a:path w="1205229" h="633729">
                  <a:moveTo>
                    <a:pt x="1205052" y="91681"/>
                  </a:moveTo>
                  <a:lnTo>
                    <a:pt x="1162304" y="0"/>
                  </a:lnTo>
                  <a:lnTo>
                    <a:pt x="0" y="541997"/>
                  </a:lnTo>
                  <a:lnTo>
                    <a:pt x="42748" y="633679"/>
                  </a:lnTo>
                  <a:lnTo>
                    <a:pt x="1205052" y="91681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883778" y="3068980"/>
              <a:ext cx="1205230" cy="633730"/>
            </a:xfrm>
            <a:custGeom>
              <a:avLst/>
              <a:gdLst/>
              <a:ahLst/>
              <a:cxnLst/>
              <a:rect l="l" t="t" r="r" b="b"/>
              <a:pathLst>
                <a:path w="1205229" h="633729">
                  <a:moveTo>
                    <a:pt x="1205052" y="91681"/>
                  </a:moveTo>
                  <a:lnTo>
                    <a:pt x="42748" y="633679"/>
                  </a:lnTo>
                  <a:lnTo>
                    <a:pt x="0" y="541997"/>
                  </a:lnTo>
                  <a:lnTo>
                    <a:pt x="1162303" y="0"/>
                  </a:lnTo>
                  <a:lnTo>
                    <a:pt x="1205052" y="916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013598" y="3092551"/>
              <a:ext cx="940435" cy="579755"/>
            </a:xfrm>
            <a:custGeom>
              <a:avLst/>
              <a:gdLst/>
              <a:ahLst/>
              <a:cxnLst/>
              <a:rect l="l" t="t" r="r" b="b"/>
              <a:pathLst>
                <a:path w="940434" h="579754">
                  <a:moveTo>
                    <a:pt x="0" y="399249"/>
                  </a:moveTo>
                  <a:lnTo>
                    <a:pt x="84048" y="579501"/>
                  </a:lnTo>
                </a:path>
                <a:path w="940434" h="579754">
                  <a:moveTo>
                    <a:pt x="940244" y="180251"/>
                  </a:moveTo>
                  <a:lnTo>
                    <a:pt x="856183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435949" y="3495001"/>
              <a:ext cx="256540" cy="120014"/>
            </a:xfrm>
            <a:custGeom>
              <a:avLst/>
              <a:gdLst/>
              <a:ahLst/>
              <a:cxnLst/>
              <a:rect l="l" t="t" r="r" b="b"/>
              <a:pathLst>
                <a:path w="256540" h="120014">
                  <a:moveTo>
                    <a:pt x="0" y="119557"/>
                  </a:moveTo>
                  <a:lnTo>
                    <a:pt x="25638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837866" y="3114636"/>
              <a:ext cx="153670" cy="143510"/>
            </a:xfrm>
            <a:custGeom>
              <a:avLst/>
              <a:gdLst/>
              <a:ahLst/>
              <a:cxnLst/>
              <a:rect l="l" t="t" r="r" b="b"/>
              <a:pathLst>
                <a:path w="153670" h="143510">
                  <a:moveTo>
                    <a:pt x="42748" y="143116"/>
                  </a:moveTo>
                  <a:lnTo>
                    <a:pt x="0" y="51447"/>
                  </a:lnTo>
                </a:path>
                <a:path w="153670" h="143510">
                  <a:moveTo>
                    <a:pt x="110324" y="0"/>
                  </a:moveTo>
                  <a:lnTo>
                    <a:pt x="153073" y="91668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400402" y="3591458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83" y="87630"/>
                  </a:moveTo>
                  <a:lnTo>
                    <a:pt x="459943" y="2184"/>
                  </a:lnTo>
                  <a:lnTo>
                    <a:pt x="436219" y="0"/>
                  </a:lnTo>
                  <a:lnTo>
                    <a:pt x="416229" y="1752"/>
                  </a:lnTo>
                  <a:lnTo>
                    <a:pt x="48793" y="171208"/>
                  </a:lnTo>
                  <a:lnTo>
                    <a:pt x="13563" y="197091"/>
                  </a:lnTo>
                  <a:lnTo>
                    <a:pt x="0" y="216662"/>
                  </a:lnTo>
                  <a:lnTo>
                    <a:pt x="39839" y="302107"/>
                  </a:lnTo>
                  <a:lnTo>
                    <a:pt x="62839" y="302755"/>
                  </a:lnTo>
                  <a:lnTo>
                    <a:pt x="82829" y="301002"/>
                  </a:lnTo>
                  <a:lnTo>
                    <a:pt x="451002" y="133108"/>
                  </a:lnTo>
                  <a:lnTo>
                    <a:pt x="485495" y="105664"/>
                  </a:lnTo>
                  <a:lnTo>
                    <a:pt x="499783" y="8763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400402" y="3591458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32" y="293966"/>
                  </a:moveTo>
                  <a:lnTo>
                    <a:pt x="82829" y="301002"/>
                  </a:lnTo>
                  <a:lnTo>
                    <a:pt x="62839" y="302755"/>
                  </a:lnTo>
                  <a:lnTo>
                    <a:pt x="39839" y="302107"/>
                  </a:lnTo>
                  <a:lnTo>
                    <a:pt x="0" y="216662"/>
                  </a:lnTo>
                  <a:lnTo>
                    <a:pt x="13563" y="197091"/>
                  </a:lnTo>
                  <a:lnTo>
                    <a:pt x="48793" y="171208"/>
                  </a:lnTo>
                  <a:lnTo>
                    <a:pt x="393750" y="10350"/>
                  </a:lnTo>
                  <a:lnTo>
                    <a:pt x="436219" y="0"/>
                  </a:lnTo>
                  <a:lnTo>
                    <a:pt x="459943" y="2184"/>
                  </a:lnTo>
                  <a:lnTo>
                    <a:pt x="499783" y="87630"/>
                  </a:lnTo>
                  <a:lnTo>
                    <a:pt x="485495" y="105664"/>
                  </a:lnTo>
                  <a:lnTo>
                    <a:pt x="471297" y="119849"/>
                  </a:lnTo>
                  <a:lnTo>
                    <a:pt x="451002" y="133108"/>
                  </a:lnTo>
                  <a:lnTo>
                    <a:pt x="106032" y="29396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98776" y="3748417"/>
              <a:ext cx="161175" cy="14897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516937" y="3647262"/>
              <a:ext cx="268605" cy="192405"/>
            </a:xfrm>
            <a:custGeom>
              <a:avLst/>
              <a:gdLst/>
              <a:ahLst/>
              <a:cxnLst/>
              <a:rect l="l" t="t" r="r" b="b"/>
              <a:pathLst>
                <a:path w="268604" h="192404">
                  <a:moveTo>
                    <a:pt x="268262" y="85445"/>
                  </a:moveTo>
                  <a:lnTo>
                    <a:pt x="228422" y="0"/>
                  </a:lnTo>
                  <a:lnTo>
                    <a:pt x="177558" y="8585"/>
                  </a:lnTo>
                  <a:lnTo>
                    <a:pt x="128054" y="24104"/>
                  </a:lnTo>
                  <a:lnTo>
                    <a:pt x="82981" y="45123"/>
                  </a:lnTo>
                  <a:lnTo>
                    <a:pt x="37719" y="73799"/>
                  </a:lnTo>
                  <a:lnTo>
                    <a:pt x="0" y="106514"/>
                  </a:lnTo>
                  <a:lnTo>
                    <a:pt x="39839" y="191960"/>
                  </a:lnTo>
                  <a:lnTo>
                    <a:pt x="88430" y="182562"/>
                  </a:lnTo>
                  <a:lnTo>
                    <a:pt x="139496" y="166319"/>
                  </a:lnTo>
                  <a:lnTo>
                    <a:pt x="184569" y="145300"/>
                  </a:lnTo>
                  <a:lnTo>
                    <a:pt x="228282" y="117348"/>
                  </a:lnTo>
                  <a:lnTo>
                    <a:pt x="268262" y="8544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516937" y="3647262"/>
              <a:ext cx="268605" cy="192405"/>
            </a:xfrm>
            <a:custGeom>
              <a:avLst/>
              <a:gdLst/>
              <a:ahLst/>
              <a:cxnLst/>
              <a:rect l="l" t="t" r="r" b="b"/>
              <a:pathLst>
                <a:path w="268604" h="192404">
                  <a:moveTo>
                    <a:pt x="0" y="106514"/>
                  </a:moveTo>
                  <a:lnTo>
                    <a:pt x="39839" y="191960"/>
                  </a:lnTo>
                  <a:lnTo>
                    <a:pt x="88430" y="182562"/>
                  </a:lnTo>
                  <a:lnTo>
                    <a:pt x="139496" y="166319"/>
                  </a:lnTo>
                  <a:lnTo>
                    <a:pt x="184569" y="145300"/>
                  </a:lnTo>
                  <a:lnTo>
                    <a:pt x="228282" y="117348"/>
                  </a:lnTo>
                  <a:lnTo>
                    <a:pt x="268262" y="85445"/>
                  </a:lnTo>
                  <a:lnTo>
                    <a:pt x="228422" y="0"/>
                  </a:lnTo>
                  <a:lnTo>
                    <a:pt x="177558" y="8585"/>
                  </a:lnTo>
                  <a:lnTo>
                    <a:pt x="128054" y="24104"/>
                  </a:lnTo>
                  <a:lnTo>
                    <a:pt x="82981" y="45123"/>
                  </a:lnTo>
                  <a:lnTo>
                    <a:pt x="37719" y="73799"/>
                  </a:lnTo>
                  <a:lnTo>
                    <a:pt x="0" y="1065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2184" y="3588283"/>
              <a:ext cx="161175" cy="148971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981683" y="3514610"/>
              <a:ext cx="151765" cy="142875"/>
            </a:xfrm>
            <a:custGeom>
              <a:avLst/>
              <a:gdLst/>
              <a:ahLst/>
              <a:cxnLst/>
              <a:rect l="l" t="t" r="r" b="b"/>
              <a:pathLst>
                <a:path w="151765" h="142875">
                  <a:moveTo>
                    <a:pt x="151510" y="91681"/>
                  </a:moveTo>
                  <a:lnTo>
                    <a:pt x="108762" y="0"/>
                  </a:lnTo>
                </a:path>
                <a:path w="151765" h="142875">
                  <a:moveTo>
                    <a:pt x="0" y="50711"/>
                  </a:moveTo>
                  <a:lnTo>
                    <a:pt x="42748" y="142392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338248" y="3355555"/>
              <a:ext cx="340360" cy="172720"/>
            </a:xfrm>
            <a:custGeom>
              <a:avLst/>
              <a:gdLst/>
              <a:ahLst/>
              <a:cxnLst/>
              <a:rect l="l" t="t" r="r" b="b"/>
              <a:pathLst>
                <a:path w="340359" h="172720">
                  <a:moveTo>
                    <a:pt x="57442" y="172669"/>
                  </a:moveTo>
                  <a:lnTo>
                    <a:pt x="40462" y="136245"/>
                  </a:lnTo>
                  <a:lnTo>
                    <a:pt x="0" y="155117"/>
                  </a:lnTo>
                  <a:lnTo>
                    <a:pt x="57442" y="172669"/>
                  </a:lnTo>
                  <a:close/>
                </a:path>
                <a:path w="340359" h="172720">
                  <a:moveTo>
                    <a:pt x="340233" y="0"/>
                  </a:moveTo>
                  <a:lnTo>
                    <a:pt x="299770" y="18859"/>
                  </a:lnTo>
                  <a:lnTo>
                    <a:pt x="316750" y="55283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06511" y="4631385"/>
              <a:ext cx="736600" cy="1191895"/>
            </a:xfrm>
            <a:custGeom>
              <a:avLst/>
              <a:gdLst/>
              <a:ahLst/>
              <a:cxnLst/>
              <a:rect l="l" t="t" r="r" b="b"/>
              <a:pathLst>
                <a:path w="736600" h="1191895">
                  <a:moveTo>
                    <a:pt x="736371" y="1016660"/>
                  </a:moveTo>
                  <a:lnTo>
                    <a:pt x="721271" y="951814"/>
                  </a:lnTo>
                  <a:lnTo>
                    <a:pt x="322745" y="97180"/>
                  </a:lnTo>
                  <a:lnTo>
                    <a:pt x="282778" y="43942"/>
                  </a:lnTo>
                  <a:lnTo>
                    <a:pt x="229235" y="10261"/>
                  </a:lnTo>
                  <a:lnTo>
                    <a:pt x="162026" y="0"/>
                  </a:lnTo>
                  <a:lnTo>
                    <a:pt x="128155" y="4432"/>
                  </a:lnTo>
                  <a:lnTo>
                    <a:pt x="69100" y="31965"/>
                  </a:lnTo>
                  <a:lnTo>
                    <a:pt x="25590" y="80632"/>
                  </a:lnTo>
                  <a:lnTo>
                    <a:pt x="3924" y="143700"/>
                  </a:lnTo>
                  <a:lnTo>
                    <a:pt x="0" y="175806"/>
                  </a:lnTo>
                  <a:lnTo>
                    <a:pt x="5969" y="208953"/>
                  </a:lnTo>
                  <a:lnTo>
                    <a:pt x="415150" y="1094562"/>
                  </a:lnTo>
                  <a:lnTo>
                    <a:pt x="453593" y="1148524"/>
                  </a:lnTo>
                  <a:lnTo>
                    <a:pt x="510209" y="1180769"/>
                  </a:lnTo>
                  <a:lnTo>
                    <a:pt x="575868" y="1191742"/>
                  </a:lnTo>
                  <a:lnTo>
                    <a:pt x="608190" y="1188046"/>
                  </a:lnTo>
                  <a:lnTo>
                    <a:pt x="667245" y="1160513"/>
                  </a:lnTo>
                  <a:lnTo>
                    <a:pt x="712317" y="1111110"/>
                  </a:lnTo>
                  <a:lnTo>
                    <a:pt x="733983" y="1048042"/>
                  </a:lnTo>
                  <a:lnTo>
                    <a:pt x="736371" y="101666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006511" y="4631385"/>
              <a:ext cx="736600" cy="1191895"/>
            </a:xfrm>
            <a:custGeom>
              <a:avLst/>
              <a:gdLst/>
              <a:ahLst/>
              <a:cxnLst/>
              <a:rect l="l" t="t" r="r" b="b"/>
              <a:pathLst>
                <a:path w="736600" h="1191895">
                  <a:moveTo>
                    <a:pt x="322745" y="97180"/>
                  </a:moveTo>
                  <a:lnTo>
                    <a:pt x="282778" y="43942"/>
                  </a:lnTo>
                  <a:lnTo>
                    <a:pt x="229235" y="10261"/>
                  </a:lnTo>
                  <a:lnTo>
                    <a:pt x="162026" y="0"/>
                  </a:lnTo>
                  <a:lnTo>
                    <a:pt x="128155" y="4432"/>
                  </a:lnTo>
                  <a:lnTo>
                    <a:pt x="69100" y="31965"/>
                  </a:lnTo>
                  <a:lnTo>
                    <a:pt x="25590" y="80632"/>
                  </a:lnTo>
                  <a:lnTo>
                    <a:pt x="3924" y="143700"/>
                  </a:lnTo>
                  <a:lnTo>
                    <a:pt x="0" y="175806"/>
                  </a:lnTo>
                  <a:lnTo>
                    <a:pt x="5969" y="208953"/>
                  </a:lnTo>
                  <a:lnTo>
                    <a:pt x="415150" y="1094562"/>
                  </a:lnTo>
                  <a:lnTo>
                    <a:pt x="453593" y="1148524"/>
                  </a:lnTo>
                  <a:lnTo>
                    <a:pt x="510209" y="1180769"/>
                  </a:lnTo>
                  <a:lnTo>
                    <a:pt x="575868" y="1191742"/>
                  </a:lnTo>
                  <a:lnTo>
                    <a:pt x="608190" y="1188046"/>
                  </a:lnTo>
                  <a:lnTo>
                    <a:pt x="667245" y="1160513"/>
                  </a:lnTo>
                  <a:lnTo>
                    <a:pt x="712317" y="1111110"/>
                  </a:lnTo>
                  <a:lnTo>
                    <a:pt x="733983" y="1048042"/>
                  </a:lnTo>
                  <a:lnTo>
                    <a:pt x="736371" y="1016660"/>
                  </a:lnTo>
                  <a:lnTo>
                    <a:pt x="731926" y="982789"/>
                  </a:lnTo>
                  <a:lnTo>
                    <a:pt x="721271" y="951814"/>
                  </a:lnTo>
                  <a:lnTo>
                    <a:pt x="322745" y="9718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19454" y="4741642"/>
              <a:ext cx="114317" cy="11431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18704" y="5597830"/>
              <a:ext cx="114323" cy="11431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19270" y="4955687"/>
              <a:ext cx="114315" cy="1143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19080" y="5169739"/>
              <a:ext cx="114316" cy="11431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18894" y="5383785"/>
              <a:ext cx="114316" cy="11431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9243949" y="5402160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95" y="87617"/>
                  </a:moveTo>
                  <a:lnTo>
                    <a:pt x="459943" y="2171"/>
                  </a:lnTo>
                  <a:lnTo>
                    <a:pt x="436232" y="0"/>
                  </a:lnTo>
                  <a:lnTo>
                    <a:pt x="416242" y="1752"/>
                  </a:lnTo>
                  <a:lnTo>
                    <a:pt x="48806" y="171195"/>
                  </a:lnTo>
                  <a:lnTo>
                    <a:pt x="13576" y="197091"/>
                  </a:lnTo>
                  <a:lnTo>
                    <a:pt x="0" y="216662"/>
                  </a:lnTo>
                  <a:lnTo>
                    <a:pt x="39839" y="302094"/>
                  </a:lnTo>
                  <a:lnTo>
                    <a:pt x="62852" y="302742"/>
                  </a:lnTo>
                  <a:lnTo>
                    <a:pt x="82842" y="300989"/>
                  </a:lnTo>
                  <a:lnTo>
                    <a:pt x="451002" y="133095"/>
                  </a:lnTo>
                  <a:lnTo>
                    <a:pt x="485508" y="105663"/>
                  </a:lnTo>
                  <a:lnTo>
                    <a:pt x="499795" y="8761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243949" y="5402160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45" y="293954"/>
                  </a:moveTo>
                  <a:lnTo>
                    <a:pt x="82842" y="300989"/>
                  </a:lnTo>
                  <a:lnTo>
                    <a:pt x="62852" y="302742"/>
                  </a:lnTo>
                  <a:lnTo>
                    <a:pt x="39839" y="302094"/>
                  </a:lnTo>
                  <a:lnTo>
                    <a:pt x="0" y="216662"/>
                  </a:lnTo>
                  <a:lnTo>
                    <a:pt x="13576" y="197091"/>
                  </a:lnTo>
                  <a:lnTo>
                    <a:pt x="48806" y="171195"/>
                  </a:lnTo>
                  <a:lnTo>
                    <a:pt x="393763" y="10337"/>
                  </a:lnTo>
                  <a:lnTo>
                    <a:pt x="436232" y="0"/>
                  </a:lnTo>
                  <a:lnTo>
                    <a:pt x="459943" y="2171"/>
                  </a:lnTo>
                  <a:lnTo>
                    <a:pt x="499795" y="87617"/>
                  </a:lnTo>
                  <a:lnTo>
                    <a:pt x="485508" y="105663"/>
                  </a:lnTo>
                  <a:lnTo>
                    <a:pt x="471309" y="119849"/>
                  </a:lnTo>
                  <a:lnTo>
                    <a:pt x="451002" y="133095"/>
                  </a:lnTo>
                  <a:lnTo>
                    <a:pt x="106045" y="293954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245498" y="5402148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383260" y="141274"/>
                  </a:moveTo>
                  <a:lnTo>
                    <a:pt x="343408" y="55803"/>
                  </a:lnTo>
                  <a:lnTo>
                    <a:pt x="292557" y="64388"/>
                  </a:lnTo>
                  <a:lnTo>
                    <a:pt x="243039" y="79908"/>
                  </a:lnTo>
                  <a:lnTo>
                    <a:pt x="197980" y="100926"/>
                  </a:lnTo>
                  <a:lnTo>
                    <a:pt x="152704" y="129603"/>
                  </a:lnTo>
                  <a:lnTo>
                    <a:pt x="114998" y="162318"/>
                  </a:lnTo>
                  <a:lnTo>
                    <a:pt x="91274" y="160147"/>
                  </a:lnTo>
                  <a:lnTo>
                    <a:pt x="47256" y="171208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409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95" y="293966"/>
                  </a:lnTo>
                  <a:lnTo>
                    <a:pt x="124790" y="280695"/>
                  </a:lnTo>
                  <a:lnTo>
                    <a:pt x="140550" y="265798"/>
                  </a:lnTo>
                  <a:lnTo>
                    <a:pt x="154838" y="247789"/>
                  </a:lnTo>
                  <a:lnTo>
                    <a:pt x="203415" y="238353"/>
                  </a:lnTo>
                  <a:lnTo>
                    <a:pt x="254482" y="222110"/>
                  </a:lnTo>
                  <a:lnTo>
                    <a:pt x="299542" y="201091"/>
                  </a:lnTo>
                  <a:lnTo>
                    <a:pt x="343268" y="173139"/>
                  </a:lnTo>
                  <a:lnTo>
                    <a:pt x="383260" y="141274"/>
                  </a:lnTo>
                  <a:close/>
                </a:path>
                <a:path w="498475" h="302895">
                  <a:moveTo>
                    <a:pt x="498246" y="87655"/>
                  </a:moveTo>
                  <a:lnTo>
                    <a:pt x="458393" y="2184"/>
                  </a:lnTo>
                  <a:lnTo>
                    <a:pt x="434682" y="0"/>
                  </a:lnTo>
                  <a:lnTo>
                    <a:pt x="414693" y="1765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7"/>
                  </a:lnTo>
                  <a:lnTo>
                    <a:pt x="343408" y="55803"/>
                  </a:lnTo>
                  <a:lnTo>
                    <a:pt x="383260" y="141274"/>
                  </a:lnTo>
                  <a:lnTo>
                    <a:pt x="404698" y="142621"/>
                  </a:lnTo>
                  <a:lnTo>
                    <a:pt x="427786" y="139395"/>
                  </a:lnTo>
                  <a:lnTo>
                    <a:pt x="449452" y="133108"/>
                  </a:lnTo>
                  <a:lnTo>
                    <a:pt x="469747" y="119837"/>
                  </a:lnTo>
                  <a:lnTo>
                    <a:pt x="483946" y="105663"/>
                  </a:lnTo>
                  <a:lnTo>
                    <a:pt x="498246" y="8765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245498" y="5402148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152704" y="129603"/>
                  </a:moveTo>
                  <a:lnTo>
                    <a:pt x="114998" y="162318"/>
                  </a:lnTo>
                  <a:lnTo>
                    <a:pt x="91274" y="160147"/>
                  </a:lnTo>
                  <a:lnTo>
                    <a:pt x="69723" y="162623"/>
                  </a:lnTo>
                  <a:lnTo>
                    <a:pt x="47256" y="171208"/>
                  </a:lnTo>
                  <a:lnTo>
                    <a:pt x="29324" y="181457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409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95" y="293966"/>
                  </a:lnTo>
                  <a:lnTo>
                    <a:pt x="124790" y="280695"/>
                  </a:lnTo>
                  <a:lnTo>
                    <a:pt x="140550" y="265798"/>
                  </a:lnTo>
                  <a:lnTo>
                    <a:pt x="154838" y="247789"/>
                  </a:lnTo>
                  <a:lnTo>
                    <a:pt x="203415" y="238353"/>
                  </a:lnTo>
                  <a:lnTo>
                    <a:pt x="254482" y="222110"/>
                  </a:lnTo>
                  <a:lnTo>
                    <a:pt x="299542" y="201091"/>
                  </a:lnTo>
                  <a:lnTo>
                    <a:pt x="343268" y="173139"/>
                  </a:lnTo>
                  <a:lnTo>
                    <a:pt x="383260" y="141274"/>
                  </a:lnTo>
                  <a:lnTo>
                    <a:pt x="404698" y="142621"/>
                  </a:lnTo>
                  <a:lnTo>
                    <a:pt x="449452" y="133108"/>
                  </a:lnTo>
                  <a:lnTo>
                    <a:pt x="483946" y="105663"/>
                  </a:lnTo>
                  <a:lnTo>
                    <a:pt x="498246" y="87655"/>
                  </a:lnTo>
                  <a:lnTo>
                    <a:pt x="458393" y="2184"/>
                  </a:lnTo>
                  <a:lnTo>
                    <a:pt x="434682" y="0"/>
                  </a:lnTo>
                  <a:lnTo>
                    <a:pt x="414693" y="1765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7"/>
                  </a:lnTo>
                  <a:lnTo>
                    <a:pt x="343408" y="55803"/>
                  </a:lnTo>
                  <a:lnTo>
                    <a:pt x="383260" y="141274"/>
                  </a:lnTo>
                  <a:lnTo>
                    <a:pt x="343408" y="55803"/>
                  </a:lnTo>
                  <a:lnTo>
                    <a:pt x="292557" y="64388"/>
                  </a:lnTo>
                  <a:lnTo>
                    <a:pt x="243039" y="79908"/>
                  </a:lnTo>
                  <a:lnTo>
                    <a:pt x="197980" y="100926"/>
                  </a:lnTo>
                  <a:lnTo>
                    <a:pt x="152704" y="12960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360497" y="5564466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39839" y="85471"/>
                  </a:move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360497" y="5564466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0" y="0"/>
                  </a:moveTo>
                  <a:lnTo>
                    <a:pt x="39839" y="8547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188106" y="5278627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83" y="87630"/>
                  </a:moveTo>
                  <a:lnTo>
                    <a:pt x="459943" y="2184"/>
                  </a:lnTo>
                  <a:lnTo>
                    <a:pt x="436232" y="0"/>
                  </a:lnTo>
                  <a:lnTo>
                    <a:pt x="416242" y="1765"/>
                  </a:lnTo>
                  <a:lnTo>
                    <a:pt x="48793" y="171208"/>
                  </a:lnTo>
                  <a:lnTo>
                    <a:pt x="13576" y="197091"/>
                  </a:lnTo>
                  <a:lnTo>
                    <a:pt x="0" y="216662"/>
                  </a:lnTo>
                  <a:lnTo>
                    <a:pt x="39839" y="302107"/>
                  </a:lnTo>
                  <a:lnTo>
                    <a:pt x="62839" y="302755"/>
                  </a:lnTo>
                  <a:lnTo>
                    <a:pt x="82842" y="301002"/>
                  </a:lnTo>
                  <a:lnTo>
                    <a:pt x="451002" y="133108"/>
                  </a:lnTo>
                  <a:lnTo>
                    <a:pt x="485495" y="105663"/>
                  </a:lnTo>
                  <a:lnTo>
                    <a:pt x="499783" y="8763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188106" y="5278627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32" y="293966"/>
                  </a:moveTo>
                  <a:lnTo>
                    <a:pt x="82842" y="301002"/>
                  </a:lnTo>
                  <a:lnTo>
                    <a:pt x="62839" y="302755"/>
                  </a:lnTo>
                  <a:lnTo>
                    <a:pt x="39839" y="302107"/>
                  </a:lnTo>
                  <a:lnTo>
                    <a:pt x="0" y="216662"/>
                  </a:lnTo>
                  <a:lnTo>
                    <a:pt x="13576" y="197091"/>
                  </a:lnTo>
                  <a:lnTo>
                    <a:pt x="48793" y="171208"/>
                  </a:lnTo>
                  <a:lnTo>
                    <a:pt x="393763" y="10350"/>
                  </a:lnTo>
                  <a:lnTo>
                    <a:pt x="436232" y="0"/>
                  </a:lnTo>
                  <a:lnTo>
                    <a:pt x="459943" y="2184"/>
                  </a:lnTo>
                  <a:lnTo>
                    <a:pt x="499783" y="87630"/>
                  </a:lnTo>
                  <a:lnTo>
                    <a:pt x="485495" y="105663"/>
                  </a:lnTo>
                  <a:lnTo>
                    <a:pt x="471309" y="119849"/>
                  </a:lnTo>
                  <a:lnTo>
                    <a:pt x="451002" y="133108"/>
                  </a:lnTo>
                  <a:lnTo>
                    <a:pt x="106032" y="29396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189656" y="5278627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383260" y="141274"/>
                  </a:moveTo>
                  <a:lnTo>
                    <a:pt x="343407" y="55803"/>
                  </a:lnTo>
                  <a:lnTo>
                    <a:pt x="292544" y="64388"/>
                  </a:lnTo>
                  <a:lnTo>
                    <a:pt x="243039" y="79908"/>
                  </a:lnTo>
                  <a:lnTo>
                    <a:pt x="197980" y="100926"/>
                  </a:lnTo>
                  <a:lnTo>
                    <a:pt x="152704" y="129603"/>
                  </a:lnTo>
                  <a:lnTo>
                    <a:pt x="114985" y="162318"/>
                  </a:lnTo>
                  <a:lnTo>
                    <a:pt x="91274" y="160134"/>
                  </a:lnTo>
                  <a:lnTo>
                    <a:pt x="47244" y="171208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409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82" y="293966"/>
                  </a:lnTo>
                  <a:lnTo>
                    <a:pt x="124790" y="280695"/>
                  </a:lnTo>
                  <a:lnTo>
                    <a:pt x="140538" y="265798"/>
                  </a:lnTo>
                  <a:lnTo>
                    <a:pt x="154838" y="247789"/>
                  </a:lnTo>
                  <a:lnTo>
                    <a:pt x="203415" y="238353"/>
                  </a:lnTo>
                  <a:lnTo>
                    <a:pt x="254482" y="222097"/>
                  </a:lnTo>
                  <a:lnTo>
                    <a:pt x="299542" y="201091"/>
                  </a:lnTo>
                  <a:lnTo>
                    <a:pt x="343268" y="173139"/>
                  </a:lnTo>
                  <a:lnTo>
                    <a:pt x="383260" y="141274"/>
                  </a:lnTo>
                  <a:close/>
                </a:path>
                <a:path w="498475" h="302895">
                  <a:moveTo>
                    <a:pt x="498246" y="87655"/>
                  </a:moveTo>
                  <a:lnTo>
                    <a:pt x="458393" y="2184"/>
                  </a:lnTo>
                  <a:lnTo>
                    <a:pt x="434682" y="0"/>
                  </a:lnTo>
                  <a:lnTo>
                    <a:pt x="414693" y="1765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7"/>
                  </a:lnTo>
                  <a:lnTo>
                    <a:pt x="343407" y="55803"/>
                  </a:lnTo>
                  <a:lnTo>
                    <a:pt x="383260" y="141274"/>
                  </a:lnTo>
                  <a:lnTo>
                    <a:pt x="404698" y="142621"/>
                  </a:lnTo>
                  <a:lnTo>
                    <a:pt x="427786" y="139395"/>
                  </a:lnTo>
                  <a:lnTo>
                    <a:pt x="449452" y="133108"/>
                  </a:lnTo>
                  <a:lnTo>
                    <a:pt x="469747" y="119837"/>
                  </a:lnTo>
                  <a:lnTo>
                    <a:pt x="483946" y="105663"/>
                  </a:lnTo>
                  <a:lnTo>
                    <a:pt x="498246" y="8765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189656" y="5278627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152704" y="129603"/>
                  </a:moveTo>
                  <a:lnTo>
                    <a:pt x="114985" y="162318"/>
                  </a:lnTo>
                  <a:lnTo>
                    <a:pt x="91274" y="160134"/>
                  </a:lnTo>
                  <a:lnTo>
                    <a:pt x="69723" y="162623"/>
                  </a:lnTo>
                  <a:lnTo>
                    <a:pt x="47244" y="171208"/>
                  </a:lnTo>
                  <a:lnTo>
                    <a:pt x="29324" y="181457"/>
                  </a:lnTo>
                  <a:lnTo>
                    <a:pt x="12026" y="197091"/>
                  </a:lnTo>
                  <a:lnTo>
                    <a:pt x="0" y="215938"/>
                  </a:lnTo>
                  <a:lnTo>
                    <a:pt x="39852" y="301409"/>
                  </a:lnTo>
                  <a:lnTo>
                    <a:pt x="61290" y="302755"/>
                  </a:lnTo>
                  <a:lnTo>
                    <a:pt x="84391" y="299529"/>
                  </a:lnTo>
                  <a:lnTo>
                    <a:pt x="104482" y="293966"/>
                  </a:lnTo>
                  <a:lnTo>
                    <a:pt x="124790" y="280695"/>
                  </a:lnTo>
                  <a:lnTo>
                    <a:pt x="140538" y="265798"/>
                  </a:lnTo>
                  <a:lnTo>
                    <a:pt x="154838" y="247789"/>
                  </a:lnTo>
                  <a:lnTo>
                    <a:pt x="203415" y="238353"/>
                  </a:lnTo>
                  <a:lnTo>
                    <a:pt x="254482" y="222097"/>
                  </a:lnTo>
                  <a:lnTo>
                    <a:pt x="299542" y="201091"/>
                  </a:lnTo>
                  <a:lnTo>
                    <a:pt x="343268" y="173139"/>
                  </a:lnTo>
                  <a:lnTo>
                    <a:pt x="383260" y="141274"/>
                  </a:lnTo>
                  <a:lnTo>
                    <a:pt x="404698" y="142621"/>
                  </a:lnTo>
                  <a:lnTo>
                    <a:pt x="449452" y="133108"/>
                  </a:lnTo>
                  <a:lnTo>
                    <a:pt x="483946" y="105663"/>
                  </a:lnTo>
                  <a:lnTo>
                    <a:pt x="498246" y="87655"/>
                  </a:lnTo>
                  <a:lnTo>
                    <a:pt x="458393" y="2184"/>
                  </a:lnTo>
                  <a:lnTo>
                    <a:pt x="434682" y="0"/>
                  </a:lnTo>
                  <a:lnTo>
                    <a:pt x="414693" y="1765"/>
                  </a:lnTo>
                  <a:lnTo>
                    <a:pt x="392214" y="10350"/>
                  </a:lnTo>
                  <a:lnTo>
                    <a:pt x="372732" y="21323"/>
                  </a:lnTo>
                  <a:lnTo>
                    <a:pt x="355434" y="36957"/>
                  </a:lnTo>
                  <a:lnTo>
                    <a:pt x="343407" y="55803"/>
                  </a:lnTo>
                  <a:lnTo>
                    <a:pt x="383260" y="141274"/>
                  </a:lnTo>
                  <a:lnTo>
                    <a:pt x="343407" y="55803"/>
                  </a:lnTo>
                  <a:lnTo>
                    <a:pt x="292544" y="64388"/>
                  </a:lnTo>
                  <a:lnTo>
                    <a:pt x="243039" y="79908"/>
                  </a:lnTo>
                  <a:lnTo>
                    <a:pt x="197980" y="100926"/>
                  </a:lnTo>
                  <a:lnTo>
                    <a:pt x="152704" y="12960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304642" y="5440946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39852" y="85471"/>
                  </a:move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304642" y="5440946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0" y="0"/>
                  </a:moveTo>
                  <a:lnTo>
                    <a:pt x="39852" y="8547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442464" y="3291814"/>
              <a:ext cx="1192530" cy="2556510"/>
            </a:xfrm>
            <a:custGeom>
              <a:avLst/>
              <a:gdLst/>
              <a:ahLst/>
              <a:cxnLst/>
              <a:rect l="l" t="t" r="r" b="b"/>
              <a:pathLst>
                <a:path w="1192529" h="2556510">
                  <a:moveTo>
                    <a:pt x="1191958" y="25561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11974" y="3895369"/>
              <a:ext cx="3292119" cy="170329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91474" y="6141630"/>
              <a:ext cx="1431150" cy="45337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8391474" y="6141630"/>
              <a:ext cx="1431290" cy="453390"/>
            </a:xfrm>
            <a:custGeom>
              <a:avLst/>
              <a:gdLst/>
              <a:ahLst/>
              <a:cxnLst/>
              <a:rect l="l" t="t" r="r" b="b"/>
              <a:pathLst>
                <a:path w="1431290" h="453390">
                  <a:moveTo>
                    <a:pt x="1431150" y="232244"/>
                  </a:moveTo>
                  <a:lnTo>
                    <a:pt x="37947" y="453377"/>
                  </a:lnTo>
                  <a:lnTo>
                    <a:pt x="0" y="226377"/>
                  </a:lnTo>
                  <a:lnTo>
                    <a:pt x="1393418" y="0"/>
                  </a:lnTo>
                  <a:lnTo>
                    <a:pt x="1431150" y="23224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80108" y="6250622"/>
              <a:ext cx="521411" cy="52054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980108" y="6250622"/>
              <a:ext cx="521970" cy="520700"/>
            </a:xfrm>
            <a:custGeom>
              <a:avLst/>
              <a:gdLst/>
              <a:ahLst/>
              <a:cxnLst/>
              <a:rect l="l" t="t" r="r" b="b"/>
              <a:pathLst>
                <a:path w="521970" h="520700">
                  <a:moveTo>
                    <a:pt x="0" y="305104"/>
                  </a:moveTo>
                  <a:lnTo>
                    <a:pt x="206603" y="381685"/>
                  </a:lnTo>
                  <a:lnTo>
                    <a:pt x="216865" y="387337"/>
                  </a:lnTo>
                  <a:lnTo>
                    <a:pt x="232562" y="387985"/>
                  </a:lnTo>
                  <a:lnTo>
                    <a:pt x="243243" y="383171"/>
                  </a:lnTo>
                  <a:lnTo>
                    <a:pt x="253720" y="383603"/>
                  </a:lnTo>
                  <a:lnTo>
                    <a:pt x="264401" y="378790"/>
                  </a:lnTo>
                  <a:lnTo>
                    <a:pt x="269849" y="373773"/>
                  </a:lnTo>
                  <a:lnTo>
                    <a:pt x="297091" y="348665"/>
                  </a:lnTo>
                  <a:lnTo>
                    <a:pt x="302742" y="338416"/>
                  </a:lnTo>
                  <a:lnTo>
                    <a:pt x="308190" y="333387"/>
                  </a:lnTo>
                  <a:lnTo>
                    <a:pt x="314071" y="317893"/>
                  </a:lnTo>
                  <a:lnTo>
                    <a:pt x="336715" y="276872"/>
                  </a:lnTo>
                  <a:lnTo>
                    <a:pt x="337350" y="261175"/>
                  </a:lnTo>
                  <a:lnTo>
                    <a:pt x="343014" y="250913"/>
                  </a:lnTo>
                  <a:lnTo>
                    <a:pt x="343446" y="240449"/>
                  </a:lnTo>
                  <a:lnTo>
                    <a:pt x="344081" y="224751"/>
                  </a:lnTo>
                  <a:lnTo>
                    <a:pt x="344500" y="214274"/>
                  </a:lnTo>
                  <a:lnTo>
                    <a:pt x="344931" y="203809"/>
                  </a:lnTo>
                  <a:lnTo>
                    <a:pt x="345363" y="193344"/>
                  </a:lnTo>
                  <a:lnTo>
                    <a:pt x="340550" y="182664"/>
                  </a:lnTo>
                  <a:lnTo>
                    <a:pt x="340982" y="172186"/>
                  </a:lnTo>
                  <a:lnTo>
                    <a:pt x="336169" y="161505"/>
                  </a:lnTo>
                  <a:lnTo>
                    <a:pt x="331152" y="156057"/>
                  </a:lnTo>
                  <a:lnTo>
                    <a:pt x="326339" y="145376"/>
                  </a:lnTo>
                  <a:lnTo>
                    <a:pt x="316090" y="139712"/>
                  </a:lnTo>
                  <a:lnTo>
                    <a:pt x="311061" y="134264"/>
                  </a:lnTo>
                  <a:lnTo>
                    <a:pt x="300596" y="133845"/>
                  </a:lnTo>
                  <a:lnTo>
                    <a:pt x="93992" y="57264"/>
                  </a:lnTo>
                  <a:lnTo>
                    <a:pt x="110121" y="47434"/>
                  </a:lnTo>
                  <a:lnTo>
                    <a:pt x="121018" y="37388"/>
                  </a:lnTo>
                  <a:lnTo>
                    <a:pt x="137147" y="27559"/>
                  </a:lnTo>
                  <a:lnTo>
                    <a:pt x="168973" y="18376"/>
                  </a:lnTo>
                  <a:lnTo>
                    <a:pt x="185102" y="8547"/>
                  </a:lnTo>
                  <a:lnTo>
                    <a:pt x="200812" y="9182"/>
                  </a:lnTo>
                  <a:lnTo>
                    <a:pt x="232638" y="0"/>
                  </a:lnTo>
                  <a:lnTo>
                    <a:pt x="300685" y="2768"/>
                  </a:lnTo>
                  <a:lnTo>
                    <a:pt x="321411" y="8851"/>
                  </a:lnTo>
                  <a:lnTo>
                    <a:pt x="337121" y="9499"/>
                  </a:lnTo>
                  <a:lnTo>
                    <a:pt x="352602" y="15366"/>
                  </a:lnTo>
                  <a:lnTo>
                    <a:pt x="362864" y="21031"/>
                  </a:lnTo>
                  <a:lnTo>
                    <a:pt x="378358" y="26898"/>
                  </a:lnTo>
                  <a:lnTo>
                    <a:pt x="398868" y="38226"/>
                  </a:lnTo>
                  <a:lnTo>
                    <a:pt x="408914" y="49123"/>
                  </a:lnTo>
                  <a:lnTo>
                    <a:pt x="419163" y="54775"/>
                  </a:lnTo>
                  <a:lnTo>
                    <a:pt x="429209" y="65671"/>
                  </a:lnTo>
                  <a:lnTo>
                    <a:pt x="439458" y="71335"/>
                  </a:lnTo>
                  <a:lnTo>
                    <a:pt x="474611" y="109474"/>
                  </a:lnTo>
                  <a:lnTo>
                    <a:pt x="479425" y="120154"/>
                  </a:lnTo>
                  <a:lnTo>
                    <a:pt x="484225" y="130835"/>
                  </a:lnTo>
                  <a:lnTo>
                    <a:pt x="494271" y="141731"/>
                  </a:lnTo>
                  <a:lnTo>
                    <a:pt x="503885" y="163093"/>
                  </a:lnTo>
                  <a:lnTo>
                    <a:pt x="508482" y="179006"/>
                  </a:lnTo>
                  <a:lnTo>
                    <a:pt x="508050" y="189484"/>
                  </a:lnTo>
                  <a:lnTo>
                    <a:pt x="512864" y="200164"/>
                  </a:lnTo>
                  <a:lnTo>
                    <a:pt x="517664" y="210845"/>
                  </a:lnTo>
                  <a:lnTo>
                    <a:pt x="517029" y="226542"/>
                  </a:lnTo>
                  <a:lnTo>
                    <a:pt x="516597" y="237020"/>
                  </a:lnTo>
                  <a:lnTo>
                    <a:pt x="521411" y="247700"/>
                  </a:lnTo>
                  <a:lnTo>
                    <a:pt x="520776" y="263398"/>
                  </a:lnTo>
                  <a:lnTo>
                    <a:pt x="520344" y="273875"/>
                  </a:lnTo>
                  <a:lnTo>
                    <a:pt x="519709" y="289572"/>
                  </a:lnTo>
                  <a:lnTo>
                    <a:pt x="519277" y="300037"/>
                  </a:lnTo>
                  <a:lnTo>
                    <a:pt x="513410" y="315531"/>
                  </a:lnTo>
                  <a:lnTo>
                    <a:pt x="512978" y="325996"/>
                  </a:lnTo>
                  <a:lnTo>
                    <a:pt x="507314" y="336257"/>
                  </a:lnTo>
                  <a:lnTo>
                    <a:pt x="501446" y="351751"/>
                  </a:lnTo>
                  <a:lnTo>
                    <a:pt x="495782" y="362000"/>
                  </a:lnTo>
                  <a:lnTo>
                    <a:pt x="489902" y="377494"/>
                  </a:lnTo>
                  <a:lnTo>
                    <a:pt x="484250" y="387743"/>
                  </a:lnTo>
                  <a:lnTo>
                    <a:pt x="467258" y="418515"/>
                  </a:lnTo>
                  <a:lnTo>
                    <a:pt x="456374" y="428561"/>
                  </a:lnTo>
                  <a:lnTo>
                    <a:pt x="450710" y="438810"/>
                  </a:lnTo>
                  <a:lnTo>
                    <a:pt x="439813" y="448856"/>
                  </a:lnTo>
                  <a:lnTo>
                    <a:pt x="429132" y="453669"/>
                  </a:lnTo>
                  <a:lnTo>
                    <a:pt x="418236" y="463702"/>
                  </a:lnTo>
                  <a:lnTo>
                    <a:pt x="412572" y="473964"/>
                  </a:lnTo>
                  <a:lnTo>
                    <a:pt x="380530" y="488391"/>
                  </a:lnTo>
                  <a:lnTo>
                    <a:pt x="369633" y="498424"/>
                  </a:lnTo>
                  <a:lnTo>
                    <a:pt x="353720" y="503021"/>
                  </a:lnTo>
                  <a:lnTo>
                    <a:pt x="343242" y="502602"/>
                  </a:lnTo>
                  <a:lnTo>
                    <a:pt x="321881" y="512216"/>
                  </a:lnTo>
                  <a:lnTo>
                    <a:pt x="305968" y="516813"/>
                  </a:lnTo>
                  <a:lnTo>
                    <a:pt x="285026" y="515950"/>
                  </a:lnTo>
                  <a:lnTo>
                    <a:pt x="269112" y="520547"/>
                  </a:lnTo>
                  <a:lnTo>
                    <a:pt x="232473" y="519061"/>
                  </a:lnTo>
                  <a:lnTo>
                    <a:pt x="216979" y="513181"/>
                  </a:lnTo>
                  <a:lnTo>
                    <a:pt x="196037" y="512330"/>
                  </a:lnTo>
                  <a:lnTo>
                    <a:pt x="180555" y="506463"/>
                  </a:lnTo>
                  <a:lnTo>
                    <a:pt x="170294" y="500799"/>
                  </a:lnTo>
                  <a:lnTo>
                    <a:pt x="159829" y="500367"/>
                  </a:lnTo>
                  <a:lnTo>
                    <a:pt x="154800" y="494919"/>
                  </a:lnTo>
                  <a:lnTo>
                    <a:pt x="144335" y="494499"/>
                  </a:lnTo>
                  <a:lnTo>
                    <a:pt x="139319" y="489051"/>
                  </a:lnTo>
                  <a:lnTo>
                    <a:pt x="129057" y="483387"/>
                  </a:lnTo>
                  <a:lnTo>
                    <a:pt x="124040" y="477939"/>
                  </a:lnTo>
                  <a:lnTo>
                    <a:pt x="113779" y="472274"/>
                  </a:lnTo>
                  <a:lnTo>
                    <a:pt x="108546" y="472059"/>
                  </a:lnTo>
                  <a:lnTo>
                    <a:pt x="103530" y="466623"/>
                  </a:lnTo>
                  <a:lnTo>
                    <a:pt x="93268" y="460959"/>
                  </a:lnTo>
                  <a:lnTo>
                    <a:pt x="48082" y="411924"/>
                  </a:lnTo>
                  <a:lnTo>
                    <a:pt x="43268" y="401243"/>
                  </a:lnTo>
                  <a:lnTo>
                    <a:pt x="38252" y="395795"/>
                  </a:lnTo>
                  <a:lnTo>
                    <a:pt x="33235" y="390347"/>
                  </a:lnTo>
                  <a:lnTo>
                    <a:pt x="28422" y="379666"/>
                  </a:lnTo>
                  <a:lnTo>
                    <a:pt x="28638" y="374434"/>
                  </a:lnTo>
                  <a:lnTo>
                    <a:pt x="23609" y="368985"/>
                  </a:lnTo>
                  <a:lnTo>
                    <a:pt x="18808" y="358305"/>
                  </a:lnTo>
                  <a:lnTo>
                    <a:pt x="13792" y="352856"/>
                  </a:lnTo>
                  <a:lnTo>
                    <a:pt x="14211" y="342392"/>
                  </a:lnTo>
                  <a:lnTo>
                    <a:pt x="9194" y="336943"/>
                  </a:lnTo>
                  <a:lnTo>
                    <a:pt x="9613" y="326466"/>
                  </a:lnTo>
                  <a:lnTo>
                    <a:pt x="4597" y="321017"/>
                  </a:lnTo>
                  <a:lnTo>
                    <a:pt x="5029" y="310553"/>
                  </a:lnTo>
                  <a:lnTo>
                    <a:pt x="0" y="30510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23475" y="5976366"/>
              <a:ext cx="520977" cy="52056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723475" y="5976365"/>
              <a:ext cx="521334" cy="520700"/>
            </a:xfrm>
            <a:custGeom>
              <a:avLst/>
              <a:gdLst/>
              <a:ahLst/>
              <a:cxnLst/>
              <a:rect l="l" t="t" r="r" b="b"/>
              <a:pathLst>
                <a:path w="521334" h="520700">
                  <a:moveTo>
                    <a:pt x="426783" y="463283"/>
                  </a:moveTo>
                  <a:lnTo>
                    <a:pt x="219963" y="391947"/>
                  </a:lnTo>
                  <a:lnTo>
                    <a:pt x="214934" y="386499"/>
                  </a:lnTo>
                  <a:lnTo>
                    <a:pt x="204685" y="380834"/>
                  </a:lnTo>
                  <a:lnTo>
                    <a:pt x="189623" y="364489"/>
                  </a:lnTo>
                  <a:lnTo>
                    <a:pt x="184594" y="359041"/>
                  </a:lnTo>
                  <a:lnTo>
                    <a:pt x="185026" y="348576"/>
                  </a:lnTo>
                  <a:lnTo>
                    <a:pt x="180212" y="337896"/>
                  </a:lnTo>
                  <a:lnTo>
                    <a:pt x="175412" y="327215"/>
                  </a:lnTo>
                  <a:lnTo>
                    <a:pt x="175831" y="316738"/>
                  </a:lnTo>
                  <a:lnTo>
                    <a:pt x="176263" y="306273"/>
                  </a:lnTo>
                  <a:lnTo>
                    <a:pt x="176695" y="295808"/>
                  </a:lnTo>
                  <a:lnTo>
                    <a:pt x="177330" y="280098"/>
                  </a:lnTo>
                  <a:lnTo>
                    <a:pt x="177761" y="269633"/>
                  </a:lnTo>
                  <a:lnTo>
                    <a:pt x="183413" y="259372"/>
                  </a:lnTo>
                  <a:lnTo>
                    <a:pt x="183845" y="248907"/>
                  </a:lnTo>
                  <a:lnTo>
                    <a:pt x="189712" y="233413"/>
                  </a:lnTo>
                  <a:lnTo>
                    <a:pt x="195376" y="223164"/>
                  </a:lnTo>
                  <a:lnTo>
                    <a:pt x="218020" y="182130"/>
                  </a:lnTo>
                  <a:lnTo>
                    <a:pt x="228917" y="172097"/>
                  </a:lnTo>
                  <a:lnTo>
                    <a:pt x="234581" y="161836"/>
                  </a:lnTo>
                  <a:lnTo>
                    <a:pt x="245262" y="157035"/>
                  </a:lnTo>
                  <a:lnTo>
                    <a:pt x="261607" y="141973"/>
                  </a:lnTo>
                  <a:lnTo>
                    <a:pt x="266839" y="142176"/>
                  </a:lnTo>
                  <a:lnTo>
                    <a:pt x="277520" y="137375"/>
                  </a:lnTo>
                  <a:lnTo>
                    <a:pt x="319392" y="139077"/>
                  </a:lnTo>
                  <a:lnTo>
                    <a:pt x="520560" y="220675"/>
                  </a:lnTo>
                  <a:lnTo>
                    <a:pt x="520979" y="210210"/>
                  </a:lnTo>
                  <a:lnTo>
                    <a:pt x="515962" y="204762"/>
                  </a:lnTo>
                  <a:lnTo>
                    <a:pt x="516381" y="194297"/>
                  </a:lnTo>
                  <a:lnTo>
                    <a:pt x="511365" y="188849"/>
                  </a:lnTo>
                  <a:lnTo>
                    <a:pt x="506552" y="178155"/>
                  </a:lnTo>
                  <a:lnTo>
                    <a:pt x="506768" y="172923"/>
                  </a:lnTo>
                  <a:lnTo>
                    <a:pt x="501967" y="162242"/>
                  </a:lnTo>
                  <a:lnTo>
                    <a:pt x="496938" y="156794"/>
                  </a:lnTo>
                  <a:lnTo>
                    <a:pt x="497370" y="146329"/>
                  </a:lnTo>
                  <a:lnTo>
                    <a:pt x="492340" y="140881"/>
                  </a:lnTo>
                  <a:lnTo>
                    <a:pt x="487540" y="130200"/>
                  </a:lnTo>
                  <a:lnTo>
                    <a:pt x="482511" y="124752"/>
                  </a:lnTo>
                  <a:lnTo>
                    <a:pt x="477494" y="119303"/>
                  </a:lnTo>
                  <a:lnTo>
                    <a:pt x="472478" y="113855"/>
                  </a:lnTo>
                  <a:lnTo>
                    <a:pt x="467664" y="103174"/>
                  </a:lnTo>
                  <a:lnTo>
                    <a:pt x="452602" y="86829"/>
                  </a:lnTo>
                  <a:lnTo>
                    <a:pt x="447586" y="81381"/>
                  </a:lnTo>
                  <a:lnTo>
                    <a:pt x="437324" y="75717"/>
                  </a:lnTo>
                  <a:lnTo>
                    <a:pt x="422262" y="59385"/>
                  </a:lnTo>
                  <a:lnTo>
                    <a:pt x="412000" y="53721"/>
                  </a:lnTo>
                  <a:lnTo>
                    <a:pt x="401967" y="42824"/>
                  </a:lnTo>
                  <a:lnTo>
                    <a:pt x="391706" y="37160"/>
                  </a:lnTo>
                  <a:lnTo>
                    <a:pt x="386689" y="31711"/>
                  </a:lnTo>
                  <a:lnTo>
                    <a:pt x="376224" y="31280"/>
                  </a:lnTo>
                  <a:lnTo>
                    <a:pt x="371195" y="25844"/>
                  </a:lnTo>
                  <a:lnTo>
                    <a:pt x="360946" y="20180"/>
                  </a:lnTo>
                  <a:lnTo>
                    <a:pt x="355701" y="19964"/>
                  </a:lnTo>
                  <a:lnTo>
                    <a:pt x="340220" y="14084"/>
                  </a:lnTo>
                  <a:lnTo>
                    <a:pt x="329742" y="13665"/>
                  </a:lnTo>
                  <a:lnTo>
                    <a:pt x="314261" y="7785"/>
                  </a:lnTo>
                  <a:lnTo>
                    <a:pt x="303783" y="7366"/>
                  </a:lnTo>
                  <a:lnTo>
                    <a:pt x="288302" y="1485"/>
                  </a:lnTo>
                  <a:lnTo>
                    <a:pt x="251663" y="0"/>
                  </a:lnTo>
                  <a:lnTo>
                    <a:pt x="240982" y="4800"/>
                  </a:lnTo>
                  <a:lnTo>
                    <a:pt x="225272" y="4165"/>
                  </a:lnTo>
                  <a:lnTo>
                    <a:pt x="214591" y="8978"/>
                  </a:lnTo>
                  <a:lnTo>
                    <a:pt x="204114" y="8547"/>
                  </a:lnTo>
                  <a:lnTo>
                    <a:pt x="188201" y="13144"/>
                  </a:lnTo>
                  <a:lnTo>
                    <a:pt x="124117" y="41986"/>
                  </a:lnTo>
                  <a:lnTo>
                    <a:pt x="113220" y="52031"/>
                  </a:lnTo>
                  <a:lnTo>
                    <a:pt x="102539" y="56845"/>
                  </a:lnTo>
                  <a:lnTo>
                    <a:pt x="91643" y="66878"/>
                  </a:lnTo>
                  <a:lnTo>
                    <a:pt x="80962" y="71691"/>
                  </a:lnTo>
                  <a:lnTo>
                    <a:pt x="75298" y="81953"/>
                  </a:lnTo>
                  <a:lnTo>
                    <a:pt x="64401" y="91986"/>
                  </a:lnTo>
                  <a:lnTo>
                    <a:pt x="58737" y="102247"/>
                  </a:lnTo>
                  <a:lnTo>
                    <a:pt x="47840" y="112293"/>
                  </a:lnTo>
                  <a:lnTo>
                    <a:pt x="36525" y="132803"/>
                  </a:lnTo>
                  <a:lnTo>
                    <a:pt x="30645" y="148285"/>
                  </a:lnTo>
                  <a:lnTo>
                    <a:pt x="24980" y="158546"/>
                  </a:lnTo>
                  <a:lnTo>
                    <a:pt x="19329" y="168795"/>
                  </a:lnTo>
                  <a:lnTo>
                    <a:pt x="13449" y="184289"/>
                  </a:lnTo>
                  <a:lnTo>
                    <a:pt x="13030" y="194754"/>
                  </a:lnTo>
                  <a:lnTo>
                    <a:pt x="7150" y="210248"/>
                  </a:lnTo>
                  <a:lnTo>
                    <a:pt x="6730" y="220713"/>
                  </a:lnTo>
                  <a:lnTo>
                    <a:pt x="6299" y="231190"/>
                  </a:lnTo>
                  <a:lnTo>
                    <a:pt x="419" y="246672"/>
                  </a:lnTo>
                  <a:lnTo>
                    <a:pt x="0" y="257149"/>
                  </a:lnTo>
                  <a:lnTo>
                    <a:pt x="4597" y="273062"/>
                  </a:lnTo>
                  <a:lnTo>
                    <a:pt x="4165" y="283527"/>
                  </a:lnTo>
                  <a:lnTo>
                    <a:pt x="3530" y="299237"/>
                  </a:lnTo>
                  <a:lnTo>
                    <a:pt x="8331" y="309918"/>
                  </a:lnTo>
                  <a:lnTo>
                    <a:pt x="7912" y="320382"/>
                  </a:lnTo>
                  <a:lnTo>
                    <a:pt x="12712" y="331063"/>
                  </a:lnTo>
                  <a:lnTo>
                    <a:pt x="17310" y="346989"/>
                  </a:lnTo>
                  <a:lnTo>
                    <a:pt x="22123" y="357670"/>
                  </a:lnTo>
                  <a:lnTo>
                    <a:pt x="31737" y="379031"/>
                  </a:lnTo>
                  <a:lnTo>
                    <a:pt x="36537" y="389712"/>
                  </a:lnTo>
                  <a:lnTo>
                    <a:pt x="41351" y="400392"/>
                  </a:lnTo>
                  <a:lnTo>
                    <a:pt x="51396" y="411289"/>
                  </a:lnTo>
                  <a:lnTo>
                    <a:pt x="56197" y="421970"/>
                  </a:lnTo>
                  <a:lnTo>
                    <a:pt x="66243" y="432866"/>
                  </a:lnTo>
                  <a:lnTo>
                    <a:pt x="76504" y="438531"/>
                  </a:lnTo>
                  <a:lnTo>
                    <a:pt x="81305" y="449211"/>
                  </a:lnTo>
                  <a:lnTo>
                    <a:pt x="91351" y="460108"/>
                  </a:lnTo>
                  <a:lnTo>
                    <a:pt x="101600" y="465772"/>
                  </a:lnTo>
                  <a:lnTo>
                    <a:pt x="111645" y="476656"/>
                  </a:lnTo>
                  <a:lnTo>
                    <a:pt x="132156" y="487984"/>
                  </a:lnTo>
                  <a:lnTo>
                    <a:pt x="147650" y="493864"/>
                  </a:lnTo>
                  <a:lnTo>
                    <a:pt x="168160" y="505180"/>
                  </a:lnTo>
                  <a:lnTo>
                    <a:pt x="183654" y="511060"/>
                  </a:lnTo>
                  <a:lnTo>
                    <a:pt x="204381" y="517144"/>
                  </a:lnTo>
                  <a:lnTo>
                    <a:pt x="288124" y="520560"/>
                  </a:lnTo>
                  <a:lnTo>
                    <a:pt x="304037" y="515962"/>
                  </a:lnTo>
                  <a:lnTo>
                    <a:pt x="319747" y="516597"/>
                  </a:lnTo>
                  <a:lnTo>
                    <a:pt x="351574" y="507403"/>
                  </a:lnTo>
                  <a:lnTo>
                    <a:pt x="367715" y="497573"/>
                  </a:lnTo>
                  <a:lnTo>
                    <a:pt x="383628" y="492988"/>
                  </a:lnTo>
                  <a:lnTo>
                    <a:pt x="415886" y="473329"/>
                  </a:lnTo>
                  <a:lnTo>
                    <a:pt x="426783" y="463283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156841" y="215362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59994" y="179997"/>
                  </a:moveTo>
                  <a:lnTo>
                    <a:pt x="353564" y="132144"/>
                  </a:lnTo>
                  <a:lnTo>
                    <a:pt x="335417" y="89146"/>
                  </a:lnTo>
                  <a:lnTo>
                    <a:pt x="307271" y="52717"/>
                  </a:lnTo>
                  <a:lnTo>
                    <a:pt x="270842" y="24573"/>
                  </a:lnTo>
                  <a:lnTo>
                    <a:pt x="227845" y="6429"/>
                  </a:lnTo>
                  <a:lnTo>
                    <a:pt x="179997" y="0"/>
                  </a:lnTo>
                  <a:lnTo>
                    <a:pt x="132144" y="6429"/>
                  </a:lnTo>
                  <a:lnTo>
                    <a:pt x="89146" y="24573"/>
                  </a:lnTo>
                  <a:lnTo>
                    <a:pt x="52717" y="52717"/>
                  </a:lnTo>
                  <a:lnTo>
                    <a:pt x="24573" y="89146"/>
                  </a:lnTo>
                  <a:lnTo>
                    <a:pt x="6429" y="132144"/>
                  </a:lnTo>
                  <a:lnTo>
                    <a:pt x="0" y="179997"/>
                  </a:lnTo>
                  <a:lnTo>
                    <a:pt x="6429" y="227845"/>
                  </a:lnTo>
                  <a:lnTo>
                    <a:pt x="24573" y="270842"/>
                  </a:lnTo>
                  <a:lnTo>
                    <a:pt x="52717" y="307271"/>
                  </a:lnTo>
                  <a:lnTo>
                    <a:pt x="89146" y="335417"/>
                  </a:lnTo>
                  <a:lnTo>
                    <a:pt x="132144" y="353564"/>
                  </a:lnTo>
                  <a:lnTo>
                    <a:pt x="179997" y="359994"/>
                  </a:lnTo>
                  <a:lnTo>
                    <a:pt x="227845" y="353564"/>
                  </a:lnTo>
                  <a:lnTo>
                    <a:pt x="270842" y="335417"/>
                  </a:lnTo>
                  <a:lnTo>
                    <a:pt x="307271" y="307271"/>
                  </a:lnTo>
                  <a:lnTo>
                    <a:pt x="335417" y="270842"/>
                  </a:lnTo>
                  <a:lnTo>
                    <a:pt x="353564" y="227845"/>
                  </a:lnTo>
                  <a:lnTo>
                    <a:pt x="359994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156841" y="215362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79997" y="359994"/>
                  </a:moveTo>
                  <a:lnTo>
                    <a:pt x="227845" y="353564"/>
                  </a:lnTo>
                  <a:lnTo>
                    <a:pt x="270842" y="335417"/>
                  </a:lnTo>
                  <a:lnTo>
                    <a:pt x="307271" y="307271"/>
                  </a:lnTo>
                  <a:lnTo>
                    <a:pt x="335417" y="270842"/>
                  </a:lnTo>
                  <a:lnTo>
                    <a:pt x="353564" y="227845"/>
                  </a:lnTo>
                  <a:lnTo>
                    <a:pt x="359994" y="179997"/>
                  </a:lnTo>
                  <a:lnTo>
                    <a:pt x="353564" y="132144"/>
                  </a:lnTo>
                  <a:lnTo>
                    <a:pt x="335417" y="89146"/>
                  </a:lnTo>
                  <a:lnTo>
                    <a:pt x="307271" y="52717"/>
                  </a:lnTo>
                  <a:lnTo>
                    <a:pt x="270842" y="24573"/>
                  </a:lnTo>
                  <a:lnTo>
                    <a:pt x="227845" y="6429"/>
                  </a:lnTo>
                  <a:lnTo>
                    <a:pt x="179997" y="0"/>
                  </a:lnTo>
                  <a:lnTo>
                    <a:pt x="132144" y="6429"/>
                  </a:lnTo>
                  <a:lnTo>
                    <a:pt x="89146" y="24573"/>
                  </a:lnTo>
                  <a:lnTo>
                    <a:pt x="52717" y="52717"/>
                  </a:lnTo>
                  <a:lnTo>
                    <a:pt x="24573" y="89146"/>
                  </a:lnTo>
                  <a:lnTo>
                    <a:pt x="6429" y="132144"/>
                  </a:lnTo>
                  <a:lnTo>
                    <a:pt x="0" y="179997"/>
                  </a:lnTo>
                  <a:lnTo>
                    <a:pt x="6429" y="227845"/>
                  </a:lnTo>
                  <a:lnTo>
                    <a:pt x="24573" y="270842"/>
                  </a:lnTo>
                  <a:lnTo>
                    <a:pt x="52717" y="307271"/>
                  </a:lnTo>
                  <a:lnTo>
                    <a:pt x="89146" y="335417"/>
                  </a:lnTo>
                  <a:lnTo>
                    <a:pt x="132144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92175" y="2436177"/>
              <a:ext cx="1494256" cy="119297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76824" y="3724312"/>
              <a:ext cx="1201039" cy="147641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46899" y="623455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360006" y="179997"/>
                  </a:moveTo>
                  <a:lnTo>
                    <a:pt x="353576" y="132149"/>
                  </a:lnTo>
                  <a:lnTo>
                    <a:pt x="335430" y="89152"/>
                  </a:lnTo>
                  <a:lnTo>
                    <a:pt x="307284" y="52722"/>
                  </a:lnTo>
                  <a:lnTo>
                    <a:pt x="270854" y="24576"/>
                  </a:lnTo>
                  <a:lnTo>
                    <a:pt x="227857" y="6430"/>
                  </a:lnTo>
                  <a:lnTo>
                    <a:pt x="180009" y="0"/>
                  </a:lnTo>
                  <a:lnTo>
                    <a:pt x="132156" y="6430"/>
                  </a:lnTo>
                  <a:lnTo>
                    <a:pt x="89155" y="24576"/>
                  </a:lnTo>
                  <a:lnTo>
                    <a:pt x="52724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4" y="307276"/>
                  </a:lnTo>
                  <a:lnTo>
                    <a:pt x="89155" y="335420"/>
                  </a:lnTo>
                  <a:lnTo>
                    <a:pt x="132156" y="353564"/>
                  </a:lnTo>
                  <a:lnTo>
                    <a:pt x="180009" y="359994"/>
                  </a:lnTo>
                  <a:lnTo>
                    <a:pt x="227857" y="353564"/>
                  </a:lnTo>
                  <a:lnTo>
                    <a:pt x="270854" y="335420"/>
                  </a:lnTo>
                  <a:lnTo>
                    <a:pt x="307284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46899" y="623455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180009" y="359994"/>
                  </a:moveTo>
                  <a:lnTo>
                    <a:pt x="227857" y="353564"/>
                  </a:lnTo>
                  <a:lnTo>
                    <a:pt x="270854" y="335420"/>
                  </a:lnTo>
                  <a:lnTo>
                    <a:pt x="307284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lnTo>
                    <a:pt x="353576" y="132149"/>
                  </a:lnTo>
                  <a:lnTo>
                    <a:pt x="335430" y="89152"/>
                  </a:lnTo>
                  <a:lnTo>
                    <a:pt x="307284" y="52722"/>
                  </a:lnTo>
                  <a:lnTo>
                    <a:pt x="270854" y="24576"/>
                  </a:lnTo>
                  <a:lnTo>
                    <a:pt x="227857" y="6430"/>
                  </a:lnTo>
                  <a:lnTo>
                    <a:pt x="180009" y="0"/>
                  </a:lnTo>
                  <a:lnTo>
                    <a:pt x="132156" y="6430"/>
                  </a:lnTo>
                  <a:lnTo>
                    <a:pt x="89155" y="24576"/>
                  </a:lnTo>
                  <a:lnTo>
                    <a:pt x="52724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4" y="307276"/>
                  </a:lnTo>
                  <a:lnTo>
                    <a:pt x="89155" y="335420"/>
                  </a:lnTo>
                  <a:lnTo>
                    <a:pt x="132156" y="353564"/>
                  </a:lnTo>
                  <a:lnTo>
                    <a:pt x="180009" y="359994"/>
                  </a:lnTo>
                  <a:close/>
                </a:path>
              </a:pathLst>
            </a:custGeom>
            <a:ln w="634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25219" y="4553127"/>
              <a:ext cx="2009139" cy="1284605"/>
            </a:xfrm>
            <a:custGeom>
              <a:avLst/>
              <a:gdLst/>
              <a:ahLst/>
              <a:cxnLst/>
              <a:rect l="l" t="t" r="r" b="b"/>
              <a:pathLst>
                <a:path w="2009139" h="1284604">
                  <a:moveTo>
                    <a:pt x="2009026" y="350367"/>
                  </a:moveTo>
                  <a:lnTo>
                    <a:pt x="1979678" y="303852"/>
                  </a:lnTo>
                  <a:lnTo>
                    <a:pt x="1947673" y="258394"/>
                  </a:lnTo>
                  <a:lnTo>
                    <a:pt x="1913543" y="214784"/>
                  </a:lnTo>
                  <a:lnTo>
                    <a:pt x="1877641" y="173390"/>
                  </a:lnTo>
                  <a:lnTo>
                    <a:pt x="1840062" y="134227"/>
                  </a:lnTo>
                  <a:lnTo>
                    <a:pt x="1800899" y="97307"/>
                  </a:lnTo>
                  <a:lnTo>
                    <a:pt x="1760247" y="62645"/>
                  </a:lnTo>
                  <a:lnTo>
                    <a:pt x="1718200" y="30256"/>
                  </a:lnTo>
                  <a:lnTo>
                    <a:pt x="1674851" y="152"/>
                  </a:lnTo>
                  <a:lnTo>
                    <a:pt x="1673721" y="0"/>
                  </a:lnTo>
                  <a:lnTo>
                    <a:pt x="1549252" y="99898"/>
                  </a:lnTo>
                  <a:lnTo>
                    <a:pt x="1426298" y="179439"/>
                  </a:lnTo>
                  <a:lnTo>
                    <a:pt x="1231542" y="280243"/>
                  </a:lnTo>
                  <a:lnTo>
                    <a:pt x="891668" y="443928"/>
                  </a:lnTo>
                  <a:lnTo>
                    <a:pt x="507288" y="614440"/>
                  </a:lnTo>
                  <a:lnTo>
                    <a:pt x="230666" y="717361"/>
                  </a:lnTo>
                  <a:lnTo>
                    <a:pt x="63469" y="767935"/>
                  </a:lnTo>
                  <a:lnTo>
                    <a:pt x="7598" y="781349"/>
                  </a:lnTo>
                  <a:lnTo>
                    <a:pt x="7367" y="781405"/>
                  </a:lnTo>
                  <a:lnTo>
                    <a:pt x="2440" y="832426"/>
                  </a:lnTo>
                  <a:lnTo>
                    <a:pt x="0" y="883263"/>
                  </a:lnTo>
                  <a:lnTo>
                    <a:pt x="0" y="933019"/>
                  </a:lnTo>
                  <a:lnTo>
                    <a:pt x="2577" y="984407"/>
                  </a:lnTo>
                  <a:lnTo>
                    <a:pt x="7598" y="1034726"/>
                  </a:lnTo>
                  <a:lnTo>
                    <a:pt x="15109" y="1084883"/>
                  </a:lnTo>
                  <a:lnTo>
                    <a:pt x="25110" y="1134884"/>
                  </a:lnTo>
                  <a:lnTo>
                    <a:pt x="37602" y="1184734"/>
                  </a:lnTo>
                  <a:lnTo>
                    <a:pt x="52588" y="1234440"/>
                  </a:lnTo>
                  <a:lnTo>
                    <a:pt x="69175" y="1281479"/>
                  </a:lnTo>
                  <a:lnTo>
                    <a:pt x="406815" y="1178305"/>
                  </a:lnTo>
                  <a:lnTo>
                    <a:pt x="635309" y="1098143"/>
                  </a:lnTo>
                  <a:lnTo>
                    <a:pt x="858302" y="1000017"/>
                  </a:lnTo>
                  <a:lnTo>
                    <a:pt x="1179983" y="842784"/>
                  </a:lnTo>
                  <a:lnTo>
                    <a:pt x="1537688" y="653175"/>
                  </a:lnTo>
                  <a:lnTo>
                    <a:pt x="1797168" y="496673"/>
                  </a:lnTo>
                  <a:lnTo>
                    <a:pt x="1955212" y="390294"/>
                  </a:lnTo>
                  <a:lnTo>
                    <a:pt x="2008607" y="351053"/>
                  </a:lnTo>
                  <a:lnTo>
                    <a:pt x="2009026" y="350367"/>
                  </a:lnTo>
                  <a:close/>
                </a:path>
                <a:path w="2009139" h="1284604">
                  <a:moveTo>
                    <a:pt x="70067" y="1284008"/>
                  </a:moveTo>
                  <a:lnTo>
                    <a:pt x="69175" y="1281479"/>
                  </a:lnTo>
                  <a:lnTo>
                    <a:pt x="68631" y="1281645"/>
                  </a:lnTo>
                  <a:lnTo>
                    <a:pt x="70067" y="128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25219" y="4553127"/>
              <a:ext cx="2009139" cy="1284605"/>
            </a:xfrm>
            <a:custGeom>
              <a:avLst/>
              <a:gdLst/>
              <a:ahLst/>
              <a:cxnLst/>
              <a:rect l="l" t="t" r="r" b="b"/>
              <a:pathLst>
                <a:path w="2009139" h="1284604">
                  <a:moveTo>
                    <a:pt x="2009026" y="350367"/>
                  </a:moveTo>
                  <a:lnTo>
                    <a:pt x="1979678" y="303852"/>
                  </a:lnTo>
                  <a:lnTo>
                    <a:pt x="1947673" y="258394"/>
                  </a:lnTo>
                  <a:lnTo>
                    <a:pt x="1913543" y="214784"/>
                  </a:lnTo>
                  <a:lnTo>
                    <a:pt x="1877641" y="173390"/>
                  </a:lnTo>
                  <a:lnTo>
                    <a:pt x="1840062" y="134227"/>
                  </a:lnTo>
                  <a:lnTo>
                    <a:pt x="1800899" y="97307"/>
                  </a:lnTo>
                  <a:lnTo>
                    <a:pt x="1760247" y="62645"/>
                  </a:lnTo>
                  <a:lnTo>
                    <a:pt x="1718200" y="30256"/>
                  </a:lnTo>
                  <a:lnTo>
                    <a:pt x="1674851" y="152"/>
                  </a:lnTo>
                  <a:lnTo>
                    <a:pt x="1673721" y="0"/>
                  </a:lnTo>
                  <a:lnTo>
                    <a:pt x="1549252" y="99898"/>
                  </a:lnTo>
                  <a:lnTo>
                    <a:pt x="1426298" y="179439"/>
                  </a:lnTo>
                  <a:lnTo>
                    <a:pt x="1231542" y="280243"/>
                  </a:lnTo>
                  <a:lnTo>
                    <a:pt x="891668" y="443928"/>
                  </a:lnTo>
                  <a:lnTo>
                    <a:pt x="507288" y="614440"/>
                  </a:lnTo>
                  <a:lnTo>
                    <a:pt x="230666" y="717361"/>
                  </a:lnTo>
                  <a:lnTo>
                    <a:pt x="63469" y="767935"/>
                  </a:lnTo>
                  <a:lnTo>
                    <a:pt x="7367" y="781405"/>
                  </a:lnTo>
                  <a:lnTo>
                    <a:pt x="2440" y="832426"/>
                  </a:lnTo>
                  <a:lnTo>
                    <a:pt x="0" y="883263"/>
                  </a:lnTo>
                  <a:lnTo>
                    <a:pt x="45" y="933922"/>
                  </a:lnTo>
                  <a:lnTo>
                    <a:pt x="2577" y="984407"/>
                  </a:lnTo>
                  <a:lnTo>
                    <a:pt x="7598" y="1034726"/>
                  </a:lnTo>
                  <a:lnTo>
                    <a:pt x="15109" y="1084883"/>
                  </a:lnTo>
                  <a:lnTo>
                    <a:pt x="25110" y="1134884"/>
                  </a:lnTo>
                  <a:lnTo>
                    <a:pt x="37602" y="1184734"/>
                  </a:lnTo>
                  <a:lnTo>
                    <a:pt x="52588" y="1234440"/>
                  </a:lnTo>
                  <a:lnTo>
                    <a:pt x="70067" y="1284008"/>
                  </a:lnTo>
                  <a:lnTo>
                    <a:pt x="68631" y="1281645"/>
                  </a:lnTo>
                  <a:lnTo>
                    <a:pt x="406815" y="1178305"/>
                  </a:lnTo>
                  <a:lnTo>
                    <a:pt x="635309" y="1098143"/>
                  </a:lnTo>
                  <a:lnTo>
                    <a:pt x="858302" y="1000017"/>
                  </a:lnTo>
                  <a:lnTo>
                    <a:pt x="1179983" y="842784"/>
                  </a:lnTo>
                  <a:lnTo>
                    <a:pt x="1537688" y="653175"/>
                  </a:lnTo>
                  <a:lnTo>
                    <a:pt x="1797168" y="496673"/>
                  </a:lnTo>
                  <a:lnTo>
                    <a:pt x="1955212" y="390294"/>
                  </a:lnTo>
                  <a:lnTo>
                    <a:pt x="2008607" y="351053"/>
                  </a:lnTo>
                  <a:lnTo>
                    <a:pt x="2009026" y="350367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19314" y="4377888"/>
              <a:ext cx="1275715" cy="626110"/>
            </a:xfrm>
            <a:custGeom>
              <a:avLst/>
              <a:gdLst/>
              <a:ahLst/>
              <a:cxnLst/>
              <a:rect l="l" t="t" r="r" b="b"/>
              <a:pathLst>
                <a:path w="1275714" h="626110">
                  <a:moveTo>
                    <a:pt x="1275435" y="43222"/>
                  </a:moveTo>
                  <a:lnTo>
                    <a:pt x="1227951" y="28251"/>
                  </a:lnTo>
                  <a:lnTo>
                    <a:pt x="1180634" y="18345"/>
                  </a:lnTo>
                  <a:lnTo>
                    <a:pt x="1132938" y="10555"/>
                  </a:lnTo>
                  <a:lnTo>
                    <a:pt x="1084939" y="4893"/>
                  </a:lnTo>
                  <a:lnTo>
                    <a:pt x="1036716" y="1371"/>
                  </a:lnTo>
                  <a:lnTo>
                    <a:pt x="988345" y="0"/>
                  </a:lnTo>
                  <a:lnTo>
                    <a:pt x="939903" y="790"/>
                  </a:lnTo>
                  <a:lnTo>
                    <a:pt x="891467" y="3754"/>
                  </a:lnTo>
                  <a:lnTo>
                    <a:pt x="843114" y="8903"/>
                  </a:lnTo>
                  <a:lnTo>
                    <a:pt x="794921" y="16249"/>
                  </a:lnTo>
                  <a:lnTo>
                    <a:pt x="746966" y="25802"/>
                  </a:lnTo>
                  <a:lnTo>
                    <a:pt x="699324" y="37574"/>
                  </a:lnTo>
                  <a:lnTo>
                    <a:pt x="652074" y="51576"/>
                  </a:lnTo>
                  <a:lnTo>
                    <a:pt x="605292" y="67820"/>
                  </a:lnTo>
                  <a:lnTo>
                    <a:pt x="559055" y="86317"/>
                  </a:lnTo>
                  <a:lnTo>
                    <a:pt x="513441" y="107078"/>
                  </a:lnTo>
                  <a:lnTo>
                    <a:pt x="468526" y="130116"/>
                  </a:lnTo>
                  <a:lnTo>
                    <a:pt x="424387" y="155440"/>
                  </a:lnTo>
                  <a:lnTo>
                    <a:pt x="381102" y="183063"/>
                  </a:lnTo>
                  <a:lnTo>
                    <a:pt x="338747" y="212996"/>
                  </a:lnTo>
                  <a:lnTo>
                    <a:pt x="298980" y="243969"/>
                  </a:lnTo>
                  <a:lnTo>
                    <a:pt x="261046" y="276415"/>
                  </a:lnTo>
                  <a:lnTo>
                    <a:pt x="224957" y="310264"/>
                  </a:lnTo>
                  <a:lnTo>
                    <a:pt x="190722" y="345444"/>
                  </a:lnTo>
                  <a:lnTo>
                    <a:pt x="158352" y="381886"/>
                  </a:lnTo>
                  <a:lnTo>
                    <a:pt x="127858" y="419518"/>
                  </a:lnTo>
                  <a:lnTo>
                    <a:pt x="99249" y="458270"/>
                  </a:lnTo>
                  <a:lnTo>
                    <a:pt x="72538" y="498071"/>
                  </a:lnTo>
                  <a:lnTo>
                    <a:pt x="47733" y="538851"/>
                  </a:lnTo>
                  <a:lnTo>
                    <a:pt x="24845" y="580540"/>
                  </a:lnTo>
                  <a:lnTo>
                    <a:pt x="3886" y="623066"/>
                  </a:lnTo>
                  <a:lnTo>
                    <a:pt x="0" y="625542"/>
                  </a:lnTo>
                  <a:lnTo>
                    <a:pt x="227259" y="558733"/>
                  </a:lnTo>
                  <a:lnTo>
                    <a:pt x="373372" y="510599"/>
                  </a:lnTo>
                  <a:lnTo>
                    <a:pt x="501660" y="457863"/>
                  </a:lnTo>
                  <a:lnTo>
                    <a:pt x="675449" y="377245"/>
                  </a:lnTo>
                  <a:lnTo>
                    <a:pt x="891623" y="267495"/>
                  </a:lnTo>
                  <a:lnTo>
                    <a:pt x="1084265" y="159070"/>
                  </a:lnTo>
                  <a:lnTo>
                    <a:pt x="1222496" y="76227"/>
                  </a:lnTo>
                  <a:lnTo>
                    <a:pt x="1275435" y="4322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19314" y="4377888"/>
              <a:ext cx="1275715" cy="626110"/>
            </a:xfrm>
            <a:custGeom>
              <a:avLst/>
              <a:gdLst/>
              <a:ahLst/>
              <a:cxnLst/>
              <a:rect l="l" t="t" r="r" b="b"/>
              <a:pathLst>
                <a:path w="1275714" h="626110">
                  <a:moveTo>
                    <a:pt x="1274813" y="40263"/>
                  </a:moveTo>
                  <a:lnTo>
                    <a:pt x="1227951" y="28251"/>
                  </a:lnTo>
                  <a:lnTo>
                    <a:pt x="1180634" y="18345"/>
                  </a:lnTo>
                  <a:lnTo>
                    <a:pt x="1132938" y="10555"/>
                  </a:lnTo>
                  <a:lnTo>
                    <a:pt x="1084939" y="4893"/>
                  </a:lnTo>
                  <a:lnTo>
                    <a:pt x="1036716" y="1371"/>
                  </a:lnTo>
                  <a:lnTo>
                    <a:pt x="988345" y="0"/>
                  </a:lnTo>
                  <a:lnTo>
                    <a:pt x="939903" y="790"/>
                  </a:lnTo>
                  <a:lnTo>
                    <a:pt x="891467" y="3754"/>
                  </a:lnTo>
                  <a:lnTo>
                    <a:pt x="843114" y="8903"/>
                  </a:lnTo>
                  <a:lnTo>
                    <a:pt x="794921" y="16249"/>
                  </a:lnTo>
                  <a:lnTo>
                    <a:pt x="746966" y="25802"/>
                  </a:lnTo>
                  <a:lnTo>
                    <a:pt x="699324" y="37574"/>
                  </a:lnTo>
                  <a:lnTo>
                    <a:pt x="652074" y="51576"/>
                  </a:lnTo>
                  <a:lnTo>
                    <a:pt x="605292" y="67820"/>
                  </a:lnTo>
                  <a:lnTo>
                    <a:pt x="559055" y="86317"/>
                  </a:lnTo>
                  <a:lnTo>
                    <a:pt x="513441" y="107078"/>
                  </a:lnTo>
                  <a:lnTo>
                    <a:pt x="468526" y="130116"/>
                  </a:lnTo>
                  <a:lnTo>
                    <a:pt x="424387" y="155440"/>
                  </a:lnTo>
                  <a:lnTo>
                    <a:pt x="381102" y="183063"/>
                  </a:lnTo>
                  <a:lnTo>
                    <a:pt x="338747" y="212996"/>
                  </a:lnTo>
                  <a:lnTo>
                    <a:pt x="298980" y="243969"/>
                  </a:lnTo>
                  <a:lnTo>
                    <a:pt x="261046" y="276415"/>
                  </a:lnTo>
                  <a:lnTo>
                    <a:pt x="224957" y="310264"/>
                  </a:lnTo>
                  <a:lnTo>
                    <a:pt x="190722" y="345444"/>
                  </a:lnTo>
                  <a:lnTo>
                    <a:pt x="158352" y="381886"/>
                  </a:lnTo>
                  <a:lnTo>
                    <a:pt x="127858" y="419518"/>
                  </a:lnTo>
                  <a:lnTo>
                    <a:pt x="99249" y="458270"/>
                  </a:lnTo>
                  <a:lnTo>
                    <a:pt x="72538" y="498071"/>
                  </a:lnTo>
                  <a:lnTo>
                    <a:pt x="47733" y="538851"/>
                  </a:lnTo>
                  <a:lnTo>
                    <a:pt x="24845" y="580540"/>
                  </a:lnTo>
                  <a:lnTo>
                    <a:pt x="3886" y="623066"/>
                  </a:lnTo>
                  <a:lnTo>
                    <a:pt x="0" y="625542"/>
                  </a:lnTo>
                  <a:lnTo>
                    <a:pt x="227259" y="558733"/>
                  </a:lnTo>
                  <a:lnTo>
                    <a:pt x="373372" y="510599"/>
                  </a:lnTo>
                  <a:lnTo>
                    <a:pt x="501660" y="457863"/>
                  </a:lnTo>
                  <a:lnTo>
                    <a:pt x="675449" y="377245"/>
                  </a:lnTo>
                  <a:lnTo>
                    <a:pt x="891623" y="267495"/>
                  </a:lnTo>
                  <a:lnTo>
                    <a:pt x="1084265" y="159070"/>
                  </a:lnTo>
                  <a:lnTo>
                    <a:pt x="1222496" y="76227"/>
                  </a:lnTo>
                  <a:lnTo>
                    <a:pt x="1275435" y="43222"/>
                  </a:lnTo>
                  <a:lnTo>
                    <a:pt x="1274813" y="40263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32586" y="4415688"/>
              <a:ext cx="1667510" cy="918844"/>
            </a:xfrm>
            <a:custGeom>
              <a:avLst/>
              <a:gdLst/>
              <a:ahLst/>
              <a:cxnLst/>
              <a:rect l="l" t="t" r="r" b="b"/>
              <a:pathLst>
                <a:path w="1667510" h="918845">
                  <a:moveTo>
                    <a:pt x="1366050" y="344250"/>
                  </a:moveTo>
                  <a:lnTo>
                    <a:pt x="1366050" y="2959"/>
                  </a:lnTo>
                  <a:lnTo>
                    <a:pt x="1313112" y="35963"/>
                  </a:lnTo>
                  <a:lnTo>
                    <a:pt x="1174884" y="118805"/>
                  </a:lnTo>
                  <a:lnTo>
                    <a:pt x="982243" y="227226"/>
                  </a:lnTo>
                  <a:lnTo>
                    <a:pt x="766063" y="336969"/>
                  </a:lnTo>
                  <a:lnTo>
                    <a:pt x="592275" y="417594"/>
                  </a:lnTo>
                  <a:lnTo>
                    <a:pt x="463986" y="470333"/>
                  </a:lnTo>
                  <a:lnTo>
                    <a:pt x="317874" y="518464"/>
                  </a:lnTo>
                  <a:lnTo>
                    <a:pt x="93835" y="584319"/>
                  </a:lnTo>
                  <a:lnTo>
                    <a:pt x="74783" y="627781"/>
                  </a:lnTo>
                  <a:lnTo>
                    <a:pt x="57170" y="673508"/>
                  </a:lnTo>
                  <a:lnTo>
                    <a:pt x="41671" y="719906"/>
                  </a:lnTo>
                  <a:lnTo>
                    <a:pt x="28298" y="766893"/>
                  </a:lnTo>
                  <a:lnTo>
                    <a:pt x="17064" y="814391"/>
                  </a:lnTo>
                  <a:lnTo>
                    <a:pt x="7978" y="862321"/>
                  </a:lnTo>
                  <a:lnTo>
                    <a:pt x="1054" y="910602"/>
                  </a:lnTo>
                  <a:lnTo>
                    <a:pt x="0" y="918844"/>
                  </a:lnTo>
                  <a:lnTo>
                    <a:pt x="56102" y="905374"/>
                  </a:lnTo>
                  <a:lnTo>
                    <a:pt x="223299" y="854800"/>
                  </a:lnTo>
                  <a:lnTo>
                    <a:pt x="499921" y="751879"/>
                  </a:lnTo>
                  <a:lnTo>
                    <a:pt x="884300" y="581367"/>
                  </a:lnTo>
                  <a:lnTo>
                    <a:pt x="1224175" y="417683"/>
                  </a:lnTo>
                  <a:lnTo>
                    <a:pt x="1366050" y="344250"/>
                  </a:lnTo>
                  <a:close/>
                </a:path>
                <a:path w="1667510" h="918845">
                  <a:moveTo>
                    <a:pt x="94500" y="582802"/>
                  </a:moveTo>
                  <a:lnTo>
                    <a:pt x="90614" y="585266"/>
                  </a:lnTo>
                  <a:lnTo>
                    <a:pt x="93835" y="584319"/>
                  </a:lnTo>
                  <a:lnTo>
                    <a:pt x="94500" y="582802"/>
                  </a:lnTo>
                  <a:close/>
                </a:path>
                <a:path w="1667510" h="918845">
                  <a:moveTo>
                    <a:pt x="1667484" y="137591"/>
                  </a:moveTo>
                  <a:lnTo>
                    <a:pt x="1626790" y="112081"/>
                  </a:lnTo>
                  <a:lnTo>
                    <a:pt x="1585159" y="88504"/>
                  </a:lnTo>
                  <a:lnTo>
                    <a:pt x="1542662" y="66873"/>
                  </a:lnTo>
                  <a:lnTo>
                    <a:pt x="1499369" y="47196"/>
                  </a:lnTo>
                  <a:lnTo>
                    <a:pt x="1455354" y="29484"/>
                  </a:lnTo>
                  <a:lnTo>
                    <a:pt x="1410687" y="13749"/>
                  </a:lnTo>
                  <a:lnTo>
                    <a:pt x="1365440" y="0"/>
                  </a:lnTo>
                  <a:lnTo>
                    <a:pt x="1366050" y="2959"/>
                  </a:lnTo>
                  <a:lnTo>
                    <a:pt x="1366050" y="344250"/>
                  </a:lnTo>
                  <a:lnTo>
                    <a:pt x="1418931" y="316879"/>
                  </a:lnTo>
                  <a:lnTo>
                    <a:pt x="1541884" y="237337"/>
                  </a:lnTo>
                  <a:lnTo>
                    <a:pt x="1666354" y="137439"/>
                  </a:lnTo>
                  <a:lnTo>
                    <a:pt x="1667484" y="137591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32586" y="4415688"/>
              <a:ext cx="1667510" cy="918844"/>
            </a:xfrm>
            <a:custGeom>
              <a:avLst/>
              <a:gdLst/>
              <a:ahLst/>
              <a:cxnLst/>
              <a:rect l="l" t="t" r="r" b="b"/>
              <a:pathLst>
                <a:path w="1667510" h="918845">
                  <a:moveTo>
                    <a:pt x="1666354" y="137439"/>
                  </a:moveTo>
                  <a:lnTo>
                    <a:pt x="1541884" y="237337"/>
                  </a:lnTo>
                  <a:lnTo>
                    <a:pt x="1418931" y="316879"/>
                  </a:lnTo>
                  <a:lnTo>
                    <a:pt x="1224175" y="417683"/>
                  </a:lnTo>
                  <a:lnTo>
                    <a:pt x="884300" y="581367"/>
                  </a:lnTo>
                  <a:lnTo>
                    <a:pt x="499921" y="751879"/>
                  </a:lnTo>
                  <a:lnTo>
                    <a:pt x="223299" y="854800"/>
                  </a:lnTo>
                  <a:lnTo>
                    <a:pt x="56102" y="905374"/>
                  </a:lnTo>
                  <a:lnTo>
                    <a:pt x="0" y="918844"/>
                  </a:lnTo>
                  <a:lnTo>
                    <a:pt x="1054" y="910602"/>
                  </a:lnTo>
                  <a:lnTo>
                    <a:pt x="7978" y="862321"/>
                  </a:lnTo>
                  <a:lnTo>
                    <a:pt x="17064" y="814391"/>
                  </a:lnTo>
                  <a:lnTo>
                    <a:pt x="28298" y="766893"/>
                  </a:lnTo>
                  <a:lnTo>
                    <a:pt x="41671" y="719906"/>
                  </a:lnTo>
                  <a:lnTo>
                    <a:pt x="57170" y="673508"/>
                  </a:lnTo>
                  <a:lnTo>
                    <a:pt x="74783" y="627781"/>
                  </a:lnTo>
                  <a:lnTo>
                    <a:pt x="94500" y="582802"/>
                  </a:lnTo>
                  <a:lnTo>
                    <a:pt x="90614" y="585266"/>
                  </a:lnTo>
                  <a:lnTo>
                    <a:pt x="317874" y="518464"/>
                  </a:lnTo>
                  <a:lnTo>
                    <a:pt x="463986" y="470333"/>
                  </a:lnTo>
                  <a:lnTo>
                    <a:pt x="592275" y="417594"/>
                  </a:lnTo>
                  <a:lnTo>
                    <a:pt x="766063" y="336969"/>
                  </a:lnTo>
                  <a:lnTo>
                    <a:pt x="982243" y="227226"/>
                  </a:lnTo>
                  <a:lnTo>
                    <a:pt x="1174884" y="118805"/>
                  </a:lnTo>
                  <a:lnTo>
                    <a:pt x="1313112" y="35963"/>
                  </a:lnTo>
                  <a:lnTo>
                    <a:pt x="1366050" y="2959"/>
                  </a:lnTo>
                  <a:lnTo>
                    <a:pt x="1365440" y="0"/>
                  </a:lnTo>
                  <a:lnTo>
                    <a:pt x="1410687" y="13749"/>
                  </a:lnTo>
                  <a:lnTo>
                    <a:pt x="1455354" y="29484"/>
                  </a:lnTo>
                  <a:lnTo>
                    <a:pt x="1499369" y="47196"/>
                  </a:lnTo>
                  <a:lnTo>
                    <a:pt x="1542662" y="66873"/>
                  </a:lnTo>
                  <a:lnTo>
                    <a:pt x="1585159" y="88504"/>
                  </a:lnTo>
                  <a:lnTo>
                    <a:pt x="1626790" y="112081"/>
                  </a:lnTo>
                  <a:lnTo>
                    <a:pt x="1667484" y="137591"/>
                  </a:lnTo>
                  <a:lnTo>
                    <a:pt x="1666354" y="137439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977402" y="5284012"/>
              <a:ext cx="229235" cy="572135"/>
            </a:xfrm>
            <a:custGeom>
              <a:avLst/>
              <a:gdLst/>
              <a:ahLst/>
              <a:cxnLst/>
              <a:rect l="l" t="t" r="r" b="b"/>
              <a:pathLst>
                <a:path w="229235" h="572135">
                  <a:moveTo>
                    <a:pt x="228917" y="0"/>
                  </a:moveTo>
                  <a:lnTo>
                    <a:pt x="149174" y="64287"/>
                  </a:lnTo>
                  <a:lnTo>
                    <a:pt x="125679" y="283832"/>
                  </a:lnTo>
                  <a:lnTo>
                    <a:pt x="0" y="539775"/>
                  </a:lnTo>
                  <a:lnTo>
                    <a:pt x="62090" y="571906"/>
                  </a:lnTo>
                  <a:lnTo>
                    <a:pt x="196557" y="302285"/>
                  </a:lnTo>
                  <a:lnTo>
                    <a:pt x="228917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977402" y="5284012"/>
              <a:ext cx="229235" cy="572135"/>
            </a:xfrm>
            <a:custGeom>
              <a:avLst/>
              <a:gdLst/>
              <a:ahLst/>
              <a:cxnLst/>
              <a:rect l="l" t="t" r="r" b="b"/>
              <a:pathLst>
                <a:path w="229235" h="572135">
                  <a:moveTo>
                    <a:pt x="62090" y="571906"/>
                  </a:moveTo>
                  <a:lnTo>
                    <a:pt x="196557" y="302285"/>
                  </a:lnTo>
                  <a:lnTo>
                    <a:pt x="228917" y="0"/>
                  </a:lnTo>
                  <a:lnTo>
                    <a:pt x="149174" y="64287"/>
                  </a:lnTo>
                  <a:lnTo>
                    <a:pt x="125679" y="283832"/>
                  </a:lnTo>
                  <a:lnTo>
                    <a:pt x="0" y="539775"/>
                  </a:lnTo>
                  <a:lnTo>
                    <a:pt x="62090" y="571906"/>
                  </a:lnTo>
                  <a:lnTo>
                    <a:pt x="196557" y="30228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72716" y="5525770"/>
              <a:ext cx="83731" cy="105054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15311" y="5266702"/>
              <a:ext cx="132041" cy="175450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039492" y="5589892"/>
              <a:ext cx="835660" cy="592455"/>
            </a:xfrm>
            <a:custGeom>
              <a:avLst/>
              <a:gdLst/>
              <a:ahLst/>
              <a:cxnLst/>
              <a:rect l="l" t="t" r="r" b="b"/>
              <a:pathLst>
                <a:path w="835660" h="592454">
                  <a:moveTo>
                    <a:pt x="835291" y="347357"/>
                  </a:moveTo>
                  <a:lnTo>
                    <a:pt x="133896" y="0"/>
                  </a:lnTo>
                  <a:lnTo>
                    <a:pt x="0" y="266026"/>
                  </a:lnTo>
                  <a:lnTo>
                    <a:pt x="667016" y="591832"/>
                  </a:lnTo>
                  <a:lnTo>
                    <a:pt x="696653" y="558639"/>
                  </a:lnTo>
                  <a:lnTo>
                    <a:pt x="727147" y="520557"/>
                  </a:lnTo>
                  <a:lnTo>
                    <a:pt x="762266" y="471182"/>
                  </a:lnTo>
                  <a:lnTo>
                    <a:pt x="796140" y="417941"/>
                  </a:lnTo>
                  <a:lnTo>
                    <a:pt x="818743" y="379142"/>
                  </a:lnTo>
                  <a:lnTo>
                    <a:pt x="835291" y="347357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039492" y="5589892"/>
              <a:ext cx="835660" cy="592455"/>
            </a:xfrm>
            <a:custGeom>
              <a:avLst/>
              <a:gdLst/>
              <a:ahLst/>
              <a:cxnLst/>
              <a:rect l="l" t="t" r="r" b="b"/>
              <a:pathLst>
                <a:path w="835660" h="592454">
                  <a:moveTo>
                    <a:pt x="667016" y="591832"/>
                  </a:moveTo>
                  <a:lnTo>
                    <a:pt x="0" y="266026"/>
                  </a:lnTo>
                  <a:lnTo>
                    <a:pt x="133896" y="0"/>
                  </a:lnTo>
                  <a:lnTo>
                    <a:pt x="835291" y="347357"/>
                  </a:lnTo>
                  <a:lnTo>
                    <a:pt x="796140" y="417941"/>
                  </a:lnTo>
                  <a:lnTo>
                    <a:pt x="762266" y="471182"/>
                  </a:lnTo>
                  <a:lnTo>
                    <a:pt x="727147" y="520557"/>
                  </a:lnTo>
                  <a:lnTo>
                    <a:pt x="696653" y="558639"/>
                  </a:lnTo>
                  <a:lnTo>
                    <a:pt x="667016" y="59183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66633" y="4561560"/>
              <a:ext cx="194221" cy="13205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50492" y="4932362"/>
              <a:ext cx="194221" cy="132041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950379" y="4458792"/>
              <a:ext cx="1511935" cy="1062990"/>
            </a:xfrm>
            <a:custGeom>
              <a:avLst/>
              <a:gdLst/>
              <a:ahLst/>
              <a:cxnLst/>
              <a:rect l="l" t="t" r="r" b="b"/>
              <a:pathLst>
                <a:path w="1511935" h="1062989">
                  <a:moveTo>
                    <a:pt x="326199" y="558812"/>
                  </a:moveTo>
                  <a:lnTo>
                    <a:pt x="0" y="711136"/>
                  </a:lnTo>
                </a:path>
                <a:path w="1511935" h="1062989">
                  <a:moveTo>
                    <a:pt x="759180" y="1062532"/>
                  </a:moveTo>
                  <a:lnTo>
                    <a:pt x="487984" y="479920"/>
                  </a:lnTo>
                </a:path>
                <a:path w="1511935" h="1062989">
                  <a:moveTo>
                    <a:pt x="1293799" y="811085"/>
                  </a:moveTo>
                  <a:lnTo>
                    <a:pt x="1022604" y="228473"/>
                  </a:lnTo>
                </a:path>
                <a:path w="1511935" h="1062989">
                  <a:moveTo>
                    <a:pt x="1511896" y="0"/>
                  </a:moveTo>
                  <a:lnTo>
                    <a:pt x="1185697" y="152311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238540" y="5271731"/>
              <a:ext cx="219710" cy="271145"/>
            </a:xfrm>
            <a:custGeom>
              <a:avLst/>
              <a:gdLst/>
              <a:ahLst/>
              <a:cxnLst/>
              <a:rect l="l" t="t" r="r" b="b"/>
              <a:pathLst>
                <a:path w="219710" h="271145">
                  <a:moveTo>
                    <a:pt x="219189" y="168859"/>
                  </a:moveTo>
                  <a:lnTo>
                    <a:pt x="9080" y="0"/>
                  </a:lnTo>
                  <a:lnTo>
                    <a:pt x="0" y="271068"/>
                  </a:lnTo>
                  <a:lnTo>
                    <a:pt x="219189" y="168859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238540" y="5271731"/>
              <a:ext cx="219710" cy="271145"/>
            </a:xfrm>
            <a:custGeom>
              <a:avLst/>
              <a:gdLst/>
              <a:ahLst/>
              <a:cxnLst/>
              <a:rect l="l" t="t" r="r" b="b"/>
              <a:pathLst>
                <a:path w="219710" h="271145">
                  <a:moveTo>
                    <a:pt x="9080" y="0"/>
                  </a:moveTo>
                  <a:lnTo>
                    <a:pt x="0" y="271068"/>
                  </a:lnTo>
                  <a:lnTo>
                    <a:pt x="219189" y="168859"/>
                  </a:lnTo>
                  <a:lnTo>
                    <a:pt x="9080" y="0"/>
                  </a:lnTo>
                  <a:close/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72959" y="5402808"/>
              <a:ext cx="298450" cy="175895"/>
            </a:xfrm>
            <a:custGeom>
              <a:avLst/>
              <a:gdLst/>
              <a:ahLst/>
              <a:cxnLst/>
              <a:rect l="l" t="t" r="r" b="b"/>
              <a:pathLst>
                <a:path w="298450" h="175895">
                  <a:moveTo>
                    <a:pt x="297853" y="135432"/>
                  </a:moveTo>
                  <a:lnTo>
                    <a:pt x="243878" y="0"/>
                  </a:lnTo>
                  <a:lnTo>
                    <a:pt x="0" y="175666"/>
                  </a:lnTo>
                  <a:lnTo>
                    <a:pt x="297853" y="135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72959" y="5345023"/>
              <a:ext cx="551815" cy="233679"/>
            </a:xfrm>
            <a:custGeom>
              <a:avLst/>
              <a:gdLst/>
              <a:ahLst/>
              <a:cxnLst/>
              <a:rect l="l" t="t" r="r" b="b"/>
              <a:pathLst>
                <a:path w="551815" h="233679">
                  <a:moveTo>
                    <a:pt x="0" y="233451"/>
                  </a:moveTo>
                  <a:lnTo>
                    <a:pt x="243878" y="57785"/>
                  </a:lnTo>
                  <a:lnTo>
                    <a:pt x="270852" y="125501"/>
                  </a:lnTo>
                  <a:lnTo>
                    <a:pt x="297853" y="193217"/>
                  </a:lnTo>
                  <a:lnTo>
                    <a:pt x="0" y="233451"/>
                  </a:lnTo>
                  <a:close/>
                </a:path>
                <a:path w="551815" h="233679">
                  <a:moveTo>
                    <a:pt x="551560" y="0"/>
                  </a:moveTo>
                  <a:lnTo>
                    <a:pt x="413804" y="62572"/>
                  </a:lnTo>
                  <a:lnTo>
                    <a:pt x="272046" y="124853"/>
                  </a:lnTo>
                  <a:lnTo>
                    <a:pt x="270852" y="125501"/>
                  </a:lnTo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513357" y="4649444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4" h="431164">
                  <a:moveTo>
                    <a:pt x="430568" y="293624"/>
                  </a:moveTo>
                  <a:lnTo>
                    <a:pt x="293636" y="0"/>
                  </a:lnTo>
                  <a:lnTo>
                    <a:pt x="0" y="136918"/>
                  </a:lnTo>
                  <a:lnTo>
                    <a:pt x="136931" y="430555"/>
                  </a:lnTo>
                  <a:lnTo>
                    <a:pt x="430568" y="293624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513357" y="4649444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4" h="431164">
                  <a:moveTo>
                    <a:pt x="430568" y="293624"/>
                  </a:moveTo>
                  <a:lnTo>
                    <a:pt x="293636" y="0"/>
                  </a:lnTo>
                  <a:lnTo>
                    <a:pt x="0" y="136918"/>
                  </a:lnTo>
                  <a:lnTo>
                    <a:pt x="136931" y="430555"/>
                  </a:lnTo>
                  <a:lnTo>
                    <a:pt x="430568" y="29362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06184" y="1819960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17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67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57"/>
                  </a:moveTo>
                  <a:lnTo>
                    <a:pt x="0" y="316941"/>
                  </a:lnTo>
                  <a:lnTo>
                    <a:pt x="10477" y="367576"/>
                  </a:lnTo>
                  <a:lnTo>
                    <a:pt x="25323" y="367576"/>
                  </a:lnTo>
                  <a:lnTo>
                    <a:pt x="25323" y="331787"/>
                  </a:lnTo>
                  <a:lnTo>
                    <a:pt x="26200" y="319557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84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14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57" y="504659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593"/>
                  </a:lnTo>
                  <a:lnTo>
                    <a:pt x="58508" y="174625"/>
                  </a:lnTo>
                  <a:lnTo>
                    <a:pt x="70726" y="182473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4987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52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67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07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14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22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14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36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19"/>
                  </a:moveTo>
                  <a:lnTo>
                    <a:pt x="643496" y="470611"/>
                  </a:lnTo>
                  <a:lnTo>
                    <a:pt x="641756" y="476719"/>
                  </a:lnTo>
                  <a:lnTo>
                    <a:pt x="628662" y="502920"/>
                  </a:lnTo>
                  <a:lnTo>
                    <a:pt x="625170" y="508152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19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76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57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82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488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24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593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86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43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14"/>
                  </a:moveTo>
                  <a:lnTo>
                    <a:pt x="282028" y="663575"/>
                  </a:lnTo>
                  <a:lnTo>
                    <a:pt x="276783" y="661822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14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296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44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36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72"/>
                  </a:lnTo>
                  <a:lnTo>
                    <a:pt x="552691" y="595464"/>
                  </a:lnTo>
                  <a:lnTo>
                    <a:pt x="547458" y="598957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34"/>
                  </a:lnTo>
                  <a:lnTo>
                    <a:pt x="523011" y="616419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07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77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57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19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10028211" y="5225974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2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48206" y="7293609"/>
            <a:ext cx="51943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dirty="0">
                <a:latin typeface="Gill Sans MT"/>
                <a:cs typeface="Gill Sans MT"/>
              </a:rPr>
              <a:t>©1999</a:t>
            </a:r>
            <a:r>
              <a:rPr sz="600" spc="80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9191459" y="7294003"/>
            <a:ext cx="115506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0590T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244122" y="2144095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288331" y="4828030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3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34197" y="6225032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231F20"/>
                </a:solidFill>
                <a:latin typeface="Gill Sans MT"/>
                <a:cs typeface="Gill Sans MT"/>
              </a:rPr>
              <a:t>4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76617" y="1301229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8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132" name="object 132"/>
          <p:cNvSpPr txBox="1"/>
          <p:nvPr/>
        </p:nvSpPr>
        <p:spPr>
          <a:xfrm rot="20100000">
            <a:off x="1571800" y="4739029"/>
            <a:ext cx="323828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-145" dirty="0">
                <a:solidFill>
                  <a:srgbClr val="231F20"/>
                </a:solidFill>
                <a:latin typeface="Gill Sans MT"/>
                <a:cs typeface="Gill Sans MT"/>
              </a:rPr>
              <a:t>R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133" name="object 1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70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520" dirty="0"/>
              <a:t>CT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65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55" dirty="0"/>
              <a:t>8 </a:t>
            </a:r>
            <a:r>
              <a:rPr spc="-20" dirty="0"/>
              <a:t>Pretension</a:t>
            </a:r>
            <a:r>
              <a:rPr spc="-70" dirty="0"/>
              <a:t> </a:t>
            </a:r>
            <a:r>
              <a:rPr spc="-10" dirty="0"/>
              <a:t>scraper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8DC1B66-5F8D-BA83-17A9-A25918D4BF07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C6D3F7B-58B6-38AF-58BD-15F510D3B5D3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8" name="Picture 137" descr="A close-up of a logo&#10;&#10;AI-generated content may be incorrect.">
              <a:extLst>
                <a:ext uri="{FF2B5EF4-FFF2-40B4-BE49-F238E27FC236}">
                  <a16:creationId xmlns:a16="http://schemas.microsoft.com/office/drawing/2014/main" id="{064E8C51-6F90-E5CA-3159-48BE406A7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055" y="3247859"/>
            <a:ext cx="553085" cy="553085"/>
            <a:chOff x="2857055" y="3247859"/>
            <a:chExt cx="553085" cy="553085"/>
          </a:xfrm>
        </p:grpSpPr>
        <p:sp>
          <p:nvSpPr>
            <p:cNvPr id="3" name="object 3"/>
            <p:cNvSpPr/>
            <p:nvPr/>
          </p:nvSpPr>
          <p:spPr>
            <a:xfrm>
              <a:off x="2863405" y="3254209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539991" y="270001"/>
                  </a:moveTo>
                  <a:lnTo>
                    <a:pt x="535641" y="221470"/>
                  </a:lnTo>
                  <a:lnTo>
                    <a:pt x="523100" y="175792"/>
                  </a:lnTo>
                  <a:lnTo>
                    <a:pt x="503129" y="133730"/>
                  </a:lnTo>
                  <a:lnTo>
                    <a:pt x="476493" y="96046"/>
                  </a:lnTo>
                  <a:lnTo>
                    <a:pt x="443952" y="63503"/>
                  </a:lnTo>
                  <a:lnTo>
                    <a:pt x="406270" y="36864"/>
                  </a:lnTo>
                  <a:lnTo>
                    <a:pt x="364209" y="16892"/>
                  </a:lnTo>
                  <a:lnTo>
                    <a:pt x="318532" y="4350"/>
                  </a:lnTo>
                  <a:lnTo>
                    <a:pt x="270001" y="0"/>
                  </a:lnTo>
                  <a:lnTo>
                    <a:pt x="221467" y="4350"/>
                  </a:lnTo>
                  <a:lnTo>
                    <a:pt x="175787" y="16892"/>
                  </a:lnTo>
                  <a:lnTo>
                    <a:pt x="133724" y="36864"/>
                  </a:lnTo>
                  <a:lnTo>
                    <a:pt x="96040" y="63503"/>
                  </a:lnTo>
                  <a:lnTo>
                    <a:pt x="63499" y="96046"/>
                  </a:lnTo>
                  <a:lnTo>
                    <a:pt x="36861" y="133730"/>
                  </a:lnTo>
                  <a:lnTo>
                    <a:pt x="16891" y="175792"/>
                  </a:lnTo>
                  <a:lnTo>
                    <a:pt x="4349" y="221470"/>
                  </a:lnTo>
                  <a:lnTo>
                    <a:pt x="0" y="270001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9" y="443957"/>
                  </a:lnTo>
                  <a:lnTo>
                    <a:pt x="96040" y="476500"/>
                  </a:lnTo>
                  <a:lnTo>
                    <a:pt x="133724" y="503139"/>
                  </a:lnTo>
                  <a:lnTo>
                    <a:pt x="175787" y="523111"/>
                  </a:lnTo>
                  <a:lnTo>
                    <a:pt x="221467" y="535653"/>
                  </a:lnTo>
                  <a:lnTo>
                    <a:pt x="270001" y="540003"/>
                  </a:lnTo>
                  <a:lnTo>
                    <a:pt x="318532" y="535653"/>
                  </a:lnTo>
                  <a:lnTo>
                    <a:pt x="364209" y="523111"/>
                  </a:lnTo>
                  <a:lnTo>
                    <a:pt x="406270" y="503139"/>
                  </a:lnTo>
                  <a:lnTo>
                    <a:pt x="443952" y="476500"/>
                  </a:lnTo>
                  <a:lnTo>
                    <a:pt x="476493" y="443957"/>
                  </a:lnTo>
                  <a:lnTo>
                    <a:pt x="503129" y="406273"/>
                  </a:lnTo>
                  <a:lnTo>
                    <a:pt x="523100" y="364211"/>
                  </a:lnTo>
                  <a:lnTo>
                    <a:pt x="535641" y="318533"/>
                  </a:lnTo>
                  <a:lnTo>
                    <a:pt x="539991" y="270001"/>
                  </a:lnTo>
                  <a:close/>
                </a:path>
              </a:pathLst>
            </a:custGeom>
            <a:solidFill>
              <a:srgbClr val="51B1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63405" y="3254209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001" y="540003"/>
                  </a:moveTo>
                  <a:lnTo>
                    <a:pt x="318532" y="535653"/>
                  </a:lnTo>
                  <a:lnTo>
                    <a:pt x="364209" y="523111"/>
                  </a:lnTo>
                  <a:lnTo>
                    <a:pt x="406270" y="503139"/>
                  </a:lnTo>
                  <a:lnTo>
                    <a:pt x="443952" y="476500"/>
                  </a:lnTo>
                  <a:lnTo>
                    <a:pt x="476493" y="443957"/>
                  </a:lnTo>
                  <a:lnTo>
                    <a:pt x="503129" y="406273"/>
                  </a:lnTo>
                  <a:lnTo>
                    <a:pt x="523100" y="364211"/>
                  </a:lnTo>
                  <a:lnTo>
                    <a:pt x="535641" y="318533"/>
                  </a:lnTo>
                  <a:lnTo>
                    <a:pt x="539991" y="270001"/>
                  </a:lnTo>
                  <a:lnTo>
                    <a:pt x="535641" y="221470"/>
                  </a:lnTo>
                  <a:lnTo>
                    <a:pt x="523100" y="175792"/>
                  </a:lnTo>
                  <a:lnTo>
                    <a:pt x="503129" y="133730"/>
                  </a:lnTo>
                  <a:lnTo>
                    <a:pt x="476493" y="96046"/>
                  </a:lnTo>
                  <a:lnTo>
                    <a:pt x="443952" y="63503"/>
                  </a:lnTo>
                  <a:lnTo>
                    <a:pt x="406270" y="36864"/>
                  </a:lnTo>
                  <a:lnTo>
                    <a:pt x="364209" y="16892"/>
                  </a:lnTo>
                  <a:lnTo>
                    <a:pt x="318532" y="4350"/>
                  </a:lnTo>
                  <a:lnTo>
                    <a:pt x="270001" y="0"/>
                  </a:lnTo>
                  <a:lnTo>
                    <a:pt x="221467" y="4350"/>
                  </a:lnTo>
                  <a:lnTo>
                    <a:pt x="175787" y="16892"/>
                  </a:lnTo>
                  <a:lnTo>
                    <a:pt x="133724" y="36864"/>
                  </a:lnTo>
                  <a:lnTo>
                    <a:pt x="96040" y="63503"/>
                  </a:lnTo>
                  <a:lnTo>
                    <a:pt x="63499" y="96046"/>
                  </a:lnTo>
                  <a:lnTo>
                    <a:pt x="36861" y="133730"/>
                  </a:lnTo>
                  <a:lnTo>
                    <a:pt x="16891" y="175792"/>
                  </a:lnTo>
                  <a:lnTo>
                    <a:pt x="4349" y="221470"/>
                  </a:lnTo>
                  <a:lnTo>
                    <a:pt x="0" y="270001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9" y="443957"/>
                  </a:lnTo>
                  <a:lnTo>
                    <a:pt x="96040" y="476500"/>
                  </a:lnTo>
                  <a:lnTo>
                    <a:pt x="133724" y="503139"/>
                  </a:lnTo>
                  <a:lnTo>
                    <a:pt x="175787" y="523111"/>
                  </a:lnTo>
                  <a:lnTo>
                    <a:pt x="221467" y="535653"/>
                  </a:lnTo>
                  <a:lnTo>
                    <a:pt x="270001" y="540003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4274" y="1237818"/>
            <a:ext cx="694690" cy="884555"/>
            <a:chOff x="364274" y="1237818"/>
            <a:chExt cx="694690" cy="884555"/>
          </a:xfrm>
        </p:grpSpPr>
        <p:sp>
          <p:nvSpPr>
            <p:cNvPr id="6" name="object 6"/>
            <p:cNvSpPr/>
            <p:nvPr/>
          </p:nvSpPr>
          <p:spPr>
            <a:xfrm>
              <a:off x="406184" y="18210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83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57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74"/>
                  </a:lnTo>
                  <a:lnTo>
                    <a:pt x="190347" y="296862"/>
                  </a:lnTo>
                  <a:lnTo>
                    <a:pt x="271551" y="84683"/>
                  </a:lnTo>
                  <a:close/>
                </a:path>
                <a:path w="588644" h="301625">
                  <a:moveTo>
                    <a:pt x="588492" y="231368"/>
                  </a:moveTo>
                  <a:lnTo>
                    <a:pt x="509041" y="12217"/>
                  </a:lnTo>
                  <a:lnTo>
                    <a:pt x="502056" y="18326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73"/>
                  </a:lnTo>
                  <a:lnTo>
                    <a:pt x="455777" y="48018"/>
                  </a:lnTo>
                  <a:lnTo>
                    <a:pt x="444423" y="53251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50" y="82067"/>
                  </a:lnTo>
                  <a:lnTo>
                    <a:pt x="333540" y="82943"/>
                  </a:lnTo>
                  <a:lnTo>
                    <a:pt x="317817" y="84683"/>
                  </a:lnTo>
                  <a:lnTo>
                    <a:pt x="397281" y="301231"/>
                  </a:lnTo>
                  <a:lnTo>
                    <a:pt x="479348" y="224383"/>
                  </a:lnTo>
                  <a:lnTo>
                    <a:pt x="588492" y="231368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4274" y="1237817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53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800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22"/>
                  </a:moveTo>
                  <a:lnTo>
                    <a:pt x="43662" y="455777"/>
                  </a:lnTo>
                  <a:lnTo>
                    <a:pt x="41910" y="449668"/>
                  </a:lnTo>
                  <a:lnTo>
                    <a:pt x="40170" y="444423"/>
                  </a:lnTo>
                  <a:lnTo>
                    <a:pt x="36677" y="432206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20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22"/>
                  </a:lnTo>
                  <a:close/>
                </a:path>
                <a:path w="694690" h="693419">
                  <a:moveTo>
                    <a:pt x="48895" y="226148"/>
                  </a:moveTo>
                  <a:lnTo>
                    <a:pt x="24447" y="216535"/>
                  </a:lnTo>
                  <a:lnTo>
                    <a:pt x="20091" y="268058"/>
                  </a:lnTo>
                  <a:lnTo>
                    <a:pt x="34061" y="271551"/>
                  </a:lnTo>
                  <a:lnTo>
                    <a:pt x="35801" y="266306"/>
                  </a:lnTo>
                  <a:lnTo>
                    <a:pt x="39293" y="254088"/>
                  </a:lnTo>
                  <a:lnTo>
                    <a:pt x="41046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895" y="226148"/>
                  </a:lnTo>
                  <a:close/>
                </a:path>
                <a:path w="694690" h="693419">
                  <a:moveTo>
                    <a:pt x="92557" y="544842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96"/>
                  </a:lnTo>
                  <a:lnTo>
                    <a:pt x="78587" y="525627"/>
                  </a:lnTo>
                  <a:lnTo>
                    <a:pt x="75095" y="520395"/>
                  </a:lnTo>
                  <a:lnTo>
                    <a:pt x="72478" y="515150"/>
                  </a:lnTo>
                  <a:lnTo>
                    <a:pt x="68986" y="509917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42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76"/>
                  </a:lnTo>
                  <a:lnTo>
                    <a:pt x="83820" y="162407"/>
                  </a:lnTo>
                  <a:lnTo>
                    <a:pt x="87312" y="157162"/>
                  </a:lnTo>
                  <a:lnTo>
                    <a:pt x="90805" y="152806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200"/>
                  </a:moveTo>
                  <a:lnTo>
                    <a:pt x="157162" y="607707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28" y="596353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46"/>
                  </a:lnTo>
                  <a:lnTo>
                    <a:pt x="152806" y="623417"/>
                  </a:lnTo>
                  <a:lnTo>
                    <a:pt x="161531" y="611200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26"/>
                  </a:lnTo>
                  <a:lnTo>
                    <a:pt x="131851" y="108267"/>
                  </a:lnTo>
                  <a:lnTo>
                    <a:pt x="137083" y="103911"/>
                  </a:lnTo>
                  <a:lnTo>
                    <a:pt x="141452" y="100418"/>
                  </a:lnTo>
                  <a:lnTo>
                    <a:pt x="145821" y="96050"/>
                  </a:lnTo>
                  <a:lnTo>
                    <a:pt x="150177" y="92557"/>
                  </a:lnTo>
                  <a:lnTo>
                    <a:pt x="155422" y="89065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82" y="652233"/>
                  </a:lnTo>
                  <a:lnTo>
                    <a:pt x="235750" y="649617"/>
                  </a:lnTo>
                  <a:lnTo>
                    <a:pt x="230505" y="647865"/>
                  </a:lnTo>
                  <a:lnTo>
                    <a:pt x="224396" y="645248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65" y="635647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106"/>
                  </a:lnTo>
                  <a:lnTo>
                    <a:pt x="206933" y="41046"/>
                  </a:lnTo>
                  <a:lnTo>
                    <a:pt x="212178" y="55016"/>
                  </a:lnTo>
                  <a:lnTo>
                    <a:pt x="218287" y="53263"/>
                  </a:lnTo>
                  <a:lnTo>
                    <a:pt x="228765" y="48031"/>
                  </a:lnTo>
                  <a:lnTo>
                    <a:pt x="234873" y="46278"/>
                  </a:lnTo>
                  <a:lnTo>
                    <a:pt x="240118" y="43662"/>
                  </a:lnTo>
                  <a:lnTo>
                    <a:pt x="245351" y="41910"/>
                  </a:lnTo>
                  <a:lnTo>
                    <a:pt x="251460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96"/>
                  </a:moveTo>
                  <a:lnTo>
                    <a:pt x="329171" y="669696"/>
                  </a:lnTo>
                  <a:lnTo>
                    <a:pt x="323938" y="668820"/>
                  </a:lnTo>
                  <a:lnTo>
                    <a:pt x="317817" y="667943"/>
                  </a:lnTo>
                  <a:lnTo>
                    <a:pt x="311708" y="667943"/>
                  </a:lnTo>
                  <a:lnTo>
                    <a:pt x="305600" y="667080"/>
                  </a:lnTo>
                  <a:lnTo>
                    <a:pt x="300355" y="666203"/>
                  </a:lnTo>
                  <a:lnTo>
                    <a:pt x="294246" y="665327"/>
                  </a:lnTo>
                  <a:lnTo>
                    <a:pt x="289877" y="691527"/>
                  </a:lnTo>
                  <a:lnTo>
                    <a:pt x="340525" y="684542"/>
                  </a:lnTo>
                  <a:lnTo>
                    <a:pt x="341401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76"/>
                  </a:lnTo>
                  <a:lnTo>
                    <a:pt x="323062" y="27076"/>
                  </a:lnTo>
                  <a:lnTo>
                    <a:pt x="329171" y="26200"/>
                  </a:lnTo>
                  <a:lnTo>
                    <a:pt x="352742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95"/>
                  </a:lnTo>
                  <a:lnTo>
                    <a:pt x="419112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80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22"/>
                  </a:lnTo>
                  <a:lnTo>
                    <a:pt x="401637" y="30568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61"/>
                  </a:lnTo>
                  <a:lnTo>
                    <a:pt x="424345" y="34925"/>
                  </a:lnTo>
                  <a:lnTo>
                    <a:pt x="430453" y="36677"/>
                  </a:lnTo>
                  <a:lnTo>
                    <a:pt x="435698" y="38417"/>
                  </a:lnTo>
                  <a:lnTo>
                    <a:pt x="441807" y="40170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308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87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86"/>
                  </a:lnTo>
                  <a:lnTo>
                    <a:pt x="512533" y="72478"/>
                  </a:lnTo>
                  <a:lnTo>
                    <a:pt x="517766" y="75095"/>
                  </a:lnTo>
                  <a:lnTo>
                    <a:pt x="528243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67"/>
                  </a:lnTo>
                  <a:lnTo>
                    <a:pt x="565797" y="583260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60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23"/>
                  </a:lnTo>
                  <a:lnTo>
                    <a:pt x="641756" y="476732"/>
                  </a:lnTo>
                  <a:lnTo>
                    <a:pt x="628662" y="502932"/>
                  </a:lnTo>
                  <a:lnTo>
                    <a:pt x="625170" y="508165"/>
                  </a:lnTo>
                  <a:lnTo>
                    <a:pt x="622541" y="513410"/>
                  </a:lnTo>
                  <a:lnTo>
                    <a:pt x="645248" y="527380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208"/>
                  </a:lnTo>
                  <a:lnTo>
                    <a:pt x="634771" y="203441"/>
                  </a:lnTo>
                  <a:lnTo>
                    <a:pt x="636511" y="208686"/>
                  </a:lnTo>
                  <a:lnTo>
                    <a:pt x="641756" y="219163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18"/>
                  </a:lnTo>
                  <a:lnTo>
                    <a:pt x="667080" y="378066"/>
                  </a:lnTo>
                  <a:lnTo>
                    <a:pt x="665327" y="390296"/>
                  </a:lnTo>
                  <a:lnTo>
                    <a:pt x="664451" y="401650"/>
                  </a:lnTo>
                  <a:lnTo>
                    <a:pt x="661835" y="412991"/>
                  </a:lnTo>
                  <a:lnTo>
                    <a:pt x="659218" y="425221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307"/>
                  </a:moveTo>
                  <a:lnTo>
                    <a:pt x="675805" y="279412"/>
                  </a:lnTo>
                  <a:lnTo>
                    <a:pt x="661835" y="282028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30"/>
                  </a:lnTo>
                  <a:lnTo>
                    <a:pt x="667943" y="329171"/>
                  </a:lnTo>
                  <a:lnTo>
                    <a:pt x="694143" y="328307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4274" y="1237817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20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20"/>
                  </a:lnTo>
                  <a:close/>
                </a:path>
                <a:path w="694690" h="693419">
                  <a:moveTo>
                    <a:pt x="34061" y="272427"/>
                  </a:moveTo>
                  <a:lnTo>
                    <a:pt x="20091" y="268058"/>
                  </a:lnTo>
                  <a:lnTo>
                    <a:pt x="0" y="316953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27"/>
                  </a:lnTo>
                  <a:close/>
                </a:path>
                <a:path w="694690" h="693419">
                  <a:moveTo>
                    <a:pt x="66357" y="505548"/>
                  </a:moveTo>
                  <a:lnTo>
                    <a:pt x="63741" y="499440"/>
                  </a:lnTo>
                  <a:lnTo>
                    <a:pt x="60248" y="494195"/>
                  </a:lnTo>
                  <a:lnTo>
                    <a:pt x="52387" y="478485"/>
                  </a:lnTo>
                  <a:lnTo>
                    <a:pt x="50647" y="472363"/>
                  </a:lnTo>
                  <a:lnTo>
                    <a:pt x="48031" y="467131"/>
                  </a:lnTo>
                  <a:lnTo>
                    <a:pt x="46278" y="461022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48"/>
                  </a:lnTo>
                  <a:lnTo>
                    <a:pt x="51523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82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43"/>
                  </a:lnTo>
                  <a:lnTo>
                    <a:pt x="96050" y="550075"/>
                  </a:lnTo>
                  <a:lnTo>
                    <a:pt x="92557" y="544842"/>
                  </a:lnTo>
                  <a:lnTo>
                    <a:pt x="80327" y="553567"/>
                  </a:lnTo>
                  <a:lnTo>
                    <a:pt x="106527" y="599846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26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47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10" y="624293"/>
                  </a:lnTo>
                  <a:lnTo>
                    <a:pt x="177253" y="620801"/>
                  </a:lnTo>
                  <a:lnTo>
                    <a:pt x="172008" y="618185"/>
                  </a:lnTo>
                  <a:lnTo>
                    <a:pt x="161531" y="611200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47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57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508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87"/>
                  </a:lnTo>
                  <a:lnTo>
                    <a:pt x="276783" y="661835"/>
                  </a:lnTo>
                  <a:lnTo>
                    <a:pt x="270675" y="660095"/>
                  </a:lnTo>
                  <a:lnTo>
                    <a:pt x="264566" y="659218"/>
                  </a:lnTo>
                  <a:lnTo>
                    <a:pt x="258445" y="657466"/>
                  </a:lnTo>
                  <a:lnTo>
                    <a:pt x="253212" y="655726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77" y="691527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106"/>
                  </a:lnTo>
                  <a:lnTo>
                    <a:pt x="256705" y="38417"/>
                  </a:lnTo>
                  <a:lnTo>
                    <a:pt x="268922" y="34925"/>
                  </a:lnTo>
                  <a:lnTo>
                    <a:pt x="275043" y="34061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80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96"/>
                  </a:lnTo>
                  <a:lnTo>
                    <a:pt x="341401" y="669696"/>
                  </a:lnTo>
                  <a:lnTo>
                    <a:pt x="341401" y="684542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18" y="0"/>
                  </a:lnTo>
                  <a:lnTo>
                    <a:pt x="352742" y="26200"/>
                  </a:lnTo>
                  <a:lnTo>
                    <a:pt x="364096" y="26200"/>
                  </a:lnTo>
                  <a:lnTo>
                    <a:pt x="370205" y="27076"/>
                  </a:lnTo>
                  <a:lnTo>
                    <a:pt x="376326" y="27076"/>
                  </a:lnTo>
                  <a:lnTo>
                    <a:pt x="400773" y="30568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55" y="663587"/>
                  </a:moveTo>
                  <a:lnTo>
                    <a:pt x="481101" y="640003"/>
                  </a:lnTo>
                  <a:lnTo>
                    <a:pt x="470623" y="645248"/>
                  </a:lnTo>
                  <a:lnTo>
                    <a:pt x="465378" y="646988"/>
                  </a:lnTo>
                  <a:lnTo>
                    <a:pt x="459270" y="649617"/>
                  </a:lnTo>
                  <a:lnTo>
                    <a:pt x="454037" y="651357"/>
                  </a:lnTo>
                  <a:lnTo>
                    <a:pt x="447916" y="653110"/>
                  </a:lnTo>
                  <a:lnTo>
                    <a:pt x="442683" y="654850"/>
                  </a:lnTo>
                  <a:lnTo>
                    <a:pt x="436575" y="656602"/>
                  </a:lnTo>
                  <a:lnTo>
                    <a:pt x="440067" y="671436"/>
                  </a:lnTo>
                  <a:lnTo>
                    <a:pt x="492455" y="663587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62"/>
                  </a:lnTo>
                  <a:lnTo>
                    <a:pt x="459270" y="46278"/>
                  </a:lnTo>
                  <a:lnTo>
                    <a:pt x="464515" y="48031"/>
                  </a:lnTo>
                  <a:lnTo>
                    <a:pt x="469747" y="50647"/>
                  </a:lnTo>
                  <a:lnTo>
                    <a:pt x="475856" y="53263"/>
                  </a:lnTo>
                  <a:lnTo>
                    <a:pt x="481101" y="55016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27" y="99542"/>
                  </a:lnTo>
                  <a:lnTo>
                    <a:pt x="557060" y="103911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98"/>
                  </a:lnTo>
                  <a:lnTo>
                    <a:pt x="609447" y="161531"/>
                  </a:lnTo>
                  <a:lnTo>
                    <a:pt x="612063" y="166776"/>
                  </a:lnTo>
                  <a:lnTo>
                    <a:pt x="615556" y="171132"/>
                  </a:lnTo>
                  <a:lnTo>
                    <a:pt x="619048" y="177253"/>
                  </a:lnTo>
                  <a:lnTo>
                    <a:pt x="622541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80"/>
                  </a:moveTo>
                  <a:lnTo>
                    <a:pt x="622541" y="513410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35"/>
                  </a:lnTo>
                  <a:lnTo>
                    <a:pt x="594601" y="552691"/>
                  </a:lnTo>
                  <a:lnTo>
                    <a:pt x="605955" y="562305"/>
                  </a:lnTo>
                  <a:lnTo>
                    <a:pt x="645248" y="527380"/>
                  </a:lnTo>
                  <a:close/>
                </a:path>
                <a:path w="694690" h="693419">
                  <a:moveTo>
                    <a:pt x="675805" y="279412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81" y="240982"/>
                  </a:lnTo>
                  <a:lnTo>
                    <a:pt x="653973" y="253212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20"/>
                  </a:lnTo>
                  <a:lnTo>
                    <a:pt x="661835" y="282028"/>
                  </a:lnTo>
                  <a:lnTo>
                    <a:pt x="675805" y="2794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21"/>
                  </a:lnTo>
                  <a:lnTo>
                    <a:pt x="657466" y="430453"/>
                  </a:lnTo>
                  <a:lnTo>
                    <a:pt x="653973" y="442683"/>
                  </a:lnTo>
                  <a:lnTo>
                    <a:pt x="652233" y="447916"/>
                  </a:lnTo>
                  <a:lnTo>
                    <a:pt x="650481" y="454037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23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307"/>
                  </a:moveTo>
                  <a:lnTo>
                    <a:pt x="667943" y="329171"/>
                  </a:lnTo>
                  <a:lnTo>
                    <a:pt x="668820" y="341401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18"/>
                  </a:lnTo>
                  <a:lnTo>
                    <a:pt x="694143" y="328307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1635" y="2308809"/>
            <a:ext cx="3471557" cy="45393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33093" y="4180154"/>
            <a:ext cx="2084070" cy="1268730"/>
            <a:chOff x="1333093" y="4180154"/>
            <a:chExt cx="2084070" cy="126873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044" y="4405426"/>
              <a:ext cx="1377441" cy="8090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044" y="4405426"/>
              <a:ext cx="1377950" cy="809625"/>
            </a:xfrm>
            <a:custGeom>
              <a:avLst/>
              <a:gdLst/>
              <a:ahLst/>
              <a:cxnLst/>
              <a:rect l="l" t="t" r="r" b="b"/>
              <a:pathLst>
                <a:path w="1377950" h="809625">
                  <a:moveTo>
                    <a:pt x="1377442" y="212864"/>
                  </a:moveTo>
                  <a:lnTo>
                    <a:pt x="98983" y="809040"/>
                  </a:lnTo>
                  <a:lnTo>
                    <a:pt x="0" y="601268"/>
                  </a:lnTo>
                  <a:lnTo>
                    <a:pt x="1277239" y="0"/>
                  </a:lnTo>
                  <a:lnTo>
                    <a:pt x="1377442" y="21286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6268" y="4923421"/>
              <a:ext cx="498906" cy="5222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36268" y="4923421"/>
              <a:ext cx="499109" cy="522605"/>
            </a:xfrm>
            <a:custGeom>
              <a:avLst/>
              <a:gdLst/>
              <a:ahLst/>
              <a:cxnLst/>
              <a:rect l="l" t="t" r="r" b="b"/>
              <a:pathLst>
                <a:path w="499110" h="522604">
                  <a:moveTo>
                    <a:pt x="0" y="376999"/>
                  </a:moveTo>
                  <a:lnTo>
                    <a:pt x="219709" y="393738"/>
                  </a:lnTo>
                  <a:lnTo>
                    <a:pt x="231127" y="396354"/>
                  </a:lnTo>
                  <a:lnTo>
                    <a:pt x="246392" y="392645"/>
                  </a:lnTo>
                  <a:lnTo>
                    <a:pt x="255346" y="385076"/>
                  </a:lnTo>
                  <a:lnTo>
                    <a:pt x="265518" y="382612"/>
                  </a:lnTo>
                  <a:lnTo>
                    <a:pt x="274472" y="375043"/>
                  </a:lnTo>
                  <a:lnTo>
                    <a:pt x="297599" y="337083"/>
                  </a:lnTo>
                  <a:lnTo>
                    <a:pt x="300215" y="325666"/>
                  </a:lnTo>
                  <a:lnTo>
                    <a:pt x="304063" y="319341"/>
                  </a:lnTo>
                  <a:lnTo>
                    <a:pt x="305447" y="302831"/>
                  </a:lnTo>
                  <a:lnTo>
                    <a:pt x="308063" y="291414"/>
                  </a:lnTo>
                  <a:lnTo>
                    <a:pt x="310692" y="279996"/>
                  </a:lnTo>
                  <a:lnTo>
                    <a:pt x="313309" y="268579"/>
                  </a:lnTo>
                  <a:lnTo>
                    <a:pt x="315925" y="257149"/>
                  </a:lnTo>
                  <a:lnTo>
                    <a:pt x="312216" y="241884"/>
                  </a:lnTo>
                  <a:lnTo>
                    <a:pt x="314833" y="230466"/>
                  </a:lnTo>
                  <a:lnTo>
                    <a:pt x="312356" y="220281"/>
                  </a:lnTo>
                  <a:lnTo>
                    <a:pt x="308648" y="205016"/>
                  </a:lnTo>
                  <a:lnTo>
                    <a:pt x="306184" y="194830"/>
                  </a:lnTo>
                  <a:lnTo>
                    <a:pt x="303707" y="184645"/>
                  </a:lnTo>
                  <a:lnTo>
                    <a:pt x="301231" y="174472"/>
                  </a:lnTo>
                  <a:lnTo>
                    <a:pt x="293674" y="165519"/>
                  </a:lnTo>
                  <a:lnTo>
                    <a:pt x="291198" y="155333"/>
                  </a:lnTo>
                  <a:lnTo>
                    <a:pt x="283641" y="146392"/>
                  </a:lnTo>
                  <a:lnTo>
                    <a:pt x="277304" y="142544"/>
                  </a:lnTo>
                  <a:lnTo>
                    <a:pt x="269747" y="133591"/>
                  </a:lnTo>
                  <a:lnTo>
                    <a:pt x="258330" y="130975"/>
                  </a:lnTo>
                  <a:lnTo>
                    <a:pt x="252006" y="127114"/>
                  </a:lnTo>
                  <a:lnTo>
                    <a:pt x="241820" y="129590"/>
                  </a:lnTo>
                  <a:lnTo>
                    <a:pt x="22110" y="112864"/>
                  </a:lnTo>
                  <a:lnTo>
                    <a:pt x="34912" y="98971"/>
                  </a:lnTo>
                  <a:lnTo>
                    <a:pt x="42621" y="86309"/>
                  </a:lnTo>
                  <a:lnTo>
                    <a:pt x="55422" y="72428"/>
                  </a:lnTo>
                  <a:lnTo>
                    <a:pt x="83502" y="54825"/>
                  </a:lnTo>
                  <a:lnTo>
                    <a:pt x="96291" y="40932"/>
                  </a:lnTo>
                  <a:lnTo>
                    <a:pt x="111569" y="37223"/>
                  </a:lnTo>
                  <a:lnTo>
                    <a:pt x="139649" y="19621"/>
                  </a:lnTo>
                  <a:lnTo>
                    <a:pt x="205828" y="3556"/>
                  </a:lnTo>
                  <a:lnTo>
                    <a:pt x="227418" y="3708"/>
                  </a:lnTo>
                  <a:lnTo>
                    <a:pt x="242697" y="0"/>
                  </a:lnTo>
                  <a:lnTo>
                    <a:pt x="259206" y="1371"/>
                  </a:lnTo>
                  <a:lnTo>
                    <a:pt x="270624" y="4000"/>
                  </a:lnTo>
                  <a:lnTo>
                    <a:pt x="287134" y="5372"/>
                  </a:lnTo>
                  <a:lnTo>
                    <a:pt x="309968" y="10617"/>
                  </a:lnTo>
                  <a:lnTo>
                    <a:pt x="322618" y="18326"/>
                  </a:lnTo>
                  <a:lnTo>
                    <a:pt x="334035" y="20942"/>
                  </a:lnTo>
                  <a:lnTo>
                    <a:pt x="346697" y="28651"/>
                  </a:lnTo>
                  <a:lnTo>
                    <a:pt x="358114" y="31267"/>
                  </a:lnTo>
                  <a:lnTo>
                    <a:pt x="402399" y="58254"/>
                  </a:lnTo>
                  <a:lnTo>
                    <a:pt x="417525" y="76136"/>
                  </a:lnTo>
                  <a:lnTo>
                    <a:pt x="430187" y="83845"/>
                  </a:lnTo>
                  <a:lnTo>
                    <a:pt x="445312" y="101739"/>
                  </a:lnTo>
                  <a:lnTo>
                    <a:pt x="454113" y="115785"/>
                  </a:lnTo>
                  <a:lnTo>
                    <a:pt x="456577" y="125958"/>
                  </a:lnTo>
                  <a:lnTo>
                    <a:pt x="471703" y="143852"/>
                  </a:lnTo>
                  <a:lnTo>
                    <a:pt x="475411" y="159131"/>
                  </a:lnTo>
                  <a:lnTo>
                    <a:pt x="477888" y="169303"/>
                  </a:lnTo>
                  <a:lnTo>
                    <a:pt x="485444" y="178257"/>
                  </a:lnTo>
                  <a:lnTo>
                    <a:pt x="489165" y="193522"/>
                  </a:lnTo>
                  <a:lnTo>
                    <a:pt x="491629" y="203708"/>
                  </a:lnTo>
                  <a:lnTo>
                    <a:pt x="495338" y="218973"/>
                  </a:lnTo>
                  <a:lnTo>
                    <a:pt x="497814" y="229158"/>
                  </a:lnTo>
                  <a:lnTo>
                    <a:pt x="496430" y="245668"/>
                  </a:lnTo>
                  <a:lnTo>
                    <a:pt x="498906" y="255854"/>
                  </a:lnTo>
                  <a:lnTo>
                    <a:pt x="496290" y="267271"/>
                  </a:lnTo>
                  <a:lnTo>
                    <a:pt x="494906" y="283781"/>
                  </a:lnTo>
                  <a:lnTo>
                    <a:pt x="492290" y="295198"/>
                  </a:lnTo>
                  <a:lnTo>
                    <a:pt x="490905" y="311708"/>
                  </a:lnTo>
                  <a:lnTo>
                    <a:pt x="488276" y="323126"/>
                  </a:lnTo>
                  <a:lnTo>
                    <a:pt x="483044" y="345960"/>
                  </a:lnTo>
                  <a:lnTo>
                    <a:pt x="480428" y="357377"/>
                  </a:lnTo>
                  <a:lnTo>
                    <a:pt x="472719" y="370027"/>
                  </a:lnTo>
                  <a:lnTo>
                    <a:pt x="470103" y="381444"/>
                  </a:lnTo>
                  <a:lnTo>
                    <a:pt x="462394" y="394106"/>
                  </a:lnTo>
                  <a:lnTo>
                    <a:pt x="453440" y="401662"/>
                  </a:lnTo>
                  <a:lnTo>
                    <a:pt x="445731" y="414324"/>
                  </a:lnTo>
                  <a:lnTo>
                    <a:pt x="443115" y="425742"/>
                  </a:lnTo>
                  <a:lnTo>
                    <a:pt x="416280" y="448424"/>
                  </a:lnTo>
                  <a:lnTo>
                    <a:pt x="408571" y="461086"/>
                  </a:lnTo>
                  <a:lnTo>
                    <a:pt x="394538" y="469887"/>
                  </a:lnTo>
                  <a:lnTo>
                    <a:pt x="384352" y="472351"/>
                  </a:lnTo>
                  <a:lnTo>
                    <a:pt x="366458" y="487476"/>
                  </a:lnTo>
                  <a:lnTo>
                    <a:pt x="352424" y="496277"/>
                  </a:lnTo>
                  <a:lnTo>
                    <a:pt x="332066" y="501230"/>
                  </a:lnTo>
                  <a:lnTo>
                    <a:pt x="318020" y="510019"/>
                  </a:lnTo>
                  <a:lnTo>
                    <a:pt x="282384" y="518680"/>
                  </a:lnTo>
                  <a:lnTo>
                    <a:pt x="265887" y="517296"/>
                  </a:lnTo>
                  <a:lnTo>
                    <a:pt x="245516" y="522236"/>
                  </a:lnTo>
                  <a:lnTo>
                    <a:pt x="229006" y="520852"/>
                  </a:lnTo>
                  <a:lnTo>
                    <a:pt x="217589" y="518236"/>
                  </a:lnTo>
                  <a:lnTo>
                    <a:pt x="207403" y="520712"/>
                  </a:lnTo>
                  <a:lnTo>
                    <a:pt x="201079" y="516851"/>
                  </a:lnTo>
                  <a:lnTo>
                    <a:pt x="190906" y="519328"/>
                  </a:lnTo>
                  <a:lnTo>
                    <a:pt x="184569" y="515480"/>
                  </a:lnTo>
                  <a:lnTo>
                    <a:pt x="173151" y="512851"/>
                  </a:lnTo>
                  <a:lnTo>
                    <a:pt x="166827" y="509003"/>
                  </a:lnTo>
                  <a:lnTo>
                    <a:pt x="155409" y="506387"/>
                  </a:lnTo>
                  <a:lnTo>
                    <a:pt x="150317" y="507619"/>
                  </a:lnTo>
                  <a:lnTo>
                    <a:pt x="143992" y="503770"/>
                  </a:lnTo>
                  <a:lnTo>
                    <a:pt x="132575" y="501141"/>
                  </a:lnTo>
                  <a:lnTo>
                    <a:pt x="75628" y="466458"/>
                  </a:lnTo>
                  <a:lnTo>
                    <a:pt x="68072" y="457504"/>
                  </a:lnTo>
                  <a:lnTo>
                    <a:pt x="55410" y="449795"/>
                  </a:lnTo>
                  <a:lnTo>
                    <a:pt x="47853" y="440855"/>
                  </a:lnTo>
                  <a:lnTo>
                    <a:pt x="46609" y="435762"/>
                  </a:lnTo>
                  <a:lnTo>
                    <a:pt x="40284" y="431914"/>
                  </a:lnTo>
                  <a:lnTo>
                    <a:pt x="32727" y="422960"/>
                  </a:lnTo>
                  <a:lnTo>
                    <a:pt x="26403" y="419112"/>
                  </a:lnTo>
                  <a:lnTo>
                    <a:pt x="23926" y="408927"/>
                  </a:lnTo>
                  <a:lnTo>
                    <a:pt x="17602" y="405066"/>
                  </a:lnTo>
                  <a:lnTo>
                    <a:pt x="15125" y="394893"/>
                  </a:lnTo>
                  <a:lnTo>
                    <a:pt x="8801" y="391033"/>
                  </a:lnTo>
                  <a:lnTo>
                    <a:pt x="6324" y="380860"/>
                  </a:lnTo>
                  <a:lnTo>
                    <a:pt x="0" y="376999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6402" y="4183329"/>
              <a:ext cx="497522" cy="5210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16402" y="4183329"/>
              <a:ext cx="497840" cy="521334"/>
            </a:xfrm>
            <a:custGeom>
              <a:avLst/>
              <a:gdLst/>
              <a:ahLst/>
              <a:cxnLst/>
              <a:rect l="l" t="t" r="r" b="b"/>
              <a:pathLst>
                <a:path w="497839" h="521335">
                  <a:moveTo>
                    <a:pt x="474179" y="408000"/>
                  </a:moveTo>
                  <a:lnTo>
                    <a:pt x="255701" y="396354"/>
                  </a:lnTo>
                  <a:lnTo>
                    <a:pt x="249377" y="392493"/>
                  </a:lnTo>
                  <a:lnTo>
                    <a:pt x="237959" y="389877"/>
                  </a:lnTo>
                  <a:lnTo>
                    <a:pt x="212648" y="374459"/>
                  </a:lnTo>
                  <a:lnTo>
                    <a:pt x="210184" y="364274"/>
                  </a:lnTo>
                  <a:lnTo>
                    <a:pt x="195059" y="346392"/>
                  </a:lnTo>
                  <a:lnTo>
                    <a:pt x="187642" y="315849"/>
                  </a:lnTo>
                  <a:lnTo>
                    <a:pt x="183934" y="300570"/>
                  </a:lnTo>
                  <a:lnTo>
                    <a:pt x="181457" y="290385"/>
                  </a:lnTo>
                  <a:lnTo>
                    <a:pt x="184073" y="278968"/>
                  </a:lnTo>
                  <a:lnTo>
                    <a:pt x="181597" y="268795"/>
                  </a:lnTo>
                  <a:lnTo>
                    <a:pt x="182981" y="252285"/>
                  </a:lnTo>
                  <a:lnTo>
                    <a:pt x="185597" y="240868"/>
                  </a:lnTo>
                  <a:lnTo>
                    <a:pt x="188226" y="229450"/>
                  </a:lnTo>
                  <a:lnTo>
                    <a:pt x="190842" y="218020"/>
                  </a:lnTo>
                  <a:lnTo>
                    <a:pt x="193459" y="206603"/>
                  </a:lnTo>
                  <a:lnTo>
                    <a:pt x="196075" y="195186"/>
                  </a:lnTo>
                  <a:lnTo>
                    <a:pt x="203784" y="182537"/>
                  </a:lnTo>
                  <a:lnTo>
                    <a:pt x="206400" y="171119"/>
                  </a:lnTo>
                  <a:lnTo>
                    <a:pt x="215353" y="163550"/>
                  </a:lnTo>
                  <a:lnTo>
                    <a:pt x="226910" y="144576"/>
                  </a:lnTo>
                  <a:lnTo>
                    <a:pt x="232003" y="143344"/>
                  </a:lnTo>
                  <a:lnTo>
                    <a:pt x="240957" y="135775"/>
                  </a:lnTo>
                  <a:lnTo>
                    <a:pt x="281673" y="125882"/>
                  </a:lnTo>
                  <a:lnTo>
                    <a:pt x="497522" y="148945"/>
                  </a:lnTo>
                  <a:lnTo>
                    <a:pt x="495058" y="138760"/>
                  </a:lnTo>
                  <a:lnTo>
                    <a:pt x="488721" y="134912"/>
                  </a:lnTo>
                  <a:lnTo>
                    <a:pt x="486257" y="124726"/>
                  </a:lnTo>
                  <a:lnTo>
                    <a:pt x="479932" y="120878"/>
                  </a:lnTo>
                  <a:lnTo>
                    <a:pt x="472363" y="111925"/>
                  </a:lnTo>
                  <a:lnTo>
                    <a:pt x="471131" y="106832"/>
                  </a:lnTo>
                  <a:lnTo>
                    <a:pt x="463562" y="97891"/>
                  </a:lnTo>
                  <a:lnTo>
                    <a:pt x="457238" y="94030"/>
                  </a:lnTo>
                  <a:lnTo>
                    <a:pt x="454761" y="83858"/>
                  </a:lnTo>
                  <a:lnTo>
                    <a:pt x="448436" y="79997"/>
                  </a:lnTo>
                  <a:lnTo>
                    <a:pt x="440880" y="71056"/>
                  </a:lnTo>
                  <a:lnTo>
                    <a:pt x="421893" y="59486"/>
                  </a:lnTo>
                  <a:lnTo>
                    <a:pt x="414337" y="50545"/>
                  </a:lnTo>
                  <a:lnTo>
                    <a:pt x="389026" y="35128"/>
                  </a:lnTo>
                  <a:lnTo>
                    <a:pt x="377609" y="32512"/>
                  </a:lnTo>
                  <a:lnTo>
                    <a:pt x="358622" y="20942"/>
                  </a:lnTo>
                  <a:lnTo>
                    <a:pt x="347205" y="18326"/>
                  </a:lnTo>
                  <a:lnTo>
                    <a:pt x="334556" y="10617"/>
                  </a:lnTo>
                  <a:lnTo>
                    <a:pt x="323138" y="8000"/>
                  </a:lnTo>
                  <a:lnTo>
                    <a:pt x="316801" y="4140"/>
                  </a:lnTo>
                  <a:lnTo>
                    <a:pt x="306628" y="6616"/>
                  </a:lnTo>
                  <a:lnTo>
                    <a:pt x="300304" y="2755"/>
                  </a:lnTo>
                  <a:lnTo>
                    <a:pt x="288886" y="139"/>
                  </a:lnTo>
                  <a:lnTo>
                    <a:pt x="283794" y="1384"/>
                  </a:lnTo>
                  <a:lnTo>
                    <a:pt x="267284" y="0"/>
                  </a:lnTo>
                  <a:lnTo>
                    <a:pt x="257098" y="2463"/>
                  </a:lnTo>
                  <a:lnTo>
                    <a:pt x="240588" y="1092"/>
                  </a:lnTo>
                  <a:lnTo>
                    <a:pt x="230416" y="3555"/>
                  </a:lnTo>
                  <a:lnTo>
                    <a:pt x="213893" y="2171"/>
                  </a:lnTo>
                  <a:lnTo>
                    <a:pt x="178257" y="10833"/>
                  </a:lnTo>
                  <a:lnTo>
                    <a:pt x="169316" y="18389"/>
                  </a:lnTo>
                  <a:lnTo>
                    <a:pt x="154050" y="22098"/>
                  </a:lnTo>
                  <a:lnTo>
                    <a:pt x="145097" y="29667"/>
                  </a:lnTo>
                  <a:lnTo>
                    <a:pt x="134924" y="32143"/>
                  </a:lnTo>
                  <a:lnTo>
                    <a:pt x="120878" y="40932"/>
                  </a:lnTo>
                  <a:lnTo>
                    <a:pt x="67208" y="86321"/>
                  </a:lnTo>
                  <a:lnTo>
                    <a:pt x="59499" y="98971"/>
                  </a:lnTo>
                  <a:lnTo>
                    <a:pt x="50558" y="106540"/>
                  </a:lnTo>
                  <a:lnTo>
                    <a:pt x="42849" y="119189"/>
                  </a:lnTo>
                  <a:lnTo>
                    <a:pt x="33896" y="126745"/>
                  </a:lnTo>
                  <a:lnTo>
                    <a:pt x="31280" y="138175"/>
                  </a:lnTo>
                  <a:lnTo>
                    <a:pt x="23571" y="150825"/>
                  </a:lnTo>
                  <a:lnTo>
                    <a:pt x="20955" y="162242"/>
                  </a:lnTo>
                  <a:lnTo>
                    <a:pt x="13246" y="174891"/>
                  </a:lnTo>
                  <a:lnTo>
                    <a:pt x="10629" y="186308"/>
                  </a:lnTo>
                  <a:lnTo>
                    <a:pt x="8000" y="197726"/>
                  </a:lnTo>
                  <a:lnTo>
                    <a:pt x="6629" y="214236"/>
                  </a:lnTo>
                  <a:lnTo>
                    <a:pt x="1384" y="237070"/>
                  </a:lnTo>
                  <a:lnTo>
                    <a:pt x="0" y="253580"/>
                  </a:lnTo>
                  <a:lnTo>
                    <a:pt x="2476" y="263766"/>
                  </a:lnTo>
                  <a:lnTo>
                    <a:pt x="1092" y="280276"/>
                  </a:lnTo>
                  <a:lnTo>
                    <a:pt x="6045" y="300634"/>
                  </a:lnTo>
                  <a:lnTo>
                    <a:pt x="4660" y="317144"/>
                  </a:lnTo>
                  <a:lnTo>
                    <a:pt x="7124" y="327329"/>
                  </a:lnTo>
                  <a:lnTo>
                    <a:pt x="15925" y="341363"/>
                  </a:lnTo>
                  <a:lnTo>
                    <a:pt x="18402" y="351548"/>
                  </a:lnTo>
                  <a:lnTo>
                    <a:pt x="22110" y="366826"/>
                  </a:lnTo>
                  <a:lnTo>
                    <a:pt x="29679" y="375767"/>
                  </a:lnTo>
                  <a:lnTo>
                    <a:pt x="32143" y="385952"/>
                  </a:lnTo>
                  <a:lnTo>
                    <a:pt x="39712" y="394893"/>
                  </a:lnTo>
                  <a:lnTo>
                    <a:pt x="48513" y="408927"/>
                  </a:lnTo>
                  <a:lnTo>
                    <a:pt x="86321" y="453656"/>
                  </a:lnTo>
                  <a:lnTo>
                    <a:pt x="98983" y="461365"/>
                  </a:lnTo>
                  <a:lnTo>
                    <a:pt x="106540" y="470306"/>
                  </a:lnTo>
                  <a:lnTo>
                    <a:pt x="119202" y="478015"/>
                  </a:lnTo>
                  <a:lnTo>
                    <a:pt x="130619" y="480644"/>
                  </a:lnTo>
                  <a:lnTo>
                    <a:pt x="138175" y="489585"/>
                  </a:lnTo>
                  <a:lnTo>
                    <a:pt x="150837" y="497293"/>
                  </a:lnTo>
                  <a:lnTo>
                    <a:pt x="162255" y="499910"/>
                  </a:lnTo>
                  <a:lnTo>
                    <a:pt x="174904" y="507618"/>
                  </a:lnTo>
                  <a:lnTo>
                    <a:pt x="197738" y="512864"/>
                  </a:lnTo>
                  <a:lnTo>
                    <a:pt x="214249" y="514235"/>
                  </a:lnTo>
                  <a:lnTo>
                    <a:pt x="237083" y="519480"/>
                  </a:lnTo>
                  <a:lnTo>
                    <a:pt x="253593" y="520865"/>
                  </a:lnTo>
                  <a:lnTo>
                    <a:pt x="275196" y="521004"/>
                  </a:lnTo>
                  <a:lnTo>
                    <a:pt x="356654" y="501230"/>
                  </a:lnTo>
                  <a:lnTo>
                    <a:pt x="370687" y="492429"/>
                  </a:lnTo>
                  <a:lnTo>
                    <a:pt x="385952" y="488721"/>
                  </a:lnTo>
                  <a:lnTo>
                    <a:pt x="414032" y="471119"/>
                  </a:lnTo>
                  <a:lnTo>
                    <a:pt x="426834" y="457225"/>
                  </a:lnTo>
                  <a:lnTo>
                    <a:pt x="440867" y="448424"/>
                  </a:lnTo>
                  <a:lnTo>
                    <a:pt x="466470" y="420649"/>
                  </a:lnTo>
                  <a:lnTo>
                    <a:pt x="474179" y="408000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598862" y="4409909"/>
            <a:ext cx="1008380" cy="898525"/>
            <a:chOff x="3598862" y="4409909"/>
            <a:chExt cx="1008380" cy="898525"/>
          </a:xfrm>
        </p:grpSpPr>
        <p:sp>
          <p:nvSpPr>
            <p:cNvPr id="18" name="object 18"/>
            <p:cNvSpPr/>
            <p:nvPr/>
          </p:nvSpPr>
          <p:spPr>
            <a:xfrm>
              <a:off x="3605212" y="4416259"/>
              <a:ext cx="995680" cy="885825"/>
            </a:xfrm>
            <a:custGeom>
              <a:avLst/>
              <a:gdLst/>
              <a:ahLst/>
              <a:cxnLst/>
              <a:rect l="l" t="t" r="r" b="b"/>
              <a:pathLst>
                <a:path w="995679" h="885825">
                  <a:moveTo>
                    <a:pt x="995375" y="0"/>
                  </a:moveTo>
                  <a:lnTo>
                    <a:pt x="356247" y="675805"/>
                  </a:lnTo>
                  <a:lnTo>
                    <a:pt x="0" y="371957"/>
                  </a:lnTo>
                  <a:lnTo>
                    <a:pt x="351002" y="885355"/>
                  </a:lnTo>
                  <a:lnTo>
                    <a:pt x="995375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05212" y="4416259"/>
              <a:ext cx="995680" cy="885825"/>
            </a:xfrm>
            <a:custGeom>
              <a:avLst/>
              <a:gdLst/>
              <a:ahLst/>
              <a:cxnLst/>
              <a:rect l="l" t="t" r="r" b="b"/>
              <a:pathLst>
                <a:path w="995679" h="885825">
                  <a:moveTo>
                    <a:pt x="0" y="371957"/>
                  </a:moveTo>
                  <a:lnTo>
                    <a:pt x="351002" y="885355"/>
                  </a:lnTo>
                  <a:lnTo>
                    <a:pt x="995375" y="0"/>
                  </a:lnTo>
                  <a:lnTo>
                    <a:pt x="356247" y="675805"/>
                  </a:lnTo>
                  <a:lnTo>
                    <a:pt x="0" y="371957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8619" y="458722"/>
            <a:ext cx="5089525" cy="13569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7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Type</a:t>
            </a:r>
            <a:r>
              <a:rPr sz="2400" b="1" spc="-65" dirty="0">
                <a:latin typeface="Gill Sans MT"/>
                <a:cs typeface="Gill Sans MT"/>
              </a:rPr>
              <a:t> </a:t>
            </a:r>
            <a:r>
              <a:rPr sz="2400" b="1" spc="-520" dirty="0">
                <a:latin typeface="Gill Sans MT"/>
                <a:cs typeface="Gill Sans MT"/>
              </a:rPr>
              <a:t>CT</a:t>
            </a:r>
            <a:r>
              <a:rPr sz="2400" b="1" spc="-65" dirty="0">
                <a:latin typeface="Gill Sans MT"/>
                <a:cs typeface="Gill Sans MT"/>
              </a:rPr>
              <a:t> </a:t>
            </a:r>
            <a:r>
              <a:rPr sz="2400" b="1" spc="-200" dirty="0">
                <a:latin typeface="Gill Sans MT"/>
                <a:cs typeface="Gill Sans MT"/>
              </a:rPr>
              <a:t>-</a:t>
            </a:r>
            <a:r>
              <a:rPr sz="2400" b="1" spc="-65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Installation</a:t>
            </a:r>
            <a:r>
              <a:rPr sz="2400" b="1" spc="-65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step</a:t>
            </a:r>
            <a:r>
              <a:rPr sz="2400" b="1" spc="-65" dirty="0">
                <a:latin typeface="Gill Sans MT"/>
                <a:cs typeface="Gill Sans MT"/>
              </a:rPr>
              <a:t> </a:t>
            </a:r>
            <a:r>
              <a:rPr sz="2400" b="1" spc="55" dirty="0">
                <a:latin typeface="Gill Sans MT"/>
                <a:cs typeface="Gill Sans MT"/>
              </a:rPr>
              <a:t>9 </a:t>
            </a:r>
            <a:r>
              <a:rPr sz="2400" b="1" spc="-75" dirty="0">
                <a:latin typeface="Gill Sans MT"/>
                <a:cs typeface="Gill Sans MT"/>
              </a:rPr>
              <a:t>Check</a:t>
            </a:r>
            <a:r>
              <a:rPr sz="2400" b="1" spc="-80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installation</a:t>
            </a:r>
            <a:endParaRPr sz="2400">
              <a:latin typeface="Gill Sans MT"/>
              <a:cs typeface="Gill Sans MT"/>
            </a:endParaRPr>
          </a:p>
          <a:p>
            <a:pPr marL="240665">
              <a:lnSpc>
                <a:spcPct val="100000"/>
              </a:lnSpc>
              <a:spcBef>
                <a:spcPts val="860"/>
              </a:spcBef>
            </a:pPr>
            <a:r>
              <a:rPr sz="3200" b="1" spc="90" dirty="0">
                <a:latin typeface="Gill Sans MT"/>
                <a:cs typeface="Gill Sans MT"/>
              </a:rPr>
              <a:t>9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190164" y="7295121"/>
            <a:ext cx="115633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0600T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19991104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16115" y="3280622"/>
            <a:ext cx="234950" cy="443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50" b="1" spc="70" dirty="0">
                <a:solidFill>
                  <a:srgbClr val="FFFFFC"/>
                </a:solidFill>
                <a:latin typeface="Gill Sans MT"/>
                <a:cs typeface="Gill Sans MT"/>
              </a:rPr>
              <a:t>1</a:t>
            </a:r>
            <a:endParaRPr sz="2750">
              <a:latin typeface="Gill Sans MT"/>
              <a:cs typeface="Gill Sans M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401785E-3F4E-2047-0B76-108063D9ED51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3398967-A0A2-85CF-81C9-7DC43FE194B1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Picture 2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496AF9F1-35A2-EC46-A20D-70D174AFB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7411" y="1137462"/>
            <a:ext cx="8209280" cy="5735320"/>
            <a:chOff x="1387411" y="1137462"/>
            <a:chExt cx="8209280" cy="5735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7411" y="1165225"/>
              <a:ext cx="7967408" cy="568187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58417" y="1137462"/>
              <a:ext cx="6075045" cy="3686175"/>
            </a:xfrm>
            <a:custGeom>
              <a:avLst/>
              <a:gdLst/>
              <a:ahLst/>
              <a:cxnLst/>
              <a:rect l="l" t="t" r="r" b="b"/>
              <a:pathLst>
                <a:path w="6075045" h="3686175">
                  <a:moveTo>
                    <a:pt x="6075006" y="648208"/>
                  </a:moveTo>
                  <a:lnTo>
                    <a:pt x="0" y="648208"/>
                  </a:lnTo>
                </a:path>
                <a:path w="6075045" h="3686175">
                  <a:moveTo>
                    <a:pt x="3037535" y="0"/>
                  </a:moveTo>
                  <a:lnTo>
                    <a:pt x="3037509" y="3685717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17472" y="3113201"/>
              <a:ext cx="499745" cy="266065"/>
            </a:xfrm>
            <a:custGeom>
              <a:avLst/>
              <a:gdLst/>
              <a:ahLst/>
              <a:cxnLst/>
              <a:rect l="l" t="t" r="r" b="b"/>
              <a:pathLst>
                <a:path w="499744" h="266064">
                  <a:moveTo>
                    <a:pt x="499732" y="34632"/>
                  </a:moveTo>
                  <a:lnTo>
                    <a:pt x="0" y="0"/>
                  </a:lnTo>
                  <a:lnTo>
                    <a:pt x="424637" y="265734"/>
                  </a:lnTo>
                  <a:lnTo>
                    <a:pt x="499732" y="34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7472" y="3113201"/>
              <a:ext cx="499745" cy="266065"/>
            </a:xfrm>
            <a:custGeom>
              <a:avLst/>
              <a:gdLst/>
              <a:ahLst/>
              <a:cxnLst/>
              <a:rect l="l" t="t" r="r" b="b"/>
              <a:pathLst>
                <a:path w="499744" h="266064">
                  <a:moveTo>
                    <a:pt x="0" y="0"/>
                  </a:moveTo>
                  <a:lnTo>
                    <a:pt x="499732" y="34632"/>
                  </a:lnTo>
                  <a:lnTo>
                    <a:pt x="424637" y="265734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3175" y="3978027"/>
              <a:ext cx="252258" cy="2522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13175" y="3978027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29" h="252729">
                  <a:moveTo>
                    <a:pt x="87019" y="246500"/>
                  </a:moveTo>
                  <a:lnTo>
                    <a:pt x="136942" y="252260"/>
                  </a:lnTo>
                  <a:lnTo>
                    <a:pt x="183582" y="238896"/>
                  </a:lnTo>
                  <a:lnTo>
                    <a:pt x="221809" y="209021"/>
                  </a:lnTo>
                  <a:lnTo>
                    <a:pt x="246493" y="165246"/>
                  </a:lnTo>
                  <a:lnTo>
                    <a:pt x="252258" y="115316"/>
                  </a:lnTo>
                  <a:lnTo>
                    <a:pt x="238894" y="68672"/>
                  </a:lnTo>
                  <a:lnTo>
                    <a:pt x="209015" y="30443"/>
                  </a:lnTo>
                  <a:lnTo>
                    <a:pt x="165239" y="5759"/>
                  </a:lnTo>
                  <a:lnTo>
                    <a:pt x="115316" y="0"/>
                  </a:lnTo>
                  <a:lnTo>
                    <a:pt x="68676" y="13365"/>
                  </a:lnTo>
                  <a:lnTo>
                    <a:pt x="30449" y="43244"/>
                  </a:lnTo>
                  <a:lnTo>
                    <a:pt x="5765" y="87026"/>
                  </a:lnTo>
                  <a:lnTo>
                    <a:pt x="0" y="136949"/>
                  </a:lnTo>
                  <a:lnTo>
                    <a:pt x="13364" y="183589"/>
                  </a:lnTo>
                  <a:lnTo>
                    <a:pt x="43243" y="221817"/>
                  </a:lnTo>
                  <a:lnTo>
                    <a:pt x="87019" y="246500"/>
                  </a:lnTo>
                  <a:close/>
                </a:path>
              </a:pathLst>
            </a:custGeom>
            <a:ln w="254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95926" y="178567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5926" y="178567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5926" y="178567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623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1924" y="1461668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647992" y="323989"/>
                  </a:moveTo>
                  <a:lnTo>
                    <a:pt x="324002" y="323989"/>
                  </a:lnTo>
                  <a:lnTo>
                    <a:pt x="324002" y="0"/>
                  </a:lnTo>
                  <a:lnTo>
                    <a:pt x="276110" y="3517"/>
                  </a:lnTo>
                  <a:lnTo>
                    <a:pt x="230416" y="13728"/>
                  </a:lnTo>
                  <a:lnTo>
                    <a:pt x="187401" y="30124"/>
                  </a:lnTo>
                  <a:lnTo>
                    <a:pt x="147574" y="52209"/>
                  </a:lnTo>
                  <a:lnTo>
                    <a:pt x="111429" y="79476"/>
                  </a:lnTo>
                  <a:lnTo>
                    <a:pt x="79463" y="111442"/>
                  </a:lnTo>
                  <a:lnTo>
                    <a:pt x="52197" y="147586"/>
                  </a:lnTo>
                  <a:lnTo>
                    <a:pt x="30111" y="187413"/>
                  </a:lnTo>
                  <a:lnTo>
                    <a:pt x="13716" y="230428"/>
                  </a:lnTo>
                  <a:lnTo>
                    <a:pt x="3505" y="276123"/>
                  </a:lnTo>
                  <a:lnTo>
                    <a:pt x="0" y="324002"/>
                  </a:lnTo>
                  <a:lnTo>
                    <a:pt x="323989" y="324002"/>
                  </a:lnTo>
                  <a:lnTo>
                    <a:pt x="323989" y="647979"/>
                  </a:lnTo>
                  <a:lnTo>
                    <a:pt x="371856" y="644474"/>
                  </a:lnTo>
                  <a:lnTo>
                    <a:pt x="417550" y="634263"/>
                  </a:lnTo>
                  <a:lnTo>
                    <a:pt x="460565" y="617867"/>
                  </a:lnTo>
                  <a:lnTo>
                    <a:pt x="500405" y="595782"/>
                  </a:lnTo>
                  <a:lnTo>
                    <a:pt x="536549" y="568515"/>
                  </a:lnTo>
                  <a:lnTo>
                    <a:pt x="568515" y="536549"/>
                  </a:lnTo>
                  <a:lnTo>
                    <a:pt x="595782" y="500405"/>
                  </a:lnTo>
                  <a:lnTo>
                    <a:pt x="617867" y="460578"/>
                  </a:lnTo>
                  <a:lnTo>
                    <a:pt x="634263" y="417563"/>
                  </a:lnTo>
                  <a:lnTo>
                    <a:pt x="644474" y="371868"/>
                  </a:lnTo>
                  <a:lnTo>
                    <a:pt x="647992" y="3239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71924" y="1461668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647992" y="324002"/>
                  </a:moveTo>
                  <a:lnTo>
                    <a:pt x="644474" y="276136"/>
                  </a:lnTo>
                  <a:lnTo>
                    <a:pt x="634263" y="230441"/>
                  </a:lnTo>
                  <a:lnTo>
                    <a:pt x="617867" y="187426"/>
                  </a:lnTo>
                  <a:lnTo>
                    <a:pt x="595782" y="147586"/>
                  </a:lnTo>
                  <a:lnTo>
                    <a:pt x="568515" y="111442"/>
                  </a:lnTo>
                  <a:lnTo>
                    <a:pt x="536549" y="79476"/>
                  </a:lnTo>
                  <a:lnTo>
                    <a:pt x="500405" y="52209"/>
                  </a:lnTo>
                  <a:lnTo>
                    <a:pt x="460578" y="30124"/>
                  </a:lnTo>
                  <a:lnTo>
                    <a:pt x="417563" y="13728"/>
                  </a:lnTo>
                  <a:lnTo>
                    <a:pt x="371868" y="3517"/>
                  </a:lnTo>
                  <a:lnTo>
                    <a:pt x="323989" y="0"/>
                  </a:lnTo>
                  <a:lnTo>
                    <a:pt x="323989" y="323989"/>
                  </a:lnTo>
                  <a:lnTo>
                    <a:pt x="0" y="323989"/>
                  </a:lnTo>
                  <a:lnTo>
                    <a:pt x="3505" y="371868"/>
                  </a:lnTo>
                  <a:lnTo>
                    <a:pt x="13716" y="417563"/>
                  </a:lnTo>
                  <a:lnTo>
                    <a:pt x="30111" y="460578"/>
                  </a:lnTo>
                  <a:lnTo>
                    <a:pt x="52197" y="500418"/>
                  </a:lnTo>
                  <a:lnTo>
                    <a:pt x="79463" y="536562"/>
                  </a:lnTo>
                  <a:lnTo>
                    <a:pt x="111429" y="568528"/>
                  </a:lnTo>
                  <a:lnTo>
                    <a:pt x="147574" y="595795"/>
                  </a:lnTo>
                  <a:lnTo>
                    <a:pt x="187413" y="617880"/>
                  </a:lnTo>
                  <a:lnTo>
                    <a:pt x="230428" y="634276"/>
                  </a:lnTo>
                  <a:lnTo>
                    <a:pt x="276123" y="644486"/>
                  </a:lnTo>
                  <a:lnTo>
                    <a:pt x="324002" y="647992"/>
                  </a:lnTo>
                  <a:lnTo>
                    <a:pt x="324002" y="324002"/>
                  </a:lnTo>
                  <a:lnTo>
                    <a:pt x="647992" y="3240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1924" y="1461668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324002" y="648004"/>
                  </a:moveTo>
                  <a:lnTo>
                    <a:pt x="371878" y="644491"/>
                  </a:lnTo>
                  <a:lnTo>
                    <a:pt x="417573" y="634285"/>
                  </a:lnTo>
                  <a:lnTo>
                    <a:pt x="460586" y="617889"/>
                  </a:lnTo>
                  <a:lnTo>
                    <a:pt x="500416" y="595803"/>
                  </a:lnTo>
                  <a:lnTo>
                    <a:pt x="536561" y="568528"/>
                  </a:lnTo>
                  <a:lnTo>
                    <a:pt x="568521" y="536567"/>
                  </a:lnTo>
                  <a:lnTo>
                    <a:pt x="595794" y="500420"/>
                  </a:lnTo>
                  <a:lnTo>
                    <a:pt x="617878" y="460588"/>
                  </a:lnTo>
                  <a:lnTo>
                    <a:pt x="634274" y="417574"/>
                  </a:lnTo>
                  <a:lnTo>
                    <a:pt x="644479" y="371878"/>
                  </a:lnTo>
                  <a:lnTo>
                    <a:pt x="647992" y="324002"/>
                  </a:lnTo>
                  <a:lnTo>
                    <a:pt x="644479" y="276126"/>
                  </a:lnTo>
                  <a:lnTo>
                    <a:pt x="634274" y="230430"/>
                  </a:lnTo>
                  <a:lnTo>
                    <a:pt x="617878" y="187416"/>
                  </a:lnTo>
                  <a:lnTo>
                    <a:pt x="595794" y="147584"/>
                  </a:lnTo>
                  <a:lnTo>
                    <a:pt x="568521" y="111437"/>
                  </a:lnTo>
                  <a:lnTo>
                    <a:pt x="536561" y="79476"/>
                  </a:lnTo>
                  <a:lnTo>
                    <a:pt x="500416" y="52201"/>
                  </a:lnTo>
                  <a:lnTo>
                    <a:pt x="460586" y="30115"/>
                  </a:lnTo>
                  <a:lnTo>
                    <a:pt x="417573" y="13718"/>
                  </a:lnTo>
                  <a:lnTo>
                    <a:pt x="371878" y="3513"/>
                  </a:lnTo>
                  <a:lnTo>
                    <a:pt x="324002" y="0"/>
                  </a:lnTo>
                  <a:lnTo>
                    <a:pt x="276123" y="3513"/>
                  </a:lnTo>
                  <a:lnTo>
                    <a:pt x="230425" y="13718"/>
                  </a:lnTo>
                  <a:lnTo>
                    <a:pt x="187410" y="30115"/>
                  </a:lnTo>
                  <a:lnTo>
                    <a:pt x="147579" y="52201"/>
                  </a:lnTo>
                  <a:lnTo>
                    <a:pt x="111432" y="79476"/>
                  </a:lnTo>
                  <a:lnTo>
                    <a:pt x="79471" y="111437"/>
                  </a:lnTo>
                  <a:lnTo>
                    <a:pt x="52198" y="147584"/>
                  </a:lnTo>
                  <a:lnTo>
                    <a:pt x="30113" y="187416"/>
                  </a:lnTo>
                  <a:lnTo>
                    <a:pt x="13717" y="230430"/>
                  </a:lnTo>
                  <a:lnTo>
                    <a:pt x="3512" y="276126"/>
                  </a:lnTo>
                  <a:lnTo>
                    <a:pt x="0" y="324002"/>
                  </a:lnTo>
                  <a:lnTo>
                    <a:pt x="3512" y="371878"/>
                  </a:lnTo>
                  <a:lnTo>
                    <a:pt x="13717" y="417574"/>
                  </a:lnTo>
                  <a:lnTo>
                    <a:pt x="30113" y="460588"/>
                  </a:lnTo>
                  <a:lnTo>
                    <a:pt x="52198" y="500420"/>
                  </a:lnTo>
                  <a:lnTo>
                    <a:pt x="79471" y="536567"/>
                  </a:lnTo>
                  <a:lnTo>
                    <a:pt x="111432" y="568528"/>
                  </a:lnTo>
                  <a:lnTo>
                    <a:pt x="147579" y="595803"/>
                  </a:lnTo>
                  <a:lnTo>
                    <a:pt x="187410" y="617889"/>
                  </a:lnTo>
                  <a:lnTo>
                    <a:pt x="230425" y="634285"/>
                  </a:lnTo>
                  <a:lnTo>
                    <a:pt x="276123" y="644491"/>
                  </a:lnTo>
                  <a:lnTo>
                    <a:pt x="324002" y="6480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79663" y="3263379"/>
              <a:ext cx="577850" cy="187960"/>
            </a:xfrm>
            <a:custGeom>
              <a:avLst/>
              <a:gdLst/>
              <a:ahLst/>
              <a:cxnLst/>
              <a:rect l="l" t="t" r="r" b="b"/>
              <a:pathLst>
                <a:path w="577850" h="187960">
                  <a:moveTo>
                    <a:pt x="0" y="0"/>
                  </a:moveTo>
                  <a:lnTo>
                    <a:pt x="577761" y="187731"/>
                  </a:lnTo>
                </a:path>
              </a:pathLst>
            </a:custGeom>
            <a:ln w="38099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63374" y="2952800"/>
              <a:ext cx="445770" cy="412115"/>
            </a:xfrm>
            <a:custGeom>
              <a:avLst/>
              <a:gdLst/>
              <a:ahLst/>
              <a:cxnLst/>
              <a:rect l="l" t="t" r="r" b="b"/>
              <a:pathLst>
                <a:path w="445770" h="412114">
                  <a:moveTo>
                    <a:pt x="445604" y="182778"/>
                  </a:moveTo>
                  <a:lnTo>
                    <a:pt x="285483" y="0"/>
                  </a:lnTo>
                  <a:lnTo>
                    <a:pt x="0" y="411632"/>
                  </a:lnTo>
                  <a:lnTo>
                    <a:pt x="445604" y="1827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3374" y="1853501"/>
              <a:ext cx="870585" cy="1511300"/>
            </a:xfrm>
            <a:custGeom>
              <a:avLst/>
              <a:gdLst/>
              <a:ahLst/>
              <a:cxnLst/>
              <a:rect l="l" t="t" r="r" b="b"/>
              <a:pathLst>
                <a:path w="870585" h="1511300">
                  <a:moveTo>
                    <a:pt x="0" y="1510931"/>
                  </a:moveTo>
                  <a:lnTo>
                    <a:pt x="285483" y="1099299"/>
                  </a:lnTo>
                  <a:lnTo>
                    <a:pt x="445604" y="1282077"/>
                  </a:lnTo>
                  <a:lnTo>
                    <a:pt x="0" y="1510931"/>
                  </a:lnTo>
                  <a:close/>
                </a:path>
                <a:path w="870585" h="1511300">
                  <a:moveTo>
                    <a:pt x="870127" y="0"/>
                  </a:moveTo>
                  <a:lnTo>
                    <a:pt x="856094" y="173088"/>
                  </a:lnTo>
                  <a:lnTo>
                    <a:pt x="823341" y="348526"/>
                  </a:lnTo>
                  <a:lnTo>
                    <a:pt x="774230" y="512254"/>
                  </a:lnTo>
                  <a:lnTo>
                    <a:pt x="711073" y="671309"/>
                  </a:lnTo>
                  <a:lnTo>
                    <a:pt x="633882" y="832675"/>
                  </a:lnTo>
                  <a:lnTo>
                    <a:pt x="537984" y="977722"/>
                  </a:lnTo>
                  <a:lnTo>
                    <a:pt x="430377" y="1118031"/>
                  </a:lnTo>
                  <a:lnTo>
                    <a:pt x="367030" y="1189012"/>
                  </a:lnTo>
                  <a:lnTo>
                    <a:pt x="365531" y="1190688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311" y="1785670"/>
              <a:ext cx="993140" cy="2668270"/>
            </a:xfrm>
            <a:custGeom>
              <a:avLst/>
              <a:gdLst/>
              <a:ahLst/>
              <a:cxnLst/>
              <a:rect l="l" t="t" r="r" b="b"/>
              <a:pathLst>
                <a:path w="993139" h="2668270">
                  <a:moveTo>
                    <a:pt x="756615" y="0"/>
                  </a:moveTo>
                  <a:lnTo>
                    <a:pt x="992809" y="2667800"/>
                  </a:lnTo>
                </a:path>
                <a:path w="993139" h="2668270">
                  <a:moveTo>
                    <a:pt x="756615" y="0"/>
                  </a:moveTo>
                  <a:lnTo>
                    <a:pt x="0" y="2318486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77472" y="6344958"/>
              <a:ext cx="252729" cy="424815"/>
            </a:xfrm>
            <a:custGeom>
              <a:avLst/>
              <a:gdLst/>
              <a:ahLst/>
              <a:cxnLst/>
              <a:rect l="l" t="t" r="r" b="b"/>
              <a:pathLst>
                <a:path w="252729" h="424815">
                  <a:moveTo>
                    <a:pt x="252285" y="191655"/>
                  </a:moveTo>
                  <a:lnTo>
                    <a:pt x="189217" y="205371"/>
                  </a:lnTo>
                  <a:lnTo>
                    <a:pt x="144919" y="0"/>
                  </a:lnTo>
                  <a:lnTo>
                    <a:pt x="18770" y="27444"/>
                  </a:lnTo>
                  <a:lnTo>
                    <a:pt x="63080" y="232816"/>
                  </a:lnTo>
                  <a:lnTo>
                    <a:pt x="0" y="246532"/>
                  </a:lnTo>
                  <a:lnTo>
                    <a:pt x="170446" y="424459"/>
                  </a:lnTo>
                  <a:lnTo>
                    <a:pt x="252285" y="191655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77472" y="6344958"/>
              <a:ext cx="252729" cy="424815"/>
            </a:xfrm>
            <a:custGeom>
              <a:avLst/>
              <a:gdLst/>
              <a:ahLst/>
              <a:cxnLst/>
              <a:rect l="l" t="t" r="r" b="b"/>
              <a:pathLst>
                <a:path w="252729" h="424815">
                  <a:moveTo>
                    <a:pt x="0" y="246532"/>
                  </a:moveTo>
                  <a:lnTo>
                    <a:pt x="63080" y="232816"/>
                  </a:lnTo>
                  <a:lnTo>
                    <a:pt x="18770" y="27444"/>
                  </a:lnTo>
                  <a:lnTo>
                    <a:pt x="144919" y="0"/>
                  </a:lnTo>
                  <a:lnTo>
                    <a:pt x="189217" y="205371"/>
                  </a:lnTo>
                  <a:lnTo>
                    <a:pt x="252285" y="191655"/>
                  </a:lnTo>
                  <a:lnTo>
                    <a:pt x="170446" y="424459"/>
                  </a:lnTo>
                  <a:lnTo>
                    <a:pt x="0" y="24653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62696" y="2416429"/>
              <a:ext cx="468630" cy="966469"/>
            </a:xfrm>
            <a:custGeom>
              <a:avLst/>
              <a:gdLst/>
              <a:ahLst/>
              <a:cxnLst/>
              <a:rect l="l" t="t" r="r" b="b"/>
              <a:pathLst>
                <a:path w="468629" h="966470">
                  <a:moveTo>
                    <a:pt x="468604" y="448030"/>
                  </a:moveTo>
                  <a:lnTo>
                    <a:pt x="351167" y="471093"/>
                  </a:lnTo>
                  <a:lnTo>
                    <a:pt x="257568" y="0"/>
                  </a:lnTo>
                  <a:lnTo>
                    <a:pt x="23545" y="45834"/>
                  </a:lnTo>
                  <a:lnTo>
                    <a:pt x="117424" y="517766"/>
                  </a:lnTo>
                  <a:lnTo>
                    <a:pt x="0" y="540816"/>
                  </a:lnTo>
                  <a:lnTo>
                    <a:pt x="327621" y="966076"/>
                  </a:lnTo>
                  <a:lnTo>
                    <a:pt x="468604" y="448030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62696" y="2416429"/>
              <a:ext cx="468630" cy="966469"/>
            </a:xfrm>
            <a:custGeom>
              <a:avLst/>
              <a:gdLst/>
              <a:ahLst/>
              <a:cxnLst/>
              <a:rect l="l" t="t" r="r" b="b"/>
              <a:pathLst>
                <a:path w="468629" h="966470">
                  <a:moveTo>
                    <a:pt x="0" y="540816"/>
                  </a:moveTo>
                  <a:lnTo>
                    <a:pt x="117424" y="517766"/>
                  </a:lnTo>
                  <a:lnTo>
                    <a:pt x="23545" y="45834"/>
                  </a:lnTo>
                  <a:lnTo>
                    <a:pt x="257568" y="0"/>
                  </a:lnTo>
                  <a:lnTo>
                    <a:pt x="351167" y="471093"/>
                  </a:lnTo>
                  <a:lnTo>
                    <a:pt x="468604" y="448030"/>
                  </a:lnTo>
                  <a:lnTo>
                    <a:pt x="327621" y="966076"/>
                  </a:lnTo>
                  <a:lnTo>
                    <a:pt x="0" y="54081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63558" y="2919882"/>
              <a:ext cx="707390" cy="3927475"/>
            </a:xfrm>
            <a:custGeom>
              <a:avLst/>
              <a:gdLst/>
              <a:ahLst/>
              <a:cxnLst/>
              <a:rect l="l" t="t" r="r" b="b"/>
              <a:pathLst>
                <a:path w="707390" h="3927475">
                  <a:moveTo>
                    <a:pt x="707262" y="0"/>
                  </a:moveTo>
                  <a:lnTo>
                    <a:pt x="0" y="3927221"/>
                  </a:lnTo>
                </a:path>
              </a:pathLst>
            </a:custGeom>
            <a:ln w="508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86763" y="4690084"/>
              <a:ext cx="887730" cy="1179195"/>
            </a:xfrm>
            <a:custGeom>
              <a:avLst/>
              <a:gdLst/>
              <a:ahLst/>
              <a:cxnLst/>
              <a:rect l="l" t="t" r="r" b="b"/>
              <a:pathLst>
                <a:path w="887729" h="1179195">
                  <a:moveTo>
                    <a:pt x="887120" y="978319"/>
                  </a:moveTo>
                  <a:lnTo>
                    <a:pt x="429171" y="0"/>
                  </a:lnTo>
                  <a:lnTo>
                    <a:pt x="0" y="203034"/>
                  </a:lnTo>
                  <a:lnTo>
                    <a:pt x="457200" y="1178737"/>
                  </a:lnTo>
                  <a:lnTo>
                    <a:pt x="887120" y="978319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86763" y="4690084"/>
              <a:ext cx="887730" cy="1179195"/>
            </a:xfrm>
            <a:custGeom>
              <a:avLst/>
              <a:gdLst/>
              <a:ahLst/>
              <a:cxnLst/>
              <a:rect l="l" t="t" r="r" b="b"/>
              <a:pathLst>
                <a:path w="887729" h="1179195">
                  <a:moveTo>
                    <a:pt x="887120" y="978319"/>
                  </a:moveTo>
                  <a:lnTo>
                    <a:pt x="457200" y="1178737"/>
                  </a:lnTo>
                  <a:lnTo>
                    <a:pt x="0" y="203034"/>
                  </a:lnTo>
                  <a:lnTo>
                    <a:pt x="429171" y="0"/>
                  </a:lnTo>
                  <a:lnTo>
                    <a:pt x="887120" y="9783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48701" y="4566691"/>
              <a:ext cx="801370" cy="1030605"/>
            </a:xfrm>
            <a:custGeom>
              <a:avLst/>
              <a:gdLst/>
              <a:ahLst/>
              <a:cxnLst/>
              <a:rect l="l" t="t" r="r" b="b"/>
              <a:pathLst>
                <a:path w="801370" h="1030604">
                  <a:moveTo>
                    <a:pt x="801027" y="820458"/>
                  </a:moveTo>
                  <a:lnTo>
                    <a:pt x="435317" y="28079"/>
                  </a:lnTo>
                  <a:lnTo>
                    <a:pt x="390067" y="0"/>
                  </a:lnTo>
                  <a:lnTo>
                    <a:pt x="371525" y="4864"/>
                  </a:lnTo>
                  <a:lnTo>
                    <a:pt x="29667" y="164274"/>
                  </a:lnTo>
                  <a:lnTo>
                    <a:pt x="14020" y="175348"/>
                  </a:lnTo>
                  <a:lnTo>
                    <a:pt x="0" y="206375"/>
                  </a:lnTo>
                  <a:lnTo>
                    <a:pt x="353529" y="972375"/>
                  </a:lnTo>
                  <a:lnTo>
                    <a:pt x="368744" y="1005014"/>
                  </a:lnTo>
                  <a:lnTo>
                    <a:pt x="378371" y="1017549"/>
                  </a:lnTo>
                  <a:lnTo>
                    <a:pt x="394233" y="1027176"/>
                  </a:lnTo>
                  <a:lnTo>
                    <a:pt x="412546" y="1029982"/>
                  </a:lnTo>
                  <a:lnTo>
                    <a:pt x="431812" y="1026680"/>
                  </a:lnTo>
                  <a:lnTo>
                    <a:pt x="773671" y="867270"/>
                  </a:lnTo>
                  <a:lnTo>
                    <a:pt x="788581" y="854633"/>
                  </a:lnTo>
                  <a:lnTo>
                    <a:pt x="798220" y="838784"/>
                  </a:lnTo>
                  <a:lnTo>
                    <a:pt x="801027" y="820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48701" y="4566691"/>
              <a:ext cx="801370" cy="1030605"/>
            </a:xfrm>
            <a:custGeom>
              <a:avLst/>
              <a:gdLst/>
              <a:ahLst/>
              <a:cxnLst/>
              <a:rect l="l" t="t" r="r" b="b"/>
              <a:pathLst>
                <a:path w="801370" h="1030604">
                  <a:moveTo>
                    <a:pt x="353529" y="972375"/>
                  </a:moveTo>
                  <a:lnTo>
                    <a:pt x="368744" y="1005014"/>
                  </a:lnTo>
                  <a:lnTo>
                    <a:pt x="378371" y="1017549"/>
                  </a:lnTo>
                  <a:lnTo>
                    <a:pt x="394233" y="1027176"/>
                  </a:lnTo>
                  <a:lnTo>
                    <a:pt x="412546" y="1029982"/>
                  </a:lnTo>
                  <a:lnTo>
                    <a:pt x="431812" y="1026680"/>
                  </a:lnTo>
                  <a:lnTo>
                    <a:pt x="773671" y="867270"/>
                  </a:lnTo>
                  <a:lnTo>
                    <a:pt x="788581" y="854633"/>
                  </a:lnTo>
                  <a:lnTo>
                    <a:pt x="798220" y="838784"/>
                  </a:lnTo>
                  <a:lnTo>
                    <a:pt x="801027" y="820458"/>
                  </a:lnTo>
                  <a:lnTo>
                    <a:pt x="797610" y="805027"/>
                  </a:lnTo>
                  <a:lnTo>
                    <a:pt x="435317" y="28079"/>
                  </a:lnTo>
                  <a:lnTo>
                    <a:pt x="424230" y="12420"/>
                  </a:lnTo>
                  <a:lnTo>
                    <a:pt x="408393" y="2806"/>
                  </a:lnTo>
                  <a:lnTo>
                    <a:pt x="390067" y="0"/>
                  </a:lnTo>
                  <a:lnTo>
                    <a:pt x="371525" y="4864"/>
                  </a:lnTo>
                  <a:lnTo>
                    <a:pt x="29667" y="164274"/>
                  </a:lnTo>
                  <a:lnTo>
                    <a:pt x="14020" y="175348"/>
                  </a:lnTo>
                  <a:lnTo>
                    <a:pt x="0" y="20637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10854" y="6523596"/>
              <a:ext cx="256540" cy="131445"/>
            </a:xfrm>
            <a:custGeom>
              <a:avLst/>
              <a:gdLst/>
              <a:ahLst/>
              <a:cxnLst/>
              <a:rect l="l" t="t" r="r" b="b"/>
              <a:pathLst>
                <a:path w="256540" h="131445">
                  <a:moveTo>
                    <a:pt x="256273" y="0"/>
                  </a:moveTo>
                  <a:lnTo>
                    <a:pt x="0" y="119506"/>
                  </a:lnTo>
                  <a:lnTo>
                    <a:pt x="24993" y="130848"/>
                  </a:lnTo>
                  <a:lnTo>
                    <a:pt x="244843" y="28321"/>
                  </a:lnTo>
                  <a:lnTo>
                    <a:pt x="25627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10854" y="6523596"/>
              <a:ext cx="256540" cy="131445"/>
            </a:xfrm>
            <a:custGeom>
              <a:avLst/>
              <a:gdLst/>
              <a:ahLst/>
              <a:cxnLst/>
              <a:rect l="l" t="t" r="r" b="b"/>
              <a:pathLst>
                <a:path w="256540" h="131445">
                  <a:moveTo>
                    <a:pt x="256273" y="0"/>
                  </a:moveTo>
                  <a:lnTo>
                    <a:pt x="0" y="119506"/>
                  </a:lnTo>
                  <a:lnTo>
                    <a:pt x="24993" y="130848"/>
                  </a:lnTo>
                  <a:lnTo>
                    <a:pt x="244843" y="28321"/>
                  </a:lnTo>
                  <a:lnTo>
                    <a:pt x="256273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356130" y="5977585"/>
              <a:ext cx="511175" cy="666115"/>
            </a:xfrm>
            <a:custGeom>
              <a:avLst/>
              <a:gdLst/>
              <a:ahLst/>
              <a:cxnLst/>
              <a:rect l="l" t="t" r="r" b="b"/>
              <a:pathLst>
                <a:path w="511175" h="666115">
                  <a:moveTo>
                    <a:pt x="510997" y="546011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254609" y="665568"/>
                  </a:lnTo>
                  <a:lnTo>
                    <a:pt x="510997" y="546011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56130" y="5977585"/>
              <a:ext cx="511175" cy="666115"/>
            </a:xfrm>
            <a:custGeom>
              <a:avLst/>
              <a:gdLst/>
              <a:ahLst/>
              <a:cxnLst/>
              <a:rect l="l" t="t" r="r" b="b"/>
              <a:pathLst>
                <a:path w="511175" h="666115">
                  <a:moveTo>
                    <a:pt x="256387" y="0"/>
                  </a:moveTo>
                  <a:lnTo>
                    <a:pt x="510997" y="546011"/>
                  </a:lnTo>
                  <a:lnTo>
                    <a:pt x="254609" y="665568"/>
                  </a:lnTo>
                  <a:lnTo>
                    <a:pt x="0" y="11955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374773" y="5986271"/>
              <a:ext cx="482600" cy="667385"/>
            </a:xfrm>
            <a:custGeom>
              <a:avLst/>
              <a:gdLst/>
              <a:ahLst/>
              <a:cxnLst/>
              <a:rect l="l" t="t" r="r" b="b"/>
              <a:pathLst>
                <a:path w="482600" h="667384">
                  <a:moveTo>
                    <a:pt x="482422" y="564692"/>
                  </a:moveTo>
                  <a:lnTo>
                    <a:pt x="219100" y="0"/>
                  </a:lnTo>
                </a:path>
                <a:path w="482600" h="667384">
                  <a:moveTo>
                    <a:pt x="0" y="102171"/>
                  </a:moveTo>
                  <a:lnTo>
                    <a:pt x="263321" y="6668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81480" y="4667389"/>
              <a:ext cx="434975" cy="221615"/>
            </a:xfrm>
            <a:custGeom>
              <a:avLst/>
              <a:gdLst/>
              <a:ahLst/>
              <a:cxnLst/>
              <a:rect l="l" t="t" r="r" b="b"/>
              <a:pathLst>
                <a:path w="434975" h="221614">
                  <a:moveTo>
                    <a:pt x="434454" y="22694"/>
                  </a:moveTo>
                  <a:lnTo>
                    <a:pt x="427316" y="3314"/>
                  </a:lnTo>
                  <a:lnTo>
                    <a:pt x="418198" y="0"/>
                  </a:lnTo>
                  <a:lnTo>
                    <a:pt x="3314" y="193471"/>
                  </a:lnTo>
                  <a:lnTo>
                    <a:pt x="0" y="202577"/>
                  </a:lnTo>
                  <a:lnTo>
                    <a:pt x="8699" y="221233"/>
                  </a:lnTo>
                  <a:lnTo>
                    <a:pt x="434454" y="22694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81480" y="4667389"/>
              <a:ext cx="434975" cy="221615"/>
            </a:xfrm>
            <a:custGeom>
              <a:avLst/>
              <a:gdLst/>
              <a:ahLst/>
              <a:cxnLst/>
              <a:rect l="l" t="t" r="r" b="b"/>
              <a:pathLst>
                <a:path w="434975" h="221614">
                  <a:moveTo>
                    <a:pt x="8699" y="221233"/>
                  </a:moveTo>
                  <a:lnTo>
                    <a:pt x="0" y="202577"/>
                  </a:lnTo>
                  <a:lnTo>
                    <a:pt x="3314" y="193471"/>
                  </a:lnTo>
                  <a:lnTo>
                    <a:pt x="418198" y="0"/>
                  </a:lnTo>
                  <a:lnTo>
                    <a:pt x="427316" y="3314"/>
                  </a:lnTo>
                  <a:lnTo>
                    <a:pt x="434454" y="22694"/>
                  </a:lnTo>
                  <a:lnTo>
                    <a:pt x="8699" y="22123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5361" y="5666473"/>
              <a:ext cx="436245" cy="220979"/>
            </a:xfrm>
            <a:custGeom>
              <a:avLst/>
              <a:gdLst/>
              <a:ahLst/>
              <a:cxnLst/>
              <a:rect l="l" t="t" r="r" b="b"/>
              <a:pathLst>
                <a:path w="436245" h="220979">
                  <a:moveTo>
                    <a:pt x="436016" y="17919"/>
                  </a:moveTo>
                  <a:lnTo>
                    <a:pt x="425767" y="0"/>
                  </a:lnTo>
                  <a:lnTo>
                    <a:pt x="0" y="198539"/>
                  </a:lnTo>
                  <a:lnTo>
                    <a:pt x="8699" y="217182"/>
                  </a:lnTo>
                  <a:lnTo>
                    <a:pt x="17818" y="220497"/>
                  </a:lnTo>
                  <a:lnTo>
                    <a:pt x="432701" y="27038"/>
                  </a:lnTo>
                  <a:lnTo>
                    <a:pt x="436016" y="1791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45361" y="5666473"/>
              <a:ext cx="436245" cy="220979"/>
            </a:xfrm>
            <a:custGeom>
              <a:avLst/>
              <a:gdLst/>
              <a:ahLst/>
              <a:cxnLst/>
              <a:rect l="l" t="t" r="r" b="b"/>
              <a:pathLst>
                <a:path w="436245" h="220979">
                  <a:moveTo>
                    <a:pt x="0" y="198539"/>
                  </a:moveTo>
                  <a:lnTo>
                    <a:pt x="8699" y="217182"/>
                  </a:lnTo>
                  <a:lnTo>
                    <a:pt x="17818" y="220497"/>
                  </a:lnTo>
                  <a:lnTo>
                    <a:pt x="432701" y="27038"/>
                  </a:lnTo>
                  <a:lnTo>
                    <a:pt x="436016" y="17919"/>
                  </a:lnTo>
                  <a:lnTo>
                    <a:pt x="425767" y="0"/>
                  </a:lnTo>
                  <a:lnTo>
                    <a:pt x="0" y="19853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20965" y="4186593"/>
              <a:ext cx="441325" cy="515620"/>
            </a:xfrm>
            <a:custGeom>
              <a:avLst/>
              <a:gdLst/>
              <a:ahLst/>
              <a:cxnLst/>
              <a:rect l="l" t="t" r="r" b="b"/>
              <a:pathLst>
                <a:path w="441325" h="515620">
                  <a:moveTo>
                    <a:pt x="440880" y="395630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184492" y="515188"/>
                  </a:lnTo>
                  <a:lnTo>
                    <a:pt x="440880" y="39563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20965" y="4186593"/>
              <a:ext cx="441325" cy="515620"/>
            </a:xfrm>
            <a:custGeom>
              <a:avLst/>
              <a:gdLst/>
              <a:ahLst/>
              <a:cxnLst/>
              <a:rect l="l" t="t" r="r" b="b"/>
              <a:pathLst>
                <a:path w="441325" h="515620">
                  <a:moveTo>
                    <a:pt x="440880" y="395630"/>
                  </a:moveTo>
                  <a:lnTo>
                    <a:pt x="256387" y="0"/>
                  </a:lnTo>
                  <a:lnTo>
                    <a:pt x="0" y="119557"/>
                  </a:lnTo>
                  <a:lnTo>
                    <a:pt x="184492" y="515188"/>
                  </a:lnTo>
                  <a:lnTo>
                    <a:pt x="440880" y="39563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26046" y="3883329"/>
              <a:ext cx="1205230" cy="633730"/>
            </a:xfrm>
            <a:custGeom>
              <a:avLst/>
              <a:gdLst/>
              <a:ahLst/>
              <a:cxnLst/>
              <a:rect l="l" t="t" r="r" b="b"/>
              <a:pathLst>
                <a:path w="1205229" h="633729">
                  <a:moveTo>
                    <a:pt x="1205039" y="91681"/>
                  </a:moveTo>
                  <a:lnTo>
                    <a:pt x="1162291" y="0"/>
                  </a:lnTo>
                  <a:lnTo>
                    <a:pt x="0" y="541997"/>
                  </a:lnTo>
                  <a:lnTo>
                    <a:pt x="42748" y="633679"/>
                  </a:lnTo>
                  <a:lnTo>
                    <a:pt x="1205039" y="91681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26046" y="3883329"/>
              <a:ext cx="1205230" cy="633730"/>
            </a:xfrm>
            <a:custGeom>
              <a:avLst/>
              <a:gdLst/>
              <a:ahLst/>
              <a:cxnLst/>
              <a:rect l="l" t="t" r="r" b="b"/>
              <a:pathLst>
                <a:path w="1205229" h="633729">
                  <a:moveTo>
                    <a:pt x="1205039" y="91681"/>
                  </a:moveTo>
                  <a:lnTo>
                    <a:pt x="42748" y="633679"/>
                  </a:lnTo>
                  <a:lnTo>
                    <a:pt x="0" y="541997"/>
                  </a:lnTo>
                  <a:lnTo>
                    <a:pt x="1162291" y="0"/>
                  </a:lnTo>
                  <a:lnTo>
                    <a:pt x="1205039" y="916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55853" y="3906900"/>
              <a:ext cx="940435" cy="579755"/>
            </a:xfrm>
            <a:custGeom>
              <a:avLst/>
              <a:gdLst/>
              <a:ahLst/>
              <a:cxnLst/>
              <a:rect l="l" t="t" r="r" b="b"/>
              <a:pathLst>
                <a:path w="940434" h="579754">
                  <a:moveTo>
                    <a:pt x="0" y="399249"/>
                  </a:moveTo>
                  <a:lnTo>
                    <a:pt x="84061" y="579501"/>
                  </a:lnTo>
                </a:path>
                <a:path w="940434" h="579754">
                  <a:moveTo>
                    <a:pt x="940244" y="180251"/>
                  </a:moveTo>
                  <a:lnTo>
                    <a:pt x="856195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96860" y="4420209"/>
              <a:ext cx="127635" cy="273050"/>
            </a:xfrm>
            <a:custGeom>
              <a:avLst/>
              <a:gdLst/>
              <a:ahLst/>
              <a:cxnLst/>
              <a:rect l="l" t="t" r="r" b="b"/>
              <a:pathLst>
                <a:path w="127634" h="273050">
                  <a:moveTo>
                    <a:pt x="127241" y="2728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78216" y="4309351"/>
              <a:ext cx="256540" cy="120014"/>
            </a:xfrm>
            <a:custGeom>
              <a:avLst/>
              <a:gdLst/>
              <a:ahLst/>
              <a:cxnLst/>
              <a:rect l="l" t="t" r="r" b="b"/>
              <a:pathLst>
                <a:path w="256540" h="120014">
                  <a:moveTo>
                    <a:pt x="0" y="119557"/>
                  </a:moveTo>
                  <a:lnTo>
                    <a:pt x="25638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15961" y="4318038"/>
              <a:ext cx="127635" cy="273050"/>
            </a:xfrm>
            <a:custGeom>
              <a:avLst/>
              <a:gdLst/>
              <a:ahLst/>
              <a:cxnLst/>
              <a:rect l="l" t="t" r="r" b="b"/>
              <a:pathLst>
                <a:path w="127634" h="273050">
                  <a:moveTo>
                    <a:pt x="0" y="0"/>
                  </a:moveTo>
                  <a:lnTo>
                    <a:pt x="127241" y="2728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77352" y="4186593"/>
              <a:ext cx="184785" cy="396240"/>
            </a:xfrm>
            <a:custGeom>
              <a:avLst/>
              <a:gdLst/>
              <a:ahLst/>
              <a:cxnLst/>
              <a:rect l="l" t="t" r="r" b="b"/>
              <a:pathLst>
                <a:path w="184784" h="396239">
                  <a:moveTo>
                    <a:pt x="184492" y="39563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980121" y="3928986"/>
              <a:ext cx="153670" cy="143510"/>
            </a:xfrm>
            <a:custGeom>
              <a:avLst/>
              <a:gdLst/>
              <a:ahLst/>
              <a:cxnLst/>
              <a:rect l="l" t="t" r="r" b="b"/>
              <a:pathLst>
                <a:path w="153670" h="143510">
                  <a:moveTo>
                    <a:pt x="42748" y="143116"/>
                  </a:moveTo>
                  <a:lnTo>
                    <a:pt x="0" y="51447"/>
                  </a:lnTo>
                </a:path>
                <a:path w="153670" h="143510">
                  <a:moveTo>
                    <a:pt x="110324" y="0"/>
                  </a:moveTo>
                  <a:lnTo>
                    <a:pt x="153073" y="91668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11592" y="4551591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95" y="87617"/>
                  </a:moveTo>
                  <a:lnTo>
                    <a:pt x="459943" y="2171"/>
                  </a:lnTo>
                  <a:lnTo>
                    <a:pt x="436232" y="0"/>
                  </a:lnTo>
                  <a:lnTo>
                    <a:pt x="416242" y="1752"/>
                  </a:lnTo>
                  <a:lnTo>
                    <a:pt x="48806" y="171196"/>
                  </a:lnTo>
                  <a:lnTo>
                    <a:pt x="13576" y="197078"/>
                  </a:lnTo>
                  <a:lnTo>
                    <a:pt x="0" y="216649"/>
                  </a:lnTo>
                  <a:lnTo>
                    <a:pt x="39839" y="302094"/>
                  </a:lnTo>
                  <a:lnTo>
                    <a:pt x="62852" y="302742"/>
                  </a:lnTo>
                  <a:lnTo>
                    <a:pt x="82842" y="300990"/>
                  </a:lnTo>
                  <a:lnTo>
                    <a:pt x="451002" y="133096"/>
                  </a:lnTo>
                  <a:lnTo>
                    <a:pt x="485508" y="105664"/>
                  </a:lnTo>
                  <a:lnTo>
                    <a:pt x="499795" y="8761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611592" y="4551591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45" y="293954"/>
                  </a:moveTo>
                  <a:lnTo>
                    <a:pt x="82842" y="300990"/>
                  </a:lnTo>
                  <a:lnTo>
                    <a:pt x="62852" y="302742"/>
                  </a:lnTo>
                  <a:lnTo>
                    <a:pt x="39839" y="302094"/>
                  </a:lnTo>
                  <a:lnTo>
                    <a:pt x="0" y="216649"/>
                  </a:lnTo>
                  <a:lnTo>
                    <a:pt x="13576" y="197078"/>
                  </a:lnTo>
                  <a:lnTo>
                    <a:pt x="48806" y="171196"/>
                  </a:lnTo>
                  <a:lnTo>
                    <a:pt x="393763" y="10337"/>
                  </a:lnTo>
                  <a:lnTo>
                    <a:pt x="436232" y="0"/>
                  </a:lnTo>
                  <a:lnTo>
                    <a:pt x="459943" y="2171"/>
                  </a:lnTo>
                  <a:lnTo>
                    <a:pt x="499795" y="87617"/>
                  </a:lnTo>
                  <a:lnTo>
                    <a:pt x="485508" y="105664"/>
                  </a:lnTo>
                  <a:lnTo>
                    <a:pt x="471309" y="119849"/>
                  </a:lnTo>
                  <a:lnTo>
                    <a:pt x="451002" y="133096"/>
                  </a:lnTo>
                  <a:lnTo>
                    <a:pt x="106045" y="293954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9966" y="4708550"/>
              <a:ext cx="161188" cy="14895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728140" y="4607382"/>
              <a:ext cx="268605" cy="192405"/>
            </a:xfrm>
            <a:custGeom>
              <a:avLst/>
              <a:gdLst/>
              <a:ahLst/>
              <a:cxnLst/>
              <a:rect l="l" t="t" r="r" b="b"/>
              <a:pathLst>
                <a:path w="268604" h="192404">
                  <a:moveTo>
                    <a:pt x="268249" y="85445"/>
                  </a:moveTo>
                  <a:lnTo>
                    <a:pt x="228409" y="0"/>
                  </a:lnTo>
                  <a:lnTo>
                    <a:pt x="177558" y="8585"/>
                  </a:lnTo>
                  <a:lnTo>
                    <a:pt x="128041" y="24117"/>
                  </a:lnTo>
                  <a:lnTo>
                    <a:pt x="82981" y="45123"/>
                  </a:lnTo>
                  <a:lnTo>
                    <a:pt x="37706" y="73799"/>
                  </a:lnTo>
                  <a:lnTo>
                    <a:pt x="0" y="106514"/>
                  </a:lnTo>
                  <a:lnTo>
                    <a:pt x="39839" y="191960"/>
                  </a:lnTo>
                  <a:lnTo>
                    <a:pt x="88430" y="182575"/>
                  </a:lnTo>
                  <a:lnTo>
                    <a:pt x="139496" y="166319"/>
                  </a:lnTo>
                  <a:lnTo>
                    <a:pt x="184556" y="145313"/>
                  </a:lnTo>
                  <a:lnTo>
                    <a:pt x="228282" y="117360"/>
                  </a:lnTo>
                  <a:lnTo>
                    <a:pt x="268249" y="8544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28140" y="4607382"/>
              <a:ext cx="268605" cy="192405"/>
            </a:xfrm>
            <a:custGeom>
              <a:avLst/>
              <a:gdLst/>
              <a:ahLst/>
              <a:cxnLst/>
              <a:rect l="l" t="t" r="r" b="b"/>
              <a:pathLst>
                <a:path w="268604" h="192404">
                  <a:moveTo>
                    <a:pt x="0" y="106514"/>
                  </a:moveTo>
                  <a:lnTo>
                    <a:pt x="39839" y="191960"/>
                  </a:lnTo>
                  <a:lnTo>
                    <a:pt x="88430" y="182575"/>
                  </a:lnTo>
                  <a:lnTo>
                    <a:pt x="139496" y="166319"/>
                  </a:lnTo>
                  <a:lnTo>
                    <a:pt x="184556" y="145313"/>
                  </a:lnTo>
                  <a:lnTo>
                    <a:pt x="228282" y="117360"/>
                  </a:lnTo>
                  <a:lnTo>
                    <a:pt x="268249" y="85445"/>
                  </a:lnTo>
                  <a:lnTo>
                    <a:pt x="228409" y="0"/>
                  </a:lnTo>
                  <a:lnTo>
                    <a:pt x="177558" y="8585"/>
                  </a:lnTo>
                  <a:lnTo>
                    <a:pt x="128041" y="24117"/>
                  </a:lnTo>
                  <a:lnTo>
                    <a:pt x="82981" y="45123"/>
                  </a:lnTo>
                  <a:lnTo>
                    <a:pt x="37706" y="73799"/>
                  </a:lnTo>
                  <a:lnTo>
                    <a:pt x="0" y="1065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3375" y="4548416"/>
              <a:ext cx="161188" cy="14895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123938" y="4328960"/>
              <a:ext cx="151765" cy="142875"/>
            </a:xfrm>
            <a:custGeom>
              <a:avLst/>
              <a:gdLst/>
              <a:ahLst/>
              <a:cxnLst/>
              <a:rect l="l" t="t" r="r" b="b"/>
              <a:pathLst>
                <a:path w="151765" h="142875">
                  <a:moveTo>
                    <a:pt x="151523" y="91681"/>
                  </a:moveTo>
                  <a:lnTo>
                    <a:pt x="108762" y="0"/>
                  </a:lnTo>
                </a:path>
                <a:path w="151765" h="142875">
                  <a:moveTo>
                    <a:pt x="0" y="50711"/>
                  </a:moveTo>
                  <a:lnTo>
                    <a:pt x="42748" y="142392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80503" y="4169905"/>
              <a:ext cx="340360" cy="172720"/>
            </a:xfrm>
            <a:custGeom>
              <a:avLst/>
              <a:gdLst/>
              <a:ahLst/>
              <a:cxnLst/>
              <a:rect l="l" t="t" r="r" b="b"/>
              <a:pathLst>
                <a:path w="340359" h="172720">
                  <a:moveTo>
                    <a:pt x="57442" y="172669"/>
                  </a:moveTo>
                  <a:lnTo>
                    <a:pt x="40462" y="136245"/>
                  </a:lnTo>
                  <a:lnTo>
                    <a:pt x="0" y="155117"/>
                  </a:lnTo>
                  <a:lnTo>
                    <a:pt x="57442" y="172669"/>
                  </a:lnTo>
                  <a:close/>
                </a:path>
                <a:path w="340359" h="172720">
                  <a:moveTo>
                    <a:pt x="340245" y="0"/>
                  </a:moveTo>
                  <a:lnTo>
                    <a:pt x="299770" y="18859"/>
                  </a:lnTo>
                  <a:lnTo>
                    <a:pt x="316763" y="55283"/>
                  </a:lnTo>
                  <a:lnTo>
                    <a:pt x="340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03641" y="5824982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83" y="87617"/>
                  </a:moveTo>
                  <a:lnTo>
                    <a:pt x="459943" y="2171"/>
                  </a:lnTo>
                  <a:lnTo>
                    <a:pt x="436219" y="0"/>
                  </a:lnTo>
                  <a:lnTo>
                    <a:pt x="416229" y="1752"/>
                  </a:lnTo>
                  <a:lnTo>
                    <a:pt x="48793" y="171195"/>
                  </a:lnTo>
                  <a:lnTo>
                    <a:pt x="13563" y="197091"/>
                  </a:lnTo>
                  <a:lnTo>
                    <a:pt x="0" y="216662"/>
                  </a:lnTo>
                  <a:lnTo>
                    <a:pt x="39839" y="302094"/>
                  </a:lnTo>
                  <a:lnTo>
                    <a:pt x="62839" y="302742"/>
                  </a:lnTo>
                  <a:lnTo>
                    <a:pt x="82829" y="300989"/>
                  </a:lnTo>
                  <a:lnTo>
                    <a:pt x="450989" y="133095"/>
                  </a:lnTo>
                  <a:lnTo>
                    <a:pt x="485495" y="105663"/>
                  </a:lnTo>
                  <a:lnTo>
                    <a:pt x="499783" y="8761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03641" y="5824982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32" y="293954"/>
                  </a:moveTo>
                  <a:lnTo>
                    <a:pt x="82829" y="300989"/>
                  </a:lnTo>
                  <a:lnTo>
                    <a:pt x="62839" y="302742"/>
                  </a:lnTo>
                  <a:lnTo>
                    <a:pt x="39839" y="302094"/>
                  </a:lnTo>
                  <a:lnTo>
                    <a:pt x="0" y="216662"/>
                  </a:lnTo>
                  <a:lnTo>
                    <a:pt x="13563" y="197091"/>
                  </a:lnTo>
                  <a:lnTo>
                    <a:pt x="48793" y="171195"/>
                  </a:lnTo>
                  <a:lnTo>
                    <a:pt x="393750" y="10337"/>
                  </a:lnTo>
                  <a:lnTo>
                    <a:pt x="436219" y="0"/>
                  </a:lnTo>
                  <a:lnTo>
                    <a:pt x="459943" y="2171"/>
                  </a:lnTo>
                  <a:lnTo>
                    <a:pt x="499783" y="87617"/>
                  </a:lnTo>
                  <a:lnTo>
                    <a:pt x="485495" y="105663"/>
                  </a:lnTo>
                  <a:lnTo>
                    <a:pt x="471297" y="119849"/>
                  </a:lnTo>
                  <a:lnTo>
                    <a:pt x="450989" y="133095"/>
                  </a:lnTo>
                  <a:lnTo>
                    <a:pt x="106032" y="293954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205190" y="5824982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383260" y="141262"/>
                  </a:moveTo>
                  <a:lnTo>
                    <a:pt x="343408" y="55803"/>
                  </a:lnTo>
                  <a:lnTo>
                    <a:pt x="292544" y="64376"/>
                  </a:lnTo>
                  <a:lnTo>
                    <a:pt x="243027" y="79895"/>
                  </a:lnTo>
                  <a:lnTo>
                    <a:pt x="197967" y="100914"/>
                  </a:lnTo>
                  <a:lnTo>
                    <a:pt x="152692" y="129590"/>
                  </a:lnTo>
                  <a:lnTo>
                    <a:pt x="114985" y="162305"/>
                  </a:lnTo>
                  <a:lnTo>
                    <a:pt x="91262" y="160134"/>
                  </a:lnTo>
                  <a:lnTo>
                    <a:pt x="47244" y="171195"/>
                  </a:lnTo>
                  <a:lnTo>
                    <a:pt x="12014" y="197078"/>
                  </a:lnTo>
                  <a:lnTo>
                    <a:pt x="0" y="215925"/>
                  </a:lnTo>
                  <a:lnTo>
                    <a:pt x="39852" y="301396"/>
                  </a:lnTo>
                  <a:lnTo>
                    <a:pt x="61290" y="302742"/>
                  </a:lnTo>
                  <a:lnTo>
                    <a:pt x="84378" y="299516"/>
                  </a:lnTo>
                  <a:lnTo>
                    <a:pt x="104482" y="293954"/>
                  </a:lnTo>
                  <a:lnTo>
                    <a:pt x="124777" y="280682"/>
                  </a:lnTo>
                  <a:lnTo>
                    <a:pt x="140538" y="265785"/>
                  </a:lnTo>
                  <a:lnTo>
                    <a:pt x="154838" y="247776"/>
                  </a:lnTo>
                  <a:lnTo>
                    <a:pt x="203403" y="238340"/>
                  </a:lnTo>
                  <a:lnTo>
                    <a:pt x="254482" y="222097"/>
                  </a:lnTo>
                  <a:lnTo>
                    <a:pt x="299542" y="201079"/>
                  </a:lnTo>
                  <a:lnTo>
                    <a:pt x="343255" y="173126"/>
                  </a:lnTo>
                  <a:lnTo>
                    <a:pt x="383260" y="141262"/>
                  </a:lnTo>
                  <a:close/>
                </a:path>
                <a:path w="498475" h="302895">
                  <a:moveTo>
                    <a:pt x="498246" y="87642"/>
                  </a:moveTo>
                  <a:lnTo>
                    <a:pt x="458393" y="2171"/>
                  </a:lnTo>
                  <a:lnTo>
                    <a:pt x="434670" y="0"/>
                  </a:lnTo>
                  <a:lnTo>
                    <a:pt x="414680" y="1752"/>
                  </a:lnTo>
                  <a:lnTo>
                    <a:pt x="392201" y="10337"/>
                  </a:lnTo>
                  <a:lnTo>
                    <a:pt x="372732" y="21310"/>
                  </a:lnTo>
                  <a:lnTo>
                    <a:pt x="355422" y="36944"/>
                  </a:lnTo>
                  <a:lnTo>
                    <a:pt x="343408" y="55803"/>
                  </a:lnTo>
                  <a:lnTo>
                    <a:pt x="383260" y="141262"/>
                  </a:lnTo>
                  <a:lnTo>
                    <a:pt x="404698" y="142608"/>
                  </a:lnTo>
                  <a:lnTo>
                    <a:pt x="427786" y="139382"/>
                  </a:lnTo>
                  <a:lnTo>
                    <a:pt x="449440" y="133095"/>
                  </a:lnTo>
                  <a:lnTo>
                    <a:pt x="469734" y="119824"/>
                  </a:lnTo>
                  <a:lnTo>
                    <a:pt x="483946" y="105651"/>
                  </a:lnTo>
                  <a:lnTo>
                    <a:pt x="498246" y="8764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05190" y="5824982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152692" y="129590"/>
                  </a:moveTo>
                  <a:lnTo>
                    <a:pt x="114985" y="162305"/>
                  </a:lnTo>
                  <a:lnTo>
                    <a:pt x="91262" y="160134"/>
                  </a:lnTo>
                  <a:lnTo>
                    <a:pt x="69723" y="162610"/>
                  </a:lnTo>
                  <a:lnTo>
                    <a:pt x="47244" y="171195"/>
                  </a:lnTo>
                  <a:lnTo>
                    <a:pt x="29324" y="181444"/>
                  </a:lnTo>
                  <a:lnTo>
                    <a:pt x="12014" y="197078"/>
                  </a:lnTo>
                  <a:lnTo>
                    <a:pt x="0" y="215925"/>
                  </a:lnTo>
                  <a:lnTo>
                    <a:pt x="39852" y="301396"/>
                  </a:lnTo>
                  <a:lnTo>
                    <a:pt x="61290" y="302742"/>
                  </a:lnTo>
                  <a:lnTo>
                    <a:pt x="84378" y="299516"/>
                  </a:lnTo>
                  <a:lnTo>
                    <a:pt x="104482" y="293954"/>
                  </a:lnTo>
                  <a:lnTo>
                    <a:pt x="124777" y="280682"/>
                  </a:lnTo>
                  <a:lnTo>
                    <a:pt x="140538" y="265785"/>
                  </a:lnTo>
                  <a:lnTo>
                    <a:pt x="154838" y="247776"/>
                  </a:lnTo>
                  <a:lnTo>
                    <a:pt x="203403" y="238340"/>
                  </a:lnTo>
                  <a:lnTo>
                    <a:pt x="254482" y="222097"/>
                  </a:lnTo>
                  <a:lnTo>
                    <a:pt x="299542" y="201079"/>
                  </a:lnTo>
                  <a:lnTo>
                    <a:pt x="343255" y="173126"/>
                  </a:lnTo>
                  <a:lnTo>
                    <a:pt x="383260" y="141262"/>
                  </a:lnTo>
                  <a:lnTo>
                    <a:pt x="404698" y="142608"/>
                  </a:lnTo>
                  <a:lnTo>
                    <a:pt x="449440" y="133095"/>
                  </a:lnTo>
                  <a:lnTo>
                    <a:pt x="483946" y="105651"/>
                  </a:lnTo>
                  <a:lnTo>
                    <a:pt x="498246" y="87642"/>
                  </a:lnTo>
                  <a:lnTo>
                    <a:pt x="458393" y="2171"/>
                  </a:lnTo>
                  <a:lnTo>
                    <a:pt x="434670" y="0"/>
                  </a:lnTo>
                  <a:lnTo>
                    <a:pt x="414680" y="1752"/>
                  </a:lnTo>
                  <a:lnTo>
                    <a:pt x="392201" y="10337"/>
                  </a:lnTo>
                  <a:lnTo>
                    <a:pt x="372732" y="21310"/>
                  </a:lnTo>
                  <a:lnTo>
                    <a:pt x="355422" y="36944"/>
                  </a:lnTo>
                  <a:lnTo>
                    <a:pt x="343408" y="55803"/>
                  </a:lnTo>
                  <a:lnTo>
                    <a:pt x="383260" y="141262"/>
                  </a:lnTo>
                  <a:lnTo>
                    <a:pt x="343408" y="55803"/>
                  </a:lnTo>
                  <a:lnTo>
                    <a:pt x="292544" y="64376"/>
                  </a:lnTo>
                  <a:lnTo>
                    <a:pt x="243027" y="79895"/>
                  </a:lnTo>
                  <a:lnTo>
                    <a:pt x="197967" y="100914"/>
                  </a:lnTo>
                  <a:lnTo>
                    <a:pt x="152692" y="12959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20176" y="5987288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39852" y="85471"/>
                  </a:move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320176" y="5987288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0" y="0"/>
                  </a:moveTo>
                  <a:lnTo>
                    <a:pt x="39852" y="8547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47786" y="5701448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499795" y="87630"/>
                  </a:moveTo>
                  <a:lnTo>
                    <a:pt x="459955" y="2184"/>
                  </a:lnTo>
                  <a:lnTo>
                    <a:pt x="436232" y="0"/>
                  </a:lnTo>
                  <a:lnTo>
                    <a:pt x="416242" y="1765"/>
                  </a:lnTo>
                  <a:lnTo>
                    <a:pt x="48806" y="171208"/>
                  </a:lnTo>
                  <a:lnTo>
                    <a:pt x="13576" y="197091"/>
                  </a:lnTo>
                  <a:lnTo>
                    <a:pt x="0" y="216662"/>
                  </a:lnTo>
                  <a:lnTo>
                    <a:pt x="39839" y="302107"/>
                  </a:lnTo>
                  <a:lnTo>
                    <a:pt x="62852" y="302755"/>
                  </a:lnTo>
                  <a:lnTo>
                    <a:pt x="82842" y="301002"/>
                  </a:lnTo>
                  <a:lnTo>
                    <a:pt x="451002" y="133108"/>
                  </a:lnTo>
                  <a:lnTo>
                    <a:pt x="485508" y="105663"/>
                  </a:lnTo>
                  <a:lnTo>
                    <a:pt x="499795" y="8763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47786" y="5701448"/>
              <a:ext cx="500380" cy="302895"/>
            </a:xfrm>
            <a:custGeom>
              <a:avLst/>
              <a:gdLst/>
              <a:ahLst/>
              <a:cxnLst/>
              <a:rect l="l" t="t" r="r" b="b"/>
              <a:pathLst>
                <a:path w="500379" h="302895">
                  <a:moveTo>
                    <a:pt x="106045" y="293966"/>
                  </a:moveTo>
                  <a:lnTo>
                    <a:pt x="82842" y="301002"/>
                  </a:lnTo>
                  <a:lnTo>
                    <a:pt x="62852" y="302755"/>
                  </a:lnTo>
                  <a:lnTo>
                    <a:pt x="39839" y="302107"/>
                  </a:lnTo>
                  <a:lnTo>
                    <a:pt x="0" y="216662"/>
                  </a:lnTo>
                  <a:lnTo>
                    <a:pt x="13576" y="197091"/>
                  </a:lnTo>
                  <a:lnTo>
                    <a:pt x="48806" y="171208"/>
                  </a:lnTo>
                  <a:lnTo>
                    <a:pt x="393763" y="10350"/>
                  </a:lnTo>
                  <a:lnTo>
                    <a:pt x="436232" y="0"/>
                  </a:lnTo>
                  <a:lnTo>
                    <a:pt x="459955" y="2184"/>
                  </a:lnTo>
                  <a:lnTo>
                    <a:pt x="499795" y="87630"/>
                  </a:lnTo>
                  <a:lnTo>
                    <a:pt x="485508" y="105663"/>
                  </a:lnTo>
                  <a:lnTo>
                    <a:pt x="471309" y="119849"/>
                  </a:lnTo>
                  <a:lnTo>
                    <a:pt x="451002" y="133108"/>
                  </a:lnTo>
                  <a:lnTo>
                    <a:pt x="106045" y="29396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149348" y="5701448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383247" y="141274"/>
                  </a:moveTo>
                  <a:lnTo>
                    <a:pt x="343395" y="55803"/>
                  </a:lnTo>
                  <a:lnTo>
                    <a:pt x="292544" y="64388"/>
                  </a:lnTo>
                  <a:lnTo>
                    <a:pt x="243027" y="79908"/>
                  </a:lnTo>
                  <a:lnTo>
                    <a:pt x="197967" y="100926"/>
                  </a:lnTo>
                  <a:lnTo>
                    <a:pt x="152692" y="129603"/>
                  </a:lnTo>
                  <a:lnTo>
                    <a:pt x="114985" y="162318"/>
                  </a:lnTo>
                  <a:lnTo>
                    <a:pt x="91262" y="160147"/>
                  </a:lnTo>
                  <a:lnTo>
                    <a:pt x="47243" y="171208"/>
                  </a:lnTo>
                  <a:lnTo>
                    <a:pt x="12014" y="197091"/>
                  </a:lnTo>
                  <a:lnTo>
                    <a:pt x="0" y="215938"/>
                  </a:lnTo>
                  <a:lnTo>
                    <a:pt x="39852" y="301409"/>
                  </a:lnTo>
                  <a:lnTo>
                    <a:pt x="61290" y="302755"/>
                  </a:lnTo>
                  <a:lnTo>
                    <a:pt x="84378" y="299529"/>
                  </a:lnTo>
                  <a:lnTo>
                    <a:pt x="104482" y="293966"/>
                  </a:lnTo>
                  <a:lnTo>
                    <a:pt x="124777" y="280695"/>
                  </a:lnTo>
                  <a:lnTo>
                    <a:pt x="140538" y="265798"/>
                  </a:lnTo>
                  <a:lnTo>
                    <a:pt x="154838" y="247789"/>
                  </a:lnTo>
                  <a:lnTo>
                    <a:pt x="203403" y="238353"/>
                  </a:lnTo>
                  <a:lnTo>
                    <a:pt x="254469" y="222110"/>
                  </a:lnTo>
                  <a:lnTo>
                    <a:pt x="299542" y="201091"/>
                  </a:lnTo>
                  <a:lnTo>
                    <a:pt x="343255" y="173139"/>
                  </a:lnTo>
                  <a:lnTo>
                    <a:pt x="383247" y="141274"/>
                  </a:lnTo>
                  <a:close/>
                </a:path>
                <a:path w="498475" h="302895">
                  <a:moveTo>
                    <a:pt x="498246" y="87655"/>
                  </a:moveTo>
                  <a:lnTo>
                    <a:pt x="458393" y="2184"/>
                  </a:lnTo>
                  <a:lnTo>
                    <a:pt x="434670" y="0"/>
                  </a:lnTo>
                  <a:lnTo>
                    <a:pt x="414680" y="1765"/>
                  </a:lnTo>
                  <a:lnTo>
                    <a:pt x="392201" y="10350"/>
                  </a:lnTo>
                  <a:lnTo>
                    <a:pt x="372719" y="21323"/>
                  </a:lnTo>
                  <a:lnTo>
                    <a:pt x="355422" y="36957"/>
                  </a:lnTo>
                  <a:lnTo>
                    <a:pt x="343395" y="55803"/>
                  </a:lnTo>
                  <a:lnTo>
                    <a:pt x="383247" y="141274"/>
                  </a:lnTo>
                  <a:lnTo>
                    <a:pt x="404698" y="142621"/>
                  </a:lnTo>
                  <a:lnTo>
                    <a:pt x="427786" y="139395"/>
                  </a:lnTo>
                  <a:lnTo>
                    <a:pt x="449440" y="133108"/>
                  </a:lnTo>
                  <a:lnTo>
                    <a:pt x="469734" y="119837"/>
                  </a:lnTo>
                  <a:lnTo>
                    <a:pt x="483946" y="105663"/>
                  </a:lnTo>
                  <a:lnTo>
                    <a:pt x="498246" y="8765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49348" y="5701448"/>
              <a:ext cx="498475" cy="302895"/>
            </a:xfrm>
            <a:custGeom>
              <a:avLst/>
              <a:gdLst/>
              <a:ahLst/>
              <a:cxnLst/>
              <a:rect l="l" t="t" r="r" b="b"/>
              <a:pathLst>
                <a:path w="498475" h="302895">
                  <a:moveTo>
                    <a:pt x="152692" y="129603"/>
                  </a:moveTo>
                  <a:lnTo>
                    <a:pt x="114985" y="162318"/>
                  </a:lnTo>
                  <a:lnTo>
                    <a:pt x="91262" y="160147"/>
                  </a:lnTo>
                  <a:lnTo>
                    <a:pt x="69723" y="162623"/>
                  </a:lnTo>
                  <a:lnTo>
                    <a:pt x="47243" y="171208"/>
                  </a:lnTo>
                  <a:lnTo>
                    <a:pt x="29324" y="181457"/>
                  </a:lnTo>
                  <a:lnTo>
                    <a:pt x="12014" y="197091"/>
                  </a:lnTo>
                  <a:lnTo>
                    <a:pt x="0" y="215938"/>
                  </a:lnTo>
                  <a:lnTo>
                    <a:pt x="39852" y="301409"/>
                  </a:lnTo>
                  <a:lnTo>
                    <a:pt x="61290" y="302755"/>
                  </a:lnTo>
                  <a:lnTo>
                    <a:pt x="84378" y="299529"/>
                  </a:lnTo>
                  <a:lnTo>
                    <a:pt x="104482" y="293966"/>
                  </a:lnTo>
                  <a:lnTo>
                    <a:pt x="124777" y="280695"/>
                  </a:lnTo>
                  <a:lnTo>
                    <a:pt x="140538" y="265798"/>
                  </a:lnTo>
                  <a:lnTo>
                    <a:pt x="154838" y="247789"/>
                  </a:lnTo>
                  <a:lnTo>
                    <a:pt x="203403" y="238353"/>
                  </a:lnTo>
                  <a:lnTo>
                    <a:pt x="254469" y="222110"/>
                  </a:lnTo>
                  <a:lnTo>
                    <a:pt x="299542" y="201091"/>
                  </a:lnTo>
                  <a:lnTo>
                    <a:pt x="343255" y="173139"/>
                  </a:lnTo>
                  <a:lnTo>
                    <a:pt x="383247" y="141274"/>
                  </a:lnTo>
                  <a:lnTo>
                    <a:pt x="404698" y="142621"/>
                  </a:lnTo>
                  <a:lnTo>
                    <a:pt x="449440" y="133108"/>
                  </a:lnTo>
                  <a:lnTo>
                    <a:pt x="483946" y="105663"/>
                  </a:lnTo>
                  <a:lnTo>
                    <a:pt x="498246" y="87655"/>
                  </a:lnTo>
                  <a:lnTo>
                    <a:pt x="458393" y="2184"/>
                  </a:lnTo>
                  <a:lnTo>
                    <a:pt x="434670" y="0"/>
                  </a:lnTo>
                  <a:lnTo>
                    <a:pt x="414680" y="1765"/>
                  </a:lnTo>
                  <a:lnTo>
                    <a:pt x="392201" y="10350"/>
                  </a:lnTo>
                  <a:lnTo>
                    <a:pt x="372719" y="21323"/>
                  </a:lnTo>
                  <a:lnTo>
                    <a:pt x="355422" y="36957"/>
                  </a:lnTo>
                  <a:lnTo>
                    <a:pt x="343395" y="55803"/>
                  </a:lnTo>
                  <a:lnTo>
                    <a:pt x="383247" y="141274"/>
                  </a:lnTo>
                  <a:lnTo>
                    <a:pt x="343395" y="55803"/>
                  </a:lnTo>
                  <a:lnTo>
                    <a:pt x="292544" y="64388"/>
                  </a:lnTo>
                  <a:lnTo>
                    <a:pt x="243027" y="79908"/>
                  </a:lnTo>
                  <a:lnTo>
                    <a:pt x="197967" y="100926"/>
                  </a:lnTo>
                  <a:lnTo>
                    <a:pt x="152692" y="12960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264334" y="5863767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39852" y="85471"/>
                  </a:move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264334" y="5863767"/>
              <a:ext cx="40005" cy="85725"/>
            </a:xfrm>
            <a:custGeom>
              <a:avLst/>
              <a:gdLst/>
              <a:ahLst/>
              <a:cxnLst/>
              <a:rect l="l" t="t" r="r" b="b"/>
              <a:pathLst>
                <a:path w="40004" h="85725">
                  <a:moveTo>
                    <a:pt x="0" y="0"/>
                  </a:moveTo>
                  <a:lnTo>
                    <a:pt x="39852" y="8547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84732" y="4106163"/>
              <a:ext cx="1192530" cy="2556510"/>
            </a:xfrm>
            <a:custGeom>
              <a:avLst/>
              <a:gdLst/>
              <a:ahLst/>
              <a:cxnLst/>
              <a:rect l="l" t="t" r="r" b="b"/>
              <a:pathLst>
                <a:path w="1192529" h="2556509">
                  <a:moveTo>
                    <a:pt x="1191945" y="25561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5005" y="4218520"/>
              <a:ext cx="3408553" cy="223466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586097" y="4712754"/>
              <a:ext cx="448309" cy="2134870"/>
            </a:xfrm>
            <a:custGeom>
              <a:avLst/>
              <a:gdLst/>
              <a:ahLst/>
              <a:cxnLst/>
              <a:rect l="l" t="t" r="r" b="b"/>
              <a:pathLst>
                <a:path w="448310" h="2134870">
                  <a:moveTo>
                    <a:pt x="0" y="0"/>
                  </a:moveTo>
                  <a:lnTo>
                    <a:pt x="448119" y="2134349"/>
                  </a:lnTo>
                </a:path>
              </a:pathLst>
            </a:custGeom>
            <a:ln w="508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364274" y="1236713"/>
            <a:ext cx="694690" cy="884555"/>
            <a:chOff x="364274" y="1236713"/>
            <a:chExt cx="694690" cy="884555"/>
          </a:xfrm>
        </p:grpSpPr>
        <p:sp>
          <p:nvSpPr>
            <p:cNvPr id="71" name="object 71"/>
            <p:cNvSpPr/>
            <p:nvPr/>
          </p:nvSpPr>
          <p:spPr>
            <a:xfrm>
              <a:off x="406184" y="1819960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496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17"/>
                  </a:lnTo>
                  <a:lnTo>
                    <a:pt x="502056" y="18338"/>
                  </a:lnTo>
                  <a:lnTo>
                    <a:pt x="486333" y="30556"/>
                  </a:lnTo>
                  <a:lnTo>
                    <a:pt x="476732" y="36664"/>
                  </a:lnTo>
                  <a:lnTo>
                    <a:pt x="466255" y="42786"/>
                  </a:lnTo>
                  <a:lnTo>
                    <a:pt x="455777" y="48018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62" y="82067"/>
                  </a:lnTo>
                  <a:lnTo>
                    <a:pt x="333540" y="82943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57"/>
                  </a:moveTo>
                  <a:lnTo>
                    <a:pt x="0" y="316941"/>
                  </a:lnTo>
                  <a:lnTo>
                    <a:pt x="10477" y="367576"/>
                  </a:lnTo>
                  <a:lnTo>
                    <a:pt x="25323" y="367576"/>
                  </a:lnTo>
                  <a:lnTo>
                    <a:pt x="25323" y="331787"/>
                  </a:lnTo>
                  <a:lnTo>
                    <a:pt x="26200" y="319557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85" y="420839"/>
                  </a:lnTo>
                  <a:lnTo>
                    <a:pt x="31432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84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14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57" y="504659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593"/>
                  </a:lnTo>
                  <a:lnTo>
                    <a:pt x="58508" y="174625"/>
                  </a:lnTo>
                  <a:lnTo>
                    <a:pt x="70726" y="182473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4987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52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67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07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14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22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14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42"/>
                  </a:lnTo>
                  <a:lnTo>
                    <a:pt x="491578" y="60236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67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18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17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19"/>
                  </a:moveTo>
                  <a:lnTo>
                    <a:pt x="643496" y="470611"/>
                  </a:lnTo>
                  <a:lnTo>
                    <a:pt x="641756" y="476719"/>
                  </a:lnTo>
                  <a:lnTo>
                    <a:pt x="628662" y="502920"/>
                  </a:lnTo>
                  <a:lnTo>
                    <a:pt x="625170" y="508152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19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64274" y="1236712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40" y="392036"/>
                  </a:lnTo>
                  <a:lnTo>
                    <a:pt x="26200" y="367576"/>
                  </a:lnTo>
                  <a:lnTo>
                    <a:pt x="10477" y="368452"/>
                  </a:lnTo>
                  <a:lnTo>
                    <a:pt x="6985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57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82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42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488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24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593"/>
                  </a:lnTo>
                  <a:lnTo>
                    <a:pt x="97790" y="143192"/>
                  </a:lnTo>
                  <a:lnTo>
                    <a:pt x="106527" y="134454"/>
                  </a:lnTo>
                  <a:lnTo>
                    <a:pt x="110020" y="130086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43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14"/>
                  </a:moveTo>
                  <a:lnTo>
                    <a:pt x="282028" y="663575"/>
                  </a:lnTo>
                  <a:lnTo>
                    <a:pt x="276783" y="661822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14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296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44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36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16"/>
                  </a:lnTo>
                  <a:lnTo>
                    <a:pt x="557060" y="591972"/>
                  </a:lnTo>
                  <a:lnTo>
                    <a:pt x="552691" y="595464"/>
                  </a:lnTo>
                  <a:lnTo>
                    <a:pt x="547458" y="598957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34"/>
                  </a:lnTo>
                  <a:lnTo>
                    <a:pt x="523011" y="616419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17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07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77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57"/>
                  </a:lnTo>
                  <a:lnTo>
                    <a:pt x="646125" y="465378"/>
                  </a:lnTo>
                  <a:lnTo>
                    <a:pt x="643496" y="470611"/>
                  </a:lnTo>
                  <a:lnTo>
                    <a:pt x="657466" y="476719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>
            <a:spLocks noGrp="1"/>
          </p:cNvSpPr>
          <p:nvPr>
            <p:ph type="title"/>
          </p:nvPr>
        </p:nvSpPr>
        <p:spPr>
          <a:xfrm>
            <a:off x="348620" y="457609"/>
            <a:ext cx="5262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70" dirty="0"/>
              <a:t> </a:t>
            </a:r>
            <a:r>
              <a:rPr spc="-50" dirty="0"/>
              <a:t>Type</a:t>
            </a:r>
            <a:r>
              <a:rPr spc="-65" dirty="0"/>
              <a:t> </a:t>
            </a:r>
            <a:r>
              <a:rPr spc="-520" dirty="0"/>
              <a:t>CT</a:t>
            </a:r>
            <a:r>
              <a:rPr spc="-65" dirty="0"/>
              <a:t> </a:t>
            </a:r>
            <a:r>
              <a:rPr spc="-200" dirty="0"/>
              <a:t>-</a:t>
            </a:r>
            <a:r>
              <a:rPr spc="-65" dirty="0"/>
              <a:t> </a:t>
            </a:r>
            <a:r>
              <a:rPr dirty="0"/>
              <a:t>Installation</a:t>
            </a:r>
            <a:r>
              <a:rPr spc="-65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35" dirty="0"/>
              <a:t>10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9202737" y="7294003"/>
            <a:ext cx="114363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0610T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19991122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1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48620" y="743692"/>
            <a:ext cx="2357755" cy="10712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400" b="1" spc="-40" dirty="0">
                <a:latin typeface="Gill Sans MT"/>
                <a:cs typeface="Gill Sans MT"/>
              </a:rPr>
              <a:t>Perform</a:t>
            </a:r>
            <a:r>
              <a:rPr sz="2400" b="1" spc="-10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test</a:t>
            </a:r>
            <a:r>
              <a:rPr sz="2400" b="1" spc="-100" dirty="0">
                <a:latin typeface="Gill Sans MT"/>
                <a:cs typeface="Gill Sans MT"/>
              </a:rPr>
              <a:t> </a:t>
            </a:r>
            <a:r>
              <a:rPr sz="2400" b="1" spc="-25" dirty="0">
                <a:latin typeface="Gill Sans MT"/>
                <a:cs typeface="Gill Sans MT"/>
              </a:rPr>
              <a:t>run</a:t>
            </a:r>
            <a:endParaRPr sz="2400">
              <a:latin typeface="Gill Sans MT"/>
              <a:cs typeface="Gill Sans MT"/>
            </a:endParaRPr>
          </a:p>
          <a:p>
            <a:pPr marL="125730">
              <a:lnSpc>
                <a:spcPct val="100000"/>
              </a:lnSpc>
              <a:spcBef>
                <a:spcPts val="865"/>
              </a:spcBef>
            </a:pPr>
            <a:r>
              <a:rPr sz="3200" b="1" spc="-25" dirty="0">
                <a:latin typeface="Gill Sans MT"/>
                <a:cs typeface="Gill Sans MT"/>
              </a:rPr>
              <a:t>10</a:t>
            </a:r>
            <a:endParaRPr sz="3200">
              <a:latin typeface="Gill Sans MT"/>
              <a:cs typeface="Gill Sans MT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0180EC6-5C41-53E5-F56C-3EC2CB614543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D0C01AD-8702-F12D-1C74-6635FB43B515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0" name="Picture 79" descr="A close-up of a logo&#10;&#10;AI-generated content may be incorrect.">
              <a:extLst>
                <a:ext uri="{FF2B5EF4-FFF2-40B4-BE49-F238E27FC236}">
                  <a16:creationId xmlns:a16="http://schemas.microsoft.com/office/drawing/2014/main" id="{AD85D2C8-4350-1A6D-73F2-1568B8DBC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3361</TotalTime>
  <Words>333</Words>
  <Application>Microsoft Macintosh PowerPoint</Application>
  <PresentationFormat>Custom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Gill Sans MT</vt:lpstr>
      <vt:lpstr>Trebuchet MS</vt:lpstr>
      <vt:lpstr>Office Theme</vt:lpstr>
      <vt:lpstr>PowerPoint Presentation</vt:lpstr>
      <vt:lpstr>Scraper Type CT - Installation 3</vt:lpstr>
      <vt:lpstr>Scraper Type CT - Fixing - Detail: Position of Module Housing</vt:lpstr>
      <vt:lpstr>Scraper Type CT - Installation Step 1</vt:lpstr>
      <vt:lpstr>PowerPoint Presentation</vt:lpstr>
      <vt:lpstr>Scraper Type CT - Installation step 3</vt:lpstr>
      <vt:lpstr>Scraper Type CT - Installation step 4 Provide access for maintenance</vt:lpstr>
      <vt:lpstr>Scraper Type CT - Installation step 5</vt:lpstr>
      <vt:lpstr>Scraper Type CT - Installation step 6 Prepare scraper for installation</vt:lpstr>
      <vt:lpstr>Scraper Type CT - Installation step 7</vt:lpstr>
      <vt:lpstr>Scraper Type CT - Installation step 8 Pretension scraper</vt:lpstr>
      <vt:lpstr>PowerPoint Presentation</vt:lpstr>
      <vt:lpstr>Scraper Type CT - Installation step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ti1t0490.ai</dc:title>
  <dc:creator>DV01</dc:creator>
  <cp:lastModifiedBy>Roy Pasak</cp:lastModifiedBy>
  <cp:revision>3</cp:revision>
  <cp:lastPrinted>2025-02-23T21:56:28Z</cp:lastPrinted>
  <dcterms:created xsi:type="dcterms:W3CDTF">2025-02-21T02:44:33Z</dcterms:created>
  <dcterms:modified xsi:type="dcterms:W3CDTF">2025-02-23T22:44:08Z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2004-06-29T00:00:00Z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2025-02-21T00:00:00Z</vt:filetime>
  </property>
  <property fmtid="{D5CDD505-2E9C-101B-9397-08002B2CF9AE}" pid="5" name="Producer">
    <vt:lpwstr>3-Heights(TM) PDF Security Shell 4.8.25.2 (http://www.pdf-tools.com)</vt:lpwstr>
  </property>
</Properties>
</file>