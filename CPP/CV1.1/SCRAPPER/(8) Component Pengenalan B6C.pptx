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64" r:id="rId3"/>
    <p:sldId id="259" r:id="rId4"/>
    <p:sldId id="260" r:id="rId5"/>
    <p:sldId id="261" r:id="rId6"/>
    <p:sldId id="265" r:id="rId7"/>
    <p:sldId id="266" r:id="rId8"/>
    <p:sldId id="267" r:id="rId9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9"/>
  </p:normalViewPr>
  <p:slideViewPr>
    <p:cSldViewPr>
      <p:cViewPr>
        <p:scale>
          <a:sx n="105" d="100"/>
          <a:sy n="105" d="100"/>
        </p:scale>
        <p:origin x="1240" y="-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818505" y="422559"/>
            <a:ext cx="2514600" cy="364490"/>
          </a:xfrm>
          <a:custGeom>
            <a:avLst/>
            <a:gdLst/>
            <a:ahLst/>
            <a:cxnLst/>
            <a:rect l="l" t="t" r="r" b="b"/>
            <a:pathLst>
              <a:path w="2514600" h="364490">
                <a:moveTo>
                  <a:pt x="0" y="181506"/>
                </a:moveTo>
                <a:lnTo>
                  <a:pt x="4338" y="224835"/>
                </a:lnTo>
                <a:lnTo>
                  <a:pt x="41870" y="290414"/>
                </a:lnTo>
                <a:lnTo>
                  <a:pt x="72214" y="314603"/>
                </a:lnTo>
                <a:lnTo>
                  <a:pt x="126670" y="333195"/>
                </a:lnTo>
                <a:lnTo>
                  <a:pt x="191739" y="335020"/>
                </a:lnTo>
                <a:lnTo>
                  <a:pt x="191638" y="354172"/>
                </a:lnTo>
                <a:lnTo>
                  <a:pt x="325343" y="354502"/>
                </a:lnTo>
                <a:lnTo>
                  <a:pt x="325801" y="333928"/>
                </a:lnTo>
                <a:lnTo>
                  <a:pt x="469069" y="335020"/>
                </a:lnTo>
                <a:lnTo>
                  <a:pt x="469323" y="354527"/>
                </a:lnTo>
                <a:lnTo>
                  <a:pt x="595917" y="355175"/>
                </a:lnTo>
                <a:lnTo>
                  <a:pt x="596984" y="354476"/>
                </a:lnTo>
                <a:lnTo>
                  <a:pt x="597085" y="334614"/>
                </a:lnTo>
                <a:lnTo>
                  <a:pt x="703130" y="334804"/>
                </a:lnTo>
                <a:lnTo>
                  <a:pt x="749365" y="351619"/>
                </a:lnTo>
                <a:lnTo>
                  <a:pt x="799104" y="360471"/>
                </a:lnTo>
                <a:lnTo>
                  <a:pt x="806902" y="360509"/>
                </a:lnTo>
                <a:lnTo>
                  <a:pt x="814344" y="361258"/>
                </a:lnTo>
                <a:lnTo>
                  <a:pt x="821786" y="362363"/>
                </a:lnTo>
                <a:lnTo>
                  <a:pt x="859531" y="361639"/>
                </a:lnTo>
                <a:lnTo>
                  <a:pt x="896326" y="358085"/>
                </a:lnTo>
                <a:lnTo>
                  <a:pt x="931611" y="350999"/>
                </a:lnTo>
                <a:lnTo>
                  <a:pt x="964826" y="339681"/>
                </a:lnTo>
                <a:lnTo>
                  <a:pt x="967303" y="339694"/>
                </a:lnTo>
                <a:lnTo>
                  <a:pt x="968738" y="337928"/>
                </a:lnTo>
                <a:lnTo>
                  <a:pt x="970516" y="336874"/>
                </a:lnTo>
                <a:lnTo>
                  <a:pt x="971583" y="335820"/>
                </a:lnTo>
                <a:lnTo>
                  <a:pt x="974059" y="336188"/>
                </a:lnTo>
                <a:lnTo>
                  <a:pt x="974783" y="334410"/>
                </a:lnTo>
                <a:lnTo>
                  <a:pt x="1123018" y="334817"/>
                </a:lnTo>
                <a:lnTo>
                  <a:pt x="1162442" y="349293"/>
                </a:lnTo>
                <a:lnTo>
                  <a:pt x="1203752" y="357931"/>
                </a:lnTo>
                <a:lnTo>
                  <a:pt x="1257677" y="362990"/>
                </a:lnTo>
                <a:lnTo>
                  <a:pt x="1285660" y="364030"/>
                </a:lnTo>
                <a:lnTo>
                  <a:pt x="1314013" y="363811"/>
                </a:lnTo>
                <a:lnTo>
                  <a:pt x="1369020" y="357620"/>
                </a:lnTo>
                <a:lnTo>
                  <a:pt x="1419817" y="341294"/>
                </a:lnTo>
                <a:lnTo>
                  <a:pt x="1423728" y="338843"/>
                </a:lnTo>
                <a:lnTo>
                  <a:pt x="1428694" y="337446"/>
                </a:lnTo>
                <a:lnTo>
                  <a:pt x="1431551" y="334271"/>
                </a:lnTo>
                <a:lnTo>
                  <a:pt x="1536873" y="335160"/>
                </a:lnTo>
                <a:lnTo>
                  <a:pt x="1579087" y="335020"/>
                </a:lnTo>
                <a:lnTo>
                  <a:pt x="1626377" y="352997"/>
                </a:lnTo>
                <a:lnTo>
                  <a:pt x="1677182" y="361411"/>
                </a:lnTo>
                <a:lnTo>
                  <a:pt x="1720643" y="362154"/>
                </a:lnTo>
                <a:lnTo>
                  <a:pt x="1763194" y="358569"/>
                </a:lnTo>
                <a:lnTo>
                  <a:pt x="1803910" y="349788"/>
                </a:lnTo>
                <a:lnTo>
                  <a:pt x="1841863" y="334944"/>
                </a:lnTo>
                <a:lnTo>
                  <a:pt x="1928045" y="335388"/>
                </a:lnTo>
                <a:lnTo>
                  <a:pt x="1927944" y="354540"/>
                </a:lnTo>
                <a:lnTo>
                  <a:pt x="2060925" y="355213"/>
                </a:lnTo>
                <a:lnTo>
                  <a:pt x="2061637" y="354870"/>
                </a:lnTo>
                <a:lnTo>
                  <a:pt x="2061738" y="334652"/>
                </a:lnTo>
                <a:lnTo>
                  <a:pt x="2196853" y="335337"/>
                </a:lnTo>
                <a:lnTo>
                  <a:pt x="2196765" y="354489"/>
                </a:lnTo>
                <a:lnTo>
                  <a:pt x="2333290" y="354832"/>
                </a:lnTo>
                <a:lnTo>
                  <a:pt x="2333404" y="334271"/>
                </a:lnTo>
                <a:lnTo>
                  <a:pt x="2380216" y="334156"/>
                </a:lnTo>
                <a:lnTo>
                  <a:pt x="2419624" y="325139"/>
                </a:lnTo>
                <a:lnTo>
                  <a:pt x="2453680" y="306521"/>
                </a:lnTo>
                <a:lnTo>
                  <a:pt x="2482000" y="279130"/>
                </a:lnTo>
                <a:lnTo>
                  <a:pt x="2502509" y="245515"/>
                </a:lnTo>
                <a:lnTo>
                  <a:pt x="2513134" y="208223"/>
                </a:lnTo>
                <a:lnTo>
                  <a:pt x="2513490" y="206458"/>
                </a:lnTo>
                <a:lnTo>
                  <a:pt x="2511725" y="205378"/>
                </a:lnTo>
                <a:lnTo>
                  <a:pt x="2513503" y="204680"/>
                </a:lnTo>
                <a:lnTo>
                  <a:pt x="2514466" y="191005"/>
                </a:lnTo>
                <a:lnTo>
                  <a:pt x="2514133" y="176889"/>
                </a:lnTo>
                <a:lnTo>
                  <a:pt x="2512669" y="162835"/>
                </a:lnTo>
                <a:lnTo>
                  <a:pt x="2496450" y="114467"/>
                </a:lnTo>
                <a:lnTo>
                  <a:pt x="2473031" y="83233"/>
                </a:lnTo>
                <a:lnTo>
                  <a:pt x="2442730" y="58681"/>
                </a:lnTo>
                <a:lnTo>
                  <a:pt x="2390739" y="39580"/>
                </a:lnTo>
                <a:lnTo>
                  <a:pt x="2333493" y="37789"/>
                </a:lnTo>
                <a:lnTo>
                  <a:pt x="2333620" y="12262"/>
                </a:lnTo>
                <a:lnTo>
                  <a:pt x="2198162" y="11564"/>
                </a:lnTo>
                <a:lnTo>
                  <a:pt x="2197666" y="37802"/>
                </a:lnTo>
                <a:lnTo>
                  <a:pt x="2060430" y="37103"/>
                </a:lnTo>
                <a:lnTo>
                  <a:pt x="2060201" y="12630"/>
                </a:lnTo>
                <a:lnTo>
                  <a:pt x="1928629" y="11957"/>
                </a:lnTo>
                <a:lnTo>
                  <a:pt x="1928502" y="37853"/>
                </a:lnTo>
                <a:lnTo>
                  <a:pt x="1857217" y="37484"/>
                </a:lnTo>
                <a:lnTo>
                  <a:pt x="1813047" y="15582"/>
                </a:lnTo>
                <a:lnTo>
                  <a:pt x="1764838" y="4033"/>
                </a:lnTo>
                <a:lnTo>
                  <a:pt x="1711231" y="614"/>
                </a:lnTo>
                <a:lnTo>
                  <a:pt x="1692498" y="819"/>
                </a:lnTo>
                <a:lnTo>
                  <a:pt x="1657832" y="3770"/>
                </a:lnTo>
                <a:lnTo>
                  <a:pt x="1624007" y="10316"/>
                </a:lnTo>
                <a:lnTo>
                  <a:pt x="1591754" y="21258"/>
                </a:lnTo>
                <a:lnTo>
                  <a:pt x="1561803" y="37395"/>
                </a:lnTo>
                <a:lnTo>
                  <a:pt x="1418178" y="37370"/>
                </a:lnTo>
                <a:lnTo>
                  <a:pt x="1376033" y="17469"/>
                </a:lnTo>
                <a:lnTo>
                  <a:pt x="1330383" y="6065"/>
                </a:lnTo>
                <a:lnTo>
                  <a:pt x="1322157" y="5123"/>
                </a:lnTo>
                <a:lnTo>
                  <a:pt x="1314264" y="3855"/>
                </a:lnTo>
                <a:lnTo>
                  <a:pt x="1306366" y="2853"/>
                </a:lnTo>
                <a:lnTo>
                  <a:pt x="1298125" y="2712"/>
                </a:lnTo>
                <a:lnTo>
                  <a:pt x="1283663" y="1832"/>
                </a:lnTo>
                <a:lnTo>
                  <a:pt x="1240328" y="2064"/>
                </a:lnTo>
                <a:lnTo>
                  <a:pt x="1174492" y="12140"/>
                </a:lnTo>
                <a:lnTo>
                  <a:pt x="1114953" y="37942"/>
                </a:lnTo>
                <a:lnTo>
                  <a:pt x="1114598" y="38297"/>
                </a:lnTo>
                <a:lnTo>
                  <a:pt x="995091" y="38043"/>
                </a:lnTo>
                <a:lnTo>
                  <a:pt x="947377" y="14921"/>
                </a:lnTo>
                <a:lnTo>
                  <a:pt x="894557" y="3486"/>
                </a:lnTo>
                <a:lnTo>
                  <a:pt x="839051" y="0"/>
                </a:lnTo>
                <a:lnTo>
                  <a:pt x="784707" y="3366"/>
                </a:lnTo>
                <a:lnTo>
                  <a:pt x="733114" y="15124"/>
                </a:lnTo>
                <a:lnTo>
                  <a:pt x="685858" y="36811"/>
                </a:lnTo>
                <a:lnTo>
                  <a:pt x="637979" y="37281"/>
                </a:lnTo>
                <a:lnTo>
                  <a:pt x="598266" y="37078"/>
                </a:lnTo>
                <a:lnTo>
                  <a:pt x="598025" y="11894"/>
                </a:lnTo>
                <a:lnTo>
                  <a:pt x="470009" y="11246"/>
                </a:lnTo>
                <a:lnTo>
                  <a:pt x="469869" y="38196"/>
                </a:lnTo>
                <a:lnTo>
                  <a:pt x="324480" y="37091"/>
                </a:lnTo>
                <a:lnTo>
                  <a:pt x="324251" y="12275"/>
                </a:lnTo>
                <a:lnTo>
                  <a:pt x="192679" y="11957"/>
                </a:lnTo>
                <a:lnTo>
                  <a:pt x="192197" y="38196"/>
                </a:lnTo>
                <a:lnTo>
                  <a:pt x="174121" y="38339"/>
                </a:lnTo>
                <a:lnTo>
                  <a:pt x="155886" y="38051"/>
                </a:lnTo>
                <a:lnTo>
                  <a:pt x="137981" y="38365"/>
                </a:lnTo>
                <a:lnTo>
                  <a:pt x="84169" y="52151"/>
                </a:lnTo>
                <a:lnTo>
                  <a:pt x="51041" y="74445"/>
                </a:lnTo>
                <a:lnTo>
                  <a:pt x="24521" y="104353"/>
                </a:lnTo>
                <a:lnTo>
                  <a:pt x="7615" y="139034"/>
                </a:lnTo>
                <a:lnTo>
                  <a:pt x="2333" y="159548"/>
                </a:lnTo>
                <a:lnTo>
                  <a:pt x="0" y="181506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25828" y="439584"/>
            <a:ext cx="2111375" cy="329565"/>
          </a:xfrm>
          <a:custGeom>
            <a:avLst/>
            <a:gdLst/>
            <a:ahLst/>
            <a:cxnLst/>
            <a:rect l="l" t="t" r="r" b="b"/>
            <a:pathLst>
              <a:path w="2111375" h="329565">
                <a:moveTo>
                  <a:pt x="374319" y="10388"/>
                </a:moveTo>
                <a:lnTo>
                  <a:pt x="279285" y="9906"/>
                </a:lnTo>
                <a:lnTo>
                  <a:pt x="278257" y="138988"/>
                </a:lnTo>
                <a:lnTo>
                  <a:pt x="100241" y="137731"/>
                </a:lnTo>
                <a:lnTo>
                  <a:pt x="100888" y="10769"/>
                </a:lnTo>
                <a:lnTo>
                  <a:pt x="1587" y="10261"/>
                </a:lnTo>
                <a:lnTo>
                  <a:pt x="0" y="321271"/>
                </a:lnTo>
                <a:lnTo>
                  <a:pt x="101066" y="321779"/>
                </a:lnTo>
                <a:lnTo>
                  <a:pt x="102057" y="197307"/>
                </a:lnTo>
                <a:lnTo>
                  <a:pt x="278676" y="198221"/>
                </a:lnTo>
                <a:lnTo>
                  <a:pt x="278041" y="321271"/>
                </a:lnTo>
                <a:lnTo>
                  <a:pt x="372719" y="321754"/>
                </a:lnTo>
                <a:lnTo>
                  <a:pt x="374319" y="10388"/>
                </a:lnTo>
                <a:close/>
              </a:path>
              <a:path w="2111375" h="329565">
                <a:moveTo>
                  <a:pt x="840193" y="156895"/>
                </a:moveTo>
                <a:lnTo>
                  <a:pt x="833805" y="112115"/>
                </a:lnTo>
                <a:lnTo>
                  <a:pt x="799833" y="52717"/>
                </a:lnTo>
                <a:lnTo>
                  <a:pt x="762787" y="26301"/>
                </a:lnTo>
                <a:lnTo>
                  <a:pt x="719353" y="10096"/>
                </a:lnTo>
                <a:lnTo>
                  <a:pt x="673671" y="1993"/>
                </a:lnTo>
                <a:lnTo>
                  <a:pt x="630415" y="0"/>
                </a:lnTo>
                <a:lnTo>
                  <a:pt x="595845" y="1612"/>
                </a:lnTo>
                <a:lnTo>
                  <a:pt x="529996" y="14554"/>
                </a:lnTo>
                <a:lnTo>
                  <a:pt x="471195" y="46850"/>
                </a:lnTo>
                <a:lnTo>
                  <a:pt x="434047" y="102577"/>
                </a:lnTo>
                <a:lnTo>
                  <a:pt x="424878" y="179019"/>
                </a:lnTo>
                <a:lnTo>
                  <a:pt x="433260" y="220510"/>
                </a:lnTo>
                <a:lnTo>
                  <a:pt x="452170" y="257606"/>
                </a:lnTo>
                <a:lnTo>
                  <a:pt x="482485" y="288277"/>
                </a:lnTo>
                <a:lnTo>
                  <a:pt x="518160" y="308165"/>
                </a:lnTo>
                <a:lnTo>
                  <a:pt x="556653" y="320484"/>
                </a:lnTo>
                <a:lnTo>
                  <a:pt x="597636" y="326567"/>
                </a:lnTo>
                <a:lnTo>
                  <a:pt x="640803" y="327736"/>
                </a:lnTo>
                <a:lnTo>
                  <a:pt x="683920" y="324535"/>
                </a:lnTo>
                <a:lnTo>
                  <a:pt x="726160" y="315277"/>
                </a:lnTo>
                <a:lnTo>
                  <a:pt x="765187" y="298551"/>
                </a:lnTo>
                <a:lnTo>
                  <a:pt x="798664" y="272986"/>
                </a:lnTo>
                <a:lnTo>
                  <a:pt x="824255" y="237185"/>
                </a:lnTo>
                <a:lnTo>
                  <a:pt x="837577" y="195262"/>
                </a:lnTo>
                <a:lnTo>
                  <a:pt x="840193" y="156895"/>
                </a:lnTo>
                <a:close/>
              </a:path>
              <a:path w="2111375" h="329565">
                <a:moveTo>
                  <a:pt x="1261071" y="216560"/>
                </a:moveTo>
                <a:lnTo>
                  <a:pt x="1233131" y="170827"/>
                </a:lnTo>
                <a:lnTo>
                  <a:pt x="1180325" y="149809"/>
                </a:lnTo>
                <a:lnTo>
                  <a:pt x="1131951" y="140652"/>
                </a:lnTo>
                <a:lnTo>
                  <a:pt x="1078712" y="133248"/>
                </a:lnTo>
                <a:lnTo>
                  <a:pt x="1056068" y="129540"/>
                </a:lnTo>
                <a:lnTo>
                  <a:pt x="1012825" y="116497"/>
                </a:lnTo>
                <a:lnTo>
                  <a:pt x="996276" y="93687"/>
                </a:lnTo>
                <a:lnTo>
                  <a:pt x="996327" y="83794"/>
                </a:lnTo>
                <a:lnTo>
                  <a:pt x="1029068" y="49720"/>
                </a:lnTo>
                <a:lnTo>
                  <a:pt x="1054239" y="46418"/>
                </a:lnTo>
                <a:lnTo>
                  <a:pt x="1067092" y="46558"/>
                </a:lnTo>
                <a:lnTo>
                  <a:pt x="1085126" y="51536"/>
                </a:lnTo>
                <a:lnTo>
                  <a:pt x="1101674" y="60477"/>
                </a:lnTo>
                <a:lnTo>
                  <a:pt x="1116228" y="72745"/>
                </a:lnTo>
                <a:lnTo>
                  <a:pt x="1128229" y="87655"/>
                </a:lnTo>
                <a:lnTo>
                  <a:pt x="1246682" y="88265"/>
                </a:lnTo>
                <a:lnTo>
                  <a:pt x="1249172" y="87566"/>
                </a:lnTo>
                <a:lnTo>
                  <a:pt x="1248816" y="86144"/>
                </a:lnTo>
                <a:lnTo>
                  <a:pt x="1216863" y="47078"/>
                </a:lnTo>
                <a:lnTo>
                  <a:pt x="1175423" y="21628"/>
                </a:lnTo>
                <a:lnTo>
                  <a:pt x="1127887" y="7378"/>
                </a:lnTo>
                <a:lnTo>
                  <a:pt x="1077607" y="1930"/>
                </a:lnTo>
                <a:lnTo>
                  <a:pt x="1035723" y="2095"/>
                </a:lnTo>
                <a:lnTo>
                  <a:pt x="994410" y="6870"/>
                </a:lnTo>
                <a:lnTo>
                  <a:pt x="954938" y="17322"/>
                </a:lnTo>
                <a:lnTo>
                  <a:pt x="918565" y="34455"/>
                </a:lnTo>
                <a:lnTo>
                  <a:pt x="889012" y="65786"/>
                </a:lnTo>
                <a:lnTo>
                  <a:pt x="880567" y="114757"/>
                </a:lnTo>
                <a:lnTo>
                  <a:pt x="883018" y="120802"/>
                </a:lnTo>
                <a:lnTo>
                  <a:pt x="884047" y="127190"/>
                </a:lnTo>
                <a:lnTo>
                  <a:pt x="920051" y="167233"/>
                </a:lnTo>
                <a:lnTo>
                  <a:pt x="973480" y="182613"/>
                </a:lnTo>
                <a:lnTo>
                  <a:pt x="1076020" y="201396"/>
                </a:lnTo>
                <a:lnTo>
                  <a:pt x="1109891" y="207784"/>
                </a:lnTo>
                <a:lnTo>
                  <a:pt x="1149108" y="234937"/>
                </a:lnTo>
                <a:lnTo>
                  <a:pt x="1150937" y="244652"/>
                </a:lnTo>
                <a:lnTo>
                  <a:pt x="1150467" y="254546"/>
                </a:lnTo>
                <a:lnTo>
                  <a:pt x="1147419" y="263753"/>
                </a:lnTo>
                <a:lnTo>
                  <a:pt x="1141476" y="271424"/>
                </a:lnTo>
                <a:lnTo>
                  <a:pt x="1121359" y="283552"/>
                </a:lnTo>
                <a:lnTo>
                  <a:pt x="1098257" y="288366"/>
                </a:lnTo>
                <a:lnTo>
                  <a:pt x="1074318" y="286994"/>
                </a:lnTo>
                <a:lnTo>
                  <a:pt x="1037666" y="272529"/>
                </a:lnTo>
                <a:lnTo>
                  <a:pt x="1012596" y="231406"/>
                </a:lnTo>
                <a:lnTo>
                  <a:pt x="880681" y="230733"/>
                </a:lnTo>
                <a:lnTo>
                  <a:pt x="899350" y="283387"/>
                </a:lnTo>
                <a:lnTo>
                  <a:pt x="939292" y="308673"/>
                </a:lnTo>
                <a:lnTo>
                  <a:pt x="993686" y="322948"/>
                </a:lnTo>
                <a:lnTo>
                  <a:pt x="1028776" y="326529"/>
                </a:lnTo>
                <a:lnTo>
                  <a:pt x="1034440" y="328333"/>
                </a:lnTo>
                <a:lnTo>
                  <a:pt x="1113167" y="329438"/>
                </a:lnTo>
                <a:lnTo>
                  <a:pt x="1116368" y="328752"/>
                </a:lnTo>
                <a:lnTo>
                  <a:pt x="1136637" y="327215"/>
                </a:lnTo>
                <a:lnTo>
                  <a:pt x="1175753" y="319341"/>
                </a:lnTo>
                <a:lnTo>
                  <a:pt x="1217980" y="301586"/>
                </a:lnTo>
                <a:lnTo>
                  <a:pt x="1253426" y="261531"/>
                </a:lnTo>
                <a:lnTo>
                  <a:pt x="1260462" y="235864"/>
                </a:lnTo>
                <a:lnTo>
                  <a:pt x="1261071" y="216560"/>
                </a:lnTo>
                <a:close/>
              </a:path>
              <a:path w="2111375" h="329565">
                <a:moveTo>
                  <a:pt x="1695386" y="210070"/>
                </a:moveTo>
                <a:lnTo>
                  <a:pt x="1602816" y="210299"/>
                </a:lnTo>
                <a:lnTo>
                  <a:pt x="1597418" y="221615"/>
                </a:lnTo>
                <a:lnTo>
                  <a:pt x="1590827" y="232587"/>
                </a:lnTo>
                <a:lnTo>
                  <a:pt x="1552473" y="268503"/>
                </a:lnTo>
                <a:lnTo>
                  <a:pt x="1502498" y="281279"/>
                </a:lnTo>
                <a:lnTo>
                  <a:pt x="1476578" y="276682"/>
                </a:lnTo>
                <a:lnTo>
                  <a:pt x="1426451" y="240398"/>
                </a:lnTo>
                <a:lnTo>
                  <a:pt x="1402232" y="183743"/>
                </a:lnTo>
                <a:lnTo>
                  <a:pt x="1401381" y="166598"/>
                </a:lnTo>
                <a:lnTo>
                  <a:pt x="1402092" y="149529"/>
                </a:lnTo>
                <a:lnTo>
                  <a:pt x="1425067" y="90766"/>
                </a:lnTo>
                <a:lnTo>
                  <a:pt x="1475460" y="55130"/>
                </a:lnTo>
                <a:lnTo>
                  <a:pt x="1506118" y="50228"/>
                </a:lnTo>
                <a:lnTo>
                  <a:pt x="1535290" y="54317"/>
                </a:lnTo>
                <a:lnTo>
                  <a:pt x="1561655" y="67132"/>
                </a:lnTo>
                <a:lnTo>
                  <a:pt x="1583677" y="86779"/>
                </a:lnTo>
                <a:lnTo>
                  <a:pt x="1599780" y="111340"/>
                </a:lnTo>
                <a:lnTo>
                  <a:pt x="1686661" y="111785"/>
                </a:lnTo>
                <a:lnTo>
                  <a:pt x="1691982" y="111467"/>
                </a:lnTo>
                <a:lnTo>
                  <a:pt x="1689239" y="101968"/>
                </a:lnTo>
                <a:lnTo>
                  <a:pt x="1685734" y="92684"/>
                </a:lnTo>
                <a:lnTo>
                  <a:pt x="1648828" y="42570"/>
                </a:lnTo>
                <a:lnTo>
                  <a:pt x="1613750" y="20675"/>
                </a:lnTo>
                <a:lnTo>
                  <a:pt x="1573923" y="7620"/>
                </a:lnTo>
                <a:lnTo>
                  <a:pt x="1531899" y="1422"/>
                </a:lnTo>
                <a:lnTo>
                  <a:pt x="1504251" y="203"/>
                </a:lnTo>
                <a:lnTo>
                  <a:pt x="1451013" y="3911"/>
                </a:lnTo>
                <a:lnTo>
                  <a:pt x="1400289" y="16268"/>
                </a:lnTo>
                <a:lnTo>
                  <a:pt x="1355966" y="40754"/>
                </a:lnTo>
                <a:lnTo>
                  <a:pt x="1321904" y="80848"/>
                </a:lnTo>
                <a:lnTo>
                  <a:pt x="1303172" y="151599"/>
                </a:lnTo>
                <a:lnTo>
                  <a:pt x="1304671" y="189585"/>
                </a:lnTo>
                <a:lnTo>
                  <a:pt x="1327404" y="255333"/>
                </a:lnTo>
                <a:lnTo>
                  <a:pt x="1377886" y="301726"/>
                </a:lnTo>
                <a:lnTo>
                  <a:pt x="1408303" y="314642"/>
                </a:lnTo>
                <a:lnTo>
                  <a:pt x="1409357" y="315709"/>
                </a:lnTo>
                <a:lnTo>
                  <a:pt x="1409357" y="316064"/>
                </a:lnTo>
                <a:lnTo>
                  <a:pt x="1410779" y="315709"/>
                </a:lnTo>
                <a:lnTo>
                  <a:pt x="1426641" y="319824"/>
                </a:lnTo>
                <a:lnTo>
                  <a:pt x="1442872" y="323291"/>
                </a:lnTo>
                <a:lnTo>
                  <a:pt x="1459445" y="325894"/>
                </a:lnTo>
                <a:lnTo>
                  <a:pt x="1476324" y="327393"/>
                </a:lnTo>
                <a:lnTo>
                  <a:pt x="1515821" y="327799"/>
                </a:lnTo>
                <a:lnTo>
                  <a:pt x="1554530" y="324345"/>
                </a:lnTo>
                <a:lnTo>
                  <a:pt x="1626463" y="302628"/>
                </a:lnTo>
                <a:lnTo>
                  <a:pt x="1670570" y="265722"/>
                </a:lnTo>
                <a:lnTo>
                  <a:pt x="1694307" y="214325"/>
                </a:lnTo>
                <a:lnTo>
                  <a:pt x="1695018" y="212902"/>
                </a:lnTo>
                <a:lnTo>
                  <a:pt x="1695386" y="210070"/>
                </a:lnTo>
                <a:close/>
              </a:path>
              <a:path w="2111375" h="329565">
                <a:moveTo>
                  <a:pt x="2111324" y="11468"/>
                </a:moveTo>
                <a:lnTo>
                  <a:pt x="2009546" y="10947"/>
                </a:lnTo>
                <a:lnTo>
                  <a:pt x="2008530" y="139674"/>
                </a:lnTo>
                <a:lnTo>
                  <a:pt x="1836534" y="138798"/>
                </a:lnTo>
                <a:lnTo>
                  <a:pt x="1837194" y="10426"/>
                </a:lnTo>
                <a:lnTo>
                  <a:pt x="1737893" y="9918"/>
                </a:lnTo>
                <a:lnTo>
                  <a:pt x="1736305" y="321627"/>
                </a:lnTo>
                <a:lnTo>
                  <a:pt x="1838083" y="322148"/>
                </a:lnTo>
                <a:lnTo>
                  <a:pt x="1839074" y="197675"/>
                </a:lnTo>
                <a:lnTo>
                  <a:pt x="2008593" y="198907"/>
                </a:lnTo>
                <a:lnTo>
                  <a:pt x="2007958" y="321602"/>
                </a:lnTo>
                <a:lnTo>
                  <a:pt x="2109736" y="322122"/>
                </a:lnTo>
                <a:lnTo>
                  <a:pt x="2111324" y="11468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35341" y="475614"/>
            <a:ext cx="2480945" cy="266065"/>
          </a:xfrm>
          <a:custGeom>
            <a:avLst/>
            <a:gdLst/>
            <a:ahLst/>
            <a:cxnLst/>
            <a:rect l="l" t="t" r="r" b="b"/>
            <a:pathLst>
              <a:path w="2480945" h="266065">
                <a:moveTo>
                  <a:pt x="175272" y="1447"/>
                </a:moveTo>
                <a:lnTo>
                  <a:pt x="123494" y="1181"/>
                </a:lnTo>
                <a:lnTo>
                  <a:pt x="116395" y="2222"/>
                </a:lnTo>
                <a:lnTo>
                  <a:pt x="108585" y="4305"/>
                </a:lnTo>
                <a:lnTo>
                  <a:pt x="101142" y="5334"/>
                </a:lnTo>
                <a:lnTo>
                  <a:pt x="44589" y="35229"/>
                </a:lnTo>
                <a:lnTo>
                  <a:pt x="8153" y="87833"/>
                </a:lnTo>
                <a:lnTo>
                  <a:pt x="0" y="136791"/>
                </a:lnTo>
                <a:lnTo>
                  <a:pt x="2971" y="161975"/>
                </a:lnTo>
                <a:lnTo>
                  <a:pt x="29730" y="216877"/>
                </a:lnTo>
                <a:lnTo>
                  <a:pt x="91059" y="258356"/>
                </a:lnTo>
                <a:lnTo>
                  <a:pt x="128181" y="264350"/>
                </a:lnTo>
                <a:lnTo>
                  <a:pt x="128181" y="264706"/>
                </a:lnTo>
                <a:lnTo>
                  <a:pt x="174282" y="264947"/>
                </a:lnTo>
                <a:lnTo>
                  <a:pt x="174345" y="252882"/>
                </a:lnTo>
                <a:lnTo>
                  <a:pt x="134975" y="252679"/>
                </a:lnTo>
                <a:lnTo>
                  <a:pt x="106375" y="250405"/>
                </a:lnTo>
                <a:lnTo>
                  <a:pt x="57251" y="227647"/>
                </a:lnTo>
                <a:lnTo>
                  <a:pt x="25247" y="189064"/>
                </a:lnTo>
                <a:lnTo>
                  <a:pt x="12306" y="146634"/>
                </a:lnTo>
                <a:lnTo>
                  <a:pt x="12230" y="123317"/>
                </a:lnTo>
                <a:lnTo>
                  <a:pt x="19939" y="89776"/>
                </a:lnTo>
                <a:lnTo>
                  <a:pt x="62687" y="35318"/>
                </a:lnTo>
                <a:lnTo>
                  <a:pt x="112509" y="15455"/>
                </a:lnTo>
                <a:lnTo>
                  <a:pt x="133045" y="14274"/>
                </a:lnTo>
                <a:lnTo>
                  <a:pt x="154178" y="14554"/>
                </a:lnTo>
                <a:lnTo>
                  <a:pt x="175209" y="14566"/>
                </a:lnTo>
                <a:lnTo>
                  <a:pt x="175272" y="1447"/>
                </a:lnTo>
                <a:close/>
              </a:path>
              <a:path w="2480945" h="266065">
                <a:moveTo>
                  <a:pt x="452958" y="749"/>
                </a:moveTo>
                <a:lnTo>
                  <a:pt x="307568" y="0"/>
                </a:lnTo>
                <a:lnTo>
                  <a:pt x="307492" y="13830"/>
                </a:lnTo>
                <a:lnTo>
                  <a:pt x="452882" y="14566"/>
                </a:lnTo>
                <a:lnTo>
                  <a:pt x="452958" y="749"/>
                </a:lnTo>
                <a:close/>
              </a:path>
              <a:path w="2480945" h="266065">
                <a:moveTo>
                  <a:pt x="645172" y="1371"/>
                </a:moveTo>
                <a:lnTo>
                  <a:pt x="581698" y="698"/>
                </a:lnTo>
                <a:lnTo>
                  <a:pt x="581266" y="13462"/>
                </a:lnTo>
                <a:lnTo>
                  <a:pt x="634822" y="13373"/>
                </a:lnTo>
                <a:lnTo>
                  <a:pt x="645172" y="2438"/>
                </a:lnTo>
                <a:lnTo>
                  <a:pt x="645172" y="1371"/>
                </a:lnTo>
                <a:close/>
              </a:path>
              <a:path w="2480945" h="266065">
                <a:moveTo>
                  <a:pt x="1076756" y="1803"/>
                </a:moveTo>
                <a:lnTo>
                  <a:pt x="1006906" y="1092"/>
                </a:lnTo>
                <a:lnTo>
                  <a:pt x="1001585" y="1778"/>
                </a:lnTo>
                <a:lnTo>
                  <a:pt x="1005103" y="6045"/>
                </a:lnTo>
                <a:lnTo>
                  <a:pt x="1007211" y="9956"/>
                </a:lnTo>
                <a:lnTo>
                  <a:pt x="1011796" y="13525"/>
                </a:lnTo>
                <a:lnTo>
                  <a:pt x="1067828" y="13817"/>
                </a:lnTo>
                <a:lnTo>
                  <a:pt x="1070686" y="9931"/>
                </a:lnTo>
                <a:lnTo>
                  <a:pt x="1074966" y="6400"/>
                </a:lnTo>
                <a:lnTo>
                  <a:pt x="1076756" y="1803"/>
                </a:lnTo>
                <a:close/>
              </a:path>
              <a:path w="2480945" h="266065">
                <a:moveTo>
                  <a:pt x="1521117" y="1955"/>
                </a:moveTo>
                <a:lnTo>
                  <a:pt x="1429981" y="1130"/>
                </a:lnTo>
                <a:lnTo>
                  <a:pt x="1428559" y="1828"/>
                </a:lnTo>
                <a:lnTo>
                  <a:pt x="1426083" y="749"/>
                </a:lnTo>
                <a:lnTo>
                  <a:pt x="1425016" y="2171"/>
                </a:lnTo>
                <a:lnTo>
                  <a:pt x="1435239" y="12852"/>
                </a:lnTo>
                <a:lnTo>
                  <a:pt x="1511477" y="13957"/>
                </a:lnTo>
                <a:lnTo>
                  <a:pt x="1521117" y="3009"/>
                </a:lnTo>
                <a:lnTo>
                  <a:pt x="1521117" y="1955"/>
                </a:lnTo>
                <a:close/>
              </a:path>
              <a:path w="2480945" h="266065">
                <a:moveTo>
                  <a:pt x="1911578" y="1460"/>
                </a:moveTo>
                <a:lnTo>
                  <a:pt x="1868309" y="1244"/>
                </a:lnTo>
                <a:lnTo>
                  <a:pt x="1866188" y="1943"/>
                </a:lnTo>
                <a:lnTo>
                  <a:pt x="1861934" y="139"/>
                </a:lnTo>
                <a:lnTo>
                  <a:pt x="1861210" y="2984"/>
                </a:lnTo>
                <a:lnTo>
                  <a:pt x="1870735" y="13309"/>
                </a:lnTo>
                <a:lnTo>
                  <a:pt x="1911515" y="13868"/>
                </a:lnTo>
                <a:lnTo>
                  <a:pt x="1911578" y="1460"/>
                </a:lnTo>
                <a:close/>
              </a:path>
              <a:path w="2480945" h="266065">
                <a:moveTo>
                  <a:pt x="2181110" y="1066"/>
                </a:moveTo>
                <a:lnTo>
                  <a:pt x="2043861" y="368"/>
                </a:lnTo>
                <a:lnTo>
                  <a:pt x="2043798" y="13843"/>
                </a:lnTo>
                <a:lnTo>
                  <a:pt x="2181034" y="14541"/>
                </a:lnTo>
                <a:lnTo>
                  <a:pt x="2181110" y="1066"/>
                </a:lnTo>
                <a:close/>
              </a:path>
              <a:path w="2480945" h="266065">
                <a:moveTo>
                  <a:pt x="2480500" y="122821"/>
                </a:moveTo>
                <a:lnTo>
                  <a:pt x="2479471" y="116433"/>
                </a:lnTo>
                <a:lnTo>
                  <a:pt x="2479154" y="110045"/>
                </a:lnTo>
                <a:lnTo>
                  <a:pt x="2477414" y="104013"/>
                </a:lnTo>
                <a:lnTo>
                  <a:pt x="2443099" y="41770"/>
                </a:lnTo>
                <a:lnTo>
                  <a:pt x="2381808" y="5994"/>
                </a:lnTo>
                <a:lnTo>
                  <a:pt x="2317280" y="1409"/>
                </a:lnTo>
                <a:lnTo>
                  <a:pt x="2317216" y="14173"/>
                </a:lnTo>
                <a:lnTo>
                  <a:pt x="2339213" y="14262"/>
                </a:lnTo>
                <a:lnTo>
                  <a:pt x="2361044" y="14935"/>
                </a:lnTo>
                <a:lnTo>
                  <a:pt x="2400858" y="25234"/>
                </a:lnTo>
                <a:lnTo>
                  <a:pt x="2449487" y="67919"/>
                </a:lnTo>
                <a:lnTo>
                  <a:pt x="2468765" y="129857"/>
                </a:lnTo>
                <a:lnTo>
                  <a:pt x="2470518" y="135178"/>
                </a:lnTo>
                <a:lnTo>
                  <a:pt x="2467305" y="139065"/>
                </a:lnTo>
                <a:lnTo>
                  <a:pt x="2468334" y="144386"/>
                </a:lnTo>
                <a:lnTo>
                  <a:pt x="2460599" y="177126"/>
                </a:lnTo>
                <a:lnTo>
                  <a:pt x="2419019" y="231025"/>
                </a:lnTo>
                <a:lnTo>
                  <a:pt x="2372474" y="251244"/>
                </a:lnTo>
                <a:lnTo>
                  <a:pt x="2354427" y="252869"/>
                </a:lnTo>
                <a:lnTo>
                  <a:pt x="2317064" y="252844"/>
                </a:lnTo>
                <a:lnTo>
                  <a:pt x="2317000" y="265252"/>
                </a:lnTo>
                <a:lnTo>
                  <a:pt x="2360257" y="265125"/>
                </a:lnTo>
                <a:lnTo>
                  <a:pt x="2361323" y="264058"/>
                </a:lnTo>
                <a:lnTo>
                  <a:pt x="2364511" y="265493"/>
                </a:lnTo>
                <a:lnTo>
                  <a:pt x="2364879" y="264083"/>
                </a:lnTo>
                <a:lnTo>
                  <a:pt x="2377122" y="261874"/>
                </a:lnTo>
                <a:lnTo>
                  <a:pt x="2388882" y="258762"/>
                </a:lnTo>
                <a:lnTo>
                  <a:pt x="2442019" y="226364"/>
                </a:lnTo>
                <a:lnTo>
                  <a:pt x="2477579" y="161607"/>
                </a:lnTo>
                <a:lnTo>
                  <a:pt x="2480500" y="1228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51200" y="490116"/>
            <a:ext cx="214629" cy="227329"/>
          </a:xfrm>
          <a:custGeom>
            <a:avLst/>
            <a:gdLst/>
            <a:ahLst/>
            <a:cxnLst/>
            <a:rect l="l" t="t" r="r" b="b"/>
            <a:pathLst>
              <a:path w="214629" h="227329">
                <a:moveTo>
                  <a:pt x="0" y="118511"/>
                </a:moveTo>
                <a:lnTo>
                  <a:pt x="12712" y="168212"/>
                </a:lnTo>
                <a:lnTo>
                  <a:pt x="48548" y="208955"/>
                </a:lnTo>
                <a:lnTo>
                  <a:pt x="102127" y="227151"/>
                </a:lnTo>
                <a:lnTo>
                  <a:pt x="131307" y="224093"/>
                </a:lnTo>
                <a:lnTo>
                  <a:pt x="180387" y="196235"/>
                </a:lnTo>
                <a:lnTo>
                  <a:pt x="209361" y="147537"/>
                </a:lnTo>
                <a:lnTo>
                  <a:pt x="214141" y="105756"/>
                </a:lnTo>
                <a:lnTo>
                  <a:pt x="211131" y="84559"/>
                </a:lnTo>
                <a:lnTo>
                  <a:pt x="195484" y="48009"/>
                </a:lnTo>
                <a:lnTo>
                  <a:pt x="168147" y="18966"/>
                </a:lnTo>
                <a:lnTo>
                  <a:pt x="132508" y="2901"/>
                </a:lnTo>
                <a:lnTo>
                  <a:pt x="112636" y="0"/>
                </a:lnTo>
                <a:lnTo>
                  <a:pt x="92543" y="753"/>
                </a:lnTo>
                <a:lnTo>
                  <a:pt x="47580" y="18676"/>
                </a:lnTo>
                <a:lnTo>
                  <a:pt x="9960" y="63912"/>
                </a:lnTo>
                <a:lnTo>
                  <a:pt x="0" y="11851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856791" y="497966"/>
            <a:ext cx="2437765" cy="222250"/>
          </a:xfrm>
          <a:custGeom>
            <a:avLst/>
            <a:gdLst/>
            <a:ahLst/>
            <a:cxnLst/>
            <a:rect l="l" t="t" r="r" b="b"/>
            <a:pathLst>
              <a:path w="2437765" h="222250">
                <a:moveTo>
                  <a:pt x="153708" y="1092"/>
                </a:moveTo>
                <a:lnTo>
                  <a:pt x="109728" y="1092"/>
                </a:lnTo>
                <a:lnTo>
                  <a:pt x="88760" y="3009"/>
                </a:lnTo>
                <a:lnTo>
                  <a:pt x="43281" y="23482"/>
                </a:lnTo>
                <a:lnTo>
                  <a:pt x="6946" y="71234"/>
                </a:lnTo>
                <a:lnTo>
                  <a:pt x="0" y="99949"/>
                </a:lnTo>
                <a:lnTo>
                  <a:pt x="1524" y="132410"/>
                </a:lnTo>
                <a:lnTo>
                  <a:pt x="30975" y="187883"/>
                </a:lnTo>
                <a:lnTo>
                  <a:pt x="78346" y="216839"/>
                </a:lnTo>
                <a:lnTo>
                  <a:pt x="127444" y="221335"/>
                </a:lnTo>
                <a:lnTo>
                  <a:pt x="152946" y="221310"/>
                </a:lnTo>
                <a:lnTo>
                  <a:pt x="152996" y="210324"/>
                </a:lnTo>
                <a:lnTo>
                  <a:pt x="98031" y="209321"/>
                </a:lnTo>
                <a:lnTo>
                  <a:pt x="85813" y="207264"/>
                </a:lnTo>
                <a:lnTo>
                  <a:pt x="31927" y="173316"/>
                </a:lnTo>
                <a:lnTo>
                  <a:pt x="11239" y="122262"/>
                </a:lnTo>
                <a:lnTo>
                  <a:pt x="12090" y="92925"/>
                </a:lnTo>
                <a:lnTo>
                  <a:pt x="35610" y="44907"/>
                </a:lnTo>
                <a:lnTo>
                  <a:pt x="80581" y="15608"/>
                </a:lnTo>
                <a:lnTo>
                  <a:pt x="115938" y="11137"/>
                </a:lnTo>
                <a:lnTo>
                  <a:pt x="134912" y="11747"/>
                </a:lnTo>
                <a:lnTo>
                  <a:pt x="153657" y="11722"/>
                </a:lnTo>
                <a:lnTo>
                  <a:pt x="153708" y="1092"/>
                </a:lnTo>
                <a:close/>
              </a:path>
              <a:path w="2437765" h="222250">
                <a:moveTo>
                  <a:pt x="153962" y="20942"/>
                </a:moveTo>
                <a:lnTo>
                  <a:pt x="133997" y="20942"/>
                </a:lnTo>
                <a:lnTo>
                  <a:pt x="114020" y="20472"/>
                </a:lnTo>
                <a:lnTo>
                  <a:pt x="94754" y="21742"/>
                </a:lnTo>
                <a:lnTo>
                  <a:pt x="56832" y="38404"/>
                </a:lnTo>
                <a:lnTo>
                  <a:pt x="27406" y="74269"/>
                </a:lnTo>
                <a:lnTo>
                  <a:pt x="20510" y="123418"/>
                </a:lnTo>
                <a:lnTo>
                  <a:pt x="27724" y="148551"/>
                </a:lnTo>
                <a:lnTo>
                  <a:pt x="62318" y="187515"/>
                </a:lnTo>
                <a:lnTo>
                  <a:pt x="105257" y="200418"/>
                </a:lnTo>
                <a:lnTo>
                  <a:pt x="153047" y="201104"/>
                </a:lnTo>
                <a:lnTo>
                  <a:pt x="153085" y="191528"/>
                </a:lnTo>
                <a:lnTo>
                  <a:pt x="125069" y="191566"/>
                </a:lnTo>
                <a:lnTo>
                  <a:pt x="111099" y="191312"/>
                </a:lnTo>
                <a:lnTo>
                  <a:pt x="97066" y="190525"/>
                </a:lnTo>
                <a:lnTo>
                  <a:pt x="95656" y="189103"/>
                </a:lnTo>
                <a:lnTo>
                  <a:pt x="92811" y="190868"/>
                </a:lnTo>
                <a:lnTo>
                  <a:pt x="92113" y="188734"/>
                </a:lnTo>
                <a:lnTo>
                  <a:pt x="87490" y="189064"/>
                </a:lnTo>
                <a:lnTo>
                  <a:pt x="82892" y="186905"/>
                </a:lnTo>
                <a:lnTo>
                  <a:pt x="45224" y="159854"/>
                </a:lnTo>
                <a:lnTo>
                  <a:pt x="30035" y="121031"/>
                </a:lnTo>
                <a:lnTo>
                  <a:pt x="30734" y="95770"/>
                </a:lnTo>
                <a:lnTo>
                  <a:pt x="53365" y="53428"/>
                </a:lnTo>
                <a:lnTo>
                  <a:pt x="91808" y="32054"/>
                </a:lnTo>
                <a:lnTo>
                  <a:pt x="112204" y="30175"/>
                </a:lnTo>
                <a:lnTo>
                  <a:pt x="133299" y="30505"/>
                </a:lnTo>
                <a:lnTo>
                  <a:pt x="153911" y="30518"/>
                </a:lnTo>
                <a:lnTo>
                  <a:pt x="153962" y="20942"/>
                </a:lnTo>
                <a:close/>
              </a:path>
              <a:path w="2437765" h="222250">
                <a:moveTo>
                  <a:pt x="431228" y="39014"/>
                </a:moveTo>
                <a:lnTo>
                  <a:pt x="286448" y="39014"/>
                </a:lnTo>
                <a:lnTo>
                  <a:pt x="286448" y="46253"/>
                </a:lnTo>
                <a:lnTo>
                  <a:pt x="285178" y="46253"/>
                </a:lnTo>
                <a:lnTo>
                  <a:pt x="285178" y="47015"/>
                </a:lnTo>
                <a:lnTo>
                  <a:pt x="286448" y="47015"/>
                </a:lnTo>
                <a:lnTo>
                  <a:pt x="286448" y="51435"/>
                </a:lnTo>
                <a:lnTo>
                  <a:pt x="431228" y="51435"/>
                </a:lnTo>
                <a:lnTo>
                  <a:pt x="431228" y="39014"/>
                </a:lnTo>
                <a:close/>
              </a:path>
              <a:path w="2437765" h="222250">
                <a:moveTo>
                  <a:pt x="431292" y="20586"/>
                </a:moveTo>
                <a:lnTo>
                  <a:pt x="285889" y="19850"/>
                </a:lnTo>
                <a:lnTo>
                  <a:pt x="285851" y="29781"/>
                </a:lnTo>
                <a:lnTo>
                  <a:pt x="431241" y="30518"/>
                </a:lnTo>
                <a:lnTo>
                  <a:pt x="431292" y="20586"/>
                </a:lnTo>
                <a:close/>
              </a:path>
              <a:path w="2437765" h="222250">
                <a:moveTo>
                  <a:pt x="431393" y="1092"/>
                </a:moveTo>
                <a:lnTo>
                  <a:pt x="285991" y="342"/>
                </a:lnTo>
                <a:lnTo>
                  <a:pt x="285940" y="10985"/>
                </a:lnTo>
                <a:lnTo>
                  <a:pt x="431342" y="11722"/>
                </a:lnTo>
                <a:lnTo>
                  <a:pt x="431393" y="1092"/>
                </a:lnTo>
                <a:close/>
              </a:path>
              <a:path w="2437765" h="222250">
                <a:moveTo>
                  <a:pt x="585825" y="39471"/>
                </a:moveTo>
                <a:lnTo>
                  <a:pt x="559930" y="38976"/>
                </a:lnTo>
                <a:lnTo>
                  <a:pt x="559866" y="50685"/>
                </a:lnTo>
                <a:lnTo>
                  <a:pt x="580440" y="50787"/>
                </a:lnTo>
                <a:lnTo>
                  <a:pt x="582930" y="49733"/>
                </a:lnTo>
                <a:lnTo>
                  <a:pt x="585825" y="39471"/>
                </a:lnTo>
                <a:close/>
              </a:path>
              <a:path w="2437765" h="222250">
                <a:moveTo>
                  <a:pt x="593356" y="21412"/>
                </a:moveTo>
                <a:lnTo>
                  <a:pt x="593013" y="20358"/>
                </a:lnTo>
                <a:lnTo>
                  <a:pt x="560031" y="19824"/>
                </a:lnTo>
                <a:lnTo>
                  <a:pt x="559981" y="29400"/>
                </a:lnTo>
                <a:lnTo>
                  <a:pt x="588352" y="29552"/>
                </a:lnTo>
                <a:lnTo>
                  <a:pt x="592264" y="28511"/>
                </a:lnTo>
                <a:lnTo>
                  <a:pt x="591566" y="23888"/>
                </a:lnTo>
                <a:lnTo>
                  <a:pt x="593356" y="21412"/>
                </a:lnTo>
                <a:close/>
              </a:path>
              <a:path w="2437765" h="222250">
                <a:moveTo>
                  <a:pt x="605167" y="914"/>
                </a:moveTo>
                <a:lnTo>
                  <a:pt x="560133" y="330"/>
                </a:lnTo>
                <a:lnTo>
                  <a:pt x="560082" y="10604"/>
                </a:lnTo>
                <a:lnTo>
                  <a:pt x="598728" y="10807"/>
                </a:lnTo>
                <a:lnTo>
                  <a:pt x="601230" y="8343"/>
                </a:lnTo>
                <a:lnTo>
                  <a:pt x="603732" y="4457"/>
                </a:lnTo>
                <a:lnTo>
                  <a:pt x="605167" y="914"/>
                </a:lnTo>
                <a:close/>
              </a:path>
              <a:path w="2437765" h="222250">
                <a:moveTo>
                  <a:pt x="807974" y="9398"/>
                </a:moveTo>
                <a:lnTo>
                  <a:pt x="804418" y="9639"/>
                </a:lnTo>
                <a:lnTo>
                  <a:pt x="803008" y="9728"/>
                </a:lnTo>
                <a:lnTo>
                  <a:pt x="797699" y="8280"/>
                </a:lnTo>
                <a:lnTo>
                  <a:pt x="793432" y="10388"/>
                </a:lnTo>
                <a:lnTo>
                  <a:pt x="799109" y="10414"/>
                </a:lnTo>
                <a:lnTo>
                  <a:pt x="803008" y="10706"/>
                </a:lnTo>
                <a:lnTo>
                  <a:pt x="804418" y="10795"/>
                </a:lnTo>
                <a:lnTo>
                  <a:pt x="807974" y="10312"/>
                </a:lnTo>
                <a:lnTo>
                  <a:pt x="807974" y="9398"/>
                </a:lnTo>
                <a:close/>
              </a:path>
              <a:path w="2437765" h="222250">
                <a:moveTo>
                  <a:pt x="809383" y="10109"/>
                </a:moveTo>
                <a:lnTo>
                  <a:pt x="808685" y="10210"/>
                </a:lnTo>
                <a:lnTo>
                  <a:pt x="808685" y="10464"/>
                </a:lnTo>
                <a:lnTo>
                  <a:pt x="809383" y="10109"/>
                </a:lnTo>
                <a:close/>
              </a:path>
              <a:path w="2437765" h="222250">
                <a:moveTo>
                  <a:pt x="855395" y="28790"/>
                </a:moveTo>
                <a:lnTo>
                  <a:pt x="852576" y="25590"/>
                </a:lnTo>
                <a:lnTo>
                  <a:pt x="845146" y="21285"/>
                </a:lnTo>
                <a:lnTo>
                  <a:pt x="782739" y="20256"/>
                </a:lnTo>
                <a:lnTo>
                  <a:pt x="760755" y="20497"/>
                </a:lnTo>
                <a:lnTo>
                  <a:pt x="755777" y="21894"/>
                </a:lnTo>
                <a:lnTo>
                  <a:pt x="751509" y="25425"/>
                </a:lnTo>
                <a:lnTo>
                  <a:pt x="747585" y="29298"/>
                </a:lnTo>
                <a:lnTo>
                  <a:pt x="801306" y="29933"/>
                </a:lnTo>
                <a:lnTo>
                  <a:pt x="828268" y="29921"/>
                </a:lnTo>
                <a:lnTo>
                  <a:pt x="855040" y="29502"/>
                </a:lnTo>
                <a:lnTo>
                  <a:pt x="855395" y="28790"/>
                </a:lnTo>
                <a:close/>
              </a:path>
              <a:path w="2437765" h="222250">
                <a:moveTo>
                  <a:pt x="875144" y="51231"/>
                </a:moveTo>
                <a:lnTo>
                  <a:pt x="873747" y="46609"/>
                </a:lnTo>
                <a:lnTo>
                  <a:pt x="870216" y="43764"/>
                </a:lnTo>
                <a:lnTo>
                  <a:pt x="867397" y="39839"/>
                </a:lnTo>
                <a:lnTo>
                  <a:pt x="830516" y="39306"/>
                </a:lnTo>
                <a:lnTo>
                  <a:pt x="736892" y="39179"/>
                </a:lnTo>
                <a:lnTo>
                  <a:pt x="732624" y="42341"/>
                </a:lnTo>
                <a:lnTo>
                  <a:pt x="727964" y="51193"/>
                </a:lnTo>
                <a:lnTo>
                  <a:pt x="815555" y="51993"/>
                </a:lnTo>
                <a:lnTo>
                  <a:pt x="871943" y="51930"/>
                </a:lnTo>
                <a:lnTo>
                  <a:pt x="875144" y="51231"/>
                </a:lnTo>
                <a:close/>
              </a:path>
              <a:path w="2437765" h="222250">
                <a:moveTo>
                  <a:pt x="1032662" y="39268"/>
                </a:moveTo>
                <a:lnTo>
                  <a:pt x="1027696" y="39598"/>
                </a:lnTo>
                <a:lnTo>
                  <a:pt x="1021676" y="38506"/>
                </a:lnTo>
                <a:lnTo>
                  <a:pt x="1017409" y="40259"/>
                </a:lnTo>
                <a:lnTo>
                  <a:pt x="1019492" y="47713"/>
                </a:lnTo>
                <a:lnTo>
                  <a:pt x="1019822" y="53746"/>
                </a:lnTo>
                <a:lnTo>
                  <a:pt x="1028001" y="49885"/>
                </a:lnTo>
                <a:lnTo>
                  <a:pt x="1032598" y="50977"/>
                </a:lnTo>
                <a:lnTo>
                  <a:pt x="1032662" y="39268"/>
                </a:lnTo>
                <a:close/>
              </a:path>
              <a:path w="2437765" h="222250">
                <a:moveTo>
                  <a:pt x="1034491" y="28994"/>
                </a:moveTo>
                <a:lnTo>
                  <a:pt x="1032738" y="23660"/>
                </a:lnTo>
                <a:lnTo>
                  <a:pt x="1033818" y="21183"/>
                </a:lnTo>
                <a:lnTo>
                  <a:pt x="1026020" y="20447"/>
                </a:lnTo>
                <a:lnTo>
                  <a:pt x="1017511" y="20040"/>
                </a:lnTo>
                <a:lnTo>
                  <a:pt x="1010056" y="21069"/>
                </a:lnTo>
                <a:lnTo>
                  <a:pt x="1010754" y="23914"/>
                </a:lnTo>
                <a:lnTo>
                  <a:pt x="1011809" y="26746"/>
                </a:lnTo>
                <a:lnTo>
                  <a:pt x="1013206" y="29235"/>
                </a:lnTo>
                <a:lnTo>
                  <a:pt x="1030935" y="30035"/>
                </a:lnTo>
                <a:lnTo>
                  <a:pt x="1034491" y="28994"/>
                </a:lnTo>
                <a:close/>
              </a:path>
              <a:path w="2437765" h="222250">
                <a:moveTo>
                  <a:pt x="1040307" y="1003"/>
                </a:moveTo>
                <a:lnTo>
                  <a:pt x="1029474" y="1028"/>
                </a:lnTo>
                <a:lnTo>
                  <a:pt x="1018540" y="901"/>
                </a:lnTo>
                <a:lnTo>
                  <a:pt x="1007935" y="1054"/>
                </a:lnTo>
                <a:lnTo>
                  <a:pt x="998105" y="1854"/>
                </a:lnTo>
                <a:lnTo>
                  <a:pt x="1000213" y="4711"/>
                </a:lnTo>
                <a:lnTo>
                  <a:pt x="1001610" y="7899"/>
                </a:lnTo>
                <a:lnTo>
                  <a:pt x="1004087" y="10756"/>
                </a:lnTo>
                <a:lnTo>
                  <a:pt x="1037056" y="10566"/>
                </a:lnTo>
                <a:lnTo>
                  <a:pt x="1040282" y="4203"/>
                </a:lnTo>
                <a:lnTo>
                  <a:pt x="1040307" y="1003"/>
                </a:lnTo>
                <a:close/>
              </a:path>
              <a:path w="2437765" h="222250">
                <a:moveTo>
                  <a:pt x="1248079" y="10223"/>
                </a:moveTo>
                <a:lnTo>
                  <a:pt x="1241920" y="7429"/>
                </a:lnTo>
                <a:lnTo>
                  <a:pt x="1235189" y="5816"/>
                </a:lnTo>
                <a:lnTo>
                  <a:pt x="1227988" y="5143"/>
                </a:lnTo>
                <a:lnTo>
                  <a:pt x="1220431" y="5118"/>
                </a:lnTo>
                <a:lnTo>
                  <a:pt x="1212989" y="6502"/>
                </a:lnTo>
                <a:lnTo>
                  <a:pt x="1204468" y="6819"/>
                </a:lnTo>
                <a:lnTo>
                  <a:pt x="1198422" y="10325"/>
                </a:lnTo>
                <a:lnTo>
                  <a:pt x="1210614" y="10642"/>
                </a:lnTo>
                <a:lnTo>
                  <a:pt x="1223111" y="10820"/>
                </a:lnTo>
                <a:lnTo>
                  <a:pt x="1235671" y="10731"/>
                </a:lnTo>
                <a:lnTo>
                  <a:pt x="1248079" y="10223"/>
                </a:lnTo>
                <a:close/>
              </a:path>
              <a:path w="2437765" h="222250">
                <a:moveTo>
                  <a:pt x="1274229" y="28448"/>
                </a:moveTo>
                <a:lnTo>
                  <a:pt x="1271752" y="25946"/>
                </a:lnTo>
                <a:lnTo>
                  <a:pt x="1265047" y="20243"/>
                </a:lnTo>
                <a:lnTo>
                  <a:pt x="1244815" y="20408"/>
                </a:lnTo>
                <a:lnTo>
                  <a:pt x="1203845" y="20332"/>
                </a:lnTo>
                <a:lnTo>
                  <a:pt x="1183830" y="20891"/>
                </a:lnTo>
                <a:lnTo>
                  <a:pt x="1183462" y="23723"/>
                </a:lnTo>
                <a:lnTo>
                  <a:pt x="1180973" y="26555"/>
                </a:lnTo>
                <a:lnTo>
                  <a:pt x="1182725" y="29400"/>
                </a:lnTo>
                <a:lnTo>
                  <a:pt x="1205877" y="29705"/>
                </a:lnTo>
                <a:lnTo>
                  <a:pt x="1228382" y="29806"/>
                </a:lnTo>
                <a:lnTo>
                  <a:pt x="1250746" y="29654"/>
                </a:lnTo>
                <a:lnTo>
                  <a:pt x="1273517" y="29146"/>
                </a:lnTo>
                <a:lnTo>
                  <a:pt x="1274229" y="28448"/>
                </a:lnTo>
                <a:close/>
              </a:path>
              <a:path w="2437765" h="222250">
                <a:moveTo>
                  <a:pt x="1463878" y="43243"/>
                </a:moveTo>
                <a:lnTo>
                  <a:pt x="1463548" y="39700"/>
                </a:lnTo>
                <a:lnTo>
                  <a:pt x="1446174" y="39255"/>
                </a:lnTo>
                <a:lnTo>
                  <a:pt x="1442262" y="41008"/>
                </a:lnTo>
                <a:lnTo>
                  <a:pt x="1449324" y="45656"/>
                </a:lnTo>
                <a:lnTo>
                  <a:pt x="1444002" y="47053"/>
                </a:lnTo>
                <a:lnTo>
                  <a:pt x="1285494" y="45885"/>
                </a:lnTo>
                <a:lnTo>
                  <a:pt x="1282319" y="39484"/>
                </a:lnTo>
                <a:lnTo>
                  <a:pt x="1188694" y="39357"/>
                </a:lnTo>
                <a:lnTo>
                  <a:pt x="1459230" y="51384"/>
                </a:lnTo>
                <a:lnTo>
                  <a:pt x="1461008" y="50330"/>
                </a:lnTo>
                <a:lnTo>
                  <a:pt x="1462087" y="46786"/>
                </a:lnTo>
                <a:lnTo>
                  <a:pt x="1463878" y="43243"/>
                </a:lnTo>
                <a:close/>
              </a:path>
              <a:path w="2437765" h="222250">
                <a:moveTo>
                  <a:pt x="1471079" y="21297"/>
                </a:moveTo>
                <a:lnTo>
                  <a:pt x="1462087" y="20815"/>
                </a:lnTo>
                <a:lnTo>
                  <a:pt x="1452905" y="20586"/>
                </a:lnTo>
                <a:lnTo>
                  <a:pt x="1443850" y="20764"/>
                </a:lnTo>
                <a:lnTo>
                  <a:pt x="1435265" y="21463"/>
                </a:lnTo>
                <a:lnTo>
                  <a:pt x="1439481" y="29641"/>
                </a:lnTo>
                <a:lnTo>
                  <a:pt x="1446745" y="29933"/>
                </a:lnTo>
                <a:lnTo>
                  <a:pt x="1453794" y="30073"/>
                </a:lnTo>
                <a:lnTo>
                  <a:pt x="1460766" y="29959"/>
                </a:lnTo>
                <a:lnTo>
                  <a:pt x="1467853" y="29438"/>
                </a:lnTo>
                <a:lnTo>
                  <a:pt x="1471079" y="21297"/>
                </a:lnTo>
                <a:close/>
              </a:path>
              <a:path w="2437765" h="222250">
                <a:moveTo>
                  <a:pt x="1481823" y="1485"/>
                </a:moveTo>
                <a:lnTo>
                  <a:pt x="1452562" y="952"/>
                </a:lnTo>
                <a:lnTo>
                  <a:pt x="1437843" y="927"/>
                </a:lnTo>
                <a:lnTo>
                  <a:pt x="1423314" y="1193"/>
                </a:lnTo>
                <a:lnTo>
                  <a:pt x="1424355" y="4737"/>
                </a:lnTo>
                <a:lnTo>
                  <a:pt x="1426819" y="7594"/>
                </a:lnTo>
                <a:lnTo>
                  <a:pt x="1428940" y="10795"/>
                </a:lnTo>
                <a:lnTo>
                  <a:pt x="1476806" y="11036"/>
                </a:lnTo>
                <a:lnTo>
                  <a:pt x="1481455" y="5041"/>
                </a:lnTo>
                <a:lnTo>
                  <a:pt x="1481823" y="1485"/>
                </a:lnTo>
                <a:close/>
              </a:path>
              <a:path w="2437765" h="222250">
                <a:moveTo>
                  <a:pt x="1683562" y="10325"/>
                </a:moveTo>
                <a:lnTo>
                  <a:pt x="1682508" y="10312"/>
                </a:lnTo>
                <a:lnTo>
                  <a:pt x="1682153" y="9969"/>
                </a:lnTo>
                <a:lnTo>
                  <a:pt x="1677543" y="9588"/>
                </a:lnTo>
                <a:lnTo>
                  <a:pt x="1671167" y="8483"/>
                </a:lnTo>
                <a:lnTo>
                  <a:pt x="1666900" y="10591"/>
                </a:lnTo>
                <a:lnTo>
                  <a:pt x="1672221" y="10972"/>
                </a:lnTo>
                <a:lnTo>
                  <a:pt x="1678241" y="11366"/>
                </a:lnTo>
                <a:lnTo>
                  <a:pt x="1683562" y="10325"/>
                </a:lnTo>
                <a:close/>
              </a:path>
              <a:path w="2437765" h="222250">
                <a:moveTo>
                  <a:pt x="1727809" y="27216"/>
                </a:moveTo>
                <a:lnTo>
                  <a:pt x="1723567" y="26492"/>
                </a:lnTo>
                <a:lnTo>
                  <a:pt x="1722145" y="24358"/>
                </a:lnTo>
                <a:lnTo>
                  <a:pt x="1716493" y="20777"/>
                </a:lnTo>
                <a:lnTo>
                  <a:pt x="1696199" y="20586"/>
                </a:lnTo>
                <a:lnTo>
                  <a:pt x="1633867" y="20713"/>
                </a:lnTo>
                <a:lnTo>
                  <a:pt x="1629600" y="23164"/>
                </a:lnTo>
                <a:lnTo>
                  <a:pt x="1625333" y="25984"/>
                </a:lnTo>
                <a:lnTo>
                  <a:pt x="1621764" y="29514"/>
                </a:lnTo>
                <a:lnTo>
                  <a:pt x="1622120" y="29870"/>
                </a:lnTo>
                <a:lnTo>
                  <a:pt x="1727441" y="30416"/>
                </a:lnTo>
                <a:lnTo>
                  <a:pt x="1727809" y="27216"/>
                </a:lnTo>
                <a:close/>
              </a:path>
              <a:path w="2437765" h="222250">
                <a:moveTo>
                  <a:pt x="1747189" y="52146"/>
                </a:moveTo>
                <a:lnTo>
                  <a:pt x="1745792" y="47523"/>
                </a:lnTo>
                <a:lnTo>
                  <a:pt x="1738731" y="40043"/>
                </a:lnTo>
                <a:lnTo>
                  <a:pt x="1611439" y="39039"/>
                </a:lnTo>
                <a:lnTo>
                  <a:pt x="1611426" y="39751"/>
                </a:lnTo>
                <a:lnTo>
                  <a:pt x="1608226" y="42570"/>
                </a:lnTo>
                <a:lnTo>
                  <a:pt x="1605013" y="46812"/>
                </a:lnTo>
                <a:lnTo>
                  <a:pt x="1603565" y="51054"/>
                </a:lnTo>
                <a:lnTo>
                  <a:pt x="1747189" y="52146"/>
                </a:lnTo>
                <a:close/>
              </a:path>
              <a:path w="2437765" h="222250">
                <a:moveTo>
                  <a:pt x="1890014" y="736"/>
                </a:moveTo>
                <a:lnTo>
                  <a:pt x="1881771" y="1016"/>
                </a:lnTo>
                <a:lnTo>
                  <a:pt x="1873605" y="749"/>
                </a:lnTo>
                <a:lnTo>
                  <a:pt x="1865566" y="622"/>
                </a:lnTo>
                <a:lnTo>
                  <a:pt x="1857743" y="1282"/>
                </a:lnTo>
                <a:lnTo>
                  <a:pt x="1863013" y="10541"/>
                </a:lnTo>
                <a:lnTo>
                  <a:pt x="1889963" y="11023"/>
                </a:lnTo>
                <a:lnTo>
                  <a:pt x="1890014" y="736"/>
                </a:lnTo>
                <a:close/>
              </a:path>
              <a:path w="2437765" h="222250">
                <a:moveTo>
                  <a:pt x="1890166" y="39395"/>
                </a:moveTo>
                <a:lnTo>
                  <a:pt x="1885569" y="39370"/>
                </a:lnTo>
                <a:lnTo>
                  <a:pt x="1881314" y="39712"/>
                </a:lnTo>
                <a:lnTo>
                  <a:pt x="1877047" y="39687"/>
                </a:lnTo>
                <a:lnTo>
                  <a:pt x="1876679" y="42519"/>
                </a:lnTo>
                <a:lnTo>
                  <a:pt x="1878444" y="45364"/>
                </a:lnTo>
                <a:lnTo>
                  <a:pt x="1878418" y="48209"/>
                </a:lnTo>
                <a:lnTo>
                  <a:pt x="1879460" y="53530"/>
                </a:lnTo>
                <a:lnTo>
                  <a:pt x="1886216" y="50012"/>
                </a:lnTo>
                <a:lnTo>
                  <a:pt x="1890115" y="51104"/>
                </a:lnTo>
                <a:lnTo>
                  <a:pt x="1890166" y="39395"/>
                </a:lnTo>
                <a:close/>
              </a:path>
              <a:path w="2437765" h="222250">
                <a:moveTo>
                  <a:pt x="1890268" y="20612"/>
                </a:moveTo>
                <a:lnTo>
                  <a:pt x="1870405" y="20497"/>
                </a:lnTo>
                <a:lnTo>
                  <a:pt x="1868982" y="21551"/>
                </a:lnTo>
                <a:lnTo>
                  <a:pt x="1870036" y="24396"/>
                </a:lnTo>
                <a:lnTo>
                  <a:pt x="1870379" y="27597"/>
                </a:lnTo>
                <a:lnTo>
                  <a:pt x="1872843" y="29730"/>
                </a:lnTo>
                <a:lnTo>
                  <a:pt x="1890229" y="29819"/>
                </a:lnTo>
                <a:lnTo>
                  <a:pt x="1890268" y="20612"/>
                </a:lnTo>
                <a:close/>
              </a:path>
              <a:path w="2437765" h="222250">
                <a:moveTo>
                  <a:pt x="2158987" y="39712"/>
                </a:moveTo>
                <a:lnTo>
                  <a:pt x="2022094" y="39001"/>
                </a:lnTo>
                <a:lnTo>
                  <a:pt x="2022043" y="51066"/>
                </a:lnTo>
                <a:lnTo>
                  <a:pt x="2158923" y="51765"/>
                </a:lnTo>
                <a:lnTo>
                  <a:pt x="2158987" y="39712"/>
                </a:lnTo>
                <a:close/>
              </a:path>
              <a:path w="2437765" h="222250">
                <a:moveTo>
                  <a:pt x="2159089" y="20916"/>
                </a:moveTo>
                <a:lnTo>
                  <a:pt x="2022195" y="20218"/>
                </a:lnTo>
                <a:lnTo>
                  <a:pt x="2022144" y="29781"/>
                </a:lnTo>
                <a:lnTo>
                  <a:pt x="2159038" y="30492"/>
                </a:lnTo>
                <a:lnTo>
                  <a:pt x="2159089" y="20916"/>
                </a:lnTo>
                <a:close/>
              </a:path>
              <a:path w="2437765" h="222250">
                <a:moveTo>
                  <a:pt x="2159190" y="698"/>
                </a:moveTo>
                <a:lnTo>
                  <a:pt x="2022297" y="0"/>
                </a:lnTo>
                <a:lnTo>
                  <a:pt x="2022246" y="11353"/>
                </a:lnTo>
                <a:lnTo>
                  <a:pt x="2159127" y="12052"/>
                </a:lnTo>
                <a:lnTo>
                  <a:pt x="2159190" y="698"/>
                </a:lnTo>
                <a:close/>
              </a:path>
              <a:path w="2437765" h="222250">
                <a:moveTo>
                  <a:pt x="2399093" y="105130"/>
                </a:moveTo>
                <a:lnTo>
                  <a:pt x="2385580" y="69291"/>
                </a:lnTo>
                <a:lnTo>
                  <a:pt x="2355773" y="45326"/>
                </a:lnTo>
                <a:lnTo>
                  <a:pt x="2326856" y="39738"/>
                </a:lnTo>
                <a:lnTo>
                  <a:pt x="2311069" y="39966"/>
                </a:lnTo>
                <a:lnTo>
                  <a:pt x="2295525" y="39700"/>
                </a:lnTo>
                <a:lnTo>
                  <a:pt x="2295461" y="51396"/>
                </a:lnTo>
                <a:lnTo>
                  <a:pt x="2309736" y="51638"/>
                </a:lnTo>
                <a:lnTo>
                  <a:pt x="2324316" y="51282"/>
                </a:lnTo>
                <a:lnTo>
                  <a:pt x="2338286" y="52120"/>
                </a:lnTo>
                <a:lnTo>
                  <a:pt x="2373846" y="73748"/>
                </a:lnTo>
                <a:lnTo>
                  <a:pt x="2386546" y="116827"/>
                </a:lnTo>
                <a:lnTo>
                  <a:pt x="2382990" y="132930"/>
                </a:lnTo>
                <a:lnTo>
                  <a:pt x="2348192" y="166903"/>
                </a:lnTo>
                <a:lnTo>
                  <a:pt x="2313711" y="170726"/>
                </a:lnTo>
                <a:lnTo>
                  <a:pt x="2295563" y="170561"/>
                </a:lnTo>
                <a:lnTo>
                  <a:pt x="2295499" y="182257"/>
                </a:lnTo>
                <a:lnTo>
                  <a:pt x="2341842" y="180949"/>
                </a:lnTo>
                <a:lnTo>
                  <a:pt x="2383129" y="155816"/>
                </a:lnTo>
                <a:lnTo>
                  <a:pt x="2398191" y="123380"/>
                </a:lnTo>
                <a:lnTo>
                  <a:pt x="2399093" y="105130"/>
                </a:lnTo>
                <a:close/>
              </a:path>
              <a:path w="2437765" h="222250">
                <a:moveTo>
                  <a:pt x="2417559" y="101676"/>
                </a:moveTo>
                <a:lnTo>
                  <a:pt x="2398598" y="55168"/>
                </a:lnTo>
                <a:lnTo>
                  <a:pt x="2358009" y="25831"/>
                </a:lnTo>
                <a:lnTo>
                  <a:pt x="2327884" y="20802"/>
                </a:lnTo>
                <a:lnTo>
                  <a:pt x="2311743" y="20815"/>
                </a:lnTo>
                <a:lnTo>
                  <a:pt x="2295626" y="20548"/>
                </a:lnTo>
                <a:lnTo>
                  <a:pt x="2295575" y="30480"/>
                </a:lnTo>
                <a:lnTo>
                  <a:pt x="2320747" y="30518"/>
                </a:lnTo>
                <a:lnTo>
                  <a:pt x="2333066" y="30873"/>
                </a:lnTo>
                <a:lnTo>
                  <a:pt x="2382075" y="51219"/>
                </a:lnTo>
                <a:lnTo>
                  <a:pt x="2404859" y="86715"/>
                </a:lnTo>
                <a:lnTo>
                  <a:pt x="2408237" y="110578"/>
                </a:lnTo>
                <a:lnTo>
                  <a:pt x="2405011" y="134061"/>
                </a:lnTo>
                <a:lnTo>
                  <a:pt x="2379954" y="172758"/>
                </a:lnTo>
                <a:lnTo>
                  <a:pt x="2341118" y="190296"/>
                </a:lnTo>
                <a:lnTo>
                  <a:pt x="2318804" y="192201"/>
                </a:lnTo>
                <a:lnTo>
                  <a:pt x="2295448" y="191833"/>
                </a:lnTo>
                <a:lnTo>
                  <a:pt x="2295398" y="201409"/>
                </a:lnTo>
                <a:lnTo>
                  <a:pt x="2334145" y="200812"/>
                </a:lnTo>
                <a:lnTo>
                  <a:pt x="2391537" y="175107"/>
                </a:lnTo>
                <a:lnTo>
                  <a:pt x="2416314" y="128803"/>
                </a:lnTo>
                <a:lnTo>
                  <a:pt x="2417559" y="101676"/>
                </a:lnTo>
                <a:close/>
              </a:path>
              <a:path w="2437765" h="222250">
                <a:moveTo>
                  <a:pt x="2437371" y="126123"/>
                </a:moveTo>
                <a:lnTo>
                  <a:pt x="2428621" y="65341"/>
                </a:lnTo>
                <a:lnTo>
                  <a:pt x="2388743" y="19113"/>
                </a:lnTo>
                <a:lnTo>
                  <a:pt x="2346325" y="2603"/>
                </a:lnTo>
                <a:lnTo>
                  <a:pt x="2295715" y="1041"/>
                </a:lnTo>
                <a:lnTo>
                  <a:pt x="2295664" y="11684"/>
                </a:lnTo>
                <a:lnTo>
                  <a:pt x="2328646" y="11849"/>
                </a:lnTo>
                <a:lnTo>
                  <a:pt x="2350249" y="14046"/>
                </a:lnTo>
                <a:lnTo>
                  <a:pt x="2388082" y="31559"/>
                </a:lnTo>
                <a:lnTo>
                  <a:pt x="2414117" y="61239"/>
                </a:lnTo>
                <a:lnTo>
                  <a:pt x="2420874" y="77216"/>
                </a:lnTo>
                <a:lnTo>
                  <a:pt x="2422982" y="80073"/>
                </a:lnTo>
                <a:lnTo>
                  <a:pt x="2423680" y="83972"/>
                </a:lnTo>
                <a:lnTo>
                  <a:pt x="2424722" y="87884"/>
                </a:lnTo>
                <a:lnTo>
                  <a:pt x="2427059" y="118427"/>
                </a:lnTo>
                <a:lnTo>
                  <a:pt x="2405570" y="173012"/>
                </a:lnTo>
                <a:lnTo>
                  <a:pt x="2363508" y="204254"/>
                </a:lnTo>
                <a:lnTo>
                  <a:pt x="2319210" y="211035"/>
                </a:lnTo>
                <a:lnTo>
                  <a:pt x="2295360" y="210629"/>
                </a:lnTo>
                <a:lnTo>
                  <a:pt x="2295296" y="221983"/>
                </a:lnTo>
                <a:lnTo>
                  <a:pt x="2346680" y="219659"/>
                </a:lnTo>
                <a:lnTo>
                  <a:pt x="2388311" y="203657"/>
                </a:lnTo>
                <a:lnTo>
                  <a:pt x="2428887" y="155816"/>
                </a:lnTo>
                <a:lnTo>
                  <a:pt x="2437371" y="1261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95477" y="537095"/>
            <a:ext cx="114831" cy="1431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52405" y="558584"/>
            <a:ext cx="81980" cy="10053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8143189" y="557504"/>
            <a:ext cx="1872614" cy="15240"/>
          </a:xfrm>
          <a:custGeom>
            <a:avLst/>
            <a:gdLst/>
            <a:ahLst/>
            <a:cxnLst/>
            <a:rect l="l" t="t" r="r" b="b"/>
            <a:pathLst>
              <a:path w="1872615" h="15240">
                <a:moveTo>
                  <a:pt x="144691" y="1130"/>
                </a:moveTo>
                <a:lnTo>
                  <a:pt x="0" y="393"/>
                </a:lnTo>
                <a:lnTo>
                  <a:pt x="330" y="3937"/>
                </a:lnTo>
                <a:lnTo>
                  <a:pt x="144678" y="4673"/>
                </a:lnTo>
                <a:lnTo>
                  <a:pt x="144691" y="1130"/>
                </a:lnTo>
                <a:close/>
              </a:path>
              <a:path w="1872615" h="15240">
                <a:moveTo>
                  <a:pt x="293636" y="1892"/>
                </a:moveTo>
                <a:lnTo>
                  <a:pt x="292925" y="825"/>
                </a:lnTo>
                <a:lnTo>
                  <a:pt x="273431" y="723"/>
                </a:lnTo>
                <a:lnTo>
                  <a:pt x="273367" y="12420"/>
                </a:lnTo>
                <a:lnTo>
                  <a:pt x="279400" y="12458"/>
                </a:lnTo>
                <a:lnTo>
                  <a:pt x="286131" y="12839"/>
                </a:lnTo>
                <a:lnTo>
                  <a:pt x="291807" y="12166"/>
                </a:lnTo>
                <a:lnTo>
                  <a:pt x="293636" y="1892"/>
                </a:lnTo>
                <a:close/>
              </a:path>
              <a:path w="1872615" h="15240">
                <a:moveTo>
                  <a:pt x="598919" y="12319"/>
                </a:moveTo>
                <a:lnTo>
                  <a:pt x="598589" y="8420"/>
                </a:lnTo>
                <a:lnTo>
                  <a:pt x="596468" y="5562"/>
                </a:lnTo>
                <a:lnTo>
                  <a:pt x="594715" y="2006"/>
                </a:lnTo>
                <a:lnTo>
                  <a:pt x="436562" y="850"/>
                </a:lnTo>
                <a:lnTo>
                  <a:pt x="435127" y="1905"/>
                </a:lnTo>
                <a:lnTo>
                  <a:pt x="433692" y="5092"/>
                </a:lnTo>
                <a:lnTo>
                  <a:pt x="431203" y="8623"/>
                </a:lnTo>
                <a:lnTo>
                  <a:pt x="431888" y="12166"/>
                </a:lnTo>
                <a:lnTo>
                  <a:pt x="597496" y="13373"/>
                </a:lnTo>
                <a:lnTo>
                  <a:pt x="597154" y="12306"/>
                </a:lnTo>
                <a:lnTo>
                  <a:pt x="598208" y="12674"/>
                </a:lnTo>
                <a:lnTo>
                  <a:pt x="598919" y="12319"/>
                </a:lnTo>
                <a:close/>
              </a:path>
              <a:path w="1872615" h="15240">
                <a:moveTo>
                  <a:pt x="748957" y="9182"/>
                </a:moveTo>
                <a:lnTo>
                  <a:pt x="747903" y="6337"/>
                </a:lnTo>
                <a:lnTo>
                  <a:pt x="747560" y="3505"/>
                </a:lnTo>
                <a:lnTo>
                  <a:pt x="746506" y="1371"/>
                </a:lnTo>
                <a:lnTo>
                  <a:pt x="743318" y="990"/>
                </a:lnTo>
                <a:lnTo>
                  <a:pt x="740486" y="622"/>
                </a:lnTo>
                <a:lnTo>
                  <a:pt x="736930" y="1676"/>
                </a:lnTo>
                <a:lnTo>
                  <a:pt x="736892" y="9118"/>
                </a:lnTo>
                <a:lnTo>
                  <a:pt x="738657" y="12319"/>
                </a:lnTo>
                <a:lnTo>
                  <a:pt x="741845" y="13042"/>
                </a:lnTo>
                <a:lnTo>
                  <a:pt x="745744" y="13068"/>
                </a:lnTo>
                <a:lnTo>
                  <a:pt x="748931" y="12014"/>
                </a:lnTo>
                <a:lnTo>
                  <a:pt x="748957" y="9182"/>
                </a:lnTo>
                <a:close/>
              </a:path>
              <a:path w="1872615" h="15240">
                <a:moveTo>
                  <a:pt x="1172400" y="5664"/>
                </a:moveTo>
                <a:lnTo>
                  <a:pt x="1172070" y="1765"/>
                </a:lnTo>
                <a:lnTo>
                  <a:pt x="1056106" y="469"/>
                </a:lnTo>
                <a:lnTo>
                  <a:pt x="992987" y="1562"/>
                </a:lnTo>
                <a:lnTo>
                  <a:pt x="1009256" y="4305"/>
                </a:lnTo>
                <a:lnTo>
                  <a:pt x="1025042" y="6515"/>
                </a:lnTo>
                <a:lnTo>
                  <a:pt x="1040815" y="8991"/>
                </a:lnTo>
                <a:lnTo>
                  <a:pt x="1056398" y="12522"/>
                </a:lnTo>
                <a:lnTo>
                  <a:pt x="1169530" y="13462"/>
                </a:lnTo>
                <a:lnTo>
                  <a:pt x="1172400" y="5664"/>
                </a:lnTo>
                <a:close/>
              </a:path>
              <a:path w="1872615" h="15240">
                <a:moveTo>
                  <a:pt x="1604022" y="1143"/>
                </a:moveTo>
                <a:lnTo>
                  <a:pt x="1601190" y="1485"/>
                </a:lnTo>
                <a:lnTo>
                  <a:pt x="1598345" y="762"/>
                </a:lnTo>
                <a:lnTo>
                  <a:pt x="1595856" y="1803"/>
                </a:lnTo>
                <a:lnTo>
                  <a:pt x="1595843" y="5003"/>
                </a:lnTo>
                <a:lnTo>
                  <a:pt x="1597952" y="8204"/>
                </a:lnTo>
                <a:lnTo>
                  <a:pt x="1596872" y="11036"/>
                </a:lnTo>
                <a:lnTo>
                  <a:pt x="1470621" y="10388"/>
                </a:lnTo>
                <a:lnTo>
                  <a:pt x="1466075" y="1498"/>
                </a:lnTo>
                <a:lnTo>
                  <a:pt x="1312519" y="0"/>
                </a:lnTo>
                <a:lnTo>
                  <a:pt x="1309662" y="3187"/>
                </a:lnTo>
                <a:lnTo>
                  <a:pt x="1307515" y="8140"/>
                </a:lnTo>
                <a:lnTo>
                  <a:pt x="1306779" y="12738"/>
                </a:lnTo>
                <a:lnTo>
                  <a:pt x="1603946" y="14617"/>
                </a:lnTo>
                <a:lnTo>
                  <a:pt x="1604022" y="1143"/>
                </a:lnTo>
                <a:close/>
              </a:path>
              <a:path w="1872615" h="15240">
                <a:moveTo>
                  <a:pt x="1872475" y="1447"/>
                </a:moveTo>
                <a:lnTo>
                  <a:pt x="1735950" y="749"/>
                </a:lnTo>
                <a:lnTo>
                  <a:pt x="1735937" y="4292"/>
                </a:lnTo>
                <a:lnTo>
                  <a:pt x="1872462" y="4991"/>
                </a:lnTo>
                <a:lnTo>
                  <a:pt x="1872475" y="1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16785" y="557314"/>
            <a:ext cx="93409" cy="101703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937728" y="578383"/>
            <a:ext cx="2275840" cy="163830"/>
          </a:xfrm>
          <a:custGeom>
            <a:avLst/>
            <a:gdLst/>
            <a:ahLst/>
            <a:cxnLst/>
            <a:rect l="l" t="t" r="r" b="b"/>
            <a:pathLst>
              <a:path w="2275840" h="163829">
                <a:moveTo>
                  <a:pt x="72364" y="1168"/>
                </a:moveTo>
                <a:lnTo>
                  <a:pt x="24841" y="927"/>
                </a:lnTo>
                <a:lnTo>
                  <a:pt x="20942" y="1968"/>
                </a:lnTo>
                <a:lnTo>
                  <a:pt x="17373" y="4089"/>
                </a:lnTo>
                <a:lnTo>
                  <a:pt x="13830" y="5486"/>
                </a:lnTo>
                <a:lnTo>
                  <a:pt x="6997" y="11595"/>
                </a:lnTo>
                <a:lnTo>
                  <a:pt x="2273" y="19126"/>
                </a:lnTo>
                <a:lnTo>
                  <a:pt x="0" y="27800"/>
                </a:lnTo>
                <a:lnTo>
                  <a:pt x="546" y="37325"/>
                </a:lnTo>
                <a:lnTo>
                  <a:pt x="72072" y="59334"/>
                </a:lnTo>
                <a:lnTo>
                  <a:pt x="72136" y="45148"/>
                </a:lnTo>
                <a:lnTo>
                  <a:pt x="23202" y="44538"/>
                </a:lnTo>
                <a:lnTo>
                  <a:pt x="17538" y="42379"/>
                </a:lnTo>
                <a:lnTo>
                  <a:pt x="14376" y="36690"/>
                </a:lnTo>
                <a:lnTo>
                  <a:pt x="13690" y="31013"/>
                </a:lnTo>
                <a:lnTo>
                  <a:pt x="14071" y="25349"/>
                </a:lnTo>
                <a:lnTo>
                  <a:pt x="16598" y="18618"/>
                </a:lnTo>
                <a:lnTo>
                  <a:pt x="22631" y="16522"/>
                </a:lnTo>
                <a:lnTo>
                  <a:pt x="72288" y="16421"/>
                </a:lnTo>
                <a:lnTo>
                  <a:pt x="72364" y="1168"/>
                </a:lnTo>
                <a:close/>
              </a:path>
              <a:path w="2275840" h="163829">
                <a:moveTo>
                  <a:pt x="349389" y="129908"/>
                </a:moveTo>
                <a:lnTo>
                  <a:pt x="206819" y="129171"/>
                </a:lnTo>
                <a:lnTo>
                  <a:pt x="206768" y="140881"/>
                </a:lnTo>
                <a:lnTo>
                  <a:pt x="349326" y="141605"/>
                </a:lnTo>
                <a:lnTo>
                  <a:pt x="349389" y="129908"/>
                </a:lnTo>
                <a:close/>
              </a:path>
              <a:path w="2275840" h="163829">
                <a:moveTo>
                  <a:pt x="349478" y="111112"/>
                </a:moveTo>
                <a:lnTo>
                  <a:pt x="206921" y="110375"/>
                </a:lnTo>
                <a:lnTo>
                  <a:pt x="206870" y="120307"/>
                </a:lnTo>
                <a:lnTo>
                  <a:pt x="349427" y="121031"/>
                </a:lnTo>
                <a:lnTo>
                  <a:pt x="349478" y="111112"/>
                </a:lnTo>
                <a:close/>
              </a:path>
              <a:path w="2275840" h="163829">
                <a:moveTo>
                  <a:pt x="349592" y="89827"/>
                </a:moveTo>
                <a:lnTo>
                  <a:pt x="207035" y="89103"/>
                </a:lnTo>
                <a:lnTo>
                  <a:pt x="206971" y="101511"/>
                </a:lnTo>
                <a:lnTo>
                  <a:pt x="349529" y="102247"/>
                </a:lnTo>
                <a:lnTo>
                  <a:pt x="349592" y="89827"/>
                </a:lnTo>
                <a:close/>
              </a:path>
              <a:path w="2275840" h="163829">
                <a:moveTo>
                  <a:pt x="349643" y="149758"/>
                </a:moveTo>
                <a:lnTo>
                  <a:pt x="206717" y="149034"/>
                </a:lnTo>
                <a:lnTo>
                  <a:pt x="206654" y="162153"/>
                </a:lnTo>
                <a:lnTo>
                  <a:pt x="349567" y="162877"/>
                </a:lnTo>
                <a:lnTo>
                  <a:pt x="349643" y="149758"/>
                </a:lnTo>
                <a:close/>
              </a:path>
              <a:path w="2275840" h="163829">
                <a:moveTo>
                  <a:pt x="349669" y="75285"/>
                </a:moveTo>
                <a:lnTo>
                  <a:pt x="207098" y="74561"/>
                </a:lnTo>
                <a:lnTo>
                  <a:pt x="207073" y="80238"/>
                </a:lnTo>
                <a:lnTo>
                  <a:pt x="349643" y="80962"/>
                </a:lnTo>
                <a:lnTo>
                  <a:pt x="349669" y="75285"/>
                </a:lnTo>
                <a:close/>
              </a:path>
              <a:path w="2275840" h="163829">
                <a:moveTo>
                  <a:pt x="496011" y="27457"/>
                </a:moveTo>
                <a:lnTo>
                  <a:pt x="494626" y="23901"/>
                </a:lnTo>
                <a:lnTo>
                  <a:pt x="478663" y="23812"/>
                </a:lnTo>
                <a:lnTo>
                  <a:pt x="478599" y="36233"/>
                </a:lnTo>
                <a:lnTo>
                  <a:pt x="484276" y="35902"/>
                </a:lnTo>
                <a:lnTo>
                  <a:pt x="490296" y="36995"/>
                </a:lnTo>
                <a:lnTo>
                  <a:pt x="495261" y="35598"/>
                </a:lnTo>
                <a:lnTo>
                  <a:pt x="494931" y="31699"/>
                </a:lnTo>
                <a:lnTo>
                  <a:pt x="496011" y="27457"/>
                </a:lnTo>
                <a:close/>
              </a:path>
              <a:path w="2275840" h="163829">
                <a:moveTo>
                  <a:pt x="496150" y="2273"/>
                </a:moveTo>
                <a:lnTo>
                  <a:pt x="495084" y="1206"/>
                </a:lnTo>
                <a:lnTo>
                  <a:pt x="478777" y="1117"/>
                </a:lnTo>
                <a:lnTo>
                  <a:pt x="478764" y="5372"/>
                </a:lnTo>
                <a:lnTo>
                  <a:pt x="478015" y="10693"/>
                </a:lnTo>
                <a:lnTo>
                  <a:pt x="479069" y="14249"/>
                </a:lnTo>
                <a:lnTo>
                  <a:pt x="484733" y="14274"/>
                </a:lnTo>
                <a:lnTo>
                  <a:pt x="490410" y="15011"/>
                </a:lnTo>
                <a:lnTo>
                  <a:pt x="495020" y="13970"/>
                </a:lnTo>
                <a:lnTo>
                  <a:pt x="496150" y="2273"/>
                </a:lnTo>
                <a:close/>
              </a:path>
              <a:path w="2275840" h="163829">
                <a:moveTo>
                  <a:pt x="497281" y="58318"/>
                </a:moveTo>
                <a:lnTo>
                  <a:pt x="496608" y="51219"/>
                </a:lnTo>
                <a:lnTo>
                  <a:pt x="495554" y="49796"/>
                </a:lnTo>
                <a:lnTo>
                  <a:pt x="496989" y="47320"/>
                </a:lnTo>
                <a:lnTo>
                  <a:pt x="495211" y="45885"/>
                </a:lnTo>
                <a:lnTo>
                  <a:pt x="478548" y="45808"/>
                </a:lnTo>
                <a:lnTo>
                  <a:pt x="478485" y="58928"/>
                </a:lnTo>
                <a:lnTo>
                  <a:pt x="484873" y="58953"/>
                </a:lnTo>
                <a:lnTo>
                  <a:pt x="491248" y="59702"/>
                </a:lnTo>
                <a:lnTo>
                  <a:pt x="497281" y="58318"/>
                </a:lnTo>
                <a:close/>
              </a:path>
              <a:path w="2275840" h="163829">
                <a:moveTo>
                  <a:pt x="501789" y="79616"/>
                </a:moveTo>
                <a:lnTo>
                  <a:pt x="501446" y="75704"/>
                </a:lnTo>
                <a:lnTo>
                  <a:pt x="500405" y="72161"/>
                </a:lnTo>
                <a:lnTo>
                  <a:pt x="498995" y="68961"/>
                </a:lnTo>
                <a:lnTo>
                  <a:pt x="478434" y="68503"/>
                </a:lnTo>
                <a:lnTo>
                  <a:pt x="478370" y="80200"/>
                </a:lnTo>
                <a:lnTo>
                  <a:pt x="486892" y="79895"/>
                </a:lnTo>
                <a:lnTo>
                  <a:pt x="493979" y="80632"/>
                </a:lnTo>
                <a:lnTo>
                  <a:pt x="501789" y="79616"/>
                </a:lnTo>
                <a:close/>
              </a:path>
              <a:path w="2275840" h="163829">
                <a:moveTo>
                  <a:pt x="509485" y="100215"/>
                </a:moveTo>
                <a:lnTo>
                  <a:pt x="508431" y="96672"/>
                </a:lnTo>
                <a:lnTo>
                  <a:pt x="506679" y="93472"/>
                </a:lnTo>
                <a:lnTo>
                  <a:pt x="504926" y="89916"/>
                </a:lnTo>
                <a:lnTo>
                  <a:pt x="478320" y="89776"/>
                </a:lnTo>
                <a:lnTo>
                  <a:pt x="478269" y="101130"/>
                </a:lnTo>
                <a:lnTo>
                  <a:pt x="508406" y="101282"/>
                </a:lnTo>
                <a:lnTo>
                  <a:pt x="509485" y="100215"/>
                </a:lnTo>
                <a:close/>
              </a:path>
              <a:path w="2275840" h="163829">
                <a:moveTo>
                  <a:pt x="518960" y="119773"/>
                </a:moveTo>
                <a:lnTo>
                  <a:pt x="517550" y="116573"/>
                </a:lnTo>
                <a:lnTo>
                  <a:pt x="516509" y="112674"/>
                </a:lnTo>
                <a:lnTo>
                  <a:pt x="513321" y="110883"/>
                </a:lnTo>
                <a:lnTo>
                  <a:pt x="481050" y="111074"/>
                </a:lnTo>
                <a:lnTo>
                  <a:pt x="476440" y="111048"/>
                </a:lnTo>
                <a:lnTo>
                  <a:pt x="479247" y="117094"/>
                </a:lnTo>
                <a:lnTo>
                  <a:pt x="478523" y="120281"/>
                </a:lnTo>
                <a:lnTo>
                  <a:pt x="498602" y="120561"/>
                </a:lnTo>
                <a:lnTo>
                  <a:pt x="508990" y="120446"/>
                </a:lnTo>
                <a:lnTo>
                  <a:pt x="518960" y="119773"/>
                </a:lnTo>
                <a:close/>
              </a:path>
              <a:path w="2275840" h="163829">
                <a:moveTo>
                  <a:pt x="533742" y="140068"/>
                </a:moveTo>
                <a:lnTo>
                  <a:pt x="526694" y="130454"/>
                </a:lnTo>
                <a:lnTo>
                  <a:pt x="478472" y="129857"/>
                </a:lnTo>
                <a:lnTo>
                  <a:pt x="478421" y="140843"/>
                </a:lnTo>
                <a:lnTo>
                  <a:pt x="532320" y="140766"/>
                </a:lnTo>
                <a:lnTo>
                  <a:pt x="533742" y="140068"/>
                </a:lnTo>
                <a:close/>
              </a:path>
              <a:path w="2275840" h="163829">
                <a:moveTo>
                  <a:pt x="556336" y="161099"/>
                </a:moveTo>
                <a:lnTo>
                  <a:pt x="552805" y="157899"/>
                </a:lnTo>
                <a:lnTo>
                  <a:pt x="548563" y="155041"/>
                </a:lnTo>
                <a:lnTo>
                  <a:pt x="545033" y="150761"/>
                </a:lnTo>
                <a:lnTo>
                  <a:pt x="478370" y="150063"/>
                </a:lnTo>
                <a:lnTo>
                  <a:pt x="478345" y="153962"/>
                </a:lnTo>
                <a:lnTo>
                  <a:pt x="477621" y="158572"/>
                </a:lnTo>
                <a:lnTo>
                  <a:pt x="479018" y="161772"/>
                </a:lnTo>
                <a:lnTo>
                  <a:pt x="498208" y="162179"/>
                </a:lnTo>
                <a:lnTo>
                  <a:pt x="555269" y="162166"/>
                </a:lnTo>
                <a:lnTo>
                  <a:pt x="556336" y="161099"/>
                </a:lnTo>
                <a:close/>
              </a:path>
              <a:path w="2275840" h="163829">
                <a:moveTo>
                  <a:pt x="758380" y="111417"/>
                </a:moveTo>
                <a:lnTo>
                  <a:pt x="740283" y="110998"/>
                </a:lnTo>
                <a:lnTo>
                  <a:pt x="721093" y="110921"/>
                </a:lnTo>
                <a:lnTo>
                  <a:pt x="701573" y="111188"/>
                </a:lnTo>
                <a:lnTo>
                  <a:pt x="682485" y="111747"/>
                </a:lnTo>
                <a:lnTo>
                  <a:pt x="684606" y="113880"/>
                </a:lnTo>
                <a:lnTo>
                  <a:pt x="689559" y="115328"/>
                </a:lnTo>
                <a:lnTo>
                  <a:pt x="699820" y="119113"/>
                </a:lnTo>
                <a:lnTo>
                  <a:pt x="711149" y="120459"/>
                </a:lnTo>
                <a:lnTo>
                  <a:pt x="734923" y="120523"/>
                </a:lnTo>
                <a:lnTo>
                  <a:pt x="751611" y="116357"/>
                </a:lnTo>
                <a:lnTo>
                  <a:pt x="758380" y="111417"/>
                </a:lnTo>
                <a:close/>
              </a:path>
              <a:path w="2275840" h="163829">
                <a:moveTo>
                  <a:pt x="785787" y="90284"/>
                </a:moveTo>
                <a:lnTo>
                  <a:pt x="660260" y="89293"/>
                </a:lnTo>
                <a:lnTo>
                  <a:pt x="659180" y="90703"/>
                </a:lnTo>
                <a:lnTo>
                  <a:pt x="655650" y="88912"/>
                </a:lnTo>
                <a:lnTo>
                  <a:pt x="654926" y="90678"/>
                </a:lnTo>
                <a:lnTo>
                  <a:pt x="664451" y="100660"/>
                </a:lnTo>
                <a:lnTo>
                  <a:pt x="774026" y="101930"/>
                </a:lnTo>
                <a:lnTo>
                  <a:pt x="777595" y="98399"/>
                </a:lnTo>
                <a:lnTo>
                  <a:pt x="783628" y="95592"/>
                </a:lnTo>
                <a:lnTo>
                  <a:pt x="785787" y="90284"/>
                </a:lnTo>
                <a:close/>
              </a:path>
              <a:path w="2275840" h="163829">
                <a:moveTo>
                  <a:pt x="799376" y="69075"/>
                </a:moveTo>
                <a:lnTo>
                  <a:pt x="642277" y="67919"/>
                </a:lnTo>
                <a:lnTo>
                  <a:pt x="642277" y="68630"/>
                </a:lnTo>
                <a:lnTo>
                  <a:pt x="639432" y="69684"/>
                </a:lnTo>
                <a:lnTo>
                  <a:pt x="643318" y="72186"/>
                </a:lnTo>
                <a:lnTo>
                  <a:pt x="642239" y="74650"/>
                </a:lnTo>
                <a:lnTo>
                  <a:pt x="644017" y="75374"/>
                </a:lnTo>
                <a:lnTo>
                  <a:pt x="645058" y="78219"/>
                </a:lnTo>
                <a:lnTo>
                  <a:pt x="646823" y="79997"/>
                </a:lnTo>
                <a:lnTo>
                  <a:pt x="736549" y="80454"/>
                </a:lnTo>
                <a:lnTo>
                  <a:pt x="793292" y="80391"/>
                </a:lnTo>
                <a:lnTo>
                  <a:pt x="796137" y="77571"/>
                </a:lnTo>
                <a:lnTo>
                  <a:pt x="798652" y="72974"/>
                </a:lnTo>
                <a:lnTo>
                  <a:pt x="799376" y="69075"/>
                </a:lnTo>
                <a:close/>
              </a:path>
              <a:path w="2275840" h="163829">
                <a:moveTo>
                  <a:pt x="807656" y="46418"/>
                </a:moveTo>
                <a:lnTo>
                  <a:pt x="758367" y="45110"/>
                </a:lnTo>
                <a:lnTo>
                  <a:pt x="634949" y="44831"/>
                </a:lnTo>
                <a:lnTo>
                  <a:pt x="632815" y="46596"/>
                </a:lnTo>
                <a:lnTo>
                  <a:pt x="633857" y="50495"/>
                </a:lnTo>
                <a:lnTo>
                  <a:pt x="634187" y="54762"/>
                </a:lnTo>
                <a:lnTo>
                  <a:pt x="636295" y="58674"/>
                </a:lnTo>
                <a:lnTo>
                  <a:pt x="803325" y="59524"/>
                </a:lnTo>
                <a:lnTo>
                  <a:pt x="806183" y="56349"/>
                </a:lnTo>
                <a:lnTo>
                  <a:pt x="807275" y="51028"/>
                </a:lnTo>
                <a:lnTo>
                  <a:pt x="807656" y="46418"/>
                </a:lnTo>
                <a:close/>
              </a:path>
              <a:path w="2275840" h="163829">
                <a:moveTo>
                  <a:pt x="810031" y="24345"/>
                </a:moveTo>
                <a:lnTo>
                  <a:pt x="630961" y="24345"/>
                </a:lnTo>
                <a:lnTo>
                  <a:pt x="630961" y="26530"/>
                </a:lnTo>
                <a:lnTo>
                  <a:pt x="629691" y="26530"/>
                </a:lnTo>
                <a:lnTo>
                  <a:pt x="629691" y="33451"/>
                </a:lnTo>
                <a:lnTo>
                  <a:pt x="630961" y="33451"/>
                </a:lnTo>
                <a:lnTo>
                  <a:pt x="630961" y="36766"/>
                </a:lnTo>
                <a:lnTo>
                  <a:pt x="810031" y="36766"/>
                </a:lnTo>
                <a:lnTo>
                  <a:pt x="810031" y="24345"/>
                </a:lnTo>
                <a:close/>
              </a:path>
              <a:path w="2275840" h="163829">
                <a:moveTo>
                  <a:pt x="810666" y="10617"/>
                </a:moveTo>
                <a:lnTo>
                  <a:pt x="808558" y="6350"/>
                </a:lnTo>
                <a:lnTo>
                  <a:pt x="807529" y="1739"/>
                </a:lnTo>
                <a:lnTo>
                  <a:pt x="634111" y="139"/>
                </a:lnTo>
                <a:lnTo>
                  <a:pt x="633044" y="1905"/>
                </a:lnTo>
                <a:lnTo>
                  <a:pt x="630504" y="11112"/>
                </a:lnTo>
                <a:lnTo>
                  <a:pt x="631913" y="15024"/>
                </a:lnTo>
                <a:lnTo>
                  <a:pt x="809574" y="15938"/>
                </a:lnTo>
                <a:lnTo>
                  <a:pt x="810666" y="10617"/>
                </a:lnTo>
                <a:close/>
              </a:path>
              <a:path w="2275840" h="163829">
                <a:moveTo>
                  <a:pt x="951407" y="90068"/>
                </a:moveTo>
                <a:lnTo>
                  <a:pt x="946086" y="90398"/>
                </a:lnTo>
                <a:lnTo>
                  <a:pt x="940066" y="89293"/>
                </a:lnTo>
                <a:lnTo>
                  <a:pt x="935088" y="90690"/>
                </a:lnTo>
                <a:lnTo>
                  <a:pt x="930783" y="100952"/>
                </a:lnTo>
                <a:lnTo>
                  <a:pt x="936802" y="103111"/>
                </a:lnTo>
                <a:lnTo>
                  <a:pt x="944613" y="101739"/>
                </a:lnTo>
                <a:lnTo>
                  <a:pt x="951344" y="102120"/>
                </a:lnTo>
                <a:lnTo>
                  <a:pt x="951407" y="90068"/>
                </a:lnTo>
                <a:close/>
              </a:path>
              <a:path w="2275840" h="163829">
                <a:moveTo>
                  <a:pt x="954836" y="113499"/>
                </a:moveTo>
                <a:lnTo>
                  <a:pt x="952360" y="111709"/>
                </a:lnTo>
                <a:lnTo>
                  <a:pt x="927887" y="111226"/>
                </a:lnTo>
                <a:lnTo>
                  <a:pt x="923632" y="112268"/>
                </a:lnTo>
                <a:lnTo>
                  <a:pt x="922896" y="116878"/>
                </a:lnTo>
                <a:lnTo>
                  <a:pt x="921118" y="120408"/>
                </a:lnTo>
                <a:lnTo>
                  <a:pt x="953731" y="120929"/>
                </a:lnTo>
                <a:lnTo>
                  <a:pt x="954836" y="113499"/>
                </a:lnTo>
                <a:close/>
              </a:path>
              <a:path w="2275840" h="163829">
                <a:moveTo>
                  <a:pt x="962152" y="140487"/>
                </a:moveTo>
                <a:lnTo>
                  <a:pt x="961097" y="136931"/>
                </a:lnTo>
                <a:lnTo>
                  <a:pt x="958989" y="133731"/>
                </a:lnTo>
                <a:lnTo>
                  <a:pt x="957592" y="130530"/>
                </a:lnTo>
                <a:lnTo>
                  <a:pt x="914679" y="129959"/>
                </a:lnTo>
                <a:lnTo>
                  <a:pt x="911821" y="133134"/>
                </a:lnTo>
                <a:lnTo>
                  <a:pt x="908253" y="136664"/>
                </a:lnTo>
                <a:lnTo>
                  <a:pt x="906106" y="140550"/>
                </a:lnTo>
                <a:lnTo>
                  <a:pt x="957884" y="141173"/>
                </a:lnTo>
                <a:lnTo>
                  <a:pt x="962152" y="140487"/>
                </a:lnTo>
                <a:close/>
              </a:path>
              <a:path w="2275840" h="163829">
                <a:moveTo>
                  <a:pt x="963853" y="14236"/>
                </a:moveTo>
                <a:lnTo>
                  <a:pt x="962456" y="9982"/>
                </a:lnTo>
                <a:lnTo>
                  <a:pt x="959637" y="5702"/>
                </a:lnTo>
                <a:lnTo>
                  <a:pt x="957529" y="1447"/>
                </a:lnTo>
                <a:lnTo>
                  <a:pt x="953630" y="1778"/>
                </a:lnTo>
                <a:lnTo>
                  <a:pt x="949032" y="1041"/>
                </a:lnTo>
                <a:lnTo>
                  <a:pt x="945121" y="2082"/>
                </a:lnTo>
                <a:lnTo>
                  <a:pt x="945095" y="5981"/>
                </a:lnTo>
                <a:lnTo>
                  <a:pt x="944727" y="10591"/>
                </a:lnTo>
                <a:lnTo>
                  <a:pt x="946124" y="14147"/>
                </a:lnTo>
                <a:lnTo>
                  <a:pt x="958176" y="14922"/>
                </a:lnTo>
                <a:lnTo>
                  <a:pt x="963853" y="14236"/>
                </a:lnTo>
                <a:close/>
              </a:path>
              <a:path w="2275840" h="163829">
                <a:moveTo>
                  <a:pt x="978344" y="161493"/>
                </a:moveTo>
                <a:lnTo>
                  <a:pt x="969543" y="150799"/>
                </a:lnTo>
                <a:lnTo>
                  <a:pt x="896493" y="150075"/>
                </a:lnTo>
                <a:lnTo>
                  <a:pt x="892213" y="153593"/>
                </a:lnTo>
                <a:lnTo>
                  <a:pt x="887577" y="158191"/>
                </a:lnTo>
                <a:lnTo>
                  <a:pt x="883653" y="161709"/>
                </a:lnTo>
                <a:lnTo>
                  <a:pt x="966647" y="162496"/>
                </a:lnTo>
                <a:lnTo>
                  <a:pt x="970902" y="162864"/>
                </a:lnTo>
                <a:lnTo>
                  <a:pt x="974801" y="162534"/>
                </a:lnTo>
                <a:lnTo>
                  <a:pt x="978344" y="161493"/>
                </a:lnTo>
                <a:close/>
              </a:path>
              <a:path w="2275840" h="163829">
                <a:moveTo>
                  <a:pt x="985024" y="35623"/>
                </a:moveTo>
                <a:lnTo>
                  <a:pt x="980795" y="31343"/>
                </a:lnTo>
                <a:lnTo>
                  <a:pt x="976896" y="29552"/>
                </a:lnTo>
                <a:lnTo>
                  <a:pt x="972667" y="24574"/>
                </a:lnTo>
                <a:lnTo>
                  <a:pt x="966063" y="24142"/>
                </a:lnTo>
                <a:lnTo>
                  <a:pt x="959231" y="24015"/>
                </a:lnTo>
                <a:lnTo>
                  <a:pt x="952461" y="24218"/>
                </a:lnTo>
                <a:lnTo>
                  <a:pt x="946061" y="24790"/>
                </a:lnTo>
                <a:lnTo>
                  <a:pt x="945692" y="28689"/>
                </a:lnTo>
                <a:lnTo>
                  <a:pt x="945667" y="32588"/>
                </a:lnTo>
                <a:lnTo>
                  <a:pt x="946010" y="36842"/>
                </a:lnTo>
                <a:lnTo>
                  <a:pt x="955890" y="36931"/>
                </a:lnTo>
                <a:lnTo>
                  <a:pt x="966038" y="37172"/>
                </a:lnTo>
                <a:lnTo>
                  <a:pt x="975918" y="36957"/>
                </a:lnTo>
                <a:lnTo>
                  <a:pt x="985024" y="35623"/>
                </a:lnTo>
                <a:close/>
              </a:path>
              <a:path w="2275840" h="163829">
                <a:moveTo>
                  <a:pt x="1041996" y="58610"/>
                </a:moveTo>
                <a:lnTo>
                  <a:pt x="1024026" y="53340"/>
                </a:lnTo>
                <a:lnTo>
                  <a:pt x="1015212" y="50355"/>
                </a:lnTo>
                <a:lnTo>
                  <a:pt x="1006602" y="46723"/>
                </a:lnTo>
                <a:lnTo>
                  <a:pt x="944537" y="45707"/>
                </a:lnTo>
                <a:lnTo>
                  <a:pt x="944511" y="50317"/>
                </a:lnTo>
                <a:lnTo>
                  <a:pt x="942721" y="55270"/>
                </a:lnTo>
                <a:lnTo>
                  <a:pt x="944473" y="59182"/>
                </a:lnTo>
                <a:lnTo>
                  <a:pt x="993762" y="59309"/>
                </a:lnTo>
                <a:lnTo>
                  <a:pt x="1018082" y="59118"/>
                </a:lnTo>
                <a:lnTo>
                  <a:pt x="1041996" y="58610"/>
                </a:lnTo>
                <a:close/>
              </a:path>
              <a:path w="2275840" h="163829">
                <a:moveTo>
                  <a:pt x="1156436" y="79768"/>
                </a:moveTo>
                <a:lnTo>
                  <a:pt x="1145692" y="77597"/>
                </a:lnTo>
                <a:lnTo>
                  <a:pt x="1123797" y="73926"/>
                </a:lnTo>
                <a:lnTo>
                  <a:pt x="1112862" y="71742"/>
                </a:lnTo>
                <a:lnTo>
                  <a:pt x="1104709" y="70637"/>
                </a:lnTo>
                <a:lnTo>
                  <a:pt x="1097280" y="67767"/>
                </a:lnTo>
                <a:lnTo>
                  <a:pt x="1088402" y="68427"/>
                </a:lnTo>
                <a:lnTo>
                  <a:pt x="1088402" y="68783"/>
                </a:lnTo>
                <a:lnTo>
                  <a:pt x="942657" y="68389"/>
                </a:lnTo>
                <a:lnTo>
                  <a:pt x="939444" y="70853"/>
                </a:lnTo>
                <a:lnTo>
                  <a:pt x="939774" y="75463"/>
                </a:lnTo>
                <a:lnTo>
                  <a:pt x="939050" y="79362"/>
                </a:lnTo>
                <a:lnTo>
                  <a:pt x="939749" y="80429"/>
                </a:lnTo>
                <a:lnTo>
                  <a:pt x="951103" y="80492"/>
                </a:lnTo>
                <a:lnTo>
                  <a:pt x="951128" y="75171"/>
                </a:lnTo>
                <a:lnTo>
                  <a:pt x="1097597" y="75920"/>
                </a:lnTo>
                <a:lnTo>
                  <a:pt x="1098308" y="74866"/>
                </a:lnTo>
                <a:lnTo>
                  <a:pt x="1116736" y="75311"/>
                </a:lnTo>
                <a:lnTo>
                  <a:pt x="1118133" y="79921"/>
                </a:lnTo>
                <a:lnTo>
                  <a:pt x="1127404" y="80327"/>
                </a:lnTo>
                <a:lnTo>
                  <a:pt x="1137285" y="80378"/>
                </a:lnTo>
                <a:lnTo>
                  <a:pt x="1156436" y="79768"/>
                </a:lnTo>
                <a:close/>
              </a:path>
              <a:path w="2275840" h="163829">
                <a:moveTo>
                  <a:pt x="1190942" y="130657"/>
                </a:moveTo>
                <a:lnTo>
                  <a:pt x="1183843" y="130263"/>
                </a:lnTo>
                <a:lnTo>
                  <a:pt x="1174978" y="129870"/>
                </a:lnTo>
                <a:lnTo>
                  <a:pt x="1168234" y="130543"/>
                </a:lnTo>
                <a:lnTo>
                  <a:pt x="1174254" y="132702"/>
                </a:lnTo>
                <a:lnTo>
                  <a:pt x="1182065" y="131673"/>
                </a:lnTo>
                <a:lnTo>
                  <a:pt x="1188440" y="131711"/>
                </a:lnTo>
                <a:lnTo>
                  <a:pt x="1190942" y="130657"/>
                </a:lnTo>
                <a:close/>
              </a:path>
              <a:path w="2275840" h="163829">
                <a:moveTo>
                  <a:pt x="1219809" y="101015"/>
                </a:moveTo>
                <a:lnTo>
                  <a:pt x="1218425" y="95681"/>
                </a:lnTo>
                <a:lnTo>
                  <a:pt x="1208519" y="91020"/>
                </a:lnTo>
                <a:lnTo>
                  <a:pt x="1156741" y="89700"/>
                </a:lnTo>
                <a:lnTo>
                  <a:pt x="1147267" y="89928"/>
                </a:lnTo>
                <a:lnTo>
                  <a:pt x="1128217" y="89966"/>
                </a:lnTo>
                <a:lnTo>
                  <a:pt x="1119149" y="90576"/>
                </a:lnTo>
                <a:lnTo>
                  <a:pt x="1119479" y="94475"/>
                </a:lnTo>
                <a:lnTo>
                  <a:pt x="1120533" y="98018"/>
                </a:lnTo>
                <a:lnTo>
                  <a:pt x="1122286" y="101231"/>
                </a:lnTo>
                <a:lnTo>
                  <a:pt x="1171308" y="101663"/>
                </a:lnTo>
                <a:lnTo>
                  <a:pt x="1195590" y="101511"/>
                </a:lnTo>
                <a:lnTo>
                  <a:pt x="1219809" y="101015"/>
                </a:lnTo>
                <a:close/>
              </a:path>
              <a:path w="2275840" h="163829">
                <a:moveTo>
                  <a:pt x="1221867" y="115214"/>
                </a:moveTo>
                <a:lnTo>
                  <a:pt x="1220825" y="111302"/>
                </a:lnTo>
                <a:lnTo>
                  <a:pt x="1134999" y="110515"/>
                </a:lnTo>
                <a:lnTo>
                  <a:pt x="1133221" y="111925"/>
                </a:lnTo>
                <a:lnTo>
                  <a:pt x="1131811" y="110845"/>
                </a:lnTo>
                <a:lnTo>
                  <a:pt x="1129322" y="111899"/>
                </a:lnTo>
                <a:lnTo>
                  <a:pt x="1130376" y="115455"/>
                </a:lnTo>
                <a:lnTo>
                  <a:pt x="1134618" y="116535"/>
                </a:lnTo>
                <a:lnTo>
                  <a:pt x="1136738" y="119735"/>
                </a:lnTo>
                <a:lnTo>
                  <a:pt x="1215110" y="120853"/>
                </a:lnTo>
                <a:lnTo>
                  <a:pt x="1217942" y="119087"/>
                </a:lnTo>
                <a:lnTo>
                  <a:pt x="1221867" y="115214"/>
                </a:lnTo>
                <a:close/>
              </a:path>
              <a:path w="2275840" h="163829">
                <a:moveTo>
                  <a:pt x="1374470" y="24142"/>
                </a:moveTo>
                <a:lnTo>
                  <a:pt x="1350708" y="24015"/>
                </a:lnTo>
                <a:lnTo>
                  <a:pt x="1347876" y="25069"/>
                </a:lnTo>
                <a:lnTo>
                  <a:pt x="1344688" y="23634"/>
                </a:lnTo>
                <a:lnTo>
                  <a:pt x="1341843" y="25031"/>
                </a:lnTo>
                <a:lnTo>
                  <a:pt x="1346085" y="27901"/>
                </a:lnTo>
                <a:lnTo>
                  <a:pt x="1348181" y="33223"/>
                </a:lnTo>
                <a:lnTo>
                  <a:pt x="1352423" y="36080"/>
                </a:lnTo>
                <a:lnTo>
                  <a:pt x="1374406" y="36550"/>
                </a:lnTo>
                <a:lnTo>
                  <a:pt x="1374470" y="24142"/>
                </a:lnTo>
                <a:close/>
              </a:path>
              <a:path w="2275840" h="163829">
                <a:moveTo>
                  <a:pt x="1374584" y="1803"/>
                </a:moveTo>
                <a:lnTo>
                  <a:pt x="1355623" y="1473"/>
                </a:lnTo>
                <a:lnTo>
                  <a:pt x="1337259" y="1308"/>
                </a:lnTo>
                <a:lnTo>
                  <a:pt x="1319022" y="1473"/>
                </a:lnTo>
                <a:lnTo>
                  <a:pt x="1300467" y="2133"/>
                </a:lnTo>
                <a:lnTo>
                  <a:pt x="1306830" y="4940"/>
                </a:lnTo>
                <a:lnTo>
                  <a:pt x="1325587" y="13957"/>
                </a:lnTo>
                <a:lnTo>
                  <a:pt x="1374521" y="14922"/>
                </a:lnTo>
                <a:lnTo>
                  <a:pt x="1374559" y="5702"/>
                </a:lnTo>
                <a:lnTo>
                  <a:pt x="1374584" y="1803"/>
                </a:lnTo>
                <a:close/>
              </a:path>
              <a:path w="2275840" h="163829">
                <a:moveTo>
                  <a:pt x="1376451" y="54292"/>
                </a:moveTo>
                <a:lnTo>
                  <a:pt x="1374343" y="50736"/>
                </a:lnTo>
                <a:lnTo>
                  <a:pt x="1374355" y="46482"/>
                </a:lnTo>
                <a:lnTo>
                  <a:pt x="1369745" y="46101"/>
                </a:lnTo>
                <a:lnTo>
                  <a:pt x="1364081" y="46075"/>
                </a:lnTo>
                <a:lnTo>
                  <a:pt x="1359458" y="46405"/>
                </a:lnTo>
                <a:lnTo>
                  <a:pt x="1360500" y="50673"/>
                </a:lnTo>
                <a:lnTo>
                  <a:pt x="1362252" y="54927"/>
                </a:lnTo>
                <a:lnTo>
                  <a:pt x="1364361" y="58839"/>
                </a:lnTo>
                <a:lnTo>
                  <a:pt x="1368259" y="59220"/>
                </a:lnTo>
                <a:lnTo>
                  <a:pt x="1372514" y="59588"/>
                </a:lnTo>
                <a:lnTo>
                  <a:pt x="1375714" y="58547"/>
                </a:lnTo>
                <a:lnTo>
                  <a:pt x="1376451" y="54292"/>
                </a:lnTo>
                <a:close/>
              </a:path>
              <a:path w="2275840" h="163829">
                <a:moveTo>
                  <a:pt x="1380223" y="80200"/>
                </a:moveTo>
                <a:lnTo>
                  <a:pt x="1378483" y="71678"/>
                </a:lnTo>
                <a:lnTo>
                  <a:pt x="1377086" y="67068"/>
                </a:lnTo>
                <a:lnTo>
                  <a:pt x="1370698" y="69519"/>
                </a:lnTo>
                <a:lnTo>
                  <a:pt x="1366799" y="68783"/>
                </a:lnTo>
                <a:lnTo>
                  <a:pt x="1365008" y="72682"/>
                </a:lnTo>
                <a:lnTo>
                  <a:pt x="1368183" y="75882"/>
                </a:lnTo>
                <a:lnTo>
                  <a:pt x="1367091" y="80492"/>
                </a:lnTo>
                <a:lnTo>
                  <a:pt x="1380223" y="80200"/>
                </a:lnTo>
                <a:close/>
              </a:path>
              <a:path w="2275840" h="163829">
                <a:moveTo>
                  <a:pt x="1387195" y="100799"/>
                </a:moveTo>
                <a:lnTo>
                  <a:pt x="1385100" y="94767"/>
                </a:lnTo>
                <a:lnTo>
                  <a:pt x="1383360" y="90500"/>
                </a:lnTo>
                <a:lnTo>
                  <a:pt x="1378750" y="89776"/>
                </a:lnTo>
                <a:lnTo>
                  <a:pt x="1372006" y="89738"/>
                </a:lnTo>
                <a:lnTo>
                  <a:pt x="1367040" y="90424"/>
                </a:lnTo>
                <a:lnTo>
                  <a:pt x="1367370" y="94322"/>
                </a:lnTo>
                <a:lnTo>
                  <a:pt x="1365224" y="97853"/>
                </a:lnTo>
                <a:lnTo>
                  <a:pt x="1366621" y="101765"/>
                </a:lnTo>
                <a:lnTo>
                  <a:pt x="1385785" y="101866"/>
                </a:lnTo>
                <a:lnTo>
                  <a:pt x="1387195" y="100799"/>
                </a:lnTo>
                <a:close/>
              </a:path>
              <a:path w="2275840" h="163829">
                <a:moveTo>
                  <a:pt x="1396682" y="120002"/>
                </a:moveTo>
                <a:lnTo>
                  <a:pt x="1395272" y="117157"/>
                </a:lnTo>
                <a:lnTo>
                  <a:pt x="1393875" y="113957"/>
                </a:lnTo>
                <a:lnTo>
                  <a:pt x="1391754" y="111467"/>
                </a:lnTo>
                <a:lnTo>
                  <a:pt x="1377657" y="111226"/>
                </a:lnTo>
                <a:lnTo>
                  <a:pt x="1370698" y="111366"/>
                </a:lnTo>
                <a:lnTo>
                  <a:pt x="1364094" y="112039"/>
                </a:lnTo>
                <a:lnTo>
                  <a:pt x="1363726" y="114871"/>
                </a:lnTo>
                <a:lnTo>
                  <a:pt x="1361224" y="117348"/>
                </a:lnTo>
                <a:lnTo>
                  <a:pt x="1362278" y="120535"/>
                </a:lnTo>
                <a:lnTo>
                  <a:pt x="1370736" y="120827"/>
                </a:lnTo>
                <a:lnTo>
                  <a:pt x="1379474" y="120942"/>
                </a:lnTo>
                <a:lnTo>
                  <a:pt x="1388211" y="120726"/>
                </a:lnTo>
                <a:lnTo>
                  <a:pt x="1396682" y="120002"/>
                </a:lnTo>
                <a:close/>
              </a:path>
              <a:path w="2275840" h="163829">
                <a:moveTo>
                  <a:pt x="1411122" y="140296"/>
                </a:moveTo>
                <a:lnTo>
                  <a:pt x="1403718" y="130683"/>
                </a:lnTo>
                <a:lnTo>
                  <a:pt x="1358328" y="130098"/>
                </a:lnTo>
                <a:lnTo>
                  <a:pt x="1355826" y="133273"/>
                </a:lnTo>
                <a:lnTo>
                  <a:pt x="1354035" y="137160"/>
                </a:lnTo>
                <a:lnTo>
                  <a:pt x="1352600" y="140703"/>
                </a:lnTo>
                <a:lnTo>
                  <a:pt x="1366901" y="141185"/>
                </a:lnTo>
                <a:lnTo>
                  <a:pt x="1381493" y="141389"/>
                </a:lnTo>
                <a:lnTo>
                  <a:pt x="1396072" y="141338"/>
                </a:lnTo>
                <a:lnTo>
                  <a:pt x="1410398" y="140995"/>
                </a:lnTo>
                <a:lnTo>
                  <a:pt x="1411122" y="140296"/>
                </a:lnTo>
                <a:close/>
              </a:path>
              <a:path w="2275840" h="163829">
                <a:moveTo>
                  <a:pt x="1432280" y="161683"/>
                </a:moveTo>
                <a:lnTo>
                  <a:pt x="1429118" y="157403"/>
                </a:lnTo>
                <a:lnTo>
                  <a:pt x="1424508" y="155613"/>
                </a:lnTo>
                <a:lnTo>
                  <a:pt x="1420990" y="150977"/>
                </a:lnTo>
                <a:lnTo>
                  <a:pt x="1346161" y="150241"/>
                </a:lnTo>
                <a:lnTo>
                  <a:pt x="1342605" y="153060"/>
                </a:lnTo>
                <a:lnTo>
                  <a:pt x="1339392" y="158013"/>
                </a:lnTo>
                <a:lnTo>
                  <a:pt x="1336179" y="161899"/>
                </a:lnTo>
                <a:lnTo>
                  <a:pt x="1337602" y="162255"/>
                </a:lnTo>
                <a:lnTo>
                  <a:pt x="1429448" y="162369"/>
                </a:lnTo>
                <a:lnTo>
                  <a:pt x="1432280" y="161683"/>
                </a:lnTo>
                <a:close/>
              </a:path>
              <a:path w="2275840" h="163829">
                <a:moveTo>
                  <a:pt x="1634680" y="112001"/>
                </a:moveTo>
                <a:lnTo>
                  <a:pt x="1634324" y="111645"/>
                </a:lnTo>
                <a:lnTo>
                  <a:pt x="1593278" y="110998"/>
                </a:lnTo>
                <a:lnTo>
                  <a:pt x="1572780" y="111137"/>
                </a:lnTo>
                <a:lnTo>
                  <a:pt x="1552752" y="111937"/>
                </a:lnTo>
                <a:lnTo>
                  <a:pt x="1556994" y="116217"/>
                </a:lnTo>
                <a:lnTo>
                  <a:pt x="1563014" y="118021"/>
                </a:lnTo>
                <a:lnTo>
                  <a:pt x="1568678" y="120535"/>
                </a:lnTo>
                <a:lnTo>
                  <a:pt x="1616900" y="120777"/>
                </a:lnTo>
                <a:lnTo>
                  <a:pt x="1623301" y="119392"/>
                </a:lnTo>
                <a:lnTo>
                  <a:pt x="1629346" y="115874"/>
                </a:lnTo>
                <a:lnTo>
                  <a:pt x="1634680" y="112001"/>
                </a:lnTo>
                <a:close/>
              </a:path>
              <a:path w="2275840" h="163829">
                <a:moveTo>
                  <a:pt x="1658556" y="90843"/>
                </a:moveTo>
                <a:lnTo>
                  <a:pt x="1658200" y="90487"/>
                </a:lnTo>
                <a:lnTo>
                  <a:pt x="1532661" y="89496"/>
                </a:lnTo>
                <a:lnTo>
                  <a:pt x="1531950" y="90551"/>
                </a:lnTo>
                <a:lnTo>
                  <a:pt x="1530527" y="90195"/>
                </a:lnTo>
                <a:lnTo>
                  <a:pt x="1529461" y="90538"/>
                </a:lnTo>
                <a:lnTo>
                  <a:pt x="1531569" y="95516"/>
                </a:lnTo>
                <a:lnTo>
                  <a:pt x="1535099" y="97663"/>
                </a:lnTo>
                <a:lnTo>
                  <a:pt x="1538630" y="101587"/>
                </a:lnTo>
                <a:lnTo>
                  <a:pt x="1648206" y="102133"/>
                </a:lnTo>
                <a:lnTo>
                  <a:pt x="1652130" y="99326"/>
                </a:lnTo>
                <a:lnTo>
                  <a:pt x="1655343" y="94729"/>
                </a:lnTo>
                <a:lnTo>
                  <a:pt x="1658556" y="90843"/>
                </a:lnTo>
                <a:close/>
              </a:path>
              <a:path w="2275840" h="163829">
                <a:moveTo>
                  <a:pt x="1671408" y="73177"/>
                </a:moveTo>
                <a:lnTo>
                  <a:pt x="1671078" y="68922"/>
                </a:lnTo>
                <a:lnTo>
                  <a:pt x="1516456" y="68135"/>
                </a:lnTo>
                <a:lnTo>
                  <a:pt x="1513967" y="70243"/>
                </a:lnTo>
                <a:lnTo>
                  <a:pt x="1518208" y="72047"/>
                </a:lnTo>
                <a:lnTo>
                  <a:pt x="1517129" y="74866"/>
                </a:lnTo>
                <a:lnTo>
                  <a:pt x="1519250" y="75590"/>
                </a:lnTo>
                <a:lnTo>
                  <a:pt x="1520304" y="78435"/>
                </a:lnTo>
                <a:lnTo>
                  <a:pt x="1521714" y="80213"/>
                </a:lnTo>
                <a:lnTo>
                  <a:pt x="1665693" y="80949"/>
                </a:lnTo>
                <a:lnTo>
                  <a:pt x="1667840" y="77419"/>
                </a:lnTo>
                <a:lnTo>
                  <a:pt x="1671408" y="73177"/>
                </a:lnTo>
                <a:close/>
              </a:path>
              <a:path w="2275840" h="163829">
                <a:moveTo>
                  <a:pt x="1808607" y="150482"/>
                </a:moveTo>
                <a:lnTo>
                  <a:pt x="1762150" y="150241"/>
                </a:lnTo>
                <a:lnTo>
                  <a:pt x="1758238" y="154127"/>
                </a:lnTo>
                <a:lnTo>
                  <a:pt x="1752892" y="157645"/>
                </a:lnTo>
                <a:lnTo>
                  <a:pt x="1749679" y="162242"/>
                </a:lnTo>
                <a:lnTo>
                  <a:pt x="1808556" y="162534"/>
                </a:lnTo>
                <a:lnTo>
                  <a:pt x="1808607" y="150482"/>
                </a:lnTo>
                <a:close/>
              </a:path>
              <a:path w="2275840" h="163829">
                <a:moveTo>
                  <a:pt x="1808670" y="68922"/>
                </a:moveTo>
                <a:lnTo>
                  <a:pt x="1801939" y="68884"/>
                </a:lnTo>
                <a:lnTo>
                  <a:pt x="1800504" y="71361"/>
                </a:lnTo>
                <a:lnTo>
                  <a:pt x="1801190" y="74904"/>
                </a:lnTo>
                <a:lnTo>
                  <a:pt x="1799767" y="77381"/>
                </a:lnTo>
                <a:lnTo>
                  <a:pt x="1798675" y="83058"/>
                </a:lnTo>
                <a:lnTo>
                  <a:pt x="1805787" y="79540"/>
                </a:lnTo>
                <a:lnTo>
                  <a:pt x="1808607" y="80619"/>
                </a:lnTo>
                <a:lnTo>
                  <a:pt x="1808670" y="68922"/>
                </a:lnTo>
                <a:close/>
              </a:path>
              <a:path w="2275840" h="163829">
                <a:moveTo>
                  <a:pt x="1808708" y="130263"/>
                </a:moveTo>
                <a:lnTo>
                  <a:pt x="1779282" y="130124"/>
                </a:lnTo>
                <a:lnTo>
                  <a:pt x="1778215" y="130822"/>
                </a:lnTo>
                <a:lnTo>
                  <a:pt x="1775714" y="133997"/>
                </a:lnTo>
                <a:lnTo>
                  <a:pt x="1772500" y="137528"/>
                </a:lnTo>
                <a:lnTo>
                  <a:pt x="1771065" y="140716"/>
                </a:lnTo>
                <a:lnTo>
                  <a:pt x="1780425" y="141122"/>
                </a:lnTo>
                <a:lnTo>
                  <a:pt x="1789861" y="141262"/>
                </a:lnTo>
                <a:lnTo>
                  <a:pt x="1808657" y="141262"/>
                </a:lnTo>
                <a:lnTo>
                  <a:pt x="1808708" y="130263"/>
                </a:lnTo>
                <a:close/>
              </a:path>
              <a:path w="2275840" h="163829">
                <a:moveTo>
                  <a:pt x="1808810" y="111467"/>
                </a:moveTo>
                <a:lnTo>
                  <a:pt x="1790369" y="111379"/>
                </a:lnTo>
                <a:lnTo>
                  <a:pt x="1787169" y="113499"/>
                </a:lnTo>
                <a:lnTo>
                  <a:pt x="1785010" y="120573"/>
                </a:lnTo>
                <a:lnTo>
                  <a:pt x="1808759" y="121043"/>
                </a:lnTo>
                <a:lnTo>
                  <a:pt x="1808810" y="111467"/>
                </a:lnTo>
                <a:close/>
              </a:path>
              <a:path w="2275840" h="163829">
                <a:moveTo>
                  <a:pt x="1808924" y="90195"/>
                </a:moveTo>
                <a:lnTo>
                  <a:pt x="1794027" y="90119"/>
                </a:lnTo>
                <a:lnTo>
                  <a:pt x="1795767" y="97574"/>
                </a:lnTo>
                <a:lnTo>
                  <a:pt x="1793608" y="101460"/>
                </a:lnTo>
                <a:lnTo>
                  <a:pt x="1798218" y="102196"/>
                </a:lnTo>
                <a:lnTo>
                  <a:pt x="1803895" y="101523"/>
                </a:lnTo>
                <a:lnTo>
                  <a:pt x="1808861" y="101892"/>
                </a:lnTo>
                <a:lnTo>
                  <a:pt x="1808924" y="90195"/>
                </a:lnTo>
                <a:close/>
              </a:path>
              <a:path w="2275840" h="163829">
                <a:moveTo>
                  <a:pt x="1809013" y="1536"/>
                </a:moveTo>
                <a:lnTo>
                  <a:pt x="1509001" y="0"/>
                </a:lnTo>
                <a:lnTo>
                  <a:pt x="1508277" y="4254"/>
                </a:lnTo>
                <a:lnTo>
                  <a:pt x="1506842" y="5308"/>
                </a:lnTo>
                <a:lnTo>
                  <a:pt x="1506804" y="14884"/>
                </a:lnTo>
                <a:lnTo>
                  <a:pt x="1808937" y="16433"/>
                </a:lnTo>
                <a:lnTo>
                  <a:pt x="1809013" y="1536"/>
                </a:lnTo>
                <a:close/>
              </a:path>
              <a:path w="2275840" h="163829">
                <a:moveTo>
                  <a:pt x="1809127" y="50126"/>
                </a:moveTo>
                <a:lnTo>
                  <a:pt x="1808073" y="46570"/>
                </a:lnTo>
                <a:lnTo>
                  <a:pt x="1509483" y="44691"/>
                </a:lnTo>
                <a:lnTo>
                  <a:pt x="1508404" y="47879"/>
                </a:lnTo>
                <a:lnTo>
                  <a:pt x="1511541" y="58889"/>
                </a:lnTo>
                <a:lnTo>
                  <a:pt x="1675371" y="60439"/>
                </a:lnTo>
                <a:lnTo>
                  <a:pt x="1675384" y="59372"/>
                </a:lnTo>
                <a:lnTo>
                  <a:pt x="1677517" y="58674"/>
                </a:lnTo>
                <a:lnTo>
                  <a:pt x="1677530" y="55829"/>
                </a:lnTo>
                <a:lnTo>
                  <a:pt x="1678597" y="54419"/>
                </a:lnTo>
                <a:lnTo>
                  <a:pt x="1802003" y="54698"/>
                </a:lnTo>
                <a:lnTo>
                  <a:pt x="1803069" y="55765"/>
                </a:lnTo>
                <a:lnTo>
                  <a:pt x="1802345" y="57886"/>
                </a:lnTo>
                <a:lnTo>
                  <a:pt x="1803400" y="59309"/>
                </a:lnTo>
                <a:lnTo>
                  <a:pt x="1805178" y="58966"/>
                </a:lnTo>
                <a:lnTo>
                  <a:pt x="1807298" y="59690"/>
                </a:lnTo>
                <a:lnTo>
                  <a:pt x="1808365" y="58635"/>
                </a:lnTo>
                <a:lnTo>
                  <a:pt x="1809127" y="50126"/>
                </a:lnTo>
                <a:close/>
              </a:path>
              <a:path w="2275840" h="163829">
                <a:moveTo>
                  <a:pt x="1809521" y="24295"/>
                </a:moveTo>
                <a:lnTo>
                  <a:pt x="1693951" y="24295"/>
                </a:lnTo>
                <a:lnTo>
                  <a:pt x="1693951" y="23876"/>
                </a:lnTo>
                <a:lnTo>
                  <a:pt x="1505991" y="23876"/>
                </a:lnTo>
                <a:lnTo>
                  <a:pt x="1505991" y="37350"/>
                </a:lnTo>
                <a:lnTo>
                  <a:pt x="1693951" y="37350"/>
                </a:lnTo>
                <a:lnTo>
                  <a:pt x="1693951" y="38125"/>
                </a:lnTo>
                <a:lnTo>
                  <a:pt x="1809521" y="38125"/>
                </a:lnTo>
                <a:lnTo>
                  <a:pt x="1809521" y="24295"/>
                </a:lnTo>
                <a:close/>
              </a:path>
              <a:path w="2275840" h="163829">
                <a:moveTo>
                  <a:pt x="2077072" y="150787"/>
                </a:moveTo>
                <a:lnTo>
                  <a:pt x="1943379" y="150114"/>
                </a:lnTo>
                <a:lnTo>
                  <a:pt x="1942960" y="162521"/>
                </a:lnTo>
                <a:lnTo>
                  <a:pt x="2077008" y="163207"/>
                </a:lnTo>
                <a:lnTo>
                  <a:pt x="2077072" y="150787"/>
                </a:lnTo>
                <a:close/>
              </a:path>
              <a:path w="2275840" h="163829">
                <a:moveTo>
                  <a:pt x="2077173" y="130225"/>
                </a:moveTo>
                <a:lnTo>
                  <a:pt x="1943125" y="129540"/>
                </a:lnTo>
                <a:lnTo>
                  <a:pt x="1943061" y="141236"/>
                </a:lnTo>
                <a:lnTo>
                  <a:pt x="2077123" y="141922"/>
                </a:lnTo>
                <a:lnTo>
                  <a:pt x="2077173" y="130225"/>
                </a:lnTo>
                <a:close/>
              </a:path>
              <a:path w="2275840" h="163829">
                <a:moveTo>
                  <a:pt x="2077275" y="111429"/>
                </a:moveTo>
                <a:lnTo>
                  <a:pt x="1943227" y="110744"/>
                </a:lnTo>
                <a:lnTo>
                  <a:pt x="1943176" y="120675"/>
                </a:lnTo>
                <a:lnTo>
                  <a:pt x="2077224" y="121361"/>
                </a:lnTo>
                <a:lnTo>
                  <a:pt x="2077275" y="111429"/>
                </a:lnTo>
                <a:close/>
              </a:path>
              <a:path w="2275840" h="163829">
                <a:moveTo>
                  <a:pt x="2077389" y="90144"/>
                </a:moveTo>
                <a:lnTo>
                  <a:pt x="1943328" y="89458"/>
                </a:lnTo>
                <a:lnTo>
                  <a:pt x="1943265" y="101879"/>
                </a:lnTo>
                <a:lnTo>
                  <a:pt x="2077326" y="102209"/>
                </a:lnTo>
                <a:lnTo>
                  <a:pt x="2077389" y="90144"/>
                </a:lnTo>
                <a:close/>
              </a:path>
              <a:path w="2275840" h="163829">
                <a:moveTo>
                  <a:pt x="2077453" y="75615"/>
                </a:moveTo>
                <a:lnTo>
                  <a:pt x="1943404" y="74930"/>
                </a:lnTo>
                <a:lnTo>
                  <a:pt x="1943379" y="80238"/>
                </a:lnTo>
                <a:lnTo>
                  <a:pt x="2077427" y="80937"/>
                </a:lnTo>
                <a:lnTo>
                  <a:pt x="2077453" y="75615"/>
                </a:lnTo>
                <a:close/>
              </a:path>
              <a:path w="2275840" h="163829">
                <a:moveTo>
                  <a:pt x="2275573" y="30035"/>
                </a:moveTo>
                <a:lnTo>
                  <a:pt x="2274405" y="21882"/>
                </a:lnTo>
                <a:lnTo>
                  <a:pt x="2271052" y="14541"/>
                </a:lnTo>
                <a:lnTo>
                  <a:pt x="2260244" y="4610"/>
                </a:lnTo>
                <a:lnTo>
                  <a:pt x="2245969" y="1651"/>
                </a:lnTo>
                <a:lnTo>
                  <a:pt x="2230158" y="1866"/>
                </a:lnTo>
                <a:lnTo>
                  <a:pt x="2214727" y="1485"/>
                </a:lnTo>
                <a:lnTo>
                  <a:pt x="2214651" y="15671"/>
                </a:lnTo>
                <a:lnTo>
                  <a:pt x="2231669" y="15760"/>
                </a:lnTo>
                <a:lnTo>
                  <a:pt x="2238819" y="15976"/>
                </a:lnTo>
                <a:lnTo>
                  <a:pt x="2262111" y="27965"/>
                </a:lnTo>
                <a:lnTo>
                  <a:pt x="2261349" y="38608"/>
                </a:lnTo>
                <a:lnTo>
                  <a:pt x="2256713" y="43192"/>
                </a:lnTo>
                <a:lnTo>
                  <a:pt x="2251379" y="44932"/>
                </a:lnTo>
                <a:lnTo>
                  <a:pt x="2214499" y="45453"/>
                </a:lnTo>
                <a:lnTo>
                  <a:pt x="2214422" y="59639"/>
                </a:lnTo>
                <a:lnTo>
                  <a:pt x="2246299" y="59626"/>
                </a:lnTo>
                <a:lnTo>
                  <a:pt x="2260676" y="56197"/>
                </a:lnTo>
                <a:lnTo>
                  <a:pt x="2271598" y="45745"/>
                </a:lnTo>
                <a:lnTo>
                  <a:pt x="2274608" y="38252"/>
                </a:lnTo>
                <a:lnTo>
                  <a:pt x="2275573" y="300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296722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10693400" y="50800"/>
                </a:moveTo>
                <a:lnTo>
                  <a:pt x="10693400" y="0"/>
                </a:lnTo>
                <a:lnTo>
                  <a:pt x="0" y="0"/>
                </a:lnTo>
                <a:lnTo>
                  <a:pt x="0" y="50800"/>
                </a:lnTo>
                <a:lnTo>
                  <a:pt x="10693400" y="5080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7208723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10693400" y="50799"/>
                </a:moveTo>
                <a:lnTo>
                  <a:pt x="10693400" y="0"/>
                </a:lnTo>
                <a:lnTo>
                  <a:pt x="0" y="0"/>
                </a:lnTo>
                <a:lnTo>
                  <a:pt x="0" y="50800"/>
                </a:lnTo>
                <a:lnTo>
                  <a:pt x="10693400" y="50799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19" y="459231"/>
            <a:ext cx="3482975" cy="759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hyperlink" Target="file:///D:/Legner/Pr&#228;sentationen%20-%2003-2009/B6-ausweichen-Uni-Hannover%20-%20kurz%20-%20stumm.mp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5.png"/><Relationship Id="rId5" Type="http://schemas.openxmlformats.org/officeDocument/2006/relationships/image" Target="../media/image6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D85575-F33A-AF80-409D-0918A2915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0BC5A82D-3C58-5436-70DB-C5323685EE80}"/>
              </a:ext>
            </a:extLst>
          </p:cNvPr>
          <p:cNvSpPr/>
          <p:nvPr/>
        </p:nvSpPr>
        <p:spPr>
          <a:xfrm>
            <a:off x="0" y="296202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799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F629E17-390E-FFFA-C082-F4980E796457}"/>
              </a:ext>
            </a:extLst>
          </p:cNvPr>
          <p:cNvSpPr/>
          <p:nvPr/>
        </p:nvSpPr>
        <p:spPr>
          <a:xfrm>
            <a:off x="0" y="7208215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800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26CD673-C83A-8727-F91C-E64A4EA558B2}"/>
              </a:ext>
            </a:extLst>
          </p:cNvPr>
          <p:cNvSpPr txBox="1"/>
          <p:nvPr/>
        </p:nvSpPr>
        <p:spPr>
          <a:xfrm>
            <a:off x="348703" y="7288720"/>
            <a:ext cx="5194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Gill Sans MT"/>
                <a:cs typeface="Gill Sans MT"/>
              </a:rPr>
              <a:t>©1999</a:t>
            </a:r>
            <a:r>
              <a:rPr sz="600" spc="80" dirty="0">
                <a:latin typeface="Gill Sans MT"/>
                <a:cs typeface="Gill Sans MT"/>
              </a:rPr>
              <a:t> </a:t>
            </a:r>
            <a:r>
              <a:rPr sz="600" spc="-10" dirty="0"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547EFB0-9DAB-F20D-31B6-E1E2D932A70F}"/>
              </a:ext>
            </a:extLst>
          </p:cNvPr>
          <p:cNvSpPr txBox="1"/>
          <p:nvPr/>
        </p:nvSpPr>
        <p:spPr>
          <a:xfrm>
            <a:off x="1905542" y="5479122"/>
            <a:ext cx="763215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430" dirty="0">
                <a:latin typeface="Gill Sans MT"/>
                <a:cs typeface="Gill Sans MT"/>
              </a:rPr>
              <a:t>HOSCH</a:t>
            </a:r>
            <a:r>
              <a:rPr sz="4800" b="1" spc="-140" dirty="0">
                <a:latin typeface="Gill Sans MT"/>
                <a:cs typeface="Gill Sans MT"/>
              </a:rPr>
              <a:t> </a:t>
            </a:r>
            <a:r>
              <a:rPr sz="4800" b="1" dirty="0">
                <a:latin typeface="Gill Sans MT"/>
                <a:cs typeface="Gill Sans MT"/>
              </a:rPr>
              <a:t>Scraper</a:t>
            </a:r>
            <a:r>
              <a:rPr sz="4800" b="1" spc="-265" dirty="0">
                <a:latin typeface="Gill Sans MT"/>
                <a:cs typeface="Gill Sans MT"/>
              </a:rPr>
              <a:t> </a:t>
            </a:r>
            <a:r>
              <a:rPr sz="4800" b="1" spc="-100" dirty="0">
                <a:latin typeface="Gill Sans MT"/>
                <a:cs typeface="Gill Sans MT"/>
              </a:rPr>
              <a:t>Type</a:t>
            </a:r>
            <a:r>
              <a:rPr sz="4800" b="1" spc="-200" dirty="0">
                <a:latin typeface="Gill Sans MT"/>
                <a:cs typeface="Gill Sans MT"/>
              </a:rPr>
              <a:t> </a:t>
            </a:r>
            <a:r>
              <a:rPr lang="en-US" sz="4800" b="1" spc="-375" dirty="0">
                <a:latin typeface="Gill Sans MT"/>
                <a:cs typeface="Gill Sans MT"/>
              </a:rPr>
              <a:t>B6C</a:t>
            </a:r>
            <a:endParaRPr sz="4800" dirty="0">
              <a:latin typeface="Gill Sans MT"/>
              <a:cs typeface="Gill Sans MT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86DBCB5-6E03-5B24-D532-C42415FF54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8619" y="458722"/>
            <a:ext cx="3855081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>
                <a:solidFill>
                  <a:srgbClr val="000000"/>
                </a:solidFill>
              </a:rPr>
              <a:t>HOSCH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Scraper</a:t>
            </a:r>
            <a:r>
              <a:rPr spc="-120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Type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lang="en-ID" spc="-145" dirty="0">
                <a:solidFill>
                  <a:srgbClr val="000000"/>
                </a:solidFill>
              </a:rPr>
              <a:t>B6C</a:t>
            </a:r>
            <a:r>
              <a:rPr spc="-1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CEEEBC31-7A28-464B-ECA2-8F2DFF3EC0C5}"/>
              </a:ext>
            </a:extLst>
          </p:cNvPr>
          <p:cNvSpPr txBox="1"/>
          <p:nvPr/>
        </p:nvSpPr>
        <p:spPr>
          <a:xfrm>
            <a:off x="8830119" y="7288720"/>
            <a:ext cx="151638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Gill Sans MT"/>
                <a:cs typeface="Gill Sans MT"/>
              </a:rPr>
              <a:t>Basic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20" dirty="0">
                <a:latin typeface="Gill Sans MT"/>
                <a:cs typeface="Gill Sans MT"/>
              </a:rPr>
              <a:t>Technical</a:t>
            </a:r>
            <a:r>
              <a:rPr sz="600" spc="2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Training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0300T</a:t>
            </a:r>
            <a:r>
              <a:rPr sz="600" spc="2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19991029</a:t>
            </a:r>
            <a:r>
              <a:rPr sz="600" spc="2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pic>
        <p:nvPicPr>
          <p:cNvPr id="20" name="Picture 19" descr="A close-up of a logo&#10;&#10;AI-generated content may be incorrect.">
            <a:extLst>
              <a:ext uri="{FF2B5EF4-FFF2-40B4-BE49-F238E27FC236}">
                <a16:creationId xmlns:a16="http://schemas.microsoft.com/office/drawing/2014/main" id="{FF68E47B-6501-952B-06AE-87A1DF771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846" y="425821"/>
            <a:ext cx="1882775" cy="954405"/>
          </a:xfrm>
          <a:prstGeom prst="rect">
            <a:avLst/>
          </a:prstGeom>
        </p:spPr>
      </p:pic>
      <p:pic>
        <p:nvPicPr>
          <p:cNvPr id="22" name="Grafik 19" descr="C3.png">
            <a:extLst>
              <a:ext uri="{FF2B5EF4-FFF2-40B4-BE49-F238E27FC236}">
                <a16:creationId xmlns:a16="http://schemas.microsoft.com/office/drawing/2014/main" id="{C7B0A007-E7EA-DA37-3112-31F796A676D7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2733" y="1570670"/>
            <a:ext cx="8591721" cy="378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57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B44531B-BD77-D7CB-35EF-9B616352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71E8A7B-22A2-56AB-94A8-6AD4A7495643}"/>
              </a:ext>
            </a:extLst>
          </p:cNvPr>
          <p:cNvGrpSpPr/>
          <p:nvPr/>
        </p:nvGrpSpPr>
        <p:grpSpPr>
          <a:xfrm>
            <a:off x="7264895" y="475614"/>
            <a:ext cx="3206750" cy="6546076"/>
            <a:chOff x="7264895" y="475614"/>
            <a:chExt cx="3206750" cy="6546076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3B11C0A-DCC3-F761-4C93-84BDF853D9FB}"/>
                </a:ext>
              </a:extLst>
            </p:cNvPr>
            <p:cNvSpPr/>
            <p:nvPr/>
          </p:nvSpPr>
          <p:spPr>
            <a:xfrm>
              <a:off x="7264895" y="4591545"/>
              <a:ext cx="3206750" cy="2430145"/>
            </a:xfrm>
            <a:custGeom>
              <a:avLst/>
              <a:gdLst/>
              <a:ahLst/>
              <a:cxnLst/>
              <a:rect l="l" t="t" r="r" b="b"/>
              <a:pathLst>
                <a:path w="3206750" h="2430145">
                  <a:moveTo>
                    <a:pt x="0" y="0"/>
                  </a:moveTo>
                  <a:lnTo>
                    <a:pt x="0" y="2430005"/>
                  </a:lnTo>
                  <a:lnTo>
                    <a:pt x="3206254" y="2430005"/>
                  </a:lnTo>
                  <a:lnTo>
                    <a:pt x="3206254" y="0"/>
                  </a:lnTo>
                  <a:lnTo>
                    <a:pt x="3046044" y="0"/>
                  </a:lnTo>
                  <a:lnTo>
                    <a:pt x="3046044" y="2122792"/>
                  </a:lnTo>
                  <a:lnTo>
                    <a:pt x="3035966" y="2172713"/>
                  </a:lnTo>
                  <a:lnTo>
                    <a:pt x="3008482" y="2213481"/>
                  </a:lnTo>
                  <a:lnTo>
                    <a:pt x="2967718" y="2240969"/>
                  </a:lnTo>
                  <a:lnTo>
                    <a:pt x="2917799" y="2251049"/>
                  </a:lnTo>
                  <a:lnTo>
                    <a:pt x="288658" y="2251049"/>
                  </a:lnTo>
                  <a:lnTo>
                    <a:pt x="238746" y="2240969"/>
                  </a:lnTo>
                  <a:lnTo>
                    <a:pt x="197986" y="2213481"/>
                  </a:lnTo>
                  <a:lnTo>
                    <a:pt x="170504" y="2172713"/>
                  </a:lnTo>
                  <a:lnTo>
                    <a:pt x="160426" y="2122792"/>
                  </a:lnTo>
                  <a:lnTo>
                    <a:pt x="160426" y="0"/>
                  </a:lnTo>
                  <a:lnTo>
                    <a:pt x="0" y="0"/>
                  </a:lnTo>
                  <a:close/>
                </a:path>
                <a:path w="3206750" h="2430145">
                  <a:moveTo>
                    <a:pt x="160426" y="0"/>
                  </a:moveTo>
                  <a:lnTo>
                    <a:pt x="160426" y="327304"/>
                  </a:lnTo>
                  <a:lnTo>
                    <a:pt x="170504" y="277383"/>
                  </a:lnTo>
                  <a:lnTo>
                    <a:pt x="197986" y="236615"/>
                  </a:lnTo>
                  <a:lnTo>
                    <a:pt x="238746" y="209127"/>
                  </a:lnTo>
                  <a:lnTo>
                    <a:pt x="288658" y="199047"/>
                  </a:lnTo>
                  <a:lnTo>
                    <a:pt x="2917799" y="199047"/>
                  </a:lnTo>
                  <a:lnTo>
                    <a:pt x="2967718" y="209127"/>
                  </a:lnTo>
                  <a:lnTo>
                    <a:pt x="3008482" y="236615"/>
                  </a:lnTo>
                  <a:lnTo>
                    <a:pt x="3035966" y="277383"/>
                  </a:lnTo>
                  <a:lnTo>
                    <a:pt x="3046044" y="327304"/>
                  </a:lnTo>
                  <a:lnTo>
                    <a:pt x="3046044" y="0"/>
                  </a:lnTo>
                  <a:lnTo>
                    <a:pt x="16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E5BCBF8-A99D-1A71-F283-ED6C4E46A002}"/>
                </a:ext>
              </a:extLst>
            </p:cNvPr>
            <p:cNvSpPr/>
            <p:nvPr/>
          </p:nvSpPr>
          <p:spPr>
            <a:xfrm>
              <a:off x="7835341" y="475614"/>
              <a:ext cx="2480945" cy="266065"/>
            </a:xfrm>
            <a:custGeom>
              <a:avLst/>
              <a:gdLst/>
              <a:ahLst/>
              <a:cxnLst/>
              <a:rect l="l" t="t" r="r" b="b"/>
              <a:pathLst>
                <a:path w="2480945" h="266065">
                  <a:moveTo>
                    <a:pt x="175272" y="1447"/>
                  </a:moveTo>
                  <a:lnTo>
                    <a:pt x="123494" y="1181"/>
                  </a:lnTo>
                  <a:lnTo>
                    <a:pt x="116395" y="2222"/>
                  </a:lnTo>
                  <a:lnTo>
                    <a:pt x="108585" y="4305"/>
                  </a:lnTo>
                  <a:lnTo>
                    <a:pt x="101142" y="5334"/>
                  </a:lnTo>
                  <a:lnTo>
                    <a:pt x="44589" y="35229"/>
                  </a:lnTo>
                  <a:lnTo>
                    <a:pt x="8153" y="87833"/>
                  </a:lnTo>
                  <a:lnTo>
                    <a:pt x="0" y="136791"/>
                  </a:lnTo>
                  <a:lnTo>
                    <a:pt x="2971" y="161975"/>
                  </a:lnTo>
                  <a:lnTo>
                    <a:pt x="29730" y="216877"/>
                  </a:lnTo>
                  <a:lnTo>
                    <a:pt x="91059" y="258356"/>
                  </a:lnTo>
                  <a:lnTo>
                    <a:pt x="128181" y="264350"/>
                  </a:lnTo>
                  <a:lnTo>
                    <a:pt x="128181" y="264706"/>
                  </a:lnTo>
                  <a:lnTo>
                    <a:pt x="174282" y="264947"/>
                  </a:lnTo>
                  <a:lnTo>
                    <a:pt x="174345" y="252882"/>
                  </a:lnTo>
                  <a:lnTo>
                    <a:pt x="134975" y="252679"/>
                  </a:lnTo>
                  <a:lnTo>
                    <a:pt x="106375" y="250405"/>
                  </a:lnTo>
                  <a:lnTo>
                    <a:pt x="57251" y="227647"/>
                  </a:lnTo>
                  <a:lnTo>
                    <a:pt x="25247" y="189064"/>
                  </a:lnTo>
                  <a:lnTo>
                    <a:pt x="12306" y="146634"/>
                  </a:lnTo>
                  <a:lnTo>
                    <a:pt x="12230" y="123317"/>
                  </a:lnTo>
                  <a:lnTo>
                    <a:pt x="19939" y="89776"/>
                  </a:lnTo>
                  <a:lnTo>
                    <a:pt x="62687" y="35318"/>
                  </a:lnTo>
                  <a:lnTo>
                    <a:pt x="112509" y="15455"/>
                  </a:lnTo>
                  <a:lnTo>
                    <a:pt x="133045" y="14274"/>
                  </a:lnTo>
                  <a:lnTo>
                    <a:pt x="154178" y="14554"/>
                  </a:lnTo>
                  <a:lnTo>
                    <a:pt x="175209" y="14566"/>
                  </a:lnTo>
                  <a:lnTo>
                    <a:pt x="175272" y="1447"/>
                  </a:lnTo>
                  <a:close/>
                </a:path>
                <a:path w="2480945" h="266065">
                  <a:moveTo>
                    <a:pt x="452958" y="749"/>
                  </a:moveTo>
                  <a:lnTo>
                    <a:pt x="307568" y="0"/>
                  </a:lnTo>
                  <a:lnTo>
                    <a:pt x="307492" y="13830"/>
                  </a:lnTo>
                  <a:lnTo>
                    <a:pt x="452882" y="14566"/>
                  </a:lnTo>
                  <a:lnTo>
                    <a:pt x="452958" y="749"/>
                  </a:lnTo>
                  <a:close/>
                </a:path>
                <a:path w="2480945" h="266065">
                  <a:moveTo>
                    <a:pt x="645172" y="1371"/>
                  </a:moveTo>
                  <a:lnTo>
                    <a:pt x="581698" y="698"/>
                  </a:lnTo>
                  <a:lnTo>
                    <a:pt x="581266" y="13462"/>
                  </a:lnTo>
                  <a:lnTo>
                    <a:pt x="634822" y="13373"/>
                  </a:lnTo>
                  <a:lnTo>
                    <a:pt x="645172" y="2438"/>
                  </a:lnTo>
                  <a:lnTo>
                    <a:pt x="645172" y="1371"/>
                  </a:lnTo>
                  <a:close/>
                </a:path>
                <a:path w="2480945" h="266065">
                  <a:moveTo>
                    <a:pt x="1076756" y="1803"/>
                  </a:moveTo>
                  <a:lnTo>
                    <a:pt x="1006906" y="1092"/>
                  </a:lnTo>
                  <a:lnTo>
                    <a:pt x="1001585" y="1778"/>
                  </a:lnTo>
                  <a:lnTo>
                    <a:pt x="1005103" y="6045"/>
                  </a:lnTo>
                  <a:lnTo>
                    <a:pt x="1007211" y="9956"/>
                  </a:lnTo>
                  <a:lnTo>
                    <a:pt x="1011796" y="13525"/>
                  </a:lnTo>
                  <a:lnTo>
                    <a:pt x="1067828" y="13817"/>
                  </a:lnTo>
                  <a:lnTo>
                    <a:pt x="1070686" y="9931"/>
                  </a:lnTo>
                  <a:lnTo>
                    <a:pt x="1074966" y="6400"/>
                  </a:lnTo>
                  <a:lnTo>
                    <a:pt x="1076756" y="1803"/>
                  </a:lnTo>
                  <a:close/>
                </a:path>
                <a:path w="2480945" h="266065">
                  <a:moveTo>
                    <a:pt x="1521117" y="1955"/>
                  </a:moveTo>
                  <a:lnTo>
                    <a:pt x="1429981" y="1130"/>
                  </a:lnTo>
                  <a:lnTo>
                    <a:pt x="1428559" y="1828"/>
                  </a:lnTo>
                  <a:lnTo>
                    <a:pt x="1426083" y="749"/>
                  </a:lnTo>
                  <a:lnTo>
                    <a:pt x="1425016" y="2171"/>
                  </a:lnTo>
                  <a:lnTo>
                    <a:pt x="1435239" y="12852"/>
                  </a:lnTo>
                  <a:lnTo>
                    <a:pt x="1511477" y="13957"/>
                  </a:lnTo>
                  <a:lnTo>
                    <a:pt x="1521117" y="3009"/>
                  </a:lnTo>
                  <a:lnTo>
                    <a:pt x="1521117" y="1955"/>
                  </a:lnTo>
                  <a:close/>
                </a:path>
                <a:path w="2480945" h="266065">
                  <a:moveTo>
                    <a:pt x="1911578" y="1460"/>
                  </a:moveTo>
                  <a:lnTo>
                    <a:pt x="1868309" y="1244"/>
                  </a:lnTo>
                  <a:lnTo>
                    <a:pt x="1866188" y="1943"/>
                  </a:lnTo>
                  <a:lnTo>
                    <a:pt x="1861934" y="139"/>
                  </a:lnTo>
                  <a:lnTo>
                    <a:pt x="1861210" y="2984"/>
                  </a:lnTo>
                  <a:lnTo>
                    <a:pt x="1870735" y="13309"/>
                  </a:lnTo>
                  <a:lnTo>
                    <a:pt x="1911515" y="13868"/>
                  </a:lnTo>
                  <a:lnTo>
                    <a:pt x="1911578" y="1460"/>
                  </a:lnTo>
                  <a:close/>
                </a:path>
                <a:path w="2480945" h="266065">
                  <a:moveTo>
                    <a:pt x="2181110" y="1066"/>
                  </a:moveTo>
                  <a:lnTo>
                    <a:pt x="2043861" y="368"/>
                  </a:lnTo>
                  <a:lnTo>
                    <a:pt x="2043798" y="13843"/>
                  </a:lnTo>
                  <a:lnTo>
                    <a:pt x="2181034" y="14541"/>
                  </a:lnTo>
                  <a:lnTo>
                    <a:pt x="2181110" y="1066"/>
                  </a:lnTo>
                  <a:close/>
                </a:path>
                <a:path w="2480945" h="266065">
                  <a:moveTo>
                    <a:pt x="2480500" y="122821"/>
                  </a:moveTo>
                  <a:lnTo>
                    <a:pt x="2479471" y="116433"/>
                  </a:lnTo>
                  <a:lnTo>
                    <a:pt x="2479154" y="110045"/>
                  </a:lnTo>
                  <a:lnTo>
                    <a:pt x="2477414" y="104013"/>
                  </a:lnTo>
                  <a:lnTo>
                    <a:pt x="2443099" y="41770"/>
                  </a:lnTo>
                  <a:lnTo>
                    <a:pt x="2381808" y="5994"/>
                  </a:lnTo>
                  <a:lnTo>
                    <a:pt x="2317280" y="1409"/>
                  </a:lnTo>
                  <a:lnTo>
                    <a:pt x="2317216" y="14173"/>
                  </a:lnTo>
                  <a:lnTo>
                    <a:pt x="2339213" y="14262"/>
                  </a:lnTo>
                  <a:lnTo>
                    <a:pt x="2361044" y="14935"/>
                  </a:lnTo>
                  <a:lnTo>
                    <a:pt x="2400858" y="25234"/>
                  </a:lnTo>
                  <a:lnTo>
                    <a:pt x="2449487" y="67919"/>
                  </a:lnTo>
                  <a:lnTo>
                    <a:pt x="2468765" y="129857"/>
                  </a:lnTo>
                  <a:lnTo>
                    <a:pt x="2470518" y="135178"/>
                  </a:lnTo>
                  <a:lnTo>
                    <a:pt x="2467305" y="139065"/>
                  </a:lnTo>
                  <a:lnTo>
                    <a:pt x="2468334" y="144386"/>
                  </a:lnTo>
                  <a:lnTo>
                    <a:pt x="2460599" y="177126"/>
                  </a:lnTo>
                  <a:lnTo>
                    <a:pt x="2419019" y="231025"/>
                  </a:lnTo>
                  <a:lnTo>
                    <a:pt x="2372474" y="251244"/>
                  </a:lnTo>
                  <a:lnTo>
                    <a:pt x="2354427" y="252869"/>
                  </a:lnTo>
                  <a:lnTo>
                    <a:pt x="2317064" y="252844"/>
                  </a:lnTo>
                  <a:lnTo>
                    <a:pt x="2317000" y="265252"/>
                  </a:lnTo>
                  <a:lnTo>
                    <a:pt x="2360257" y="265125"/>
                  </a:lnTo>
                  <a:lnTo>
                    <a:pt x="2361323" y="264058"/>
                  </a:lnTo>
                  <a:lnTo>
                    <a:pt x="2364511" y="265493"/>
                  </a:lnTo>
                  <a:lnTo>
                    <a:pt x="2364879" y="264083"/>
                  </a:lnTo>
                  <a:lnTo>
                    <a:pt x="2377122" y="261874"/>
                  </a:lnTo>
                  <a:lnTo>
                    <a:pt x="2388882" y="258762"/>
                  </a:lnTo>
                  <a:lnTo>
                    <a:pt x="2442019" y="226364"/>
                  </a:lnTo>
                  <a:lnTo>
                    <a:pt x="2477579" y="161607"/>
                  </a:lnTo>
                  <a:lnTo>
                    <a:pt x="2480500" y="1228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6146C09C-7803-8B9C-CDB9-9B80DA3B0920}"/>
                </a:ext>
              </a:extLst>
            </p:cNvPr>
            <p:cNvSpPr/>
            <p:nvPr/>
          </p:nvSpPr>
          <p:spPr>
            <a:xfrm>
              <a:off x="7856791" y="497966"/>
              <a:ext cx="2437765" cy="222250"/>
            </a:xfrm>
            <a:custGeom>
              <a:avLst/>
              <a:gdLst/>
              <a:ahLst/>
              <a:cxnLst/>
              <a:rect l="l" t="t" r="r" b="b"/>
              <a:pathLst>
                <a:path w="2437765" h="222250">
                  <a:moveTo>
                    <a:pt x="153708" y="1092"/>
                  </a:moveTo>
                  <a:lnTo>
                    <a:pt x="109728" y="1092"/>
                  </a:lnTo>
                  <a:lnTo>
                    <a:pt x="88760" y="3009"/>
                  </a:lnTo>
                  <a:lnTo>
                    <a:pt x="43281" y="23482"/>
                  </a:lnTo>
                  <a:lnTo>
                    <a:pt x="6946" y="71234"/>
                  </a:lnTo>
                  <a:lnTo>
                    <a:pt x="0" y="99949"/>
                  </a:lnTo>
                  <a:lnTo>
                    <a:pt x="1524" y="132410"/>
                  </a:lnTo>
                  <a:lnTo>
                    <a:pt x="30975" y="187883"/>
                  </a:lnTo>
                  <a:lnTo>
                    <a:pt x="78346" y="216839"/>
                  </a:lnTo>
                  <a:lnTo>
                    <a:pt x="127444" y="221335"/>
                  </a:lnTo>
                  <a:lnTo>
                    <a:pt x="152946" y="221310"/>
                  </a:lnTo>
                  <a:lnTo>
                    <a:pt x="152996" y="210324"/>
                  </a:lnTo>
                  <a:lnTo>
                    <a:pt x="98031" y="209321"/>
                  </a:lnTo>
                  <a:lnTo>
                    <a:pt x="85813" y="207264"/>
                  </a:lnTo>
                  <a:lnTo>
                    <a:pt x="31927" y="173316"/>
                  </a:lnTo>
                  <a:lnTo>
                    <a:pt x="11239" y="122262"/>
                  </a:lnTo>
                  <a:lnTo>
                    <a:pt x="12090" y="92925"/>
                  </a:lnTo>
                  <a:lnTo>
                    <a:pt x="35610" y="44907"/>
                  </a:lnTo>
                  <a:lnTo>
                    <a:pt x="80581" y="15608"/>
                  </a:lnTo>
                  <a:lnTo>
                    <a:pt x="115938" y="11137"/>
                  </a:lnTo>
                  <a:lnTo>
                    <a:pt x="134912" y="11747"/>
                  </a:lnTo>
                  <a:lnTo>
                    <a:pt x="153657" y="11722"/>
                  </a:lnTo>
                  <a:lnTo>
                    <a:pt x="153708" y="1092"/>
                  </a:lnTo>
                  <a:close/>
                </a:path>
                <a:path w="2437765" h="222250">
                  <a:moveTo>
                    <a:pt x="153962" y="20942"/>
                  </a:moveTo>
                  <a:lnTo>
                    <a:pt x="133997" y="20942"/>
                  </a:lnTo>
                  <a:lnTo>
                    <a:pt x="114020" y="20472"/>
                  </a:lnTo>
                  <a:lnTo>
                    <a:pt x="94754" y="21742"/>
                  </a:lnTo>
                  <a:lnTo>
                    <a:pt x="56832" y="38404"/>
                  </a:lnTo>
                  <a:lnTo>
                    <a:pt x="27406" y="74269"/>
                  </a:lnTo>
                  <a:lnTo>
                    <a:pt x="20510" y="123418"/>
                  </a:lnTo>
                  <a:lnTo>
                    <a:pt x="27724" y="148551"/>
                  </a:lnTo>
                  <a:lnTo>
                    <a:pt x="62318" y="187515"/>
                  </a:lnTo>
                  <a:lnTo>
                    <a:pt x="105257" y="200418"/>
                  </a:lnTo>
                  <a:lnTo>
                    <a:pt x="153047" y="201104"/>
                  </a:lnTo>
                  <a:lnTo>
                    <a:pt x="153085" y="191528"/>
                  </a:lnTo>
                  <a:lnTo>
                    <a:pt x="125069" y="191566"/>
                  </a:lnTo>
                  <a:lnTo>
                    <a:pt x="111099" y="191312"/>
                  </a:lnTo>
                  <a:lnTo>
                    <a:pt x="97066" y="190525"/>
                  </a:lnTo>
                  <a:lnTo>
                    <a:pt x="95656" y="189103"/>
                  </a:lnTo>
                  <a:lnTo>
                    <a:pt x="92811" y="190868"/>
                  </a:lnTo>
                  <a:lnTo>
                    <a:pt x="92113" y="188734"/>
                  </a:lnTo>
                  <a:lnTo>
                    <a:pt x="87490" y="189064"/>
                  </a:lnTo>
                  <a:lnTo>
                    <a:pt x="82892" y="186905"/>
                  </a:lnTo>
                  <a:lnTo>
                    <a:pt x="45224" y="159854"/>
                  </a:lnTo>
                  <a:lnTo>
                    <a:pt x="30035" y="121031"/>
                  </a:lnTo>
                  <a:lnTo>
                    <a:pt x="30734" y="95770"/>
                  </a:lnTo>
                  <a:lnTo>
                    <a:pt x="53365" y="53428"/>
                  </a:lnTo>
                  <a:lnTo>
                    <a:pt x="91808" y="32054"/>
                  </a:lnTo>
                  <a:lnTo>
                    <a:pt x="112204" y="30175"/>
                  </a:lnTo>
                  <a:lnTo>
                    <a:pt x="133299" y="30505"/>
                  </a:lnTo>
                  <a:lnTo>
                    <a:pt x="153911" y="30518"/>
                  </a:lnTo>
                  <a:lnTo>
                    <a:pt x="153962" y="20942"/>
                  </a:lnTo>
                  <a:close/>
                </a:path>
                <a:path w="2437765" h="222250">
                  <a:moveTo>
                    <a:pt x="431228" y="39014"/>
                  </a:moveTo>
                  <a:lnTo>
                    <a:pt x="286448" y="39014"/>
                  </a:lnTo>
                  <a:lnTo>
                    <a:pt x="286448" y="46253"/>
                  </a:lnTo>
                  <a:lnTo>
                    <a:pt x="285178" y="46253"/>
                  </a:lnTo>
                  <a:lnTo>
                    <a:pt x="285178" y="47015"/>
                  </a:lnTo>
                  <a:lnTo>
                    <a:pt x="286448" y="47015"/>
                  </a:lnTo>
                  <a:lnTo>
                    <a:pt x="286448" y="51435"/>
                  </a:lnTo>
                  <a:lnTo>
                    <a:pt x="431228" y="51435"/>
                  </a:lnTo>
                  <a:lnTo>
                    <a:pt x="431228" y="39014"/>
                  </a:lnTo>
                  <a:close/>
                </a:path>
                <a:path w="2437765" h="222250">
                  <a:moveTo>
                    <a:pt x="431292" y="20586"/>
                  </a:moveTo>
                  <a:lnTo>
                    <a:pt x="285889" y="19850"/>
                  </a:lnTo>
                  <a:lnTo>
                    <a:pt x="285851" y="29781"/>
                  </a:lnTo>
                  <a:lnTo>
                    <a:pt x="431241" y="30518"/>
                  </a:lnTo>
                  <a:lnTo>
                    <a:pt x="431292" y="20586"/>
                  </a:lnTo>
                  <a:close/>
                </a:path>
                <a:path w="2437765" h="222250">
                  <a:moveTo>
                    <a:pt x="431393" y="1092"/>
                  </a:moveTo>
                  <a:lnTo>
                    <a:pt x="285991" y="342"/>
                  </a:lnTo>
                  <a:lnTo>
                    <a:pt x="285940" y="10985"/>
                  </a:lnTo>
                  <a:lnTo>
                    <a:pt x="431342" y="11722"/>
                  </a:lnTo>
                  <a:lnTo>
                    <a:pt x="431393" y="1092"/>
                  </a:lnTo>
                  <a:close/>
                </a:path>
                <a:path w="2437765" h="222250">
                  <a:moveTo>
                    <a:pt x="585825" y="39471"/>
                  </a:moveTo>
                  <a:lnTo>
                    <a:pt x="559930" y="38976"/>
                  </a:lnTo>
                  <a:lnTo>
                    <a:pt x="559866" y="50685"/>
                  </a:lnTo>
                  <a:lnTo>
                    <a:pt x="580440" y="50787"/>
                  </a:lnTo>
                  <a:lnTo>
                    <a:pt x="582930" y="49733"/>
                  </a:lnTo>
                  <a:lnTo>
                    <a:pt x="585825" y="39471"/>
                  </a:lnTo>
                  <a:close/>
                </a:path>
                <a:path w="2437765" h="222250">
                  <a:moveTo>
                    <a:pt x="593356" y="21412"/>
                  </a:moveTo>
                  <a:lnTo>
                    <a:pt x="593013" y="20358"/>
                  </a:lnTo>
                  <a:lnTo>
                    <a:pt x="560031" y="19824"/>
                  </a:lnTo>
                  <a:lnTo>
                    <a:pt x="559981" y="29400"/>
                  </a:lnTo>
                  <a:lnTo>
                    <a:pt x="588352" y="29552"/>
                  </a:lnTo>
                  <a:lnTo>
                    <a:pt x="592264" y="28511"/>
                  </a:lnTo>
                  <a:lnTo>
                    <a:pt x="591566" y="23888"/>
                  </a:lnTo>
                  <a:lnTo>
                    <a:pt x="593356" y="21412"/>
                  </a:lnTo>
                  <a:close/>
                </a:path>
                <a:path w="2437765" h="222250">
                  <a:moveTo>
                    <a:pt x="605167" y="914"/>
                  </a:moveTo>
                  <a:lnTo>
                    <a:pt x="560133" y="330"/>
                  </a:lnTo>
                  <a:lnTo>
                    <a:pt x="560082" y="10604"/>
                  </a:lnTo>
                  <a:lnTo>
                    <a:pt x="598728" y="10807"/>
                  </a:lnTo>
                  <a:lnTo>
                    <a:pt x="601230" y="8343"/>
                  </a:lnTo>
                  <a:lnTo>
                    <a:pt x="603732" y="4457"/>
                  </a:lnTo>
                  <a:lnTo>
                    <a:pt x="605167" y="914"/>
                  </a:lnTo>
                  <a:close/>
                </a:path>
                <a:path w="2437765" h="222250">
                  <a:moveTo>
                    <a:pt x="809383" y="10109"/>
                  </a:moveTo>
                  <a:lnTo>
                    <a:pt x="807974" y="9398"/>
                  </a:lnTo>
                  <a:lnTo>
                    <a:pt x="803008" y="9728"/>
                  </a:lnTo>
                  <a:lnTo>
                    <a:pt x="797699" y="8280"/>
                  </a:lnTo>
                  <a:lnTo>
                    <a:pt x="793432" y="10388"/>
                  </a:lnTo>
                  <a:lnTo>
                    <a:pt x="799109" y="10414"/>
                  </a:lnTo>
                  <a:lnTo>
                    <a:pt x="804418" y="10795"/>
                  </a:lnTo>
                  <a:lnTo>
                    <a:pt x="809383" y="10109"/>
                  </a:lnTo>
                  <a:close/>
                </a:path>
                <a:path w="2437765" h="222250">
                  <a:moveTo>
                    <a:pt x="855395" y="28790"/>
                  </a:moveTo>
                  <a:lnTo>
                    <a:pt x="852576" y="25590"/>
                  </a:lnTo>
                  <a:lnTo>
                    <a:pt x="845146" y="21285"/>
                  </a:lnTo>
                  <a:lnTo>
                    <a:pt x="782739" y="20256"/>
                  </a:lnTo>
                  <a:lnTo>
                    <a:pt x="760755" y="20497"/>
                  </a:lnTo>
                  <a:lnTo>
                    <a:pt x="755777" y="21894"/>
                  </a:lnTo>
                  <a:lnTo>
                    <a:pt x="751509" y="25425"/>
                  </a:lnTo>
                  <a:lnTo>
                    <a:pt x="747585" y="29298"/>
                  </a:lnTo>
                  <a:lnTo>
                    <a:pt x="801306" y="29933"/>
                  </a:lnTo>
                  <a:lnTo>
                    <a:pt x="828268" y="29921"/>
                  </a:lnTo>
                  <a:lnTo>
                    <a:pt x="855040" y="29502"/>
                  </a:lnTo>
                  <a:lnTo>
                    <a:pt x="855395" y="28790"/>
                  </a:lnTo>
                  <a:close/>
                </a:path>
                <a:path w="2437765" h="222250">
                  <a:moveTo>
                    <a:pt x="875144" y="51231"/>
                  </a:moveTo>
                  <a:lnTo>
                    <a:pt x="873747" y="46609"/>
                  </a:lnTo>
                  <a:lnTo>
                    <a:pt x="870216" y="43764"/>
                  </a:lnTo>
                  <a:lnTo>
                    <a:pt x="867397" y="39839"/>
                  </a:lnTo>
                  <a:lnTo>
                    <a:pt x="830516" y="39306"/>
                  </a:lnTo>
                  <a:lnTo>
                    <a:pt x="736892" y="39179"/>
                  </a:lnTo>
                  <a:lnTo>
                    <a:pt x="732624" y="42341"/>
                  </a:lnTo>
                  <a:lnTo>
                    <a:pt x="727964" y="51193"/>
                  </a:lnTo>
                  <a:lnTo>
                    <a:pt x="815555" y="51993"/>
                  </a:lnTo>
                  <a:lnTo>
                    <a:pt x="871943" y="51930"/>
                  </a:lnTo>
                  <a:lnTo>
                    <a:pt x="875144" y="51231"/>
                  </a:lnTo>
                  <a:close/>
                </a:path>
                <a:path w="2437765" h="222250">
                  <a:moveTo>
                    <a:pt x="1032662" y="39268"/>
                  </a:moveTo>
                  <a:lnTo>
                    <a:pt x="1027696" y="39598"/>
                  </a:lnTo>
                  <a:lnTo>
                    <a:pt x="1021676" y="38506"/>
                  </a:lnTo>
                  <a:lnTo>
                    <a:pt x="1017409" y="40259"/>
                  </a:lnTo>
                  <a:lnTo>
                    <a:pt x="1019492" y="47713"/>
                  </a:lnTo>
                  <a:lnTo>
                    <a:pt x="1019822" y="53746"/>
                  </a:lnTo>
                  <a:lnTo>
                    <a:pt x="1028001" y="49885"/>
                  </a:lnTo>
                  <a:lnTo>
                    <a:pt x="1032598" y="50977"/>
                  </a:lnTo>
                  <a:lnTo>
                    <a:pt x="1032662" y="39268"/>
                  </a:lnTo>
                  <a:close/>
                </a:path>
                <a:path w="2437765" h="222250">
                  <a:moveTo>
                    <a:pt x="1034491" y="28994"/>
                  </a:moveTo>
                  <a:lnTo>
                    <a:pt x="1032738" y="23660"/>
                  </a:lnTo>
                  <a:lnTo>
                    <a:pt x="1033818" y="21183"/>
                  </a:lnTo>
                  <a:lnTo>
                    <a:pt x="1026020" y="20447"/>
                  </a:lnTo>
                  <a:lnTo>
                    <a:pt x="1017511" y="20040"/>
                  </a:lnTo>
                  <a:lnTo>
                    <a:pt x="1010056" y="21069"/>
                  </a:lnTo>
                  <a:lnTo>
                    <a:pt x="1010754" y="23914"/>
                  </a:lnTo>
                  <a:lnTo>
                    <a:pt x="1011809" y="26746"/>
                  </a:lnTo>
                  <a:lnTo>
                    <a:pt x="1013206" y="29235"/>
                  </a:lnTo>
                  <a:lnTo>
                    <a:pt x="1030935" y="30035"/>
                  </a:lnTo>
                  <a:lnTo>
                    <a:pt x="1034491" y="28994"/>
                  </a:lnTo>
                  <a:close/>
                </a:path>
                <a:path w="2437765" h="222250">
                  <a:moveTo>
                    <a:pt x="1040307" y="1003"/>
                  </a:moveTo>
                  <a:lnTo>
                    <a:pt x="1029474" y="1028"/>
                  </a:lnTo>
                  <a:lnTo>
                    <a:pt x="1018540" y="901"/>
                  </a:lnTo>
                  <a:lnTo>
                    <a:pt x="1007935" y="1054"/>
                  </a:lnTo>
                  <a:lnTo>
                    <a:pt x="998105" y="1854"/>
                  </a:lnTo>
                  <a:lnTo>
                    <a:pt x="1000213" y="4711"/>
                  </a:lnTo>
                  <a:lnTo>
                    <a:pt x="1001610" y="7899"/>
                  </a:lnTo>
                  <a:lnTo>
                    <a:pt x="1004087" y="10756"/>
                  </a:lnTo>
                  <a:lnTo>
                    <a:pt x="1037056" y="10566"/>
                  </a:lnTo>
                  <a:lnTo>
                    <a:pt x="1040282" y="4203"/>
                  </a:lnTo>
                  <a:lnTo>
                    <a:pt x="1040307" y="1003"/>
                  </a:lnTo>
                  <a:close/>
                </a:path>
                <a:path w="2437765" h="222250">
                  <a:moveTo>
                    <a:pt x="1248079" y="10223"/>
                  </a:moveTo>
                  <a:lnTo>
                    <a:pt x="1241920" y="7429"/>
                  </a:lnTo>
                  <a:lnTo>
                    <a:pt x="1235189" y="5816"/>
                  </a:lnTo>
                  <a:lnTo>
                    <a:pt x="1227988" y="5143"/>
                  </a:lnTo>
                  <a:lnTo>
                    <a:pt x="1220431" y="5118"/>
                  </a:lnTo>
                  <a:lnTo>
                    <a:pt x="1212989" y="6502"/>
                  </a:lnTo>
                  <a:lnTo>
                    <a:pt x="1204468" y="6819"/>
                  </a:lnTo>
                  <a:lnTo>
                    <a:pt x="1198422" y="10325"/>
                  </a:lnTo>
                  <a:lnTo>
                    <a:pt x="1210614" y="10642"/>
                  </a:lnTo>
                  <a:lnTo>
                    <a:pt x="1223111" y="10820"/>
                  </a:lnTo>
                  <a:lnTo>
                    <a:pt x="1235671" y="10731"/>
                  </a:lnTo>
                  <a:lnTo>
                    <a:pt x="1248079" y="10223"/>
                  </a:lnTo>
                  <a:close/>
                </a:path>
                <a:path w="2437765" h="222250">
                  <a:moveTo>
                    <a:pt x="1273517" y="29146"/>
                  </a:moveTo>
                  <a:lnTo>
                    <a:pt x="1271752" y="25946"/>
                  </a:lnTo>
                  <a:lnTo>
                    <a:pt x="1265047" y="20243"/>
                  </a:lnTo>
                  <a:lnTo>
                    <a:pt x="1244815" y="20408"/>
                  </a:lnTo>
                  <a:lnTo>
                    <a:pt x="1203845" y="20332"/>
                  </a:lnTo>
                  <a:lnTo>
                    <a:pt x="1183830" y="20891"/>
                  </a:lnTo>
                  <a:lnTo>
                    <a:pt x="1183462" y="23723"/>
                  </a:lnTo>
                  <a:lnTo>
                    <a:pt x="1180973" y="26555"/>
                  </a:lnTo>
                  <a:lnTo>
                    <a:pt x="1182725" y="29400"/>
                  </a:lnTo>
                  <a:lnTo>
                    <a:pt x="1205877" y="29705"/>
                  </a:lnTo>
                  <a:lnTo>
                    <a:pt x="1228382" y="29806"/>
                  </a:lnTo>
                  <a:lnTo>
                    <a:pt x="1250746" y="29654"/>
                  </a:lnTo>
                  <a:lnTo>
                    <a:pt x="1273517" y="29146"/>
                  </a:lnTo>
                  <a:close/>
                </a:path>
                <a:path w="2437765" h="222250">
                  <a:moveTo>
                    <a:pt x="1463878" y="43243"/>
                  </a:moveTo>
                  <a:lnTo>
                    <a:pt x="1463548" y="39700"/>
                  </a:lnTo>
                  <a:lnTo>
                    <a:pt x="1446174" y="39255"/>
                  </a:lnTo>
                  <a:lnTo>
                    <a:pt x="1442262" y="41008"/>
                  </a:lnTo>
                  <a:lnTo>
                    <a:pt x="1449324" y="45656"/>
                  </a:lnTo>
                  <a:lnTo>
                    <a:pt x="1444002" y="47053"/>
                  </a:lnTo>
                  <a:lnTo>
                    <a:pt x="1285494" y="45885"/>
                  </a:lnTo>
                  <a:lnTo>
                    <a:pt x="1282319" y="39484"/>
                  </a:lnTo>
                  <a:lnTo>
                    <a:pt x="1188694" y="39357"/>
                  </a:lnTo>
                  <a:lnTo>
                    <a:pt x="1459230" y="51384"/>
                  </a:lnTo>
                  <a:lnTo>
                    <a:pt x="1461008" y="50330"/>
                  </a:lnTo>
                  <a:lnTo>
                    <a:pt x="1462087" y="46786"/>
                  </a:lnTo>
                  <a:lnTo>
                    <a:pt x="1463878" y="43243"/>
                  </a:lnTo>
                  <a:close/>
                </a:path>
                <a:path w="2437765" h="222250">
                  <a:moveTo>
                    <a:pt x="1471079" y="21297"/>
                  </a:moveTo>
                  <a:lnTo>
                    <a:pt x="1462087" y="20815"/>
                  </a:lnTo>
                  <a:lnTo>
                    <a:pt x="1452905" y="20586"/>
                  </a:lnTo>
                  <a:lnTo>
                    <a:pt x="1443850" y="20764"/>
                  </a:lnTo>
                  <a:lnTo>
                    <a:pt x="1435265" y="21463"/>
                  </a:lnTo>
                  <a:lnTo>
                    <a:pt x="1439481" y="29641"/>
                  </a:lnTo>
                  <a:lnTo>
                    <a:pt x="1446745" y="29933"/>
                  </a:lnTo>
                  <a:lnTo>
                    <a:pt x="1453794" y="30073"/>
                  </a:lnTo>
                  <a:lnTo>
                    <a:pt x="1460766" y="29959"/>
                  </a:lnTo>
                  <a:lnTo>
                    <a:pt x="1467853" y="29438"/>
                  </a:lnTo>
                  <a:lnTo>
                    <a:pt x="1471079" y="21297"/>
                  </a:lnTo>
                  <a:close/>
                </a:path>
                <a:path w="2437765" h="222250">
                  <a:moveTo>
                    <a:pt x="1481823" y="1485"/>
                  </a:moveTo>
                  <a:lnTo>
                    <a:pt x="1452562" y="952"/>
                  </a:lnTo>
                  <a:lnTo>
                    <a:pt x="1437843" y="927"/>
                  </a:lnTo>
                  <a:lnTo>
                    <a:pt x="1423314" y="1193"/>
                  </a:lnTo>
                  <a:lnTo>
                    <a:pt x="1424355" y="4737"/>
                  </a:lnTo>
                  <a:lnTo>
                    <a:pt x="1426819" y="7594"/>
                  </a:lnTo>
                  <a:lnTo>
                    <a:pt x="1428940" y="10795"/>
                  </a:lnTo>
                  <a:lnTo>
                    <a:pt x="1476806" y="11036"/>
                  </a:lnTo>
                  <a:lnTo>
                    <a:pt x="1481455" y="5041"/>
                  </a:lnTo>
                  <a:lnTo>
                    <a:pt x="1481823" y="1485"/>
                  </a:lnTo>
                  <a:close/>
                </a:path>
                <a:path w="2437765" h="222250">
                  <a:moveTo>
                    <a:pt x="1683562" y="10325"/>
                  </a:moveTo>
                  <a:lnTo>
                    <a:pt x="1682153" y="9969"/>
                  </a:lnTo>
                  <a:lnTo>
                    <a:pt x="1677543" y="9588"/>
                  </a:lnTo>
                  <a:lnTo>
                    <a:pt x="1671167" y="8483"/>
                  </a:lnTo>
                  <a:lnTo>
                    <a:pt x="1666900" y="10591"/>
                  </a:lnTo>
                  <a:lnTo>
                    <a:pt x="1672221" y="10972"/>
                  </a:lnTo>
                  <a:lnTo>
                    <a:pt x="1678241" y="11366"/>
                  </a:lnTo>
                  <a:lnTo>
                    <a:pt x="1683562" y="10325"/>
                  </a:lnTo>
                  <a:close/>
                </a:path>
                <a:path w="2437765" h="222250">
                  <a:moveTo>
                    <a:pt x="1727809" y="27216"/>
                  </a:moveTo>
                  <a:lnTo>
                    <a:pt x="1723567" y="26492"/>
                  </a:lnTo>
                  <a:lnTo>
                    <a:pt x="1722145" y="24358"/>
                  </a:lnTo>
                  <a:lnTo>
                    <a:pt x="1716493" y="20777"/>
                  </a:lnTo>
                  <a:lnTo>
                    <a:pt x="1696199" y="20586"/>
                  </a:lnTo>
                  <a:lnTo>
                    <a:pt x="1633867" y="20713"/>
                  </a:lnTo>
                  <a:lnTo>
                    <a:pt x="1629600" y="23164"/>
                  </a:lnTo>
                  <a:lnTo>
                    <a:pt x="1625333" y="25984"/>
                  </a:lnTo>
                  <a:lnTo>
                    <a:pt x="1621764" y="29514"/>
                  </a:lnTo>
                  <a:lnTo>
                    <a:pt x="1622120" y="29870"/>
                  </a:lnTo>
                  <a:lnTo>
                    <a:pt x="1727441" y="30416"/>
                  </a:lnTo>
                  <a:lnTo>
                    <a:pt x="1727809" y="27216"/>
                  </a:lnTo>
                  <a:close/>
                </a:path>
                <a:path w="2437765" h="222250">
                  <a:moveTo>
                    <a:pt x="1747189" y="52146"/>
                  </a:moveTo>
                  <a:lnTo>
                    <a:pt x="1745792" y="47523"/>
                  </a:lnTo>
                  <a:lnTo>
                    <a:pt x="1738731" y="40043"/>
                  </a:lnTo>
                  <a:lnTo>
                    <a:pt x="1611439" y="39039"/>
                  </a:lnTo>
                  <a:lnTo>
                    <a:pt x="1611426" y="39751"/>
                  </a:lnTo>
                  <a:lnTo>
                    <a:pt x="1608226" y="42570"/>
                  </a:lnTo>
                  <a:lnTo>
                    <a:pt x="1605013" y="46812"/>
                  </a:lnTo>
                  <a:lnTo>
                    <a:pt x="1603565" y="51054"/>
                  </a:lnTo>
                  <a:lnTo>
                    <a:pt x="1747189" y="52146"/>
                  </a:lnTo>
                  <a:close/>
                </a:path>
                <a:path w="2437765" h="222250">
                  <a:moveTo>
                    <a:pt x="1890014" y="736"/>
                  </a:moveTo>
                  <a:lnTo>
                    <a:pt x="1881771" y="1016"/>
                  </a:lnTo>
                  <a:lnTo>
                    <a:pt x="1873605" y="749"/>
                  </a:lnTo>
                  <a:lnTo>
                    <a:pt x="1865566" y="622"/>
                  </a:lnTo>
                  <a:lnTo>
                    <a:pt x="1857743" y="1282"/>
                  </a:lnTo>
                  <a:lnTo>
                    <a:pt x="1863013" y="10541"/>
                  </a:lnTo>
                  <a:lnTo>
                    <a:pt x="1889963" y="11023"/>
                  </a:lnTo>
                  <a:lnTo>
                    <a:pt x="1890014" y="736"/>
                  </a:lnTo>
                  <a:close/>
                </a:path>
                <a:path w="2437765" h="222250">
                  <a:moveTo>
                    <a:pt x="1890166" y="39395"/>
                  </a:moveTo>
                  <a:lnTo>
                    <a:pt x="1885569" y="39370"/>
                  </a:lnTo>
                  <a:lnTo>
                    <a:pt x="1881314" y="39712"/>
                  </a:lnTo>
                  <a:lnTo>
                    <a:pt x="1877047" y="39687"/>
                  </a:lnTo>
                  <a:lnTo>
                    <a:pt x="1876679" y="42519"/>
                  </a:lnTo>
                  <a:lnTo>
                    <a:pt x="1878444" y="45364"/>
                  </a:lnTo>
                  <a:lnTo>
                    <a:pt x="1878418" y="48209"/>
                  </a:lnTo>
                  <a:lnTo>
                    <a:pt x="1879460" y="53530"/>
                  </a:lnTo>
                  <a:lnTo>
                    <a:pt x="1886216" y="50012"/>
                  </a:lnTo>
                  <a:lnTo>
                    <a:pt x="1890115" y="51104"/>
                  </a:lnTo>
                  <a:lnTo>
                    <a:pt x="1890166" y="39395"/>
                  </a:lnTo>
                  <a:close/>
                </a:path>
                <a:path w="2437765" h="222250">
                  <a:moveTo>
                    <a:pt x="1890268" y="20612"/>
                  </a:moveTo>
                  <a:lnTo>
                    <a:pt x="1870405" y="20497"/>
                  </a:lnTo>
                  <a:lnTo>
                    <a:pt x="1868982" y="21551"/>
                  </a:lnTo>
                  <a:lnTo>
                    <a:pt x="1870036" y="24396"/>
                  </a:lnTo>
                  <a:lnTo>
                    <a:pt x="1870379" y="27597"/>
                  </a:lnTo>
                  <a:lnTo>
                    <a:pt x="1872843" y="29730"/>
                  </a:lnTo>
                  <a:lnTo>
                    <a:pt x="1890229" y="29819"/>
                  </a:lnTo>
                  <a:lnTo>
                    <a:pt x="1890268" y="20612"/>
                  </a:lnTo>
                  <a:close/>
                </a:path>
                <a:path w="2437765" h="222250">
                  <a:moveTo>
                    <a:pt x="2158987" y="39712"/>
                  </a:moveTo>
                  <a:lnTo>
                    <a:pt x="2022094" y="39001"/>
                  </a:lnTo>
                  <a:lnTo>
                    <a:pt x="2022043" y="51066"/>
                  </a:lnTo>
                  <a:lnTo>
                    <a:pt x="2158923" y="51765"/>
                  </a:lnTo>
                  <a:lnTo>
                    <a:pt x="2158987" y="39712"/>
                  </a:lnTo>
                  <a:close/>
                </a:path>
                <a:path w="2437765" h="222250">
                  <a:moveTo>
                    <a:pt x="2159089" y="20916"/>
                  </a:moveTo>
                  <a:lnTo>
                    <a:pt x="2022195" y="20218"/>
                  </a:lnTo>
                  <a:lnTo>
                    <a:pt x="2022144" y="29781"/>
                  </a:lnTo>
                  <a:lnTo>
                    <a:pt x="2159038" y="30492"/>
                  </a:lnTo>
                  <a:lnTo>
                    <a:pt x="2159089" y="20916"/>
                  </a:lnTo>
                  <a:close/>
                </a:path>
                <a:path w="2437765" h="222250">
                  <a:moveTo>
                    <a:pt x="2159190" y="698"/>
                  </a:moveTo>
                  <a:lnTo>
                    <a:pt x="2022297" y="0"/>
                  </a:lnTo>
                  <a:lnTo>
                    <a:pt x="2022246" y="11353"/>
                  </a:lnTo>
                  <a:lnTo>
                    <a:pt x="2159127" y="12052"/>
                  </a:lnTo>
                  <a:lnTo>
                    <a:pt x="2159190" y="698"/>
                  </a:lnTo>
                  <a:close/>
                </a:path>
                <a:path w="2437765" h="222250">
                  <a:moveTo>
                    <a:pt x="2399093" y="105130"/>
                  </a:moveTo>
                  <a:lnTo>
                    <a:pt x="2385580" y="69291"/>
                  </a:lnTo>
                  <a:lnTo>
                    <a:pt x="2355773" y="45326"/>
                  </a:lnTo>
                  <a:lnTo>
                    <a:pt x="2326856" y="39738"/>
                  </a:lnTo>
                  <a:lnTo>
                    <a:pt x="2311069" y="39966"/>
                  </a:lnTo>
                  <a:lnTo>
                    <a:pt x="2295525" y="39700"/>
                  </a:lnTo>
                  <a:lnTo>
                    <a:pt x="2295461" y="51396"/>
                  </a:lnTo>
                  <a:lnTo>
                    <a:pt x="2309736" y="51638"/>
                  </a:lnTo>
                  <a:lnTo>
                    <a:pt x="2324316" y="51282"/>
                  </a:lnTo>
                  <a:lnTo>
                    <a:pt x="2338286" y="52120"/>
                  </a:lnTo>
                  <a:lnTo>
                    <a:pt x="2373846" y="73748"/>
                  </a:lnTo>
                  <a:lnTo>
                    <a:pt x="2386546" y="116827"/>
                  </a:lnTo>
                  <a:lnTo>
                    <a:pt x="2382990" y="132930"/>
                  </a:lnTo>
                  <a:lnTo>
                    <a:pt x="2348192" y="166903"/>
                  </a:lnTo>
                  <a:lnTo>
                    <a:pt x="2313711" y="170726"/>
                  </a:lnTo>
                  <a:lnTo>
                    <a:pt x="2295563" y="170561"/>
                  </a:lnTo>
                  <a:lnTo>
                    <a:pt x="2295499" y="182257"/>
                  </a:lnTo>
                  <a:lnTo>
                    <a:pt x="2341842" y="180949"/>
                  </a:lnTo>
                  <a:lnTo>
                    <a:pt x="2383129" y="155816"/>
                  </a:lnTo>
                  <a:lnTo>
                    <a:pt x="2398191" y="123380"/>
                  </a:lnTo>
                  <a:lnTo>
                    <a:pt x="2399093" y="105130"/>
                  </a:lnTo>
                  <a:close/>
                </a:path>
                <a:path w="2437765" h="222250">
                  <a:moveTo>
                    <a:pt x="2417559" y="101676"/>
                  </a:moveTo>
                  <a:lnTo>
                    <a:pt x="2398598" y="55168"/>
                  </a:lnTo>
                  <a:lnTo>
                    <a:pt x="2358009" y="25831"/>
                  </a:lnTo>
                  <a:lnTo>
                    <a:pt x="2327884" y="20802"/>
                  </a:lnTo>
                  <a:lnTo>
                    <a:pt x="2311743" y="20815"/>
                  </a:lnTo>
                  <a:lnTo>
                    <a:pt x="2295626" y="20548"/>
                  </a:lnTo>
                  <a:lnTo>
                    <a:pt x="2295575" y="30480"/>
                  </a:lnTo>
                  <a:lnTo>
                    <a:pt x="2320747" y="30518"/>
                  </a:lnTo>
                  <a:lnTo>
                    <a:pt x="2333066" y="30873"/>
                  </a:lnTo>
                  <a:lnTo>
                    <a:pt x="2382075" y="51219"/>
                  </a:lnTo>
                  <a:lnTo>
                    <a:pt x="2404859" y="86715"/>
                  </a:lnTo>
                  <a:lnTo>
                    <a:pt x="2408237" y="110578"/>
                  </a:lnTo>
                  <a:lnTo>
                    <a:pt x="2405011" y="134061"/>
                  </a:lnTo>
                  <a:lnTo>
                    <a:pt x="2379954" y="172758"/>
                  </a:lnTo>
                  <a:lnTo>
                    <a:pt x="2341118" y="190296"/>
                  </a:lnTo>
                  <a:lnTo>
                    <a:pt x="2318804" y="192201"/>
                  </a:lnTo>
                  <a:lnTo>
                    <a:pt x="2295448" y="191833"/>
                  </a:lnTo>
                  <a:lnTo>
                    <a:pt x="2295398" y="201409"/>
                  </a:lnTo>
                  <a:lnTo>
                    <a:pt x="2334145" y="200812"/>
                  </a:lnTo>
                  <a:lnTo>
                    <a:pt x="2391537" y="175107"/>
                  </a:lnTo>
                  <a:lnTo>
                    <a:pt x="2416314" y="128803"/>
                  </a:lnTo>
                  <a:lnTo>
                    <a:pt x="2417559" y="101676"/>
                  </a:lnTo>
                  <a:close/>
                </a:path>
                <a:path w="2437765" h="222250">
                  <a:moveTo>
                    <a:pt x="2437371" y="126123"/>
                  </a:moveTo>
                  <a:lnTo>
                    <a:pt x="2428621" y="65341"/>
                  </a:lnTo>
                  <a:lnTo>
                    <a:pt x="2388743" y="19113"/>
                  </a:lnTo>
                  <a:lnTo>
                    <a:pt x="2346325" y="2603"/>
                  </a:lnTo>
                  <a:lnTo>
                    <a:pt x="2295715" y="1041"/>
                  </a:lnTo>
                  <a:lnTo>
                    <a:pt x="2295664" y="11684"/>
                  </a:lnTo>
                  <a:lnTo>
                    <a:pt x="2328646" y="11849"/>
                  </a:lnTo>
                  <a:lnTo>
                    <a:pt x="2350249" y="14046"/>
                  </a:lnTo>
                  <a:lnTo>
                    <a:pt x="2388082" y="31559"/>
                  </a:lnTo>
                  <a:lnTo>
                    <a:pt x="2414117" y="61239"/>
                  </a:lnTo>
                  <a:lnTo>
                    <a:pt x="2420874" y="77216"/>
                  </a:lnTo>
                  <a:lnTo>
                    <a:pt x="2422982" y="80073"/>
                  </a:lnTo>
                  <a:lnTo>
                    <a:pt x="2423680" y="83972"/>
                  </a:lnTo>
                  <a:lnTo>
                    <a:pt x="2424722" y="87884"/>
                  </a:lnTo>
                  <a:lnTo>
                    <a:pt x="2427059" y="118427"/>
                  </a:lnTo>
                  <a:lnTo>
                    <a:pt x="2405570" y="173012"/>
                  </a:lnTo>
                  <a:lnTo>
                    <a:pt x="2363508" y="204254"/>
                  </a:lnTo>
                  <a:lnTo>
                    <a:pt x="2319210" y="211035"/>
                  </a:lnTo>
                  <a:lnTo>
                    <a:pt x="2295360" y="210629"/>
                  </a:lnTo>
                  <a:lnTo>
                    <a:pt x="2295296" y="221983"/>
                  </a:lnTo>
                  <a:lnTo>
                    <a:pt x="2346680" y="219659"/>
                  </a:lnTo>
                  <a:lnTo>
                    <a:pt x="2388311" y="203657"/>
                  </a:lnTo>
                  <a:lnTo>
                    <a:pt x="2428887" y="155816"/>
                  </a:lnTo>
                  <a:lnTo>
                    <a:pt x="2437371" y="1261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E8AAE449-D263-F4D5-1D78-4718802608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5477" y="537095"/>
              <a:ext cx="114831" cy="143179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F32F4EF9-4E12-A49B-BCE4-8FAC0EA57A3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52405" y="558584"/>
              <a:ext cx="81980" cy="100533"/>
            </a:xfrm>
            <a:prstGeom prst="rect">
              <a:avLst/>
            </a:prstGeom>
          </p:spPr>
        </p:pic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676DD526-80B6-D9D9-972C-0EEDE30A61D4}"/>
                </a:ext>
              </a:extLst>
            </p:cNvPr>
            <p:cNvSpPr/>
            <p:nvPr/>
          </p:nvSpPr>
          <p:spPr>
            <a:xfrm>
              <a:off x="8143189" y="557504"/>
              <a:ext cx="1872614" cy="15240"/>
            </a:xfrm>
            <a:custGeom>
              <a:avLst/>
              <a:gdLst/>
              <a:ahLst/>
              <a:cxnLst/>
              <a:rect l="l" t="t" r="r" b="b"/>
              <a:pathLst>
                <a:path w="1872615" h="15240">
                  <a:moveTo>
                    <a:pt x="144691" y="1130"/>
                  </a:moveTo>
                  <a:lnTo>
                    <a:pt x="0" y="393"/>
                  </a:lnTo>
                  <a:lnTo>
                    <a:pt x="330" y="3937"/>
                  </a:lnTo>
                  <a:lnTo>
                    <a:pt x="144678" y="4673"/>
                  </a:lnTo>
                  <a:lnTo>
                    <a:pt x="144691" y="1130"/>
                  </a:lnTo>
                  <a:close/>
                </a:path>
                <a:path w="1872615" h="15240">
                  <a:moveTo>
                    <a:pt x="293636" y="1892"/>
                  </a:moveTo>
                  <a:lnTo>
                    <a:pt x="292925" y="825"/>
                  </a:lnTo>
                  <a:lnTo>
                    <a:pt x="273431" y="723"/>
                  </a:lnTo>
                  <a:lnTo>
                    <a:pt x="273367" y="12420"/>
                  </a:lnTo>
                  <a:lnTo>
                    <a:pt x="279400" y="12458"/>
                  </a:lnTo>
                  <a:lnTo>
                    <a:pt x="286131" y="12839"/>
                  </a:lnTo>
                  <a:lnTo>
                    <a:pt x="291807" y="12166"/>
                  </a:lnTo>
                  <a:lnTo>
                    <a:pt x="293636" y="1892"/>
                  </a:lnTo>
                  <a:close/>
                </a:path>
                <a:path w="1872615" h="15240">
                  <a:moveTo>
                    <a:pt x="598919" y="12319"/>
                  </a:moveTo>
                  <a:lnTo>
                    <a:pt x="598589" y="8420"/>
                  </a:lnTo>
                  <a:lnTo>
                    <a:pt x="596468" y="5562"/>
                  </a:lnTo>
                  <a:lnTo>
                    <a:pt x="594715" y="2006"/>
                  </a:lnTo>
                  <a:lnTo>
                    <a:pt x="436562" y="850"/>
                  </a:lnTo>
                  <a:lnTo>
                    <a:pt x="435127" y="1905"/>
                  </a:lnTo>
                  <a:lnTo>
                    <a:pt x="433692" y="5092"/>
                  </a:lnTo>
                  <a:lnTo>
                    <a:pt x="431203" y="8623"/>
                  </a:lnTo>
                  <a:lnTo>
                    <a:pt x="431888" y="12166"/>
                  </a:lnTo>
                  <a:lnTo>
                    <a:pt x="597496" y="13373"/>
                  </a:lnTo>
                  <a:lnTo>
                    <a:pt x="598919" y="12319"/>
                  </a:lnTo>
                  <a:close/>
                </a:path>
                <a:path w="1872615" h="15240">
                  <a:moveTo>
                    <a:pt x="748957" y="9182"/>
                  </a:moveTo>
                  <a:lnTo>
                    <a:pt x="747903" y="6337"/>
                  </a:lnTo>
                  <a:lnTo>
                    <a:pt x="747560" y="3505"/>
                  </a:lnTo>
                  <a:lnTo>
                    <a:pt x="746506" y="1371"/>
                  </a:lnTo>
                  <a:lnTo>
                    <a:pt x="743318" y="990"/>
                  </a:lnTo>
                  <a:lnTo>
                    <a:pt x="740486" y="622"/>
                  </a:lnTo>
                  <a:lnTo>
                    <a:pt x="736930" y="1676"/>
                  </a:lnTo>
                  <a:lnTo>
                    <a:pt x="736892" y="9118"/>
                  </a:lnTo>
                  <a:lnTo>
                    <a:pt x="738657" y="12319"/>
                  </a:lnTo>
                  <a:lnTo>
                    <a:pt x="741845" y="13042"/>
                  </a:lnTo>
                  <a:lnTo>
                    <a:pt x="745744" y="13068"/>
                  </a:lnTo>
                  <a:lnTo>
                    <a:pt x="748931" y="12014"/>
                  </a:lnTo>
                  <a:lnTo>
                    <a:pt x="748957" y="9182"/>
                  </a:lnTo>
                  <a:close/>
                </a:path>
                <a:path w="1872615" h="15240">
                  <a:moveTo>
                    <a:pt x="1172400" y="5664"/>
                  </a:moveTo>
                  <a:lnTo>
                    <a:pt x="1172070" y="1765"/>
                  </a:lnTo>
                  <a:lnTo>
                    <a:pt x="1056106" y="469"/>
                  </a:lnTo>
                  <a:lnTo>
                    <a:pt x="992987" y="1562"/>
                  </a:lnTo>
                  <a:lnTo>
                    <a:pt x="1009256" y="4305"/>
                  </a:lnTo>
                  <a:lnTo>
                    <a:pt x="1025042" y="6515"/>
                  </a:lnTo>
                  <a:lnTo>
                    <a:pt x="1040815" y="8991"/>
                  </a:lnTo>
                  <a:lnTo>
                    <a:pt x="1056398" y="12522"/>
                  </a:lnTo>
                  <a:lnTo>
                    <a:pt x="1169530" y="13462"/>
                  </a:lnTo>
                  <a:lnTo>
                    <a:pt x="1172400" y="5664"/>
                  </a:lnTo>
                  <a:close/>
                </a:path>
                <a:path w="1872615" h="15240">
                  <a:moveTo>
                    <a:pt x="1604022" y="1143"/>
                  </a:moveTo>
                  <a:lnTo>
                    <a:pt x="1601190" y="1485"/>
                  </a:lnTo>
                  <a:lnTo>
                    <a:pt x="1598345" y="762"/>
                  </a:lnTo>
                  <a:lnTo>
                    <a:pt x="1595856" y="1803"/>
                  </a:lnTo>
                  <a:lnTo>
                    <a:pt x="1595843" y="5003"/>
                  </a:lnTo>
                  <a:lnTo>
                    <a:pt x="1597952" y="8204"/>
                  </a:lnTo>
                  <a:lnTo>
                    <a:pt x="1596872" y="11036"/>
                  </a:lnTo>
                  <a:lnTo>
                    <a:pt x="1470621" y="10388"/>
                  </a:lnTo>
                  <a:lnTo>
                    <a:pt x="1466075" y="1498"/>
                  </a:lnTo>
                  <a:lnTo>
                    <a:pt x="1312519" y="0"/>
                  </a:lnTo>
                  <a:lnTo>
                    <a:pt x="1309662" y="3187"/>
                  </a:lnTo>
                  <a:lnTo>
                    <a:pt x="1307515" y="8140"/>
                  </a:lnTo>
                  <a:lnTo>
                    <a:pt x="1306779" y="12738"/>
                  </a:lnTo>
                  <a:lnTo>
                    <a:pt x="1603946" y="14617"/>
                  </a:lnTo>
                  <a:lnTo>
                    <a:pt x="1604022" y="1143"/>
                  </a:lnTo>
                  <a:close/>
                </a:path>
                <a:path w="1872615" h="15240">
                  <a:moveTo>
                    <a:pt x="1872475" y="1447"/>
                  </a:moveTo>
                  <a:lnTo>
                    <a:pt x="1735950" y="749"/>
                  </a:lnTo>
                  <a:lnTo>
                    <a:pt x="1735937" y="4292"/>
                  </a:lnTo>
                  <a:lnTo>
                    <a:pt x="1872462" y="4991"/>
                  </a:lnTo>
                  <a:lnTo>
                    <a:pt x="1872475" y="1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705E43EF-7F80-C4EF-028A-38CB0EFD5A9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6784" y="557314"/>
              <a:ext cx="93409" cy="101703"/>
            </a:xfrm>
            <a:prstGeom prst="rect">
              <a:avLst/>
            </a:prstGeom>
          </p:spPr>
        </p:pic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18285B0B-EB22-952E-4E82-A4645C0C8818}"/>
                </a:ext>
              </a:extLst>
            </p:cNvPr>
            <p:cNvSpPr/>
            <p:nvPr/>
          </p:nvSpPr>
          <p:spPr>
            <a:xfrm>
              <a:off x="7937729" y="578383"/>
              <a:ext cx="2275840" cy="163830"/>
            </a:xfrm>
            <a:custGeom>
              <a:avLst/>
              <a:gdLst/>
              <a:ahLst/>
              <a:cxnLst/>
              <a:rect l="l" t="t" r="r" b="b"/>
              <a:pathLst>
                <a:path w="2275840" h="163829">
                  <a:moveTo>
                    <a:pt x="72364" y="1168"/>
                  </a:moveTo>
                  <a:lnTo>
                    <a:pt x="24841" y="927"/>
                  </a:lnTo>
                  <a:lnTo>
                    <a:pt x="20942" y="1968"/>
                  </a:lnTo>
                  <a:lnTo>
                    <a:pt x="17373" y="4089"/>
                  </a:lnTo>
                  <a:lnTo>
                    <a:pt x="13830" y="5486"/>
                  </a:lnTo>
                  <a:lnTo>
                    <a:pt x="6997" y="11595"/>
                  </a:lnTo>
                  <a:lnTo>
                    <a:pt x="2273" y="19126"/>
                  </a:lnTo>
                  <a:lnTo>
                    <a:pt x="0" y="27800"/>
                  </a:lnTo>
                  <a:lnTo>
                    <a:pt x="546" y="37325"/>
                  </a:lnTo>
                  <a:lnTo>
                    <a:pt x="72072" y="59334"/>
                  </a:lnTo>
                  <a:lnTo>
                    <a:pt x="72136" y="45148"/>
                  </a:lnTo>
                  <a:lnTo>
                    <a:pt x="23202" y="44538"/>
                  </a:lnTo>
                  <a:lnTo>
                    <a:pt x="17538" y="42379"/>
                  </a:lnTo>
                  <a:lnTo>
                    <a:pt x="14376" y="36690"/>
                  </a:lnTo>
                  <a:lnTo>
                    <a:pt x="13690" y="31013"/>
                  </a:lnTo>
                  <a:lnTo>
                    <a:pt x="14071" y="25349"/>
                  </a:lnTo>
                  <a:lnTo>
                    <a:pt x="16598" y="18618"/>
                  </a:lnTo>
                  <a:lnTo>
                    <a:pt x="22631" y="16522"/>
                  </a:lnTo>
                  <a:lnTo>
                    <a:pt x="72288" y="16421"/>
                  </a:lnTo>
                  <a:lnTo>
                    <a:pt x="72364" y="1168"/>
                  </a:lnTo>
                  <a:close/>
                </a:path>
                <a:path w="2275840" h="163829">
                  <a:moveTo>
                    <a:pt x="349389" y="129908"/>
                  </a:moveTo>
                  <a:lnTo>
                    <a:pt x="206819" y="129171"/>
                  </a:lnTo>
                  <a:lnTo>
                    <a:pt x="206768" y="140881"/>
                  </a:lnTo>
                  <a:lnTo>
                    <a:pt x="349326" y="141605"/>
                  </a:lnTo>
                  <a:lnTo>
                    <a:pt x="349389" y="129908"/>
                  </a:lnTo>
                  <a:close/>
                </a:path>
                <a:path w="2275840" h="163829">
                  <a:moveTo>
                    <a:pt x="349478" y="111112"/>
                  </a:moveTo>
                  <a:lnTo>
                    <a:pt x="206921" y="110375"/>
                  </a:lnTo>
                  <a:lnTo>
                    <a:pt x="206870" y="120307"/>
                  </a:lnTo>
                  <a:lnTo>
                    <a:pt x="349427" y="121031"/>
                  </a:lnTo>
                  <a:lnTo>
                    <a:pt x="349478" y="111112"/>
                  </a:lnTo>
                  <a:close/>
                </a:path>
                <a:path w="2275840" h="163829">
                  <a:moveTo>
                    <a:pt x="349592" y="89827"/>
                  </a:moveTo>
                  <a:lnTo>
                    <a:pt x="207035" y="89103"/>
                  </a:lnTo>
                  <a:lnTo>
                    <a:pt x="206971" y="101511"/>
                  </a:lnTo>
                  <a:lnTo>
                    <a:pt x="349529" y="102247"/>
                  </a:lnTo>
                  <a:lnTo>
                    <a:pt x="349592" y="89827"/>
                  </a:lnTo>
                  <a:close/>
                </a:path>
                <a:path w="2275840" h="163829">
                  <a:moveTo>
                    <a:pt x="349643" y="149758"/>
                  </a:moveTo>
                  <a:lnTo>
                    <a:pt x="206717" y="149034"/>
                  </a:lnTo>
                  <a:lnTo>
                    <a:pt x="206654" y="162153"/>
                  </a:lnTo>
                  <a:lnTo>
                    <a:pt x="349567" y="162877"/>
                  </a:lnTo>
                  <a:lnTo>
                    <a:pt x="349643" y="149758"/>
                  </a:lnTo>
                  <a:close/>
                </a:path>
                <a:path w="2275840" h="163829">
                  <a:moveTo>
                    <a:pt x="349669" y="75285"/>
                  </a:moveTo>
                  <a:lnTo>
                    <a:pt x="207098" y="74561"/>
                  </a:lnTo>
                  <a:lnTo>
                    <a:pt x="207073" y="80238"/>
                  </a:lnTo>
                  <a:lnTo>
                    <a:pt x="349643" y="80962"/>
                  </a:lnTo>
                  <a:lnTo>
                    <a:pt x="349669" y="75285"/>
                  </a:lnTo>
                  <a:close/>
                </a:path>
                <a:path w="2275840" h="163829">
                  <a:moveTo>
                    <a:pt x="496011" y="27457"/>
                  </a:moveTo>
                  <a:lnTo>
                    <a:pt x="494626" y="23901"/>
                  </a:lnTo>
                  <a:lnTo>
                    <a:pt x="478663" y="23812"/>
                  </a:lnTo>
                  <a:lnTo>
                    <a:pt x="478599" y="36233"/>
                  </a:lnTo>
                  <a:lnTo>
                    <a:pt x="484276" y="35902"/>
                  </a:lnTo>
                  <a:lnTo>
                    <a:pt x="490296" y="36995"/>
                  </a:lnTo>
                  <a:lnTo>
                    <a:pt x="495261" y="35598"/>
                  </a:lnTo>
                  <a:lnTo>
                    <a:pt x="494931" y="31699"/>
                  </a:lnTo>
                  <a:lnTo>
                    <a:pt x="496011" y="27457"/>
                  </a:lnTo>
                  <a:close/>
                </a:path>
                <a:path w="2275840" h="163829">
                  <a:moveTo>
                    <a:pt x="496150" y="2273"/>
                  </a:moveTo>
                  <a:lnTo>
                    <a:pt x="495084" y="1206"/>
                  </a:lnTo>
                  <a:lnTo>
                    <a:pt x="478777" y="1117"/>
                  </a:lnTo>
                  <a:lnTo>
                    <a:pt x="478764" y="5372"/>
                  </a:lnTo>
                  <a:lnTo>
                    <a:pt x="478015" y="10693"/>
                  </a:lnTo>
                  <a:lnTo>
                    <a:pt x="479069" y="14249"/>
                  </a:lnTo>
                  <a:lnTo>
                    <a:pt x="484733" y="14274"/>
                  </a:lnTo>
                  <a:lnTo>
                    <a:pt x="490410" y="15011"/>
                  </a:lnTo>
                  <a:lnTo>
                    <a:pt x="495020" y="13970"/>
                  </a:lnTo>
                  <a:lnTo>
                    <a:pt x="496150" y="2273"/>
                  </a:lnTo>
                  <a:close/>
                </a:path>
                <a:path w="2275840" h="163829">
                  <a:moveTo>
                    <a:pt x="497281" y="58318"/>
                  </a:moveTo>
                  <a:lnTo>
                    <a:pt x="496608" y="51219"/>
                  </a:lnTo>
                  <a:lnTo>
                    <a:pt x="495554" y="49796"/>
                  </a:lnTo>
                  <a:lnTo>
                    <a:pt x="496989" y="47320"/>
                  </a:lnTo>
                  <a:lnTo>
                    <a:pt x="495211" y="45885"/>
                  </a:lnTo>
                  <a:lnTo>
                    <a:pt x="478548" y="45808"/>
                  </a:lnTo>
                  <a:lnTo>
                    <a:pt x="478485" y="58928"/>
                  </a:lnTo>
                  <a:lnTo>
                    <a:pt x="484873" y="58953"/>
                  </a:lnTo>
                  <a:lnTo>
                    <a:pt x="491248" y="59702"/>
                  </a:lnTo>
                  <a:lnTo>
                    <a:pt x="497281" y="58318"/>
                  </a:lnTo>
                  <a:close/>
                </a:path>
                <a:path w="2275840" h="163829">
                  <a:moveTo>
                    <a:pt x="501789" y="79616"/>
                  </a:moveTo>
                  <a:lnTo>
                    <a:pt x="501446" y="75704"/>
                  </a:lnTo>
                  <a:lnTo>
                    <a:pt x="500405" y="72161"/>
                  </a:lnTo>
                  <a:lnTo>
                    <a:pt x="498995" y="68961"/>
                  </a:lnTo>
                  <a:lnTo>
                    <a:pt x="478434" y="68503"/>
                  </a:lnTo>
                  <a:lnTo>
                    <a:pt x="478370" y="80200"/>
                  </a:lnTo>
                  <a:lnTo>
                    <a:pt x="486892" y="79895"/>
                  </a:lnTo>
                  <a:lnTo>
                    <a:pt x="493979" y="80632"/>
                  </a:lnTo>
                  <a:lnTo>
                    <a:pt x="501789" y="79616"/>
                  </a:lnTo>
                  <a:close/>
                </a:path>
                <a:path w="2275840" h="163829">
                  <a:moveTo>
                    <a:pt x="509485" y="100215"/>
                  </a:moveTo>
                  <a:lnTo>
                    <a:pt x="508431" y="96672"/>
                  </a:lnTo>
                  <a:lnTo>
                    <a:pt x="506679" y="93472"/>
                  </a:lnTo>
                  <a:lnTo>
                    <a:pt x="504926" y="89916"/>
                  </a:lnTo>
                  <a:lnTo>
                    <a:pt x="478320" y="89776"/>
                  </a:lnTo>
                  <a:lnTo>
                    <a:pt x="478269" y="101130"/>
                  </a:lnTo>
                  <a:lnTo>
                    <a:pt x="508406" y="101282"/>
                  </a:lnTo>
                  <a:lnTo>
                    <a:pt x="509485" y="100215"/>
                  </a:lnTo>
                  <a:close/>
                </a:path>
                <a:path w="2275840" h="163829">
                  <a:moveTo>
                    <a:pt x="518960" y="119773"/>
                  </a:moveTo>
                  <a:lnTo>
                    <a:pt x="517550" y="116573"/>
                  </a:lnTo>
                  <a:lnTo>
                    <a:pt x="516509" y="112674"/>
                  </a:lnTo>
                  <a:lnTo>
                    <a:pt x="513321" y="110883"/>
                  </a:lnTo>
                  <a:lnTo>
                    <a:pt x="481050" y="111074"/>
                  </a:lnTo>
                  <a:lnTo>
                    <a:pt x="476440" y="111048"/>
                  </a:lnTo>
                  <a:lnTo>
                    <a:pt x="479247" y="117094"/>
                  </a:lnTo>
                  <a:lnTo>
                    <a:pt x="478523" y="120281"/>
                  </a:lnTo>
                  <a:lnTo>
                    <a:pt x="498602" y="120561"/>
                  </a:lnTo>
                  <a:lnTo>
                    <a:pt x="508990" y="120446"/>
                  </a:lnTo>
                  <a:lnTo>
                    <a:pt x="518960" y="119773"/>
                  </a:lnTo>
                  <a:close/>
                </a:path>
                <a:path w="2275840" h="163829">
                  <a:moveTo>
                    <a:pt x="533742" y="140068"/>
                  </a:moveTo>
                  <a:lnTo>
                    <a:pt x="526694" y="130454"/>
                  </a:lnTo>
                  <a:lnTo>
                    <a:pt x="478472" y="129857"/>
                  </a:lnTo>
                  <a:lnTo>
                    <a:pt x="478421" y="140843"/>
                  </a:lnTo>
                  <a:lnTo>
                    <a:pt x="532320" y="140766"/>
                  </a:lnTo>
                  <a:lnTo>
                    <a:pt x="533742" y="140068"/>
                  </a:lnTo>
                  <a:close/>
                </a:path>
                <a:path w="2275840" h="163829">
                  <a:moveTo>
                    <a:pt x="556336" y="161099"/>
                  </a:moveTo>
                  <a:lnTo>
                    <a:pt x="552805" y="157899"/>
                  </a:lnTo>
                  <a:lnTo>
                    <a:pt x="548563" y="155041"/>
                  </a:lnTo>
                  <a:lnTo>
                    <a:pt x="545033" y="150761"/>
                  </a:lnTo>
                  <a:lnTo>
                    <a:pt x="478370" y="150063"/>
                  </a:lnTo>
                  <a:lnTo>
                    <a:pt x="478345" y="153962"/>
                  </a:lnTo>
                  <a:lnTo>
                    <a:pt x="477621" y="158572"/>
                  </a:lnTo>
                  <a:lnTo>
                    <a:pt x="479018" y="161772"/>
                  </a:lnTo>
                  <a:lnTo>
                    <a:pt x="498208" y="162179"/>
                  </a:lnTo>
                  <a:lnTo>
                    <a:pt x="555269" y="162166"/>
                  </a:lnTo>
                  <a:lnTo>
                    <a:pt x="556336" y="161099"/>
                  </a:lnTo>
                  <a:close/>
                </a:path>
                <a:path w="2275840" h="163829">
                  <a:moveTo>
                    <a:pt x="758380" y="111417"/>
                  </a:moveTo>
                  <a:lnTo>
                    <a:pt x="740283" y="110998"/>
                  </a:lnTo>
                  <a:lnTo>
                    <a:pt x="721093" y="110921"/>
                  </a:lnTo>
                  <a:lnTo>
                    <a:pt x="701573" y="111188"/>
                  </a:lnTo>
                  <a:lnTo>
                    <a:pt x="682485" y="111747"/>
                  </a:lnTo>
                  <a:lnTo>
                    <a:pt x="684606" y="113880"/>
                  </a:lnTo>
                  <a:lnTo>
                    <a:pt x="689559" y="115328"/>
                  </a:lnTo>
                  <a:lnTo>
                    <a:pt x="699820" y="119113"/>
                  </a:lnTo>
                  <a:lnTo>
                    <a:pt x="711149" y="120459"/>
                  </a:lnTo>
                  <a:lnTo>
                    <a:pt x="734923" y="120523"/>
                  </a:lnTo>
                  <a:lnTo>
                    <a:pt x="751611" y="116357"/>
                  </a:lnTo>
                  <a:lnTo>
                    <a:pt x="758380" y="111417"/>
                  </a:lnTo>
                  <a:close/>
                </a:path>
                <a:path w="2275840" h="163829">
                  <a:moveTo>
                    <a:pt x="785787" y="90284"/>
                  </a:moveTo>
                  <a:lnTo>
                    <a:pt x="660260" y="89293"/>
                  </a:lnTo>
                  <a:lnTo>
                    <a:pt x="659180" y="90703"/>
                  </a:lnTo>
                  <a:lnTo>
                    <a:pt x="655650" y="88912"/>
                  </a:lnTo>
                  <a:lnTo>
                    <a:pt x="654926" y="90678"/>
                  </a:lnTo>
                  <a:lnTo>
                    <a:pt x="664451" y="100660"/>
                  </a:lnTo>
                  <a:lnTo>
                    <a:pt x="774026" y="101930"/>
                  </a:lnTo>
                  <a:lnTo>
                    <a:pt x="777595" y="98399"/>
                  </a:lnTo>
                  <a:lnTo>
                    <a:pt x="783628" y="95592"/>
                  </a:lnTo>
                  <a:lnTo>
                    <a:pt x="785787" y="90284"/>
                  </a:lnTo>
                  <a:close/>
                </a:path>
                <a:path w="2275840" h="163829">
                  <a:moveTo>
                    <a:pt x="799376" y="69075"/>
                  </a:moveTo>
                  <a:lnTo>
                    <a:pt x="642277" y="67919"/>
                  </a:lnTo>
                  <a:lnTo>
                    <a:pt x="642277" y="68630"/>
                  </a:lnTo>
                  <a:lnTo>
                    <a:pt x="639432" y="69684"/>
                  </a:lnTo>
                  <a:lnTo>
                    <a:pt x="643318" y="72186"/>
                  </a:lnTo>
                  <a:lnTo>
                    <a:pt x="642239" y="74650"/>
                  </a:lnTo>
                  <a:lnTo>
                    <a:pt x="644017" y="75374"/>
                  </a:lnTo>
                  <a:lnTo>
                    <a:pt x="645058" y="78219"/>
                  </a:lnTo>
                  <a:lnTo>
                    <a:pt x="646823" y="79997"/>
                  </a:lnTo>
                  <a:lnTo>
                    <a:pt x="736549" y="80454"/>
                  </a:lnTo>
                  <a:lnTo>
                    <a:pt x="793292" y="80391"/>
                  </a:lnTo>
                  <a:lnTo>
                    <a:pt x="796137" y="77571"/>
                  </a:lnTo>
                  <a:lnTo>
                    <a:pt x="798652" y="72974"/>
                  </a:lnTo>
                  <a:lnTo>
                    <a:pt x="799376" y="69075"/>
                  </a:lnTo>
                  <a:close/>
                </a:path>
                <a:path w="2275840" h="163829">
                  <a:moveTo>
                    <a:pt x="807656" y="46418"/>
                  </a:moveTo>
                  <a:lnTo>
                    <a:pt x="758367" y="45110"/>
                  </a:lnTo>
                  <a:lnTo>
                    <a:pt x="634949" y="44831"/>
                  </a:lnTo>
                  <a:lnTo>
                    <a:pt x="632815" y="46596"/>
                  </a:lnTo>
                  <a:lnTo>
                    <a:pt x="633857" y="50495"/>
                  </a:lnTo>
                  <a:lnTo>
                    <a:pt x="634187" y="54762"/>
                  </a:lnTo>
                  <a:lnTo>
                    <a:pt x="636295" y="58674"/>
                  </a:lnTo>
                  <a:lnTo>
                    <a:pt x="803325" y="59524"/>
                  </a:lnTo>
                  <a:lnTo>
                    <a:pt x="806183" y="56349"/>
                  </a:lnTo>
                  <a:lnTo>
                    <a:pt x="807275" y="51028"/>
                  </a:lnTo>
                  <a:lnTo>
                    <a:pt x="807656" y="46418"/>
                  </a:lnTo>
                  <a:close/>
                </a:path>
                <a:path w="2275840" h="163829">
                  <a:moveTo>
                    <a:pt x="810031" y="24345"/>
                  </a:moveTo>
                  <a:lnTo>
                    <a:pt x="630961" y="24345"/>
                  </a:lnTo>
                  <a:lnTo>
                    <a:pt x="630961" y="26530"/>
                  </a:lnTo>
                  <a:lnTo>
                    <a:pt x="629691" y="26530"/>
                  </a:lnTo>
                  <a:lnTo>
                    <a:pt x="629691" y="33451"/>
                  </a:lnTo>
                  <a:lnTo>
                    <a:pt x="630961" y="33451"/>
                  </a:lnTo>
                  <a:lnTo>
                    <a:pt x="630961" y="36766"/>
                  </a:lnTo>
                  <a:lnTo>
                    <a:pt x="810031" y="36766"/>
                  </a:lnTo>
                  <a:lnTo>
                    <a:pt x="810031" y="24345"/>
                  </a:lnTo>
                  <a:close/>
                </a:path>
                <a:path w="2275840" h="163829">
                  <a:moveTo>
                    <a:pt x="810666" y="10617"/>
                  </a:moveTo>
                  <a:lnTo>
                    <a:pt x="808558" y="6350"/>
                  </a:lnTo>
                  <a:lnTo>
                    <a:pt x="807529" y="1739"/>
                  </a:lnTo>
                  <a:lnTo>
                    <a:pt x="634111" y="139"/>
                  </a:lnTo>
                  <a:lnTo>
                    <a:pt x="633044" y="1905"/>
                  </a:lnTo>
                  <a:lnTo>
                    <a:pt x="630504" y="11112"/>
                  </a:lnTo>
                  <a:lnTo>
                    <a:pt x="631913" y="15024"/>
                  </a:lnTo>
                  <a:lnTo>
                    <a:pt x="809574" y="15938"/>
                  </a:lnTo>
                  <a:lnTo>
                    <a:pt x="810666" y="10617"/>
                  </a:lnTo>
                  <a:close/>
                </a:path>
                <a:path w="2275840" h="163829">
                  <a:moveTo>
                    <a:pt x="951407" y="90068"/>
                  </a:moveTo>
                  <a:lnTo>
                    <a:pt x="946086" y="90398"/>
                  </a:lnTo>
                  <a:lnTo>
                    <a:pt x="940066" y="89293"/>
                  </a:lnTo>
                  <a:lnTo>
                    <a:pt x="935088" y="90690"/>
                  </a:lnTo>
                  <a:lnTo>
                    <a:pt x="930783" y="100952"/>
                  </a:lnTo>
                  <a:lnTo>
                    <a:pt x="936802" y="103111"/>
                  </a:lnTo>
                  <a:lnTo>
                    <a:pt x="944613" y="101739"/>
                  </a:lnTo>
                  <a:lnTo>
                    <a:pt x="951344" y="102120"/>
                  </a:lnTo>
                  <a:lnTo>
                    <a:pt x="951407" y="90068"/>
                  </a:lnTo>
                  <a:close/>
                </a:path>
                <a:path w="2275840" h="163829">
                  <a:moveTo>
                    <a:pt x="954836" y="113499"/>
                  </a:moveTo>
                  <a:lnTo>
                    <a:pt x="952360" y="111709"/>
                  </a:lnTo>
                  <a:lnTo>
                    <a:pt x="927887" y="111226"/>
                  </a:lnTo>
                  <a:lnTo>
                    <a:pt x="923632" y="112268"/>
                  </a:lnTo>
                  <a:lnTo>
                    <a:pt x="922896" y="116878"/>
                  </a:lnTo>
                  <a:lnTo>
                    <a:pt x="921118" y="120408"/>
                  </a:lnTo>
                  <a:lnTo>
                    <a:pt x="953731" y="120929"/>
                  </a:lnTo>
                  <a:lnTo>
                    <a:pt x="954836" y="113499"/>
                  </a:lnTo>
                  <a:close/>
                </a:path>
                <a:path w="2275840" h="163829">
                  <a:moveTo>
                    <a:pt x="962152" y="140487"/>
                  </a:moveTo>
                  <a:lnTo>
                    <a:pt x="961097" y="136931"/>
                  </a:lnTo>
                  <a:lnTo>
                    <a:pt x="958989" y="133731"/>
                  </a:lnTo>
                  <a:lnTo>
                    <a:pt x="957592" y="130530"/>
                  </a:lnTo>
                  <a:lnTo>
                    <a:pt x="914679" y="129959"/>
                  </a:lnTo>
                  <a:lnTo>
                    <a:pt x="911821" y="133134"/>
                  </a:lnTo>
                  <a:lnTo>
                    <a:pt x="908253" y="136664"/>
                  </a:lnTo>
                  <a:lnTo>
                    <a:pt x="906106" y="140550"/>
                  </a:lnTo>
                  <a:lnTo>
                    <a:pt x="957884" y="141173"/>
                  </a:lnTo>
                  <a:lnTo>
                    <a:pt x="962152" y="140487"/>
                  </a:lnTo>
                  <a:close/>
                </a:path>
                <a:path w="2275840" h="163829">
                  <a:moveTo>
                    <a:pt x="963853" y="14236"/>
                  </a:moveTo>
                  <a:lnTo>
                    <a:pt x="962456" y="9982"/>
                  </a:lnTo>
                  <a:lnTo>
                    <a:pt x="959637" y="5702"/>
                  </a:lnTo>
                  <a:lnTo>
                    <a:pt x="957529" y="1447"/>
                  </a:lnTo>
                  <a:lnTo>
                    <a:pt x="953630" y="1778"/>
                  </a:lnTo>
                  <a:lnTo>
                    <a:pt x="949032" y="1041"/>
                  </a:lnTo>
                  <a:lnTo>
                    <a:pt x="945121" y="2082"/>
                  </a:lnTo>
                  <a:lnTo>
                    <a:pt x="945095" y="5981"/>
                  </a:lnTo>
                  <a:lnTo>
                    <a:pt x="944727" y="10591"/>
                  </a:lnTo>
                  <a:lnTo>
                    <a:pt x="946124" y="14147"/>
                  </a:lnTo>
                  <a:lnTo>
                    <a:pt x="958176" y="14922"/>
                  </a:lnTo>
                  <a:lnTo>
                    <a:pt x="963853" y="14236"/>
                  </a:lnTo>
                  <a:close/>
                </a:path>
                <a:path w="2275840" h="163829">
                  <a:moveTo>
                    <a:pt x="978344" y="161493"/>
                  </a:moveTo>
                  <a:lnTo>
                    <a:pt x="969543" y="150799"/>
                  </a:lnTo>
                  <a:lnTo>
                    <a:pt x="896493" y="150075"/>
                  </a:lnTo>
                  <a:lnTo>
                    <a:pt x="892213" y="153593"/>
                  </a:lnTo>
                  <a:lnTo>
                    <a:pt x="887577" y="158191"/>
                  </a:lnTo>
                  <a:lnTo>
                    <a:pt x="883653" y="161709"/>
                  </a:lnTo>
                  <a:lnTo>
                    <a:pt x="966647" y="162496"/>
                  </a:lnTo>
                  <a:lnTo>
                    <a:pt x="970902" y="162864"/>
                  </a:lnTo>
                  <a:lnTo>
                    <a:pt x="974801" y="162534"/>
                  </a:lnTo>
                  <a:lnTo>
                    <a:pt x="978344" y="161493"/>
                  </a:lnTo>
                  <a:close/>
                </a:path>
                <a:path w="2275840" h="163829">
                  <a:moveTo>
                    <a:pt x="985024" y="35623"/>
                  </a:moveTo>
                  <a:lnTo>
                    <a:pt x="980795" y="31343"/>
                  </a:lnTo>
                  <a:lnTo>
                    <a:pt x="976896" y="29552"/>
                  </a:lnTo>
                  <a:lnTo>
                    <a:pt x="972667" y="24574"/>
                  </a:lnTo>
                  <a:lnTo>
                    <a:pt x="966063" y="24142"/>
                  </a:lnTo>
                  <a:lnTo>
                    <a:pt x="959231" y="24015"/>
                  </a:lnTo>
                  <a:lnTo>
                    <a:pt x="952461" y="24218"/>
                  </a:lnTo>
                  <a:lnTo>
                    <a:pt x="946061" y="24790"/>
                  </a:lnTo>
                  <a:lnTo>
                    <a:pt x="945692" y="28689"/>
                  </a:lnTo>
                  <a:lnTo>
                    <a:pt x="945667" y="32588"/>
                  </a:lnTo>
                  <a:lnTo>
                    <a:pt x="946010" y="36842"/>
                  </a:lnTo>
                  <a:lnTo>
                    <a:pt x="955890" y="36931"/>
                  </a:lnTo>
                  <a:lnTo>
                    <a:pt x="966038" y="37172"/>
                  </a:lnTo>
                  <a:lnTo>
                    <a:pt x="975918" y="36957"/>
                  </a:lnTo>
                  <a:lnTo>
                    <a:pt x="985024" y="35623"/>
                  </a:lnTo>
                  <a:close/>
                </a:path>
                <a:path w="2275840" h="163829">
                  <a:moveTo>
                    <a:pt x="1041996" y="58610"/>
                  </a:moveTo>
                  <a:lnTo>
                    <a:pt x="1024026" y="53340"/>
                  </a:lnTo>
                  <a:lnTo>
                    <a:pt x="1015212" y="50355"/>
                  </a:lnTo>
                  <a:lnTo>
                    <a:pt x="1006602" y="46723"/>
                  </a:lnTo>
                  <a:lnTo>
                    <a:pt x="944537" y="45707"/>
                  </a:lnTo>
                  <a:lnTo>
                    <a:pt x="944511" y="50317"/>
                  </a:lnTo>
                  <a:lnTo>
                    <a:pt x="942721" y="55270"/>
                  </a:lnTo>
                  <a:lnTo>
                    <a:pt x="944473" y="59182"/>
                  </a:lnTo>
                  <a:lnTo>
                    <a:pt x="993762" y="59309"/>
                  </a:lnTo>
                  <a:lnTo>
                    <a:pt x="1018082" y="59118"/>
                  </a:lnTo>
                  <a:lnTo>
                    <a:pt x="1041996" y="58610"/>
                  </a:lnTo>
                  <a:close/>
                </a:path>
                <a:path w="2275840" h="163829">
                  <a:moveTo>
                    <a:pt x="1156436" y="79768"/>
                  </a:moveTo>
                  <a:lnTo>
                    <a:pt x="1145692" y="77597"/>
                  </a:lnTo>
                  <a:lnTo>
                    <a:pt x="1123797" y="73926"/>
                  </a:lnTo>
                  <a:lnTo>
                    <a:pt x="1112862" y="71742"/>
                  </a:lnTo>
                  <a:lnTo>
                    <a:pt x="1104709" y="70637"/>
                  </a:lnTo>
                  <a:lnTo>
                    <a:pt x="1097280" y="67767"/>
                  </a:lnTo>
                  <a:lnTo>
                    <a:pt x="1088402" y="68427"/>
                  </a:lnTo>
                  <a:lnTo>
                    <a:pt x="1088402" y="68783"/>
                  </a:lnTo>
                  <a:lnTo>
                    <a:pt x="942657" y="68389"/>
                  </a:lnTo>
                  <a:lnTo>
                    <a:pt x="939444" y="70853"/>
                  </a:lnTo>
                  <a:lnTo>
                    <a:pt x="939774" y="75463"/>
                  </a:lnTo>
                  <a:lnTo>
                    <a:pt x="939050" y="79362"/>
                  </a:lnTo>
                  <a:lnTo>
                    <a:pt x="939749" y="80429"/>
                  </a:lnTo>
                  <a:lnTo>
                    <a:pt x="951103" y="80492"/>
                  </a:lnTo>
                  <a:lnTo>
                    <a:pt x="951128" y="75171"/>
                  </a:lnTo>
                  <a:lnTo>
                    <a:pt x="1097597" y="75920"/>
                  </a:lnTo>
                  <a:lnTo>
                    <a:pt x="1098308" y="74866"/>
                  </a:lnTo>
                  <a:lnTo>
                    <a:pt x="1116736" y="75311"/>
                  </a:lnTo>
                  <a:lnTo>
                    <a:pt x="1118133" y="79921"/>
                  </a:lnTo>
                  <a:lnTo>
                    <a:pt x="1127404" y="80327"/>
                  </a:lnTo>
                  <a:lnTo>
                    <a:pt x="1137285" y="80378"/>
                  </a:lnTo>
                  <a:lnTo>
                    <a:pt x="1156436" y="79768"/>
                  </a:lnTo>
                  <a:close/>
                </a:path>
                <a:path w="2275840" h="163829">
                  <a:moveTo>
                    <a:pt x="1190942" y="130657"/>
                  </a:moveTo>
                  <a:lnTo>
                    <a:pt x="1183843" y="130263"/>
                  </a:lnTo>
                  <a:lnTo>
                    <a:pt x="1174978" y="129870"/>
                  </a:lnTo>
                  <a:lnTo>
                    <a:pt x="1168234" y="130543"/>
                  </a:lnTo>
                  <a:lnTo>
                    <a:pt x="1174254" y="132702"/>
                  </a:lnTo>
                  <a:lnTo>
                    <a:pt x="1182065" y="131673"/>
                  </a:lnTo>
                  <a:lnTo>
                    <a:pt x="1188440" y="131711"/>
                  </a:lnTo>
                  <a:lnTo>
                    <a:pt x="1190942" y="130657"/>
                  </a:lnTo>
                  <a:close/>
                </a:path>
                <a:path w="2275840" h="163829">
                  <a:moveTo>
                    <a:pt x="1219809" y="101015"/>
                  </a:moveTo>
                  <a:lnTo>
                    <a:pt x="1218425" y="95681"/>
                  </a:lnTo>
                  <a:lnTo>
                    <a:pt x="1208519" y="91020"/>
                  </a:lnTo>
                  <a:lnTo>
                    <a:pt x="1156741" y="89700"/>
                  </a:lnTo>
                  <a:lnTo>
                    <a:pt x="1147267" y="89928"/>
                  </a:lnTo>
                  <a:lnTo>
                    <a:pt x="1128217" y="89966"/>
                  </a:lnTo>
                  <a:lnTo>
                    <a:pt x="1119149" y="90576"/>
                  </a:lnTo>
                  <a:lnTo>
                    <a:pt x="1119479" y="94475"/>
                  </a:lnTo>
                  <a:lnTo>
                    <a:pt x="1120533" y="98018"/>
                  </a:lnTo>
                  <a:lnTo>
                    <a:pt x="1122286" y="101231"/>
                  </a:lnTo>
                  <a:lnTo>
                    <a:pt x="1171308" y="101663"/>
                  </a:lnTo>
                  <a:lnTo>
                    <a:pt x="1195590" y="101511"/>
                  </a:lnTo>
                  <a:lnTo>
                    <a:pt x="1219809" y="101015"/>
                  </a:lnTo>
                  <a:close/>
                </a:path>
                <a:path w="2275840" h="163829">
                  <a:moveTo>
                    <a:pt x="1221867" y="115214"/>
                  </a:moveTo>
                  <a:lnTo>
                    <a:pt x="1220825" y="111302"/>
                  </a:lnTo>
                  <a:lnTo>
                    <a:pt x="1134999" y="110515"/>
                  </a:lnTo>
                  <a:lnTo>
                    <a:pt x="1133221" y="111925"/>
                  </a:lnTo>
                  <a:lnTo>
                    <a:pt x="1131811" y="110845"/>
                  </a:lnTo>
                  <a:lnTo>
                    <a:pt x="1129322" y="111899"/>
                  </a:lnTo>
                  <a:lnTo>
                    <a:pt x="1130376" y="115455"/>
                  </a:lnTo>
                  <a:lnTo>
                    <a:pt x="1134618" y="116535"/>
                  </a:lnTo>
                  <a:lnTo>
                    <a:pt x="1136738" y="119735"/>
                  </a:lnTo>
                  <a:lnTo>
                    <a:pt x="1215110" y="120853"/>
                  </a:lnTo>
                  <a:lnTo>
                    <a:pt x="1217942" y="119087"/>
                  </a:lnTo>
                  <a:lnTo>
                    <a:pt x="1221867" y="115214"/>
                  </a:lnTo>
                  <a:close/>
                </a:path>
                <a:path w="2275840" h="163829">
                  <a:moveTo>
                    <a:pt x="1374470" y="24142"/>
                  </a:moveTo>
                  <a:lnTo>
                    <a:pt x="1350708" y="24015"/>
                  </a:lnTo>
                  <a:lnTo>
                    <a:pt x="1347876" y="25069"/>
                  </a:lnTo>
                  <a:lnTo>
                    <a:pt x="1344688" y="23634"/>
                  </a:lnTo>
                  <a:lnTo>
                    <a:pt x="1341843" y="25031"/>
                  </a:lnTo>
                  <a:lnTo>
                    <a:pt x="1346085" y="27901"/>
                  </a:lnTo>
                  <a:lnTo>
                    <a:pt x="1348181" y="33223"/>
                  </a:lnTo>
                  <a:lnTo>
                    <a:pt x="1352423" y="36080"/>
                  </a:lnTo>
                  <a:lnTo>
                    <a:pt x="1374406" y="36550"/>
                  </a:lnTo>
                  <a:lnTo>
                    <a:pt x="1374470" y="24142"/>
                  </a:lnTo>
                  <a:close/>
                </a:path>
                <a:path w="2275840" h="163829">
                  <a:moveTo>
                    <a:pt x="1374584" y="1803"/>
                  </a:moveTo>
                  <a:lnTo>
                    <a:pt x="1355623" y="1473"/>
                  </a:lnTo>
                  <a:lnTo>
                    <a:pt x="1337259" y="1308"/>
                  </a:lnTo>
                  <a:lnTo>
                    <a:pt x="1319022" y="1473"/>
                  </a:lnTo>
                  <a:lnTo>
                    <a:pt x="1300467" y="2133"/>
                  </a:lnTo>
                  <a:lnTo>
                    <a:pt x="1306830" y="4940"/>
                  </a:lnTo>
                  <a:lnTo>
                    <a:pt x="1325587" y="13957"/>
                  </a:lnTo>
                  <a:lnTo>
                    <a:pt x="1374521" y="14922"/>
                  </a:lnTo>
                  <a:lnTo>
                    <a:pt x="1374559" y="5702"/>
                  </a:lnTo>
                  <a:lnTo>
                    <a:pt x="1374584" y="1803"/>
                  </a:lnTo>
                  <a:close/>
                </a:path>
                <a:path w="2275840" h="163829">
                  <a:moveTo>
                    <a:pt x="1376451" y="54292"/>
                  </a:moveTo>
                  <a:lnTo>
                    <a:pt x="1374343" y="50736"/>
                  </a:lnTo>
                  <a:lnTo>
                    <a:pt x="1374355" y="46482"/>
                  </a:lnTo>
                  <a:lnTo>
                    <a:pt x="1369745" y="46101"/>
                  </a:lnTo>
                  <a:lnTo>
                    <a:pt x="1364081" y="46075"/>
                  </a:lnTo>
                  <a:lnTo>
                    <a:pt x="1359458" y="46405"/>
                  </a:lnTo>
                  <a:lnTo>
                    <a:pt x="1360500" y="50673"/>
                  </a:lnTo>
                  <a:lnTo>
                    <a:pt x="1362252" y="54927"/>
                  </a:lnTo>
                  <a:lnTo>
                    <a:pt x="1364361" y="58839"/>
                  </a:lnTo>
                  <a:lnTo>
                    <a:pt x="1368259" y="59220"/>
                  </a:lnTo>
                  <a:lnTo>
                    <a:pt x="1372514" y="59588"/>
                  </a:lnTo>
                  <a:lnTo>
                    <a:pt x="1375714" y="58547"/>
                  </a:lnTo>
                  <a:lnTo>
                    <a:pt x="1376451" y="54292"/>
                  </a:lnTo>
                  <a:close/>
                </a:path>
                <a:path w="2275840" h="163829">
                  <a:moveTo>
                    <a:pt x="1380223" y="80200"/>
                  </a:moveTo>
                  <a:lnTo>
                    <a:pt x="1378483" y="71678"/>
                  </a:lnTo>
                  <a:lnTo>
                    <a:pt x="1377086" y="67068"/>
                  </a:lnTo>
                  <a:lnTo>
                    <a:pt x="1370698" y="69519"/>
                  </a:lnTo>
                  <a:lnTo>
                    <a:pt x="1366799" y="68783"/>
                  </a:lnTo>
                  <a:lnTo>
                    <a:pt x="1365008" y="72682"/>
                  </a:lnTo>
                  <a:lnTo>
                    <a:pt x="1368183" y="75882"/>
                  </a:lnTo>
                  <a:lnTo>
                    <a:pt x="1367091" y="80492"/>
                  </a:lnTo>
                  <a:lnTo>
                    <a:pt x="1380223" y="80200"/>
                  </a:lnTo>
                  <a:close/>
                </a:path>
                <a:path w="2275840" h="163829">
                  <a:moveTo>
                    <a:pt x="1387195" y="100799"/>
                  </a:moveTo>
                  <a:lnTo>
                    <a:pt x="1385100" y="94767"/>
                  </a:lnTo>
                  <a:lnTo>
                    <a:pt x="1383360" y="90500"/>
                  </a:lnTo>
                  <a:lnTo>
                    <a:pt x="1378750" y="89776"/>
                  </a:lnTo>
                  <a:lnTo>
                    <a:pt x="1372006" y="89738"/>
                  </a:lnTo>
                  <a:lnTo>
                    <a:pt x="1367040" y="90424"/>
                  </a:lnTo>
                  <a:lnTo>
                    <a:pt x="1367370" y="94322"/>
                  </a:lnTo>
                  <a:lnTo>
                    <a:pt x="1365224" y="97853"/>
                  </a:lnTo>
                  <a:lnTo>
                    <a:pt x="1366621" y="101765"/>
                  </a:lnTo>
                  <a:lnTo>
                    <a:pt x="1385785" y="101866"/>
                  </a:lnTo>
                  <a:lnTo>
                    <a:pt x="1387195" y="100799"/>
                  </a:lnTo>
                  <a:close/>
                </a:path>
                <a:path w="2275840" h="163829">
                  <a:moveTo>
                    <a:pt x="1396682" y="120002"/>
                  </a:moveTo>
                  <a:lnTo>
                    <a:pt x="1395272" y="117157"/>
                  </a:lnTo>
                  <a:lnTo>
                    <a:pt x="1393875" y="113957"/>
                  </a:lnTo>
                  <a:lnTo>
                    <a:pt x="1391754" y="111467"/>
                  </a:lnTo>
                  <a:lnTo>
                    <a:pt x="1377657" y="111226"/>
                  </a:lnTo>
                  <a:lnTo>
                    <a:pt x="1370698" y="111366"/>
                  </a:lnTo>
                  <a:lnTo>
                    <a:pt x="1364094" y="112039"/>
                  </a:lnTo>
                  <a:lnTo>
                    <a:pt x="1363726" y="114871"/>
                  </a:lnTo>
                  <a:lnTo>
                    <a:pt x="1361224" y="117348"/>
                  </a:lnTo>
                  <a:lnTo>
                    <a:pt x="1362278" y="120535"/>
                  </a:lnTo>
                  <a:lnTo>
                    <a:pt x="1370736" y="120827"/>
                  </a:lnTo>
                  <a:lnTo>
                    <a:pt x="1379474" y="120942"/>
                  </a:lnTo>
                  <a:lnTo>
                    <a:pt x="1388211" y="120726"/>
                  </a:lnTo>
                  <a:lnTo>
                    <a:pt x="1396682" y="120002"/>
                  </a:lnTo>
                  <a:close/>
                </a:path>
                <a:path w="2275840" h="163829">
                  <a:moveTo>
                    <a:pt x="1411122" y="140296"/>
                  </a:moveTo>
                  <a:lnTo>
                    <a:pt x="1403718" y="130683"/>
                  </a:lnTo>
                  <a:lnTo>
                    <a:pt x="1358328" y="130098"/>
                  </a:lnTo>
                  <a:lnTo>
                    <a:pt x="1355826" y="133273"/>
                  </a:lnTo>
                  <a:lnTo>
                    <a:pt x="1354035" y="137160"/>
                  </a:lnTo>
                  <a:lnTo>
                    <a:pt x="1352600" y="140703"/>
                  </a:lnTo>
                  <a:lnTo>
                    <a:pt x="1366901" y="141185"/>
                  </a:lnTo>
                  <a:lnTo>
                    <a:pt x="1381493" y="141389"/>
                  </a:lnTo>
                  <a:lnTo>
                    <a:pt x="1396072" y="141338"/>
                  </a:lnTo>
                  <a:lnTo>
                    <a:pt x="1410398" y="140995"/>
                  </a:lnTo>
                  <a:lnTo>
                    <a:pt x="1411122" y="140296"/>
                  </a:lnTo>
                  <a:close/>
                </a:path>
                <a:path w="2275840" h="163829">
                  <a:moveTo>
                    <a:pt x="1432280" y="161683"/>
                  </a:moveTo>
                  <a:lnTo>
                    <a:pt x="1429118" y="157403"/>
                  </a:lnTo>
                  <a:lnTo>
                    <a:pt x="1424508" y="155613"/>
                  </a:lnTo>
                  <a:lnTo>
                    <a:pt x="1420990" y="150977"/>
                  </a:lnTo>
                  <a:lnTo>
                    <a:pt x="1346161" y="150241"/>
                  </a:lnTo>
                  <a:lnTo>
                    <a:pt x="1342605" y="153060"/>
                  </a:lnTo>
                  <a:lnTo>
                    <a:pt x="1339392" y="158013"/>
                  </a:lnTo>
                  <a:lnTo>
                    <a:pt x="1336179" y="161899"/>
                  </a:lnTo>
                  <a:lnTo>
                    <a:pt x="1337602" y="162255"/>
                  </a:lnTo>
                  <a:lnTo>
                    <a:pt x="1429448" y="162369"/>
                  </a:lnTo>
                  <a:lnTo>
                    <a:pt x="1432280" y="161683"/>
                  </a:lnTo>
                  <a:close/>
                </a:path>
                <a:path w="2275840" h="163829">
                  <a:moveTo>
                    <a:pt x="1634680" y="112001"/>
                  </a:moveTo>
                  <a:lnTo>
                    <a:pt x="1634324" y="111645"/>
                  </a:lnTo>
                  <a:lnTo>
                    <a:pt x="1593278" y="110998"/>
                  </a:lnTo>
                  <a:lnTo>
                    <a:pt x="1572780" y="111137"/>
                  </a:lnTo>
                  <a:lnTo>
                    <a:pt x="1552752" y="111937"/>
                  </a:lnTo>
                  <a:lnTo>
                    <a:pt x="1556994" y="116217"/>
                  </a:lnTo>
                  <a:lnTo>
                    <a:pt x="1563014" y="118021"/>
                  </a:lnTo>
                  <a:lnTo>
                    <a:pt x="1568678" y="120535"/>
                  </a:lnTo>
                  <a:lnTo>
                    <a:pt x="1616900" y="120777"/>
                  </a:lnTo>
                  <a:lnTo>
                    <a:pt x="1623301" y="119392"/>
                  </a:lnTo>
                  <a:lnTo>
                    <a:pt x="1629346" y="115874"/>
                  </a:lnTo>
                  <a:lnTo>
                    <a:pt x="1634680" y="112001"/>
                  </a:lnTo>
                  <a:close/>
                </a:path>
                <a:path w="2275840" h="163829">
                  <a:moveTo>
                    <a:pt x="1658556" y="90843"/>
                  </a:moveTo>
                  <a:lnTo>
                    <a:pt x="1658200" y="90487"/>
                  </a:lnTo>
                  <a:lnTo>
                    <a:pt x="1532661" y="89496"/>
                  </a:lnTo>
                  <a:lnTo>
                    <a:pt x="1529461" y="90538"/>
                  </a:lnTo>
                  <a:lnTo>
                    <a:pt x="1531569" y="95516"/>
                  </a:lnTo>
                  <a:lnTo>
                    <a:pt x="1535099" y="97663"/>
                  </a:lnTo>
                  <a:lnTo>
                    <a:pt x="1538630" y="101587"/>
                  </a:lnTo>
                  <a:lnTo>
                    <a:pt x="1648206" y="102133"/>
                  </a:lnTo>
                  <a:lnTo>
                    <a:pt x="1652130" y="99326"/>
                  </a:lnTo>
                  <a:lnTo>
                    <a:pt x="1655343" y="94729"/>
                  </a:lnTo>
                  <a:lnTo>
                    <a:pt x="1658556" y="90843"/>
                  </a:lnTo>
                  <a:close/>
                </a:path>
                <a:path w="2275840" h="163829">
                  <a:moveTo>
                    <a:pt x="1671408" y="73177"/>
                  </a:moveTo>
                  <a:lnTo>
                    <a:pt x="1671078" y="68922"/>
                  </a:lnTo>
                  <a:lnTo>
                    <a:pt x="1516456" y="68135"/>
                  </a:lnTo>
                  <a:lnTo>
                    <a:pt x="1513967" y="70243"/>
                  </a:lnTo>
                  <a:lnTo>
                    <a:pt x="1518208" y="72047"/>
                  </a:lnTo>
                  <a:lnTo>
                    <a:pt x="1517129" y="74866"/>
                  </a:lnTo>
                  <a:lnTo>
                    <a:pt x="1519250" y="75590"/>
                  </a:lnTo>
                  <a:lnTo>
                    <a:pt x="1520304" y="78435"/>
                  </a:lnTo>
                  <a:lnTo>
                    <a:pt x="1521714" y="80213"/>
                  </a:lnTo>
                  <a:lnTo>
                    <a:pt x="1665693" y="80949"/>
                  </a:lnTo>
                  <a:lnTo>
                    <a:pt x="1667840" y="77419"/>
                  </a:lnTo>
                  <a:lnTo>
                    <a:pt x="1671408" y="73177"/>
                  </a:lnTo>
                  <a:close/>
                </a:path>
                <a:path w="2275840" h="163829">
                  <a:moveTo>
                    <a:pt x="1808607" y="150482"/>
                  </a:moveTo>
                  <a:lnTo>
                    <a:pt x="1762150" y="150241"/>
                  </a:lnTo>
                  <a:lnTo>
                    <a:pt x="1758238" y="154127"/>
                  </a:lnTo>
                  <a:lnTo>
                    <a:pt x="1752892" y="157645"/>
                  </a:lnTo>
                  <a:lnTo>
                    <a:pt x="1749679" y="162242"/>
                  </a:lnTo>
                  <a:lnTo>
                    <a:pt x="1808556" y="162534"/>
                  </a:lnTo>
                  <a:lnTo>
                    <a:pt x="1808607" y="150482"/>
                  </a:lnTo>
                  <a:close/>
                </a:path>
                <a:path w="2275840" h="163829">
                  <a:moveTo>
                    <a:pt x="1808670" y="68922"/>
                  </a:moveTo>
                  <a:lnTo>
                    <a:pt x="1801939" y="68884"/>
                  </a:lnTo>
                  <a:lnTo>
                    <a:pt x="1800504" y="71361"/>
                  </a:lnTo>
                  <a:lnTo>
                    <a:pt x="1801190" y="74904"/>
                  </a:lnTo>
                  <a:lnTo>
                    <a:pt x="1799767" y="77381"/>
                  </a:lnTo>
                  <a:lnTo>
                    <a:pt x="1798675" y="83058"/>
                  </a:lnTo>
                  <a:lnTo>
                    <a:pt x="1805787" y="79540"/>
                  </a:lnTo>
                  <a:lnTo>
                    <a:pt x="1808607" y="80619"/>
                  </a:lnTo>
                  <a:lnTo>
                    <a:pt x="1808670" y="68922"/>
                  </a:lnTo>
                  <a:close/>
                </a:path>
                <a:path w="2275840" h="163829">
                  <a:moveTo>
                    <a:pt x="1808708" y="130263"/>
                  </a:moveTo>
                  <a:lnTo>
                    <a:pt x="1779282" y="130124"/>
                  </a:lnTo>
                  <a:lnTo>
                    <a:pt x="1778215" y="130822"/>
                  </a:lnTo>
                  <a:lnTo>
                    <a:pt x="1775714" y="133997"/>
                  </a:lnTo>
                  <a:lnTo>
                    <a:pt x="1772500" y="137528"/>
                  </a:lnTo>
                  <a:lnTo>
                    <a:pt x="1771065" y="140716"/>
                  </a:lnTo>
                  <a:lnTo>
                    <a:pt x="1780425" y="141122"/>
                  </a:lnTo>
                  <a:lnTo>
                    <a:pt x="1789861" y="141262"/>
                  </a:lnTo>
                  <a:lnTo>
                    <a:pt x="1808657" y="141262"/>
                  </a:lnTo>
                  <a:lnTo>
                    <a:pt x="1808708" y="130263"/>
                  </a:lnTo>
                  <a:close/>
                </a:path>
                <a:path w="2275840" h="163829">
                  <a:moveTo>
                    <a:pt x="1808810" y="111467"/>
                  </a:moveTo>
                  <a:lnTo>
                    <a:pt x="1790369" y="111379"/>
                  </a:lnTo>
                  <a:lnTo>
                    <a:pt x="1787169" y="113499"/>
                  </a:lnTo>
                  <a:lnTo>
                    <a:pt x="1785010" y="120573"/>
                  </a:lnTo>
                  <a:lnTo>
                    <a:pt x="1808759" y="121043"/>
                  </a:lnTo>
                  <a:lnTo>
                    <a:pt x="1808810" y="111467"/>
                  </a:lnTo>
                  <a:close/>
                </a:path>
                <a:path w="2275840" h="163829">
                  <a:moveTo>
                    <a:pt x="1808924" y="90195"/>
                  </a:moveTo>
                  <a:lnTo>
                    <a:pt x="1794027" y="90119"/>
                  </a:lnTo>
                  <a:lnTo>
                    <a:pt x="1795767" y="97574"/>
                  </a:lnTo>
                  <a:lnTo>
                    <a:pt x="1793608" y="101460"/>
                  </a:lnTo>
                  <a:lnTo>
                    <a:pt x="1798218" y="102196"/>
                  </a:lnTo>
                  <a:lnTo>
                    <a:pt x="1803895" y="101523"/>
                  </a:lnTo>
                  <a:lnTo>
                    <a:pt x="1808861" y="101892"/>
                  </a:lnTo>
                  <a:lnTo>
                    <a:pt x="1808924" y="90195"/>
                  </a:lnTo>
                  <a:close/>
                </a:path>
                <a:path w="2275840" h="163829">
                  <a:moveTo>
                    <a:pt x="1809013" y="1536"/>
                  </a:moveTo>
                  <a:lnTo>
                    <a:pt x="1509001" y="0"/>
                  </a:lnTo>
                  <a:lnTo>
                    <a:pt x="1508277" y="4254"/>
                  </a:lnTo>
                  <a:lnTo>
                    <a:pt x="1506842" y="5308"/>
                  </a:lnTo>
                  <a:lnTo>
                    <a:pt x="1506804" y="14884"/>
                  </a:lnTo>
                  <a:lnTo>
                    <a:pt x="1808937" y="16433"/>
                  </a:lnTo>
                  <a:lnTo>
                    <a:pt x="1809013" y="1536"/>
                  </a:lnTo>
                  <a:close/>
                </a:path>
                <a:path w="2275840" h="163829">
                  <a:moveTo>
                    <a:pt x="1809127" y="50126"/>
                  </a:moveTo>
                  <a:lnTo>
                    <a:pt x="1808073" y="46570"/>
                  </a:lnTo>
                  <a:lnTo>
                    <a:pt x="1509483" y="44691"/>
                  </a:lnTo>
                  <a:lnTo>
                    <a:pt x="1508404" y="47879"/>
                  </a:lnTo>
                  <a:lnTo>
                    <a:pt x="1511541" y="58889"/>
                  </a:lnTo>
                  <a:lnTo>
                    <a:pt x="1675371" y="60439"/>
                  </a:lnTo>
                  <a:lnTo>
                    <a:pt x="1675384" y="59372"/>
                  </a:lnTo>
                  <a:lnTo>
                    <a:pt x="1677517" y="58674"/>
                  </a:lnTo>
                  <a:lnTo>
                    <a:pt x="1677530" y="55829"/>
                  </a:lnTo>
                  <a:lnTo>
                    <a:pt x="1678597" y="54419"/>
                  </a:lnTo>
                  <a:lnTo>
                    <a:pt x="1802003" y="54698"/>
                  </a:lnTo>
                  <a:lnTo>
                    <a:pt x="1803069" y="55765"/>
                  </a:lnTo>
                  <a:lnTo>
                    <a:pt x="1802345" y="57886"/>
                  </a:lnTo>
                  <a:lnTo>
                    <a:pt x="1803400" y="59309"/>
                  </a:lnTo>
                  <a:lnTo>
                    <a:pt x="1805178" y="58966"/>
                  </a:lnTo>
                  <a:lnTo>
                    <a:pt x="1807298" y="59690"/>
                  </a:lnTo>
                  <a:lnTo>
                    <a:pt x="1808365" y="58635"/>
                  </a:lnTo>
                  <a:lnTo>
                    <a:pt x="1809127" y="50126"/>
                  </a:lnTo>
                  <a:close/>
                </a:path>
                <a:path w="2275840" h="163829">
                  <a:moveTo>
                    <a:pt x="1809521" y="24295"/>
                  </a:moveTo>
                  <a:lnTo>
                    <a:pt x="1693951" y="24295"/>
                  </a:lnTo>
                  <a:lnTo>
                    <a:pt x="1693951" y="23876"/>
                  </a:lnTo>
                  <a:lnTo>
                    <a:pt x="1505991" y="23876"/>
                  </a:lnTo>
                  <a:lnTo>
                    <a:pt x="1505991" y="37350"/>
                  </a:lnTo>
                  <a:lnTo>
                    <a:pt x="1693951" y="37350"/>
                  </a:lnTo>
                  <a:lnTo>
                    <a:pt x="1693951" y="38125"/>
                  </a:lnTo>
                  <a:lnTo>
                    <a:pt x="1809521" y="38125"/>
                  </a:lnTo>
                  <a:lnTo>
                    <a:pt x="1809521" y="24295"/>
                  </a:lnTo>
                  <a:close/>
                </a:path>
                <a:path w="2275840" h="163829">
                  <a:moveTo>
                    <a:pt x="2077072" y="150787"/>
                  </a:moveTo>
                  <a:lnTo>
                    <a:pt x="1943379" y="150114"/>
                  </a:lnTo>
                  <a:lnTo>
                    <a:pt x="1942960" y="162521"/>
                  </a:lnTo>
                  <a:lnTo>
                    <a:pt x="2077008" y="163207"/>
                  </a:lnTo>
                  <a:lnTo>
                    <a:pt x="2077072" y="150787"/>
                  </a:lnTo>
                  <a:close/>
                </a:path>
                <a:path w="2275840" h="163829">
                  <a:moveTo>
                    <a:pt x="2077173" y="130225"/>
                  </a:moveTo>
                  <a:lnTo>
                    <a:pt x="1943125" y="129540"/>
                  </a:lnTo>
                  <a:lnTo>
                    <a:pt x="1943061" y="141236"/>
                  </a:lnTo>
                  <a:lnTo>
                    <a:pt x="2077123" y="141922"/>
                  </a:lnTo>
                  <a:lnTo>
                    <a:pt x="2077173" y="130225"/>
                  </a:lnTo>
                  <a:close/>
                </a:path>
                <a:path w="2275840" h="163829">
                  <a:moveTo>
                    <a:pt x="2077275" y="111429"/>
                  </a:moveTo>
                  <a:lnTo>
                    <a:pt x="1943227" y="110744"/>
                  </a:lnTo>
                  <a:lnTo>
                    <a:pt x="1943176" y="120675"/>
                  </a:lnTo>
                  <a:lnTo>
                    <a:pt x="2077224" y="121361"/>
                  </a:lnTo>
                  <a:lnTo>
                    <a:pt x="2077275" y="111429"/>
                  </a:lnTo>
                  <a:close/>
                </a:path>
                <a:path w="2275840" h="163829">
                  <a:moveTo>
                    <a:pt x="2077389" y="90144"/>
                  </a:moveTo>
                  <a:lnTo>
                    <a:pt x="1943328" y="89458"/>
                  </a:lnTo>
                  <a:lnTo>
                    <a:pt x="1943265" y="101879"/>
                  </a:lnTo>
                  <a:lnTo>
                    <a:pt x="2077326" y="102209"/>
                  </a:lnTo>
                  <a:lnTo>
                    <a:pt x="2077389" y="90144"/>
                  </a:lnTo>
                  <a:close/>
                </a:path>
                <a:path w="2275840" h="163829">
                  <a:moveTo>
                    <a:pt x="2077453" y="75615"/>
                  </a:moveTo>
                  <a:lnTo>
                    <a:pt x="1943404" y="74930"/>
                  </a:lnTo>
                  <a:lnTo>
                    <a:pt x="1943379" y="80238"/>
                  </a:lnTo>
                  <a:lnTo>
                    <a:pt x="2077427" y="80937"/>
                  </a:lnTo>
                  <a:lnTo>
                    <a:pt x="2077453" y="75615"/>
                  </a:lnTo>
                  <a:close/>
                </a:path>
                <a:path w="2275840" h="163829">
                  <a:moveTo>
                    <a:pt x="2275573" y="30035"/>
                  </a:moveTo>
                  <a:lnTo>
                    <a:pt x="2274405" y="21882"/>
                  </a:lnTo>
                  <a:lnTo>
                    <a:pt x="2271052" y="14541"/>
                  </a:lnTo>
                  <a:lnTo>
                    <a:pt x="2260244" y="4610"/>
                  </a:lnTo>
                  <a:lnTo>
                    <a:pt x="2245969" y="1651"/>
                  </a:lnTo>
                  <a:lnTo>
                    <a:pt x="2230158" y="1866"/>
                  </a:lnTo>
                  <a:lnTo>
                    <a:pt x="2214727" y="1485"/>
                  </a:lnTo>
                  <a:lnTo>
                    <a:pt x="2214651" y="15671"/>
                  </a:lnTo>
                  <a:lnTo>
                    <a:pt x="2231669" y="15760"/>
                  </a:lnTo>
                  <a:lnTo>
                    <a:pt x="2238819" y="15976"/>
                  </a:lnTo>
                  <a:lnTo>
                    <a:pt x="2262111" y="27965"/>
                  </a:lnTo>
                  <a:lnTo>
                    <a:pt x="2261349" y="38608"/>
                  </a:lnTo>
                  <a:lnTo>
                    <a:pt x="2256713" y="43192"/>
                  </a:lnTo>
                  <a:lnTo>
                    <a:pt x="2251379" y="44932"/>
                  </a:lnTo>
                  <a:lnTo>
                    <a:pt x="2214499" y="45453"/>
                  </a:lnTo>
                  <a:lnTo>
                    <a:pt x="2214422" y="59639"/>
                  </a:lnTo>
                  <a:lnTo>
                    <a:pt x="2246299" y="59626"/>
                  </a:lnTo>
                  <a:lnTo>
                    <a:pt x="2260676" y="56197"/>
                  </a:lnTo>
                  <a:lnTo>
                    <a:pt x="2271598" y="45745"/>
                  </a:lnTo>
                  <a:lnTo>
                    <a:pt x="2274608" y="38252"/>
                  </a:lnTo>
                  <a:lnTo>
                    <a:pt x="2275573" y="300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67A7AFEF-8FEB-3923-9660-D2F2FB230740}"/>
              </a:ext>
            </a:extLst>
          </p:cNvPr>
          <p:cNvSpPr/>
          <p:nvPr/>
        </p:nvSpPr>
        <p:spPr>
          <a:xfrm>
            <a:off x="0" y="322122"/>
            <a:ext cx="1069340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50800">
            <a:solidFill>
              <a:srgbClr val="F082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2F97E89-307F-6ECC-C4FE-C1E5D18191C2}"/>
              </a:ext>
            </a:extLst>
          </p:cNvPr>
          <p:cNvSpPr/>
          <p:nvPr/>
        </p:nvSpPr>
        <p:spPr>
          <a:xfrm>
            <a:off x="0" y="7234123"/>
            <a:ext cx="1069340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50800">
            <a:solidFill>
              <a:srgbClr val="F082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131F326-D6D8-F92E-AB58-23E7C4C77768}"/>
              </a:ext>
            </a:extLst>
          </p:cNvPr>
          <p:cNvSpPr txBox="1"/>
          <p:nvPr/>
        </p:nvSpPr>
        <p:spPr>
          <a:xfrm>
            <a:off x="347294" y="7289228"/>
            <a:ext cx="5251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10" dirty="0">
                <a:solidFill>
                  <a:srgbClr val="231F20"/>
                </a:solidFill>
                <a:latin typeface="Gill Sans MT"/>
                <a:cs typeface="Gill Sans MT"/>
              </a:rPr>
              <a:t>©2002</a:t>
            </a:r>
            <a:r>
              <a:rPr sz="600" spc="7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417822D-B311-F7EB-874E-CE82B00D9C1D}"/>
              </a:ext>
            </a:extLst>
          </p:cNvPr>
          <p:cNvSpPr txBox="1"/>
          <p:nvPr/>
        </p:nvSpPr>
        <p:spPr>
          <a:xfrm>
            <a:off x="347294" y="1132314"/>
            <a:ext cx="17462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325" dirty="0">
                <a:solidFill>
                  <a:srgbClr val="231F20"/>
                </a:solidFill>
                <a:latin typeface="Lucida Sans"/>
                <a:cs typeface="Lucida Sans"/>
              </a:rPr>
              <a:t>SCRAPER</a:t>
            </a:r>
            <a:endParaRPr sz="3400">
              <a:latin typeface="Lucida Sans"/>
              <a:cs typeface="Lucida Sans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D92CD05-4D88-3EEA-C723-CB531EE52D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294" y="332231"/>
            <a:ext cx="2256206" cy="910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454"/>
              </a:lnSpc>
              <a:spcBef>
                <a:spcPts val="100"/>
              </a:spcBef>
            </a:pPr>
            <a:r>
              <a:rPr sz="3400" spc="-50" dirty="0">
                <a:latin typeface="Lucida Sans"/>
                <a:cs typeface="Lucida Sans"/>
              </a:rPr>
              <a:t>HOSCH</a:t>
            </a:r>
            <a:endParaRPr sz="3400" dirty="0">
              <a:latin typeface="Lucida Sans"/>
              <a:cs typeface="Lucida Sans"/>
            </a:endParaRPr>
          </a:p>
          <a:p>
            <a:pPr marL="297815">
              <a:lnSpc>
                <a:spcPts val="3454"/>
              </a:lnSpc>
            </a:pPr>
            <a:r>
              <a:rPr sz="3400" b="0" i="1" dirty="0">
                <a:solidFill>
                  <a:srgbClr val="F08231"/>
                </a:solidFill>
                <a:latin typeface="Times New Roman"/>
                <a:cs typeface="Times New Roman"/>
              </a:rPr>
              <a:t>type</a:t>
            </a:r>
            <a:r>
              <a:rPr sz="3400" b="0" i="1" spc="-60" dirty="0">
                <a:solidFill>
                  <a:srgbClr val="F08231"/>
                </a:solidFill>
                <a:latin typeface="Times New Roman"/>
                <a:cs typeface="Times New Roman"/>
              </a:rPr>
              <a:t> </a:t>
            </a:r>
            <a:r>
              <a:rPr lang="en-US" sz="3400" b="0" i="1" spc="-25" dirty="0">
                <a:solidFill>
                  <a:srgbClr val="F08231"/>
                </a:solidFill>
                <a:latin typeface="Times New Roman"/>
                <a:cs typeface="Times New Roman"/>
              </a:rPr>
              <a:t>B6C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C7893CC7-6FD9-B97D-EB40-75CF449CE73F}"/>
              </a:ext>
            </a:extLst>
          </p:cNvPr>
          <p:cNvSpPr txBox="1"/>
          <p:nvPr/>
        </p:nvSpPr>
        <p:spPr>
          <a:xfrm>
            <a:off x="2755900" y="4422386"/>
            <a:ext cx="3243263" cy="2719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9625">
              <a:lnSpc>
                <a:spcPct val="100000"/>
              </a:lnSpc>
              <a:spcBef>
                <a:spcPts val="100"/>
              </a:spcBef>
            </a:pPr>
            <a:r>
              <a:rPr lang="en-US" sz="3400" b="1" spc="160" dirty="0">
                <a:solidFill>
                  <a:srgbClr val="231F20"/>
                </a:solidFill>
                <a:latin typeface="Trebuchet MS"/>
                <a:cs typeface="Trebuchet MS"/>
              </a:rPr>
              <a:t>B6C</a:t>
            </a:r>
            <a:r>
              <a:rPr sz="3400" b="1" spc="-17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3400" spc="-495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3400" spc="-9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3400" spc="-10" dirty="0">
                <a:solidFill>
                  <a:srgbClr val="231F20"/>
                </a:solidFill>
                <a:latin typeface="Gill Sans MT"/>
                <a:cs typeface="Gill Sans MT"/>
              </a:rPr>
              <a:t>Series</a:t>
            </a:r>
            <a:endParaRPr sz="3400" dirty="0">
              <a:latin typeface="Gill Sans MT"/>
              <a:cs typeface="Gill Sans MT"/>
            </a:endParaRPr>
          </a:p>
          <a:p>
            <a:pPr marL="412115">
              <a:lnSpc>
                <a:spcPct val="100000"/>
              </a:lnSpc>
              <a:spcBef>
                <a:spcPts val="2420"/>
              </a:spcBef>
            </a:pPr>
            <a:r>
              <a:rPr lang="en-US" sz="1400" spc="-25" dirty="0">
                <a:solidFill>
                  <a:srgbClr val="231F20"/>
                </a:solidFill>
                <a:latin typeface="Gill Sans MT"/>
                <a:cs typeface="Gill Sans MT"/>
              </a:rPr>
              <a:t>Single-row main scraper</a:t>
            </a:r>
            <a:endParaRPr sz="1400" dirty="0">
              <a:latin typeface="Gill Sans MT"/>
              <a:cs typeface="Gill Sans MT"/>
            </a:endParaRPr>
          </a:p>
          <a:p>
            <a:pPr marL="225425" marR="5080" indent="106045">
              <a:lnSpc>
                <a:spcPct val="157700"/>
              </a:lnSpc>
            </a:pPr>
            <a:r>
              <a:rPr sz="1400" spc="-60" dirty="0">
                <a:solidFill>
                  <a:srgbClr val="231F20"/>
                </a:solidFill>
                <a:latin typeface="Gill Sans MT"/>
                <a:cs typeface="Gill Sans MT"/>
              </a:rPr>
              <a:t>For</a:t>
            </a:r>
            <a:r>
              <a:rPr sz="1400" spc="-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medium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85" dirty="0">
                <a:solidFill>
                  <a:srgbClr val="231F20"/>
                </a:solidFill>
                <a:latin typeface="Gill Sans MT"/>
                <a:cs typeface="Gill Sans MT"/>
              </a:rPr>
              <a:t>to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heavy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 duty</a:t>
            </a:r>
            <a:r>
              <a:rPr sz="1400" spc="-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applications </a:t>
            </a:r>
            <a:r>
              <a:rPr sz="1400" spc="-50" dirty="0">
                <a:solidFill>
                  <a:srgbClr val="231F20"/>
                </a:solidFill>
                <a:latin typeface="Gill Sans MT"/>
                <a:cs typeface="Gill Sans MT"/>
              </a:rPr>
              <a:t>Belt</a:t>
            </a:r>
            <a:r>
              <a:rPr sz="1400" spc="-4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widths</a:t>
            </a:r>
            <a:r>
              <a:rPr sz="1400" spc="-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55" dirty="0">
                <a:solidFill>
                  <a:srgbClr val="231F20"/>
                </a:solidFill>
                <a:latin typeface="Gill Sans MT"/>
                <a:cs typeface="Gill Sans MT"/>
              </a:rPr>
              <a:t>from</a:t>
            </a:r>
            <a:r>
              <a:rPr sz="1400" spc="-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90" dirty="0">
                <a:solidFill>
                  <a:srgbClr val="231F20"/>
                </a:solidFill>
                <a:latin typeface="Gill Sans MT"/>
                <a:cs typeface="Gill Sans MT"/>
              </a:rPr>
              <a:t>650</a:t>
            </a:r>
            <a:r>
              <a:rPr sz="1400" spc="-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up</a:t>
            </a:r>
            <a:r>
              <a:rPr sz="1400" spc="-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85" dirty="0">
                <a:solidFill>
                  <a:srgbClr val="231F20"/>
                </a:solidFill>
                <a:latin typeface="Gill Sans MT"/>
                <a:cs typeface="Gill Sans MT"/>
              </a:rPr>
              <a:t>to</a:t>
            </a:r>
            <a:r>
              <a:rPr sz="1400" spc="-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lang="en-US" sz="1400" spc="60" dirty="0">
                <a:solidFill>
                  <a:srgbClr val="231F20"/>
                </a:solidFill>
                <a:latin typeface="Gill Sans MT"/>
                <a:cs typeface="Gill Sans MT"/>
              </a:rPr>
              <a:t>32</a:t>
            </a:r>
            <a:r>
              <a:rPr sz="1400" spc="60" dirty="0">
                <a:solidFill>
                  <a:srgbClr val="231F20"/>
                </a:solidFill>
                <a:latin typeface="Gill Sans MT"/>
                <a:cs typeface="Gill Sans MT"/>
              </a:rPr>
              <a:t>00</a:t>
            </a:r>
            <a:r>
              <a:rPr sz="1400" spc="-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25" dirty="0">
                <a:solidFill>
                  <a:srgbClr val="231F20"/>
                </a:solidFill>
                <a:latin typeface="Gill Sans MT"/>
                <a:cs typeface="Gill Sans MT"/>
              </a:rPr>
              <a:t>mm</a:t>
            </a:r>
            <a:endParaRPr sz="1400" dirty="0">
              <a:latin typeface="Gill Sans MT"/>
              <a:cs typeface="Gill Sans MT"/>
            </a:endParaRPr>
          </a:p>
          <a:p>
            <a:pPr marL="12700" marR="1092835" indent="106045">
              <a:lnSpc>
                <a:spcPct val="157700"/>
              </a:lnSpc>
              <a:spcBef>
                <a:spcPts val="5"/>
              </a:spcBef>
            </a:pPr>
            <a:r>
              <a:rPr sz="1400" spc="-50" dirty="0">
                <a:solidFill>
                  <a:srgbClr val="231F20"/>
                </a:solidFill>
                <a:latin typeface="Gill Sans MT"/>
                <a:cs typeface="Gill Sans MT"/>
              </a:rPr>
              <a:t>Belt</a:t>
            </a:r>
            <a:r>
              <a:rPr sz="1400" spc="-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speeds</a:t>
            </a:r>
            <a:r>
              <a:rPr sz="1400" spc="-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up</a:t>
            </a:r>
            <a:r>
              <a:rPr sz="1400" spc="-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85" dirty="0">
                <a:solidFill>
                  <a:srgbClr val="231F20"/>
                </a:solidFill>
                <a:latin typeface="Gill Sans MT"/>
                <a:cs typeface="Gill Sans MT"/>
              </a:rPr>
              <a:t>to</a:t>
            </a:r>
            <a:r>
              <a:rPr sz="1400" spc="-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lang="en-US" sz="1400" spc="70" dirty="0">
                <a:solidFill>
                  <a:srgbClr val="231F20"/>
                </a:solidFill>
                <a:latin typeface="Gill Sans MT"/>
                <a:cs typeface="Gill Sans MT"/>
              </a:rPr>
              <a:t>7</a:t>
            </a:r>
            <a:r>
              <a:rPr sz="1400" spc="-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25" dirty="0">
                <a:solidFill>
                  <a:srgbClr val="231F20"/>
                </a:solidFill>
                <a:latin typeface="Gill Sans MT"/>
                <a:cs typeface="Gill Sans MT"/>
              </a:rPr>
              <a:t>m/s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Installed off 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the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 head</a:t>
            </a:r>
            <a:r>
              <a:rPr sz="1400" spc="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pulley</a:t>
            </a:r>
            <a:r>
              <a:rPr lang="en-US" sz="1400" spc="-10" dirty="0">
                <a:solidFill>
                  <a:srgbClr val="231F20"/>
                </a:solidFill>
                <a:latin typeface="Gill Sans MT"/>
                <a:cs typeface="Gill Sans MT"/>
              </a:rPr>
              <a:t> / optional drum</a:t>
            </a:r>
            <a:endParaRPr sz="1400" dirty="0">
              <a:latin typeface="Gill Sans MT"/>
              <a:cs typeface="Gill Sans MT"/>
            </a:endParaRPr>
          </a:p>
        </p:txBody>
      </p:sp>
      <p:pic>
        <p:nvPicPr>
          <p:cNvPr id="28" name="object 28">
            <a:extLst>
              <a:ext uri="{FF2B5EF4-FFF2-40B4-BE49-F238E27FC236}">
                <a16:creationId xmlns:a16="http://schemas.microsoft.com/office/drawing/2014/main" id="{348EC0D5-30C4-A9EC-0E8F-5EA41F800FC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5842" y="5333527"/>
            <a:ext cx="121500" cy="121500"/>
          </a:xfrm>
          <a:prstGeom prst="rect">
            <a:avLst/>
          </a:prstGeom>
        </p:spPr>
      </p:pic>
      <p:pic>
        <p:nvPicPr>
          <p:cNvPr id="29" name="object 29">
            <a:extLst>
              <a:ext uri="{FF2B5EF4-FFF2-40B4-BE49-F238E27FC236}">
                <a16:creationId xmlns:a16="http://schemas.microsoft.com/office/drawing/2014/main" id="{7BB04FE6-B81D-FDB5-C89D-20EBC94EA08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93015" y="5659993"/>
            <a:ext cx="121500" cy="121513"/>
          </a:xfrm>
          <a:prstGeom prst="rect">
            <a:avLst/>
          </a:prstGeom>
        </p:spPr>
      </p:pic>
      <p:pic>
        <p:nvPicPr>
          <p:cNvPr id="30" name="object 30">
            <a:extLst>
              <a:ext uri="{FF2B5EF4-FFF2-40B4-BE49-F238E27FC236}">
                <a16:creationId xmlns:a16="http://schemas.microsoft.com/office/drawing/2014/main" id="{ECDE8E87-F6DA-1996-91CC-DBFBF4FD5CB6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88977" y="6326578"/>
            <a:ext cx="121500" cy="121500"/>
          </a:xfrm>
          <a:prstGeom prst="rect">
            <a:avLst/>
          </a:prstGeom>
        </p:spPr>
      </p:pic>
      <p:pic>
        <p:nvPicPr>
          <p:cNvPr id="31" name="object 31">
            <a:extLst>
              <a:ext uri="{FF2B5EF4-FFF2-40B4-BE49-F238E27FC236}">
                <a16:creationId xmlns:a16="http://schemas.microsoft.com/office/drawing/2014/main" id="{60810B7C-F75F-ED26-454C-61261327F336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05995" y="6661985"/>
            <a:ext cx="121500" cy="121513"/>
          </a:xfrm>
          <a:prstGeom prst="rect">
            <a:avLst/>
          </a:prstGeom>
        </p:spPr>
      </p:pic>
      <p:pic>
        <p:nvPicPr>
          <p:cNvPr id="32" name="object 32">
            <a:extLst>
              <a:ext uri="{FF2B5EF4-FFF2-40B4-BE49-F238E27FC236}">
                <a16:creationId xmlns:a16="http://schemas.microsoft.com/office/drawing/2014/main" id="{F7788C88-1287-B7E1-A015-9F6521A617FE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11101" y="5986561"/>
            <a:ext cx="121488" cy="121500"/>
          </a:xfrm>
          <a:prstGeom prst="rect">
            <a:avLst/>
          </a:prstGeom>
        </p:spPr>
      </p:pic>
      <p:sp>
        <p:nvSpPr>
          <p:cNvPr id="33" name="object 33">
            <a:extLst>
              <a:ext uri="{FF2B5EF4-FFF2-40B4-BE49-F238E27FC236}">
                <a16:creationId xmlns:a16="http://schemas.microsoft.com/office/drawing/2014/main" id="{D3749190-4C7B-BA35-EEF8-D419768647E5}"/>
              </a:ext>
            </a:extLst>
          </p:cNvPr>
          <p:cNvSpPr txBox="1"/>
          <p:nvPr/>
        </p:nvSpPr>
        <p:spPr>
          <a:xfrm>
            <a:off x="8824061" y="7289228"/>
            <a:ext cx="152082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0301T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20020201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pic>
        <p:nvPicPr>
          <p:cNvPr id="34" name="Picture 33" descr="A close-up of a logo&#10;&#10;AI-generated content may be incorrect.">
            <a:extLst>
              <a:ext uri="{FF2B5EF4-FFF2-40B4-BE49-F238E27FC236}">
                <a16:creationId xmlns:a16="http://schemas.microsoft.com/office/drawing/2014/main" id="{056BA1A1-223D-BA3F-FB37-6A5A230307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846" y="425821"/>
            <a:ext cx="1882775" cy="954405"/>
          </a:xfrm>
          <a:prstGeom prst="rect">
            <a:avLst/>
          </a:prstGeom>
        </p:spPr>
      </p:pic>
      <p:pic>
        <p:nvPicPr>
          <p:cNvPr id="35" name="Grafik 19" descr="C3.png">
            <a:extLst>
              <a:ext uri="{FF2B5EF4-FFF2-40B4-BE49-F238E27FC236}">
                <a16:creationId xmlns:a16="http://schemas.microsoft.com/office/drawing/2014/main" id="{986217B7-819C-3F5F-055C-5BAE28032C96}"/>
              </a:ext>
            </a:extLst>
          </p:cNvPr>
          <p:cNvPicPr preferRelativeResize="0">
            <a:picLocks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979640" y="1477365"/>
            <a:ext cx="8062303" cy="3194089"/>
          </a:xfrm>
          <a:prstGeom prst="rect">
            <a:avLst/>
          </a:prstGeom>
        </p:spPr>
      </p:pic>
      <p:grpSp>
        <p:nvGrpSpPr>
          <p:cNvPr id="37" name="Gruppieren 14">
            <a:extLst>
              <a:ext uri="{FF2B5EF4-FFF2-40B4-BE49-F238E27FC236}">
                <a16:creationId xmlns:a16="http://schemas.microsoft.com/office/drawing/2014/main" id="{F4D87AD5-DBCA-B77C-0DC6-2561475D60D2}"/>
              </a:ext>
            </a:extLst>
          </p:cNvPr>
          <p:cNvGrpSpPr/>
          <p:nvPr/>
        </p:nvGrpSpPr>
        <p:grpSpPr>
          <a:xfrm>
            <a:off x="7264399" y="4726558"/>
            <a:ext cx="3244850" cy="2159000"/>
            <a:chOff x="5652000" y="3132000"/>
            <a:chExt cx="3244850" cy="2159000"/>
          </a:xfrm>
        </p:grpSpPr>
        <p:grpSp>
          <p:nvGrpSpPr>
            <p:cNvPr id="38" name="Group 19">
              <a:extLst>
                <a:ext uri="{FF2B5EF4-FFF2-40B4-BE49-F238E27FC236}">
                  <a16:creationId xmlns:a16="http://schemas.microsoft.com/office/drawing/2014/main" id="{5944BEF1-84C7-2280-7649-F2F4BDD721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000" y="3132000"/>
              <a:ext cx="3244850" cy="2159000"/>
              <a:chOff x="3120" y="1706"/>
              <a:chExt cx="2044" cy="1360"/>
            </a:xfr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</p:grpSpPr>
          <p:sp>
            <p:nvSpPr>
              <p:cNvPr id="40" name="AutoShape 13">
                <a:extLst>
                  <a:ext uri="{FF2B5EF4-FFF2-40B4-BE49-F238E27FC236}">
                    <a16:creationId xmlns:a16="http://schemas.microsoft.com/office/drawing/2014/main" id="{3F93F52A-A236-5360-9F78-0EEE7B35E5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0" y="1706"/>
                <a:ext cx="2043" cy="136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3175">
                <a:solidFill>
                  <a:srgbClr val="FA5D3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41" name="AutoShape 15">
                <a:hlinkClick r:id="rId12" action="ppaction://hlinkfile"/>
                <a:extLst>
                  <a:ext uri="{FF2B5EF4-FFF2-40B4-BE49-F238E27FC236}">
                    <a16:creationId xmlns:a16="http://schemas.microsoft.com/office/drawing/2014/main" id="{DB9F4528-0200-450F-3005-93C4C673C8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21" y="1706"/>
                <a:ext cx="2043" cy="136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3175">
                <a:solidFill>
                  <a:srgbClr val="FA5D32"/>
                </a:solidFill>
                <a:round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pic>
          <p:nvPicPr>
            <p:cNvPr id="39" name="Picture 14" descr="B6_skizze">
              <a:extLst>
                <a:ext uri="{FF2B5EF4-FFF2-40B4-BE49-F238E27FC236}">
                  <a16:creationId xmlns:a16="http://schemas.microsoft.com/office/drawing/2014/main" id="{7D50E4BB-F074-5256-1178-E0D7FD9312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5670506" y="3147992"/>
              <a:ext cx="2987759" cy="2124000"/>
            </a:xfrm>
            <a:prstGeom prst="rect">
              <a:avLst/>
            </a:prstGeom>
            <a:noFill/>
            <a:ln w="3175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9287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7289228"/>
            <a:ext cx="5194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©1999</a:t>
            </a:r>
            <a:r>
              <a:rPr sz="600" spc="8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61100" y="1604010"/>
            <a:ext cx="37293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31F20"/>
                </a:solidFill>
                <a:latin typeface="Gill Sans MT"/>
                <a:cs typeface="Gill Sans MT"/>
              </a:rPr>
              <a:t>Assembly</a:t>
            </a:r>
            <a:r>
              <a:rPr sz="3600" b="1" spc="-1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3600" b="1" spc="-80" dirty="0">
                <a:solidFill>
                  <a:srgbClr val="231F20"/>
                </a:solidFill>
                <a:latin typeface="Gill Sans MT"/>
                <a:cs typeface="Gill Sans MT"/>
              </a:rPr>
              <a:t>Carrier</a:t>
            </a:r>
            <a:endParaRPr sz="3600" dirty="0">
              <a:latin typeface="Gill Sans MT"/>
              <a:cs typeface="Gill Sans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50185" y="3496736"/>
            <a:ext cx="4151629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6225">
              <a:lnSpc>
                <a:spcPts val="2220"/>
              </a:lnSpc>
              <a:spcBef>
                <a:spcPts val="100"/>
              </a:spcBef>
            </a:pPr>
            <a:r>
              <a:rPr sz="2100" b="1" spc="-40" dirty="0">
                <a:solidFill>
                  <a:srgbClr val="231F20"/>
                </a:solidFill>
                <a:latin typeface="Gill Sans MT"/>
                <a:cs typeface="Gill Sans MT"/>
              </a:rPr>
              <a:t>Endsection</a:t>
            </a:r>
            <a:endParaRPr sz="2100">
              <a:latin typeface="Gill Sans MT"/>
              <a:cs typeface="Gill Sans MT"/>
            </a:endParaRPr>
          </a:p>
          <a:p>
            <a:pPr marL="12700">
              <a:lnSpc>
                <a:spcPts val="2220"/>
              </a:lnSpc>
            </a:pPr>
            <a:r>
              <a:rPr sz="2100" b="1" spc="-10" dirty="0">
                <a:solidFill>
                  <a:srgbClr val="231F20"/>
                </a:solidFill>
                <a:latin typeface="Gill Sans MT"/>
                <a:cs typeface="Gill Sans MT"/>
              </a:rPr>
              <a:t>Midsection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34610" y="4232069"/>
            <a:ext cx="13474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40" dirty="0">
                <a:solidFill>
                  <a:srgbClr val="231F20"/>
                </a:solidFill>
                <a:latin typeface="Gill Sans MT"/>
                <a:cs typeface="Gill Sans MT"/>
              </a:rPr>
              <a:t>Endsection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47219" y="459231"/>
            <a:ext cx="3959310" cy="73654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lang="en-US" spc="-145" dirty="0"/>
              <a:t>B6C</a:t>
            </a:r>
            <a:br>
              <a:rPr lang="en-US" spc="-145" dirty="0"/>
            </a:br>
            <a:r>
              <a:rPr spc="-70" dirty="0"/>
              <a:t>Kit</a:t>
            </a:r>
            <a:r>
              <a:rPr spc="-55" dirty="0"/>
              <a:t> </a:t>
            </a:r>
            <a:r>
              <a:rPr dirty="0"/>
              <a:t>Assembly</a:t>
            </a:r>
            <a:r>
              <a:rPr spc="-50" dirty="0"/>
              <a:t> </a:t>
            </a:r>
            <a:r>
              <a:rPr spc="-10" dirty="0"/>
              <a:t>Carrier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828709" y="7289228"/>
            <a:ext cx="151638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0320T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3ABA1A-953F-2AD8-F251-931CF350B92E}"/>
              </a:ext>
            </a:extLst>
          </p:cNvPr>
          <p:cNvSpPr/>
          <p:nvPr/>
        </p:nvSpPr>
        <p:spPr>
          <a:xfrm>
            <a:off x="7734934" y="384010"/>
            <a:ext cx="2717166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Picture 30" descr="A close-up of a logo&#10;&#10;AI-generated content may be incorrect.">
            <a:extLst>
              <a:ext uri="{FF2B5EF4-FFF2-40B4-BE49-F238E27FC236}">
                <a16:creationId xmlns:a16="http://schemas.microsoft.com/office/drawing/2014/main" id="{60A7CF52-4F0F-5781-E06E-588E3C9A2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846" y="425821"/>
            <a:ext cx="1882775" cy="954405"/>
          </a:xfrm>
          <a:prstGeom prst="rect">
            <a:avLst/>
          </a:prstGeom>
        </p:spPr>
      </p:pic>
      <p:pic>
        <p:nvPicPr>
          <p:cNvPr id="32" name="Grafik 19" descr="C3.png">
            <a:extLst>
              <a:ext uri="{FF2B5EF4-FFF2-40B4-BE49-F238E27FC236}">
                <a16:creationId xmlns:a16="http://schemas.microsoft.com/office/drawing/2014/main" id="{9C0C5002-9A7A-E6CC-3008-46FE95EFAD7A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255" y="1355635"/>
            <a:ext cx="4852161" cy="1908863"/>
          </a:xfrm>
          <a:prstGeom prst="rect">
            <a:avLst/>
          </a:prstGeom>
        </p:spPr>
      </p:pic>
      <p:pic>
        <p:nvPicPr>
          <p:cNvPr id="35" name="Grafik 23" descr="c1_tr_r.png">
            <a:extLst>
              <a:ext uri="{FF2B5EF4-FFF2-40B4-BE49-F238E27FC236}">
                <a16:creationId xmlns:a16="http://schemas.microsoft.com/office/drawing/2014/main" id="{27E85FCD-CB49-B706-3865-97FDC5058EC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8877" y="4122350"/>
            <a:ext cx="2934653" cy="928688"/>
          </a:xfrm>
          <a:prstGeom prst="rect">
            <a:avLst/>
          </a:prstGeom>
        </p:spPr>
      </p:pic>
      <p:pic>
        <p:nvPicPr>
          <p:cNvPr id="38" name="Grafik 22" descr="c1_tr_l.png">
            <a:extLst>
              <a:ext uri="{FF2B5EF4-FFF2-40B4-BE49-F238E27FC236}">
                <a16:creationId xmlns:a16="http://schemas.microsoft.com/office/drawing/2014/main" id="{F75CA8F3-4384-82F6-0FC5-1C3070526B1F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4547" y="4775286"/>
            <a:ext cx="2934653" cy="928688"/>
          </a:xfrm>
          <a:prstGeom prst="rect">
            <a:avLst/>
          </a:prstGeom>
        </p:spPr>
      </p:pic>
      <p:grpSp>
        <p:nvGrpSpPr>
          <p:cNvPr id="40" name="Gruppieren 36">
            <a:extLst>
              <a:ext uri="{FF2B5EF4-FFF2-40B4-BE49-F238E27FC236}">
                <a16:creationId xmlns:a16="http://schemas.microsoft.com/office/drawing/2014/main" id="{85D49995-5371-9487-5265-0FFBE76A37FD}"/>
              </a:ext>
            </a:extLst>
          </p:cNvPr>
          <p:cNvGrpSpPr/>
          <p:nvPr/>
        </p:nvGrpSpPr>
        <p:grpSpPr>
          <a:xfrm>
            <a:off x="3237290" y="5248238"/>
            <a:ext cx="5514166" cy="1339482"/>
            <a:chOff x="2184227" y="3862123"/>
            <a:chExt cx="5514166" cy="1339482"/>
          </a:xfrm>
        </p:grpSpPr>
        <p:pic>
          <p:nvPicPr>
            <p:cNvPr id="41" name="Grafik 27" descr="verc1.png">
              <a:extLst>
                <a:ext uri="{FF2B5EF4-FFF2-40B4-BE49-F238E27FC236}">
                  <a16:creationId xmlns:a16="http://schemas.microsoft.com/office/drawing/2014/main" id="{DAF3128E-26F7-5560-EA61-1F88F3CD8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4227" y="4173857"/>
              <a:ext cx="2129790" cy="1027748"/>
            </a:xfrm>
            <a:prstGeom prst="rect">
              <a:avLst/>
            </a:prstGeom>
          </p:spPr>
        </p:pic>
        <p:pic>
          <p:nvPicPr>
            <p:cNvPr id="42" name="Grafik 29" descr="verc1.png">
              <a:extLst>
                <a:ext uri="{FF2B5EF4-FFF2-40B4-BE49-F238E27FC236}">
                  <a16:creationId xmlns:a16="http://schemas.microsoft.com/office/drawing/2014/main" id="{AEA6B30B-6617-7A33-5DA4-EFE05838C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8603" y="3862123"/>
              <a:ext cx="2129790" cy="1027748"/>
            </a:xfrm>
            <a:prstGeom prst="rect">
              <a:avLst/>
            </a:prstGeom>
          </p:spPr>
        </p:pic>
      </p:grpSp>
      <p:pic>
        <p:nvPicPr>
          <p:cNvPr id="44" name="Grafik 26" descr="mitc1.png">
            <a:extLst>
              <a:ext uri="{FF2B5EF4-FFF2-40B4-BE49-F238E27FC236}">
                <a16:creationId xmlns:a16="http://schemas.microsoft.com/office/drawing/2014/main" id="{8C53BFA4-736D-C2CC-222F-BB13F20CFA35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854118" y="4395298"/>
            <a:ext cx="3281553" cy="10275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798" y="7288517"/>
            <a:ext cx="5194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©1999</a:t>
            </a:r>
            <a:r>
              <a:rPr sz="600" spc="8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6181" y="4386986"/>
            <a:ext cx="690084" cy="22183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4802" y="4343958"/>
            <a:ext cx="2516047" cy="22621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15565" y="2718041"/>
            <a:ext cx="1347977" cy="39934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668151" y="1527810"/>
            <a:ext cx="2678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65" dirty="0">
                <a:solidFill>
                  <a:srgbClr val="231F20"/>
                </a:solidFill>
                <a:latin typeface="Gill Sans MT"/>
                <a:cs typeface="Gill Sans MT"/>
              </a:rPr>
              <a:t>Elastomount</a:t>
            </a:r>
            <a:endParaRPr sz="3600" dirty="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26644" y="3128902"/>
            <a:ext cx="3397250" cy="76962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48560">
              <a:lnSpc>
                <a:spcPct val="100000"/>
              </a:lnSpc>
              <a:spcBef>
                <a:spcPts val="505"/>
              </a:spcBef>
            </a:pPr>
            <a:r>
              <a:rPr sz="2100" b="1" spc="-10" dirty="0">
                <a:solidFill>
                  <a:srgbClr val="231F20"/>
                </a:solidFill>
                <a:latin typeface="Gill Sans MT"/>
                <a:cs typeface="Gill Sans MT"/>
              </a:rPr>
              <a:t>Spindle</a:t>
            </a:r>
            <a:endParaRPr sz="21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100" b="1" spc="-10" dirty="0">
                <a:solidFill>
                  <a:srgbClr val="231F20"/>
                </a:solidFill>
                <a:latin typeface="Gill Sans MT"/>
                <a:cs typeface="Gill Sans MT"/>
              </a:rPr>
              <a:t>Elastomount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965" y="4476159"/>
            <a:ext cx="15646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231F20"/>
                </a:solidFill>
                <a:latin typeface="Gill Sans MT"/>
                <a:cs typeface="Gill Sans MT"/>
              </a:rPr>
              <a:t>Locking</a:t>
            </a:r>
            <a:r>
              <a:rPr sz="2100" b="1" spc="-1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100" b="1" spc="-20" dirty="0">
                <a:solidFill>
                  <a:srgbClr val="231F20"/>
                </a:solidFill>
                <a:latin typeface="Gill Sans MT"/>
                <a:cs typeface="Gill Sans MT"/>
              </a:rPr>
              <a:t>ring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47219" y="459231"/>
            <a:ext cx="4085081" cy="759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lang="en-US" spc="-145" dirty="0"/>
              <a:t>B6C </a:t>
            </a:r>
            <a:r>
              <a:rPr spc="-10" dirty="0" err="1"/>
              <a:t>Elastomount</a:t>
            </a:r>
            <a:endParaRPr spc="-10" dirty="0"/>
          </a:p>
        </p:txBody>
      </p:sp>
      <p:sp>
        <p:nvSpPr>
          <p:cNvPr id="11" name="object 11"/>
          <p:cNvSpPr txBox="1"/>
          <p:nvPr/>
        </p:nvSpPr>
        <p:spPr>
          <a:xfrm>
            <a:off x="8828709" y="7289228"/>
            <a:ext cx="151638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0330T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264A20-FBB4-6440-694D-09ECAA9C8668}"/>
              </a:ext>
            </a:extLst>
          </p:cNvPr>
          <p:cNvSpPr/>
          <p:nvPr/>
        </p:nvSpPr>
        <p:spPr>
          <a:xfrm>
            <a:off x="7734934" y="384010"/>
            <a:ext cx="2717166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97F1E28F-0EF2-B4D7-397D-E249CA9B7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846" y="425821"/>
            <a:ext cx="1882775" cy="954405"/>
          </a:xfrm>
          <a:prstGeom prst="rect">
            <a:avLst/>
          </a:prstGeom>
        </p:spPr>
      </p:pic>
      <p:pic>
        <p:nvPicPr>
          <p:cNvPr id="14" name="Grafik 19" descr="C3.png">
            <a:extLst>
              <a:ext uri="{FF2B5EF4-FFF2-40B4-BE49-F238E27FC236}">
                <a16:creationId xmlns:a16="http://schemas.microsoft.com/office/drawing/2014/main" id="{ABDFD94E-A2A4-9C72-2EE5-76D4AAF68859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81255" y="1355635"/>
            <a:ext cx="4852161" cy="19088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7289228"/>
            <a:ext cx="5194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©1999</a:t>
            </a:r>
            <a:r>
              <a:rPr sz="600" spc="8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13700" y="1632577"/>
            <a:ext cx="219092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spc="50" dirty="0">
                <a:solidFill>
                  <a:srgbClr val="231F20"/>
                </a:solidFill>
                <a:latin typeface="Gill Sans MT"/>
                <a:cs typeface="Gill Sans MT"/>
              </a:rPr>
              <a:t>Elements</a:t>
            </a:r>
            <a:endParaRPr sz="3600" dirty="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47219" y="459231"/>
            <a:ext cx="4484738" cy="73654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lang="en-US" spc="-145" dirty="0"/>
              <a:t>B6C </a:t>
            </a:r>
            <a:r>
              <a:rPr spc="-10" dirty="0"/>
              <a:t>Modules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29852" y="7289228"/>
            <a:ext cx="151511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0340T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93F2F9-0A6D-76E9-37C3-BE0AC54FBD60}"/>
              </a:ext>
            </a:extLst>
          </p:cNvPr>
          <p:cNvSpPr/>
          <p:nvPr/>
        </p:nvSpPr>
        <p:spPr>
          <a:xfrm>
            <a:off x="7734934" y="384010"/>
            <a:ext cx="2717166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23ABF9CC-9321-A18C-5643-5711D9EAB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846" y="425821"/>
            <a:ext cx="1882775" cy="954405"/>
          </a:xfrm>
          <a:prstGeom prst="rect">
            <a:avLst/>
          </a:prstGeom>
        </p:spPr>
      </p:pic>
      <p:pic>
        <p:nvPicPr>
          <p:cNvPr id="14" name="Grafik 19" descr="C3.png">
            <a:extLst>
              <a:ext uri="{FF2B5EF4-FFF2-40B4-BE49-F238E27FC236}">
                <a16:creationId xmlns:a16="http://schemas.microsoft.com/office/drawing/2014/main" id="{1225FB7C-7F93-F287-0EA2-60BCD74F181F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255" y="1355635"/>
            <a:ext cx="4852161" cy="1908863"/>
          </a:xfrm>
          <a:prstGeom prst="rect">
            <a:avLst/>
          </a:prstGeom>
        </p:spPr>
      </p:pic>
      <p:grpSp>
        <p:nvGrpSpPr>
          <p:cNvPr id="18" name="Gruppieren 43">
            <a:extLst>
              <a:ext uri="{FF2B5EF4-FFF2-40B4-BE49-F238E27FC236}">
                <a16:creationId xmlns:a16="http://schemas.microsoft.com/office/drawing/2014/main" id="{E1E18BB1-A9F5-0C9F-F716-41F2FDD68CCE}"/>
              </a:ext>
            </a:extLst>
          </p:cNvPr>
          <p:cNvGrpSpPr/>
          <p:nvPr/>
        </p:nvGrpSpPr>
        <p:grpSpPr>
          <a:xfrm>
            <a:off x="6108700" y="3384386"/>
            <a:ext cx="2477853" cy="2421417"/>
            <a:chOff x="5580906" y="2500788"/>
            <a:chExt cx="2477853" cy="2421417"/>
          </a:xfrm>
        </p:grpSpPr>
        <p:sp>
          <p:nvSpPr>
            <p:cNvPr id="19" name="Textfeld 4">
              <a:extLst>
                <a:ext uri="{FF2B5EF4-FFF2-40B4-BE49-F238E27FC236}">
                  <a16:creationId xmlns:a16="http://schemas.microsoft.com/office/drawing/2014/main" id="{57E07252-BB6F-9DC5-28BF-45F93127A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906" y="2500788"/>
              <a:ext cx="1656184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de-DE" sz="2000" b="1" dirty="0" err="1"/>
                <a:t>short</a:t>
              </a:r>
              <a:endParaRPr lang="de-DE" sz="2000" b="1" dirty="0"/>
            </a:p>
            <a:p>
              <a:pPr algn="ctr"/>
              <a:r>
                <a:rPr lang="de-DE" sz="2000" b="1" dirty="0" err="1"/>
                <a:t>element</a:t>
              </a:r>
              <a:endParaRPr lang="de-DE" sz="2000" b="1" dirty="0"/>
            </a:p>
          </p:txBody>
        </p:sp>
        <p:pic>
          <p:nvPicPr>
            <p:cNvPr id="20" name="Picture 9" descr="element-b6-short">
              <a:extLst>
                <a:ext uri="{FF2B5EF4-FFF2-40B4-BE49-F238E27FC236}">
                  <a16:creationId xmlns:a16="http://schemas.microsoft.com/office/drawing/2014/main" id="{885237EF-3702-9C27-B96C-949295B7D5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72994" y="2815275"/>
              <a:ext cx="1685765" cy="2106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</p:pic>
      </p:grpSp>
      <p:grpSp>
        <p:nvGrpSpPr>
          <p:cNvPr id="21" name="Gruppieren 41">
            <a:extLst>
              <a:ext uri="{FF2B5EF4-FFF2-40B4-BE49-F238E27FC236}">
                <a16:creationId xmlns:a16="http://schemas.microsoft.com/office/drawing/2014/main" id="{CAD9D9B6-EF87-5207-FE3E-CBA10C62BEE3}"/>
              </a:ext>
            </a:extLst>
          </p:cNvPr>
          <p:cNvGrpSpPr/>
          <p:nvPr/>
        </p:nvGrpSpPr>
        <p:grpSpPr>
          <a:xfrm>
            <a:off x="2548663" y="3384386"/>
            <a:ext cx="2581507" cy="2421417"/>
            <a:chOff x="2020869" y="2500788"/>
            <a:chExt cx="2581507" cy="2421417"/>
          </a:xfrm>
        </p:grpSpPr>
        <p:pic>
          <p:nvPicPr>
            <p:cNvPr id="22" name="Picture 6" descr="element-b6-long">
              <a:extLst>
                <a:ext uri="{FF2B5EF4-FFF2-40B4-BE49-F238E27FC236}">
                  <a16:creationId xmlns:a16="http://schemas.microsoft.com/office/drawing/2014/main" id="{7DDA8B48-BEC1-ED32-3189-8FA095CAA0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916610" y="2815275"/>
              <a:ext cx="1685766" cy="2106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71842" dir="2700000" algn="ctr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23" name="Textfeld 4">
              <a:extLst>
                <a:ext uri="{FF2B5EF4-FFF2-40B4-BE49-F238E27FC236}">
                  <a16:creationId xmlns:a16="http://schemas.microsoft.com/office/drawing/2014/main" id="{8BCF4CCF-757D-021C-0641-B9C5AB0A7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869" y="2500788"/>
              <a:ext cx="1656184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de-DE" sz="2000" b="1" dirty="0" err="1"/>
                <a:t>long</a:t>
              </a:r>
              <a:endParaRPr lang="de-DE" sz="2000" b="1" dirty="0"/>
            </a:p>
            <a:p>
              <a:pPr algn="ctr"/>
              <a:r>
                <a:rPr lang="de-DE" sz="2000" b="1" dirty="0" err="1"/>
                <a:t>element</a:t>
              </a:r>
              <a:endParaRPr lang="de-DE" sz="2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E46D1-CEA1-4FB9-A662-9D7461E6C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61C935-F5EC-B69D-B7AE-EAFA1A01712C}"/>
              </a:ext>
            </a:extLst>
          </p:cNvPr>
          <p:cNvSpPr txBox="1"/>
          <p:nvPr/>
        </p:nvSpPr>
        <p:spPr>
          <a:xfrm>
            <a:off x="347294" y="7289228"/>
            <a:ext cx="5194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©1999</a:t>
            </a:r>
            <a:r>
              <a:rPr sz="600" spc="8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8689DF1-B1AF-C982-82D8-82C532C7E169}"/>
              </a:ext>
            </a:extLst>
          </p:cNvPr>
          <p:cNvSpPr txBox="1"/>
          <p:nvPr/>
        </p:nvSpPr>
        <p:spPr>
          <a:xfrm>
            <a:off x="8013700" y="1632577"/>
            <a:ext cx="219092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spc="50" dirty="0">
                <a:solidFill>
                  <a:srgbClr val="231F20"/>
                </a:solidFill>
                <a:latin typeface="Gill Sans MT"/>
                <a:cs typeface="Gill Sans MT"/>
              </a:rPr>
              <a:t>Blades</a:t>
            </a:r>
            <a:endParaRPr sz="3600" dirty="0">
              <a:latin typeface="Gill Sans MT"/>
              <a:cs typeface="Gill Sans M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7B880A9-0D93-EDCA-736C-1BD677C2A0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219" y="459231"/>
            <a:ext cx="4484738" cy="73654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lang="en-US" spc="-145" dirty="0"/>
              <a:t>B6C </a:t>
            </a:r>
            <a:r>
              <a:rPr spc="-10" dirty="0"/>
              <a:t>Modules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3D143C9-971F-28CB-7F6D-7FDB6007B5D0}"/>
              </a:ext>
            </a:extLst>
          </p:cNvPr>
          <p:cNvSpPr txBox="1"/>
          <p:nvPr/>
        </p:nvSpPr>
        <p:spPr>
          <a:xfrm>
            <a:off x="8829852" y="7289228"/>
            <a:ext cx="151511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0340T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DC0563-5BB2-0C05-DD8C-F2FD1953CA68}"/>
              </a:ext>
            </a:extLst>
          </p:cNvPr>
          <p:cNvSpPr/>
          <p:nvPr/>
        </p:nvSpPr>
        <p:spPr>
          <a:xfrm>
            <a:off x="7734934" y="384010"/>
            <a:ext cx="2717166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158E5B97-641D-83A7-F70D-3DE6BE22B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846" y="425821"/>
            <a:ext cx="1882775" cy="954405"/>
          </a:xfrm>
          <a:prstGeom prst="rect">
            <a:avLst/>
          </a:prstGeom>
        </p:spPr>
      </p:pic>
      <p:pic>
        <p:nvPicPr>
          <p:cNvPr id="14" name="Grafik 19" descr="C3.png">
            <a:extLst>
              <a:ext uri="{FF2B5EF4-FFF2-40B4-BE49-F238E27FC236}">
                <a16:creationId xmlns:a16="http://schemas.microsoft.com/office/drawing/2014/main" id="{C390A8A1-2A90-FB7A-B188-AFA89940D9AB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255" y="1355635"/>
            <a:ext cx="4852161" cy="1908863"/>
          </a:xfrm>
          <a:prstGeom prst="rect">
            <a:avLst/>
          </a:prstGeom>
        </p:spPr>
      </p:pic>
      <p:grpSp>
        <p:nvGrpSpPr>
          <p:cNvPr id="3" name="Gruppieren 50">
            <a:extLst>
              <a:ext uri="{FF2B5EF4-FFF2-40B4-BE49-F238E27FC236}">
                <a16:creationId xmlns:a16="http://schemas.microsoft.com/office/drawing/2014/main" id="{C0C9CB6E-E057-BCD9-7231-BCCC025C5080}"/>
              </a:ext>
            </a:extLst>
          </p:cNvPr>
          <p:cNvGrpSpPr/>
          <p:nvPr/>
        </p:nvGrpSpPr>
        <p:grpSpPr>
          <a:xfrm>
            <a:off x="2832099" y="3275721"/>
            <a:ext cx="2184855" cy="2684989"/>
            <a:chOff x="2447920" y="3147119"/>
            <a:chExt cx="1656184" cy="2032562"/>
          </a:xfrm>
        </p:grpSpPr>
        <p:pic>
          <p:nvPicPr>
            <p:cNvPr id="4" name="Picture 9" descr="blade-b6-z">
              <a:extLst>
                <a:ext uri="{FF2B5EF4-FFF2-40B4-BE49-F238E27FC236}">
                  <a16:creationId xmlns:a16="http://schemas.microsoft.com/office/drawing/2014/main" id="{9E19663F-CD80-E338-CA82-8EA31BAF7A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grayscl/>
            </a:blip>
            <a:srcRect/>
            <a:stretch>
              <a:fillRect/>
            </a:stretch>
          </p:blipFill>
          <p:spPr bwMode="auto">
            <a:xfrm>
              <a:off x="2532997" y="3567289"/>
              <a:ext cx="1556004" cy="1612392"/>
            </a:xfrm>
            <a:prstGeom prst="roundRect">
              <a:avLst>
                <a:gd name="adj" fmla="val 0"/>
              </a:avLst>
            </a:prstGeom>
            <a:noFill/>
            <a:ln w="38100" algn="ctr">
              <a:noFill/>
              <a:miter lim="800000"/>
              <a:headEnd/>
              <a:tailEnd/>
            </a:ln>
            <a:effectLst>
              <a:innerShdw blurRad="114300">
                <a:prstClr val="black"/>
              </a:innerShdw>
            </a:effectLst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45315B18-6721-C5C6-4BDA-30432A005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7920" y="3147119"/>
              <a:ext cx="165618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de-DE" sz="2000" b="1" dirty="0"/>
                <a:t>Z-blade</a:t>
              </a:r>
            </a:p>
          </p:txBody>
        </p:sp>
      </p:grpSp>
      <p:grpSp>
        <p:nvGrpSpPr>
          <p:cNvPr id="6" name="Gruppieren 49">
            <a:extLst>
              <a:ext uri="{FF2B5EF4-FFF2-40B4-BE49-F238E27FC236}">
                <a16:creationId xmlns:a16="http://schemas.microsoft.com/office/drawing/2014/main" id="{96C9DA79-726B-E674-3043-64D2E43B2B9F}"/>
              </a:ext>
            </a:extLst>
          </p:cNvPr>
          <p:cNvGrpSpPr/>
          <p:nvPr/>
        </p:nvGrpSpPr>
        <p:grpSpPr>
          <a:xfrm>
            <a:off x="5824757" y="3307979"/>
            <a:ext cx="2186606" cy="2606370"/>
            <a:chOff x="4012044" y="3147119"/>
            <a:chExt cx="1657511" cy="1973047"/>
          </a:xfrm>
        </p:grpSpPr>
        <p:pic>
          <p:nvPicPr>
            <p:cNvPr id="7" name="Picture 12" descr="blade-b6-v">
              <a:extLst>
                <a:ext uri="{FF2B5EF4-FFF2-40B4-BE49-F238E27FC236}">
                  <a16:creationId xmlns:a16="http://schemas.microsoft.com/office/drawing/2014/main" id="{CCA2E0B6-D470-F4A3-1AC2-07AF86B5FB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grayscl/>
            </a:blip>
            <a:srcRect/>
            <a:stretch>
              <a:fillRect/>
            </a:stretch>
          </p:blipFill>
          <p:spPr bwMode="auto">
            <a:xfrm>
              <a:off x="4206515" y="3975642"/>
              <a:ext cx="1463040" cy="1144524"/>
            </a:xfrm>
            <a:prstGeom prst="roundRect">
              <a:avLst>
                <a:gd name="adj" fmla="val 0"/>
              </a:avLst>
            </a:prstGeom>
            <a:noFill/>
            <a:ln w="38100" algn="ctr">
              <a:noFill/>
              <a:miter lim="800000"/>
              <a:headEnd/>
              <a:tailEnd/>
            </a:ln>
            <a:effectLst>
              <a:innerShdw blurRad="114300">
                <a:prstClr val="black"/>
              </a:innerShdw>
            </a:effectLst>
          </p:spPr>
        </p:pic>
        <p:sp>
          <p:nvSpPr>
            <p:cNvPr id="8" name="Textfeld 4">
              <a:extLst>
                <a:ext uri="{FF2B5EF4-FFF2-40B4-BE49-F238E27FC236}">
                  <a16:creationId xmlns:a16="http://schemas.microsoft.com/office/drawing/2014/main" id="{A2A0438D-F9E3-F53F-5397-E15D45804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2044" y="3147119"/>
              <a:ext cx="165618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de-DE" sz="2000" b="1" dirty="0"/>
                <a:t>V-blade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883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FF3D-95E1-150F-5561-D682C17E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1E512F9-B1A0-53CA-2DE1-88E61083D508}"/>
              </a:ext>
            </a:extLst>
          </p:cNvPr>
          <p:cNvSpPr txBox="1"/>
          <p:nvPr/>
        </p:nvSpPr>
        <p:spPr>
          <a:xfrm>
            <a:off x="347294" y="7289228"/>
            <a:ext cx="5194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©1999</a:t>
            </a:r>
            <a:r>
              <a:rPr sz="600" spc="8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38022EE-5B92-5AAE-0A95-B9C5FC19CBC9}"/>
              </a:ext>
            </a:extLst>
          </p:cNvPr>
          <p:cNvSpPr txBox="1"/>
          <p:nvPr/>
        </p:nvSpPr>
        <p:spPr>
          <a:xfrm>
            <a:off x="8013700" y="1632577"/>
            <a:ext cx="219092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spc="50" dirty="0">
                <a:solidFill>
                  <a:srgbClr val="231F20"/>
                </a:solidFill>
                <a:latin typeface="Gill Sans MT"/>
                <a:cs typeface="Gill Sans MT"/>
              </a:rPr>
              <a:t>Element &amp; Blades</a:t>
            </a:r>
            <a:endParaRPr sz="3600" dirty="0">
              <a:latin typeface="Gill Sans MT"/>
              <a:cs typeface="Gill Sans M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03E15B6-10D4-DFEC-90E3-64B52575D7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219" y="459231"/>
            <a:ext cx="4484738" cy="73654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lang="en-US" spc="-145" dirty="0"/>
              <a:t>B6C </a:t>
            </a:r>
            <a:r>
              <a:rPr spc="-10" dirty="0"/>
              <a:t>Modules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8CCF3CB-19A2-A4F5-238A-116DCFBC53B5}"/>
              </a:ext>
            </a:extLst>
          </p:cNvPr>
          <p:cNvSpPr txBox="1"/>
          <p:nvPr/>
        </p:nvSpPr>
        <p:spPr>
          <a:xfrm>
            <a:off x="8829852" y="7289228"/>
            <a:ext cx="151511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0340T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B65508-B4E4-A1BB-423A-82A051F0C29C}"/>
              </a:ext>
            </a:extLst>
          </p:cNvPr>
          <p:cNvSpPr/>
          <p:nvPr/>
        </p:nvSpPr>
        <p:spPr>
          <a:xfrm>
            <a:off x="7734934" y="384010"/>
            <a:ext cx="2717166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4326127A-086B-8E08-179D-ECF2835A3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846" y="425821"/>
            <a:ext cx="1882775" cy="954405"/>
          </a:xfrm>
          <a:prstGeom prst="rect">
            <a:avLst/>
          </a:prstGeom>
        </p:spPr>
      </p:pic>
      <p:pic>
        <p:nvPicPr>
          <p:cNvPr id="14" name="Grafik 19" descr="C3.png">
            <a:extLst>
              <a:ext uri="{FF2B5EF4-FFF2-40B4-BE49-F238E27FC236}">
                <a16:creationId xmlns:a16="http://schemas.microsoft.com/office/drawing/2014/main" id="{433FEBC9-F3B5-8A6C-F551-58FDAB6D90F7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255" y="1355635"/>
            <a:ext cx="4852161" cy="1908863"/>
          </a:xfrm>
          <a:prstGeom prst="rect">
            <a:avLst/>
          </a:prstGeom>
        </p:spPr>
      </p:pic>
      <p:pic>
        <p:nvPicPr>
          <p:cNvPr id="15" name="Grafik 16" descr="aus-2b.png">
            <a:extLst>
              <a:ext uri="{FF2B5EF4-FFF2-40B4-BE49-F238E27FC236}">
                <a16:creationId xmlns:a16="http://schemas.microsoft.com/office/drawing/2014/main" id="{6C18DE4C-3BE9-CA79-99B2-BB9AE802173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65900" y="3668627"/>
            <a:ext cx="2563178" cy="3202235"/>
          </a:xfrm>
          <a:prstGeom prst="rect">
            <a:avLst/>
          </a:prstGeom>
        </p:spPr>
      </p:pic>
      <p:grpSp>
        <p:nvGrpSpPr>
          <p:cNvPr id="16" name="Gruppieren 23">
            <a:extLst>
              <a:ext uri="{FF2B5EF4-FFF2-40B4-BE49-F238E27FC236}">
                <a16:creationId xmlns:a16="http://schemas.microsoft.com/office/drawing/2014/main" id="{E7244EEA-C3E2-1B7B-2939-0CC1006BC96E}"/>
              </a:ext>
            </a:extLst>
          </p:cNvPr>
          <p:cNvGrpSpPr/>
          <p:nvPr/>
        </p:nvGrpSpPr>
        <p:grpSpPr>
          <a:xfrm>
            <a:off x="6314874" y="4547714"/>
            <a:ext cx="600079" cy="744096"/>
            <a:chOff x="5868974" y="2859087"/>
            <a:chExt cx="600079" cy="744096"/>
          </a:xfrm>
        </p:grpSpPr>
        <p:pic>
          <p:nvPicPr>
            <p:cNvPr id="17" name="Grafik 24" descr="monb6-02.png">
              <a:extLst>
                <a:ext uri="{FF2B5EF4-FFF2-40B4-BE49-F238E27FC236}">
                  <a16:creationId xmlns:a16="http://schemas.microsoft.com/office/drawing/2014/main" id="{A2A61441-5AF8-2991-1338-C2B559838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7014" y="3075117"/>
              <a:ext cx="312039" cy="528066"/>
            </a:xfrm>
            <a:prstGeom prst="rect">
              <a:avLst/>
            </a:prstGeom>
          </p:spPr>
        </p:pic>
        <p:pic>
          <p:nvPicPr>
            <p:cNvPr id="18" name="Grafik 25" descr="monb6-03.png">
              <a:extLst>
                <a:ext uri="{FF2B5EF4-FFF2-40B4-BE49-F238E27FC236}">
                  <a16:creationId xmlns:a16="http://schemas.microsoft.com/office/drawing/2014/main" id="{F318CCBA-E5F1-8834-F85B-3E773C371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8974" y="2859087"/>
              <a:ext cx="360045" cy="528066"/>
            </a:xfrm>
            <a:prstGeom prst="rect">
              <a:avLst/>
            </a:prstGeom>
          </p:spPr>
        </p:pic>
      </p:grpSp>
      <p:grpSp>
        <p:nvGrpSpPr>
          <p:cNvPr id="19" name="Gruppieren 27">
            <a:extLst>
              <a:ext uri="{FF2B5EF4-FFF2-40B4-BE49-F238E27FC236}">
                <a16:creationId xmlns:a16="http://schemas.microsoft.com/office/drawing/2014/main" id="{594D00ED-4F17-AB19-0F52-CB148962790A}"/>
              </a:ext>
            </a:extLst>
          </p:cNvPr>
          <p:cNvGrpSpPr/>
          <p:nvPr/>
        </p:nvGrpSpPr>
        <p:grpSpPr>
          <a:xfrm>
            <a:off x="6236000" y="1973862"/>
            <a:ext cx="1808232" cy="2416311"/>
            <a:chOff x="3924704" y="1778937"/>
            <a:chExt cx="1808232" cy="2416311"/>
          </a:xfrm>
        </p:grpSpPr>
        <p:pic>
          <p:nvPicPr>
            <p:cNvPr id="20" name="Grafik 28" descr="monb6-04.png">
              <a:extLst>
                <a:ext uri="{FF2B5EF4-FFF2-40B4-BE49-F238E27FC236}">
                  <a16:creationId xmlns:a16="http://schemas.microsoft.com/office/drawing/2014/main" id="{B700ACF9-2C55-C257-63C0-0BE293E5F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24704" y="1778937"/>
              <a:ext cx="824103" cy="884111"/>
            </a:xfrm>
            <a:prstGeom prst="rect">
              <a:avLst/>
            </a:prstGeom>
          </p:spPr>
        </p:pic>
        <p:pic>
          <p:nvPicPr>
            <p:cNvPr id="21" name="Grafik 30" descr="monb6-05.png">
              <a:extLst>
                <a:ext uri="{FF2B5EF4-FFF2-40B4-BE49-F238E27FC236}">
                  <a16:creationId xmlns:a16="http://schemas.microsoft.com/office/drawing/2014/main" id="{B47E4EE1-6232-CB20-BC27-8F3A75E73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56764" y="2427027"/>
              <a:ext cx="1376172" cy="1768221"/>
            </a:xfrm>
            <a:prstGeom prst="rect">
              <a:avLst/>
            </a:prstGeom>
          </p:spPr>
        </p:pic>
      </p:grpSp>
      <p:pic>
        <p:nvPicPr>
          <p:cNvPr id="22" name="Grafik 31" descr="monb6-2-4.png">
            <a:extLst>
              <a:ext uri="{FF2B5EF4-FFF2-40B4-BE49-F238E27FC236}">
                <a16:creationId xmlns:a16="http://schemas.microsoft.com/office/drawing/2014/main" id="{BB88405D-0F8A-1FD1-6E7E-0608A28EAEF3}"/>
              </a:ext>
            </a:extLst>
          </p:cNvPr>
          <p:cNvPicPr>
            <a:picLocks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596040" y="3630046"/>
            <a:ext cx="1664208" cy="2556000"/>
          </a:xfrm>
          <a:prstGeom prst="rect">
            <a:avLst/>
          </a:prstGeom>
        </p:spPr>
      </p:pic>
      <p:grpSp>
        <p:nvGrpSpPr>
          <p:cNvPr id="23" name="Gruppieren 20">
            <a:extLst>
              <a:ext uri="{FF2B5EF4-FFF2-40B4-BE49-F238E27FC236}">
                <a16:creationId xmlns:a16="http://schemas.microsoft.com/office/drawing/2014/main" id="{7C06A9B1-8BA8-EED9-8698-4D5A3657F006}"/>
              </a:ext>
            </a:extLst>
          </p:cNvPr>
          <p:cNvGrpSpPr/>
          <p:nvPr/>
        </p:nvGrpSpPr>
        <p:grpSpPr>
          <a:xfrm>
            <a:off x="5487147" y="2857973"/>
            <a:ext cx="1808228" cy="1788674"/>
            <a:chOff x="5364904" y="1202857"/>
            <a:chExt cx="1808228" cy="1788674"/>
          </a:xfrm>
        </p:grpSpPr>
        <p:pic>
          <p:nvPicPr>
            <p:cNvPr id="24" name="Grafik 21" descr="aus-2a.png">
              <a:extLst>
                <a:ext uri="{FF2B5EF4-FFF2-40B4-BE49-F238E27FC236}">
                  <a16:creationId xmlns:a16="http://schemas.microsoft.com/office/drawing/2014/main" id="{802FD0B2-0B46-C431-138B-FFA34062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rcRect t="37043"/>
            <a:stretch>
              <a:fillRect/>
            </a:stretch>
          </p:blipFill>
          <p:spPr>
            <a:xfrm>
              <a:off x="5508924" y="1346877"/>
              <a:ext cx="1664208" cy="1644654"/>
            </a:xfrm>
            <a:prstGeom prst="rect">
              <a:avLst/>
            </a:prstGeom>
          </p:spPr>
        </p:pic>
        <p:pic>
          <p:nvPicPr>
            <p:cNvPr id="25" name="Grafik 22" descr="monb6-01.png">
              <a:extLst>
                <a:ext uri="{FF2B5EF4-FFF2-40B4-BE49-F238E27FC236}">
                  <a16:creationId xmlns:a16="http://schemas.microsoft.com/office/drawing/2014/main" id="{42DF9D01-D01F-2516-672C-0D6A281F8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64904" y="1202857"/>
              <a:ext cx="928116" cy="13041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247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8.43507E-7 L 0.02709 0.33019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0" y="1650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0702 L 0.04931 0.2652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0" y="970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75BC3-479F-8F4F-35E4-6943AFD30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A0CF9A3-F34A-7E4E-6762-710702792D34}"/>
              </a:ext>
            </a:extLst>
          </p:cNvPr>
          <p:cNvSpPr txBox="1"/>
          <p:nvPr/>
        </p:nvSpPr>
        <p:spPr>
          <a:xfrm>
            <a:off x="347294" y="7289228"/>
            <a:ext cx="5194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©1999</a:t>
            </a:r>
            <a:r>
              <a:rPr sz="600" spc="8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CB0FC39-DE42-D762-5E23-E0BD6F40B2B9}"/>
              </a:ext>
            </a:extLst>
          </p:cNvPr>
          <p:cNvSpPr txBox="1"/>
          <p:nvPr/>
        </p:nvSpPr>
        <p:spPr>
          <a:xfrm>
            <a:off x="8013700" y="1632577"/>
            <a:ext cx="219092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spc="50" dirty="0">
                <a:solidFill>
                  <a:srgbClr val="231F20"/>
                </a:solidFill>
                <a:latin typeface="Gill Sans MT"/>
                <a:cs typeface="Gill Sans MT"/>
              </a:rPr>
              <a:t>Offset</a:t>
            </a:r>
            <a:endParaRPr sz="3600" dirty="0">
              <a:latin typeface="Gill Sans MT"/>
              <a:cs typeface="Gill Sans M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8F27BEC-A3A8-E521-A5E9-986D8F30A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219" y="459231"/>
            <a:ext cx="4484738" cy="73654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lang="en-US" spc="-145" dirty="0"/>
              <a:t>B6C </a:t>
            </a:r>
            <a:r>
              <a:rPr lang="en-US" spc="-10" dirty="0"/>
              <a:t>Offset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3C804E4-4787-785D-3DEF-77D82CC314FA}"/>
              </a:ext>
            </a:extLst>
          </p:cNvPr>
          <p:cNvSpPr txBox="1"/>
          <p:nvPr/>
        </p:nvSpPr>
        <p:spPr>
          <a:xfrm>
            <a:off x="8829852" y="7289228"/>
            <a:ext cx="151511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0340T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80675-51EA-3C2A-8414-FA90A00651EB}"/>
              </a:ext>
            </a:extLst>
          </p:cNvPr>
          <p:cNvSpPr/>
          <p:nvPr/>
        </p:nvSpPr>
        <p:spPr>
          <a:xfrm>
            <a:off x="7734934" y="384010"/>
            <a:ext cx="2717166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ACA15685-0C8A-7F2F-5ABF-E61C07BBC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846" y="425821"/>
            <a:ext cx="1882775" cy="954405"/>
          </a:xfrm>
          <a:prstGeom prst="rect">
            <a:avLst/>
          </a:prstGeom>
        </p:spPr>
      </p:pic>
      <p:pic>
        <p:nvPicPr>
          <p:cNvPr id="14" name="Grafik 19" descr="C3.png">
            <a:extLst>
              <a:ext uri="{FF2B5EF4-FFF2-40B4-BE49-F238E27FC236}">
                <a16:creationId xmlns:a16="http://schemas.microsoft.com/office/drawing/2014/main" id="{F6645241-5B95-7641-E00E-B947EE068757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255" y="1355635"/>
            <a:ext cx="4852161" cy="1908863"/>
          </a:xfrm>
          <a:prstGeom prst="rect">
            <a:avLst/>
          </a:prstGeom>
        </p:spPr>
      </p:pic>
      <p:pic>
        <p:nvPicPr>
          <p:cNvPr id="3" name="Grafik 23" descr="c1_tr_r.png">
            <a:extLst>
              <a:ext uri="{FF2B5EF4-FFF2-40B4-BE49-F238E27FC236}">
                <a16:creationId xmlns:a16="http://schemas.microsoft.com/office/drawing/2014/main" id="{32E210EC-311F-0C95-2FFE-F66BE75A90E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70549" y="2850453"/>
            <a:ext cx="2483168" cy="785813"/>
          </a:xfrm>
          <a:prstGeom prst="rect">
            <a:avLst/>
          </a:prstGeom>
        </p:spPr>
      </p:pic>
      <p:pic>
        <p:nvPicPr>
          <p:cNvPr id="4" name="Grafik 26" descr="mitc1.png">
            <a:extLst>
              <a:ext uri="{FF2B5EF4-FFF2-40B4-BE49-F238E27FC236}">
                <a16:creationId xmlns:a16="http://schemas.microsoft.com/office/drawing/2014/main" id="{B29795B4-3CE7-FEFE-9D13-4D9FA71B1669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66570" y="3735326"/>
            <a:ext cx="3281553" cy="1027557"/>
          </a:xfrm>
          <a:prstGeom prst="rect">
            <a:avLst/>
          </a:prstGeom>
        </p:spPr>
      </p:pic>
      <p:pic>
        <p:nvPicPr>
          <p:cNvPr id="6" name="Grafik 41" descr="ett.png">
            <a:extLst>
              <a:ext uri="{FF2B5EF4-FFF2-40B4-BE49-F238E27FC236}">
                <a16:creationId xmlns:a16="http://schemas.microsoft.com/office/drawing/2014/main" id="{C0AD9E70-2485-CF15-71E8-E0F29DDC61D0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281123" y="3066477"/>
            <a:ext cx="346710" cy="1226820"/>
          </a:xfrm>
          <a:prstGeom prst="rect">
            <a:avLst/>
          </a:prstGeom>
        </p:spPr>
      </p:pic>
      <p:pic>
        <p:nvPicPr>
          <p:cNvPr id="7" name="Grafik 42" descr="verc1g.png">
            <a:extLst>
              <a:ext uri="{FF2B5EF4-FFF2-40B4-BE49-F238E27FC236}">
                <a16:creationId xmlns:a16="http://schemas.microsoft.com/office/drawing/2014/main" id="{3DB2486F-4B32-E2C3-5C2F-13C9E6B78147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rcRect b="26679"/>
          <a:stretch>
            <a:fillRect/>
          </a:stretch>
        </p:blipFill>
        <p:spPr>
          <a:xfrm>
            <a:off x="6633051" y="4362621"/>
            <a:ext cx="2761298" cy="1543366"/>
          </a:xfrm>
          <a:prstGeom prst="rect">
            <a:avLst/>
          </a:prstGeom>
        </p:spPr>
      </p:pic>
      <p:sp>
        <p:nvSpPr>
          <p:cNvPr id="8" name="Textfeld 4">
            <a:extLst>
              <a:ext uri="{FF2B5EF4-FFF2-40B4-BE49-F238E27FC236}">
                <a16:creationId xmlns:a16="http://schemas.microsoft.com/office/drawing/2014/main" id="{EDFBBC71-56D8-0AF8-99CB-067C9C2A0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019" y="2610289"/>
            <a:ext cx="16561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de-DE" sz="2000" b="1" dirty="0" err="1"/>
              <a:t>upwards</a:t>
            </a:r>
            <a:endParaRPr lang="de-DE" sz="2000" b="1" dirty="0"/>
          </a:p>
        </p:txBody>
      </p:sp>
      <p:sp>
        <p:nvSpPr>
          <p:cNvPr id="26" name="Pfeil nach unten 46">
            <a:extLst>
              <a:ext uri="{FF2B5EF4-FFF2-40B4-BE49-F238E27FC236}">
                <a16:creationId xmlns:a16="http://schemas.microsoft.com/office/drawing/2014/main" id="{43226600-DE81-6D69-D125-0AAEB01C49C8}"/>
              </a:ext>
            </a:extLst>
          </p:cNvPr>
          <p:cNvSpPr/>
          <p:nvPr/>
        </p:nvSpPr>
        <p:spPr>
          <a:xfrm flipV="1">
            <a:off x="6934413" y="3079723"/>
            <a:ext cx="346710" cy="490810"/>
          </a:xfrm>
          <a:prstGeom prst="downArrow">
            <a:avLst/>
          </a:prstGeom>
          <a:solidFill>
            <a:srgbClr val="FF71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7" name="Gruppieren 37">
            <a:extLst>
              <a:ext uri="{FF2B5EF4-FFF2-40B4-BE49-F238E27FC236}">
                <a16:creationId xmlns:a16="http://schemas.microsoft.com/office/drawing/2014/main" id="{711C48D3-A4E4-6DCC-E863-97F402B1521B}"/>
              </a:ext>
            </a:extLst>
          </p:cNvPr>
          <p:cNvGrpSpPr/>
          <p:nvPr/>
        </p:nvGrpSpPr>
        <p:grpSpPr>
          <a:xfrm>
            <a:off x="1088435" y="4074589"/>
            <a:ext cx="5641618" cy="2119430"/>
            <a:chOff x="180306" y="3147119"/>
            <a:chExt cx="5641618" cy="2119430"/>
          </a:xfrm>
        </p:grpSpPr>
        <p:pic>
          <p:nvPicPr>
            <p:cNvPr id="28" name="Grafik 22" descr="c1_tr_l.png">
              <a:extLst>
                <a:ext uri="{FF2B5EF4-FFF2-40B4-BE49-F238E27FC236}">
                  <a16:creationId xmlns:a16="http://schemas.microsoft.com/office/drawing/2014/main" id="{5AA87AAD-351F-BF7E-6D0E-E2731702D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306" y="3867199"/>
              <a:ext cx="2483168" cy="785813"/>
            </a:xfrm>
            <a:prstGeom prst="rect">
              <a:avLst/>
            </a:prstGeom>
          </p:spPr>
        </p:pic>
        <p:pic>
          <p:nvPicPr>
            <p:cNvPr id="30" name="Grafik 20" descr="verc1g.png">
              <a:extLst>
                <a:ext uri="{FF2B5EF4-FFF2-40B4-BE49-F238E27FC236}">
                  <a16:creationId xmlns:a16="http://schemas.microsoft.com/office/drawing/2014/main" id="{01D1AD05-80B9-C74D-815F-42C6265B0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rcRect b="26679"/>
            <a:stretch>
              <a:fillRect/>
            </a:stretch>
          </p:blipFill>
          <p:spPr>
            <a:xfrm>
              <a:off x="3060626" y="3723183"/>
              <a:ext cx="2761298" cy="1543366"/>
            </a:xfrm>
            <a:prstGeom prst="rect">
              <a:avLst/>
            </a:prstGeom>
          </p:spPr>
        </p:pic>
        <p:sp>
          <p:nvSpPr>
            <p:cNvPr id="31" name="Textfeld 4">
              <a:extLst>
                <a:ext uri="{FF2B5EF4-FFF2-40B4-BE49-F238E27FC236}">
                  <a16:creationId xmlns:a16="http://schemas.microsoft.com/office/drawing/2014/main" id="{F5BB1AB2-1750-0AAB-A754-8CAA750CF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771" y="4653012"/>
              <a:ext cx="165618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de-DE" sz="2000" b="1" dirty="0" err="1"/>
                <a:t>downwards</a:t>
              </a:r>
              <a:endParaRPr lang="de-DE" sz="2000" b="1" dirty="0"/>
            </a:p>
          </p:txBody>
        </p:sp>
        <p:sp>
          <p:nvSpPr>
            <p:cNvPr id="32" name="Pfeil nach unten 45">
              <a:extLst>
                <a:ext uri="{FF2B5EF4-FFF2-40B4-BE49-F238E27FC236}">
                  <a16:creationId xmlns:a16="http://schemas.microsoft.com/office/drawing/2014/main" id="{DDFE8591-A593-FC28-3FFD-53BAFA43B5B1}"/>
                </a:ext>
              </a:extLst>
            </p:cNvPr>
            <p:cNvSpPr/>
            <p:nvPr/>
          </p:nvSpPr>
          <p:spPr>
            <a:xfrm>
              <a:off x="2353876" y="3231780"/>
              <a:ext cx="346710" cy="563411"/>
            </a:xfrm>
            <a:prstGeom prst="downArrow">
              <a:avLst/>
            </a:prstGeom>
            <a:solidFill>
              <a:srgbClr val="FF710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/>
            </a:p>
          </p:txBody>
        </p:sp>
        <p:pic>
          <p:nvPicPr>
            <p:cNvPr id="33" name="Grafik 36" descr="ett.png">
              <a:extLst>
                <a:ext uri="{FF2B5EF4-FFF2-40B4-BE49-F238E27FC236}">
                  <a16:creationId xmlns:a16="http://schemas.microsoft.com/office/drawing/2014/main" id="{F3A4B227-58E7-9F12-69E2-0990C825A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0586" y="3147119"/>
              <a:ext cx="346710" cy="12268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150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203</Words>
  <Application>Microsoft Macintosh PowerPoint</Application>
  <PresentationFormat>Custom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Gill Sans MT</vt:lpstr>
      <vt:lpstr>Lucida Sans</vt:lpstr>
      <vt:lpstr>Times New Roman</vt:lpstr>
      <vt:lpstr>Trebuchet MS</vt:lpstr>
      <vt:lpstr>Office Theme</vt:lpstr>
      <vt:lpstr>HOSCH Scraper Type B6C Title</vt:lpstr>
      <vt:lpstr>HOSCH type B6C</vt:lpstr>
      <vt:lpstr>HOSCH Scraper Type B6C Kit Assembly Carrier</vt:lpstr>
      <vt:lpstr>HOSCH Scraper Type B6C Elastomount</vt:lpstr>
      <vt:lpstr>HOSCH Scraper Type B6C Modules</vt:lpstr>
      <vt:lpstr>HOSCH Scraper Type B6C Modules</vt:lpstr>
      <vt:lpstr>HOSCH Scraper Type B6C Modules</vt:lpstr>
      <vt:lpstr>HOSCH Scraper Type B6C Offset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tbst0300.ai</dc:title>
  <dc:creator>DV01</dc:creator>
  <cp:lastModifiedBy>Roy Pasak</cp:lastModifiedBy>
  <cp:revision>3</cp:revision>
  <cp:lastPrinted>2025-02-20T03:40:29Z</cp:lastPrinted>
  <dcterms:created xsi:type="dcterms:W3CDTF">2025-02-20T03:08:09Z</dcterms:created>
  <dcterms:modified xsi:type="dcterms:W3CDTF">2025-02-20T03:40:32Z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2004-06-28T00:00:00Z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2025-02-20T00:00:00Z</vt:filetime>
  </property>
  <property fmtid="{D5CDD505-2E9C-101B-9397-08002B2CF9AE}" pid="5" name="Producer">
    <vt:lpwstr>3-Heights(TM) PDF Security Shell 4.8.25.2 (http://www.pdf-tools.com)</vt:lpwstr>
  </property>
</Properties>
</file>