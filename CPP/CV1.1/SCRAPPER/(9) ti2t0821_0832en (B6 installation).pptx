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99"/>
  </p:normalViewPr>
  <p:slideViewPr>
    <p:cSldViewPr>
      <p:cViewPr varScale="1">
        <p:scale>
          <a:sx n="77" d="100"/>
          <a:sy n="77" d="100"/>
        </p:scale>
        <p:origin x="2176" y="4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©2000</a:t>
            </a:r>
            <a:r>
              <a:rPr spc="75" dirty="0"/>
              <a:t> </a:t>
            </a:r>
            <a:r>
              <a:rPr spc="-10" dirty="0"/>
              <a:t>HOSCH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©2000</a:t>
            </a:r>
            <a:r>
              <a:rPr spc="75" dirty="0"/>
              <a:t> </a:t>
            </a:r>
            <a:r>
              <a:rPr spc="-10" dirty="0"/>
              <a:t>HOSCH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©2000</a:t>
            </a:r>
            <a:r>
              <a:rPr spc="75" dirty="0"/>
              <a:t> </a:t>
            </a:r>
            <a:r>
              <a:rPr spc="-10" dirty="0"/>
              <a:t>HOSCH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©2000</a:t>
            </a:r>
            <a:r>
              <a:rPr spc="75" dirty="0"/>
              <a:t> </a:t>
            </a:r>
            <a:r>
              <a:rPr spc="-10" dirty="0"/>
              <a:t>HOSCH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©2000</a:t>
            </a:r>
            <a:r>
              <a:rPr spc="75" dirty="0"/>
              <a:t> </a:t>
            </a:r>
            <a:r>
              <a:rPr spc="-10" dirty="0"/>
              <a:t>HOSCH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820702" y="422041"/>
            <a:ext cx="2514600" cy="364490"/>
          </a:xfrm>
          <a:custGeom>
            <a:avLst/>
            <a:gdLst/>
            <a:ahLst/>
            <a:cxnLst/>
            <a:rect l="l" t="t" r="r" b="b"/>
            <a:pathLst>
              <a:path w="2514600" h="364490">
                <a:moveTo>
                  <a:pt x="2514466" y="191010"/>
                </a:moveTo>
                <a:lnTo>
                  <a:pt x="2510239" y="149344"/>
                </a:lnTo>
                <a:lnTo>
                  <a:pt x="2473029" y="83237"/>
                </a:lnTo>
                <a:lnTo>
                  <a:pt x="2442725" y="58686"/>
                </a:lnTo>
                <a:lnTo>
                  <a:pt x="2390734" y="39586"/>
                </a:lnTo>
                <a:lnTo>
                  <a:pt x="2333493" y="37800"/>
                </a:lnTo>
                <a:lnTo>
                  <a:pt x="2333620" y="12260"/>
                </a:lnTo>
                <a:lnTo>
                  <a:pt x="2198149" y="11574"/>
                </a:lnTo>
                <a:lnTo>
                  <a:pt x="2197666" y="37813"/>
                </a:lnTo>
                <a:lnTo>
                  <a:pt x="2060430" y="37114"/>
                </a:lnTo>
                <a:lnTo>
                  <a:pt x="2060201" y="12641"/>
                </a:lnTo>
                <a:lnTo>
                  <a:pt x="1928629" y="11968"/>
                </a:lnTo>
                <a:lnTo>
                  <a:pt x="1928490" y="37851"/>
                </a:lnTo>
                <a:lnTo>
                  <a:pt x="1857217" y="37495"/>
                </a:lnTo>
                <a:lnTo>
                  <a:pt x="1813040" y="15586"/>
                </a:lnTo>
                <a:lnTo>
                  <a:pt x="1764825" y="4031"/>
                </a:lnTo>
                <a:lnTo>
                  <a:pt x="1711236" y="619"/>
                </a:lnTo>
                <a:lnTo>
                  <a:pt x="1692498" y="830"/>
                </a:lnTo>
                <a:lnTo>
                  <a:pt x="1657827" y="3779"/>
                </a:lnTo>
                <a:lnTo>
                  <a:pt x="1624002" y="10320"/>
                </a:lnTo>
                <a:lnTo>
                  <a:pt x="1591752" y="21258"/>
                </a:lnTo>
                <a:lnTo>
                  <a:pt x="1561803" y="37393"/>
                </a:lnTo>
                <a:lnTo>
                  <a:pt x="1418178" y="37368"/>
                </a:lnTo>
                <a:lnTo>
                  <a:pt x="1376033" y="17474"/>
                </a:lnTo>
                <a:lnTo>
                  <a:pt x="1330383" y="6075"/>
                </a:lnTo>
                <a:lnTo>
                  <a:pt x="1322155" y="5131"/>
                </a:lnTo>
                <a:lnTo>
                  <a:pt x="1314259" y="3859"/>
                </a:lnTo>
                <a:lnTo>
                  <a:pt x="1306361" y="2853"/>
                </a:lnTo>
                <a:lnTo>
                  <a:pt x="1298125" y="2710"/>
                </a:lnTo>
                <a:lnTo>
                  <a:pt x="1283663" y="1835"/>
                </a:lnTo>
                <a:lnTo>
                  <a:pt x="1240328" y="2062"/>
                </a:lnTo>
                <a:lnTo>
                  <a:pt x="1174492" y="12144"/>
                </a:lnTo>
                <a:lnTo>
                  <a:pt x="1114953" y="37952"/>
                </a:lnTo>
                <a:lnTo>
                  <a:pt x="1114598" y="38308"/>
                </a:lnTo>
                <a:lnTo>
                  <a:pt x="995091" y="38054"/>
                </a:lnTo>
                <a:lnTo>
                  <a:pt x="947375" y="14930"/>
                </a:lnTo>
                <a:lnTo>
                  <a:pt x="894545" y="3484"/>
                </a:lnTo>
                <a:lnTo>
                  <a:pt x="839045" y="0"/>
                </a:lnTo>
                <a:lnTo>
                  <a:pt x="784706" y="3370"/>
                </a:lnTo>
                <a:lnTo>
                  <a:pt x="733114" y="15132"/>
                </a:lnTo>
                <a:lnTo>
                  <a:pt x="685858" y="36822"/>
                </a:lnTo>
                <a:lnTo>
                  <a:pt x="637979" y="37279"/>
                </a:lnTo>
                <a:lnTo>
                  <a:pt x="598254" y="37089"/>
                </a:lnTo>
                <a:lnTo>
                  <a:pt x="598038" y="11905"/>
                </a:lnTo>
                <a:lnTo>
                  <a:pt x="470009" y="11244"/>
                </a:lnTo>
                <a:lnTo>
                  <a:pt x="469869" y="38206"/>
                </a:lnTo>
                <a:lnTo>
                  <a:pt x="324480" y="37101"/>
                </a:lnTo>
                <a:lnTo>
                  <a:pt x="324251" y="12273"/>
                </a:lnTo>
                <a:lnTo>
                  <a:pt x="192679" y="11955"/>
                </a:lnTo>
                <a:lnTo>
                  <a:pt x="192197" y="38194"/>
                </a:lnTo>
                <a:lnTo>
                  <a:pt x="174121" y="38345"/>
                </a:lnTo>
                <a:lnTo>
                  <a:pt x="155886" y="38059"/>
                </a:lnTo>
                <a:lnTo>
                  <a:pt x="137981" y="38370"/>
                </a:lnTo>
                <a:lnTo>
                  <a:pt x="84169" y="52151"/>
                </a:lnTo>
                <a:lnTo>
                  <a:pt x="51041" y="74447"/>
                </a:lnTo>
                <a:lnTo>
                  <a:pt x="24521" y="104356"/>
                </a:lnTo>
                <a:lnTo>
                  <a:pt x="7615" y="139032"/>
                </a:lnTo>
                <a:lnTo>
                  <a:pt x="0" y="181510"/>
                </a:lnTo>
                <a:lnTo>
                  <a:pt x="655" y="203686"/>
                </a:lnTo>
                <a:lnTo>
                  <a:pt x="18338" y="259553"/>
                </a:lnTo>
                <a:lnTo>
                  <a:pt x="41863" y="290420"/>
                </a:lnTo>
                <a:lnTo>
                  <a:pt x="72204" y="314608"/>
                </a:lnTo>
                <a:lnTo>
                  <a:pt x="126665" y="333198"/>
                </a:lnTo>
                <a:lnTo>
                  <a:pt x="191739" y="335031"/>
                </a:lnTo>
                <a:lnTo>
                  <a:pt x="191638" y="354182"/>
                </a:lnTo>
                <a:lnTo>
                  <a:pt x="325343" y="354512"/>
                </a:lnTo>
                <a:lnTo>
                  <a:pt x="325801" y="333938"/>
                </a:lnTo>
                <a:lnTo>
                  <a:pt x="469069" y="335031"/>
                </a:lnTo>
                <a:lnTo>
                  <a:pt x="469323" y="354538"/>
                </a:lnTo>
                <a:lnTo>
                  <a:pt x="595917" y="355186"/>
                </a:lnTo>
                <a:lnTo>
                  <a:pt x="596984" y="354474"/>
                </a:lnTo>
                <a:lnTo>
                  <a:pt x="597085" y="334612"/>
                </a:lnTo>
                <a:lnTo>
                  <a:pt x="703130" y="334802"/>
                </a:lnTo>
                <a:lnTo>
                  <a:pt x="749365" y="351617"/>
                </a:lnTo>
                <a:lnTo>
                  <a:pt x="799104" y="360469"/>
                </a:lnTo>
                <a:lnTo>
                  <a:pt x="806902" y="360520"/>
                </a:lnTo>
                <a:lnTo>
                  <a:pt x="814344" y="361256"/>
                </a:lnTo>
                <a:lnTo>
                  <a:pt x="821786" y="362361"/>
                </a:lnTo>
                <a:lnTo>
                  <a:pt x="859531" y="361644"/>
                </a:lnTo>
                <a:lnTo>
                  <a:pt x="896326" y="358094"/>
                </a:lnTo>
                <a:lnTo>
                  <a:pt x="931611" y="351010"/>
                </a:lnTo>
                <a:lnTo>
                  <a:pt x="964826" y="339692"/>
                </a:lnTo>
                <a:lnTo>
                  <a:pt x="967303" y="339704"/>
                </a:lnTo>
                <a:lnTo>
                  <a:pt x="968738" y="337939"/>
                </a:lnTo>
                <a:lnTo>
                  <a:pt x="970516" y="336885"/>
                </a:lnTo>
                <a:lnTo>
                  <a:pt x="971583" y="335818"/>
                </a:lnTo>
                <a:lnTo>
                  <a:pt x="974059" y="336186"/>
                </a:lnTo>
                <a:lnTo>
                  <a:pt x="974783" y="334421"/>
                </a:lnTo>
                <a:lnTo>
                  <a:pt x="1123018" y="334827"/>
                </a:lnTo>
                <a:lnTo>
                  <a:pt x="1162442" y="349298"/>
                </a:lnTo>
                <a:lnTo>
                  <a:pt x="1203752" y="357929"/>
                </a:lnTo>
                <a:lnTo>
                  <a:pt x="1257677" y="362994"/>
                </a:lnTo>
                <a:lnTo>
                  <a:pt x="1285660" y="364038"/>
                </a:lnTo>
                <a:lnTo>
                  <a:pt x="1314013" y="363822"/>
                </a:lnTo>
                <a:lnTo>
                  <a:pt x="1369020" y="357626"/>
                </a:lnTo>
                <a:lnTo>
                  <a:pt x="1419817" y="341304"/>
                </a:lnTo>
                <a:lnTo>
                  <a:pt x="1423728" y="338841"/>
                </a:lnTo>
                <a:lnTo>
                  <a:pt x="1428694" y="337444"/>
                </a:lnTo>
                <a:lnTo>
                  <a:pt x="1431551" y="334269"/>
                </a:lnTo>
                <a:lnTo>
                  <a:pt x="1536873" y="335170"/>
                </a:lnTo>
                <a:lnTo>
                  <a:pt x="1579075" y="335031"/>
                </a:lnTo>
                <a:lnTo>
                  <a:pt x="1626376" y="353003"/>
                </a:lnTo>
                <a:lnTo>
                  <a:pt x="1677182" y="361421"/>
                </a:lnTo>
                <a:lnTo>
                  <a:pt x="1720641" y="362160"/>
                </a:lnTo>
                <a:lnTo>
                  <a:pt x="1763190" y="358575"/>
                </a:lnTo>
                <a:lnTo>
                  <a:pt x="1803905" y="349797"/>
                </a:lnTo>
                <a:lnTo>
                  <a:pt x="1841863" y="334954"/>
                </a:lnTo>
                <a:lnTo>
                  <a:pt x="1928033" y="335386"/>
                </a:lnTo>
                <a:lnTo>
                  <a:pt x="1927944" y="354538"/>
                </a:lnTo>
                <a:lnTo>
                  <a:pt x="2060925" y="355224"/>
                </a:lnTo>
                <a:lnTo>
                  <a:pt x="2061637" y="354868"/>
                </a:lnTo>
                <a:lnTo>
                  <a:pt x="2061738" y="334662"/>
                </a:lnTo>
                <a:lnTo>
                  <a:pt x="2196853" y="335348"/>
                </a:lnTo>
                <a:lnTo>
                  <a:pt x="2196752" y="354500"/>
                </a:lnTo>
                <a:lnTo>
                  <a:pt x="2333290" y="354843"/>
                </a:lnTo>
                <a:lnTo>
                  <a:pt x="2333391" y="334269"/>
                </a:lnTo>
                <a:lnTo>
                  <a:pt x="2380203" y="334154"/>
                </a:lnTo>
                <a:lnTo>
                  <a:pt x="2419624" y="325137"/>
                </a:lnTo>
                <a:lnTo>
                  <a:pt x="2453680" y="306519"/>
                </a:lnTo>
                <a:lnTo>
                  <a:pt x="2482000" y="279130"/>
                </a:lnTo>
                <a:lnTo>
                  <a:pt x="2502509" y="245518"/>
                </a:lnTo>
                <a:lnTo>
                  <a:pt x="2513134" y="208234"/>
                </a:lnTo>
                <a:lnTo>
                  <a:pt x="2513490" y="206456"/>
                </a:lnTo>
                <a:lnTo>
                  <a:pt x="2511725" y="205389"/>
                </a:lnTo>
                <a:lnTo>
                  <a:pt x="2513503" y="204691"/>
                </a:lnTo>
                <a:lnTo>
                  <a:pt x="2514466" y="1910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28025" y="439064"/>
            <a:ext cx="2111375" cy="329565"/>
          </a:xfrm>
          <a:custGeom>
            <a:avLst/>
            <a:gdLst/>
            <a:ahLst/>
            <a:cxnLst/>
            <a:rect l="l" t="t" r="r" b="b"/>
            <a:pathLst>
              <a:path w="2111375" h="329565">
                <a:moveTo>
                  <a:pt x="374319" y="10401"/>
                </a:moveTo>
                <a:lnTo>
                  <a:pt x="279273" y="9918"/>
                </a:lnTo>
                <a:lnTo>
                  <a:pt x="278257" y="139001"/>
                </a:lnTo>
                <a:lnTo>
                  <a:pt x="100241" y="137731"/>
                </a:lnTo>
                <a:lnTo>
                  <a:pt x="100888" y="10769"/>
                </a:lnTo>
                <a:lnTo>
                  <a:pt x="1587" y="10261"/>
                </a:lnTo>
                <a:lnTo>
                  <a:pt x="0" y="321271"/>
                </a:lnTo>
                <a:lnTo>
                  <a:pt x="101066" y="321792"/>
                </a:lnTo>
                <a:lnTo>
                  <a:pt x="102057" y="197319"/>
                </a:lnTo>
                <a:lnTo>
                  <a:pt x="278663" y="198221"/>
                </a:lnTo>
                <a:lnTo>
                  <a:pt x="278041" y="321284"/>
                </a:lnTo>
                <a:lnTo>
                  <a:pt x="372719" y="321767"/>
                </a:lnTo>
                <a:lnTo>
                  <a:pt x="374319" y="10401"/>
                </a:lnTo>
                <a:close/>
              </a:path>
              <a:path w="2111375" h="329565">
                <a:moveTo>
                  <a:pt x="840193" y="156895"/>
                </a:moveTo>
                <a:lnTo>
                  <a:pt x="833805" y="112128"/>
                </a:lnTo>
                <a:lnTo>
                  <a:pt x="799833" y="52717"/>
                </a:lnTo>
                <a:lnTo>
                  <a:pt x="762787" y="26314"/>
                </a:lnTo>
                <a:lnTo>
                  <a:pt x="719353" y="10109"/>
                </a:lnTo>
                <a:lnTo>
                  <a:pt x="673671" y="1993"/>
                </a:lnTo>
                <a:lnTo>
                  <a:pt x="630415" y="0"/>
                </a:lnTo>
                <a:lnTo>
                  <a:pt x="595845" y="1625"/>
                </a:lnTo>
                <a:lnTo>
                  <a:pt x="529996" y="14566"/>
                </a:lnTo>
                <a:lnTo>
                  <a:pt x="471195" y="46863"/>
                </a:lnTo>
                <a:lnTo>
                  <a:pt x="434047" y="102577"/>
                </a:lnTo>
                <a:lnTo>
                  <a:pt x="424878" y="179019"/>
                </a:lnTo>
                <a:lnTo>
                  <a:pt x="433260" y="220522"/>
                </a:lnTo>
                <a:lnTo>
                  <a:pt x="452158" y="257619"/>
                </a:lnTo>
                <a:lnTo>
                  <a:pt x="482473" y="288277"/>
                </a:lnTo>
                <a:lnTo>
                  <a:pt x="518160" y="308178"/>
                </a:lnTo>
                <a:lnTo>
                  <a:pt x="556653" y="320497"/>
                </a:lnTo>
                <a:lnTo>
                  <a:pt x="597636" y="326580"/>
                </a:lnTo>
                <a:lnTo>
                  <a:pt x="640803" y="327748"/>
                </a:lnTo>
                <a:lnTo>
                  <a:pt x="683920" y="324548"/>
                </a:lnTo>
                <a:lnTo>
                  <a:pt x="726160" y="315290"/>
                </a:lnTo>
                <a:lnTo>
                  <a:pt x="765187" y="298564"/>
                </a:lnTo>
                <a:lnTo>
                  <a:pt x="798664" y="272999"/>
                </a:lnTo>
                <a:lnTo>
                  <a:pt x="824255" y="237185"/>
                </a:lnTo>
                <a:lnTo>
                  <a:pt x="837577" y="195262"/>
                </a:lnTo>
                <a:lnTo>
                  <a:pt x="840193" y="156895"/>
                </a:lnTo>
                <a:close/>
              </a:path>
              <a:path w="2111375" h="329565">
                <a:moveTo>
                  <a:pt x="1261071" y="216560"/>
                </a:moveTo>
                <a:lnTo>
                  <a:pt x="1233131" y="170827"/>
                </a:lnTo>
                <a:lnTo>
                  <a:pt x="1180325" y="149821"/>
                </a:lnTo>
                <a:lnTo>
                  <a:pt x="1131951" y="140665"/>
                </a:lnTo>
                <a:lnTo>
                  <a:pt x="1078712" y="133261"/>
                </a:lnTo>
                <a:lnTo>
                  <a:pt x="1056068" y="129540"/>
                </a:lnTo>
                <a:lnTo>
                  <a:pt x="1012825" y="116509"/>
                </a:lnTo>
                <a:lnTo>
                  <a:pt x="996276" y="93687"/>
                </a:lnTo>
                <a:lnTo>
                  <a:pt x="996327" y="83794"/>
                </a:lnTo>
                <a:lnTo>
                  <a:pt x="1029068" y="49720"/>
                </a:lnTo>
                <a:lnTo>
                  <a:pt x="1054239" y="46431"/>
                </a:lnTo>
                <a:lnTo>
                  <a:pt x="1067092" y="46570"/>
                </a:lnTo>
                <a:lnTo>
                  <a:pt x="1085126" y="51549"/>
                </a:lnTo>
                <a:lnTo>
                  <a:pt x="1101674" y="60490"/>
                </a:lnTo>
                <a:lnTo>
                  <a:pt x="1116228" y="72758"/>
                </a:lnTo>
                <a:lnTo>
                  <a:pt x="1128229" y="87668"/>
                </a:lnTo>
                <a:lnTo>
                  <a:pt x="1246682" y="88265"/>
                </a:lnTo>
                <a:lnTo>
                  <a:pt x="1249159" y="87579"/>
                </a:lnTo>
                <a:lnTo>
                  <a:pt x="1248816" y="86156"/>
                </a:lnTo>
                <a:lnTo>
                  <a:pt x="1216850" y="47091"/>
                </a:lnTo>
                <a:lnTo>
                  <a:pt x="1175423" y="21640"/>
                </a:lnTo>
                <a:lnTo>
                  <a:pt x="1127874" y="7391"/>
                </a:lnTo>
                <a:lnTo>
                  <a:pt x="1077607" y="1943"/>
                </a:lnTo>
                <a:lnTo>
                  <a:pt x="1035723" y="2108"/>
                </a:lnTo>
                <a:lnTo>
                  <a:pt x="994410" y="6883"/>
                </a:lnTo>
                <a:lnTo>
                  <a:pt x="954938" y="17322"/>
                </a:lnTo>
                <a:lnTo>
                  <a:pt x="918565" y="34455"/>
                </a:lnTo>
                <a:lnTo>
                  <a:pt x="889000" y="65786"/>
                </a:lnTo>
                <a:lnTo>
                  <a:pt x="880567" y="114769"/>
                </a:lnTo>
                <a:lnTo>
                  <a:pt x="883005" y="120815"/>
                </a:lnTo>
                <a:lnTo>
                  <a:pt x="884047" y="127203"/>
                </a:lnTo>
                <a:lnTo>
                  <a:pt x="920051" y="167246"/>
                </a:lnTo>
                <a:lnTo>
                  <a:pt x="973480" y="182626"/>
                </a:lnTo>
                <a:lnTo>
                  <a:pt x="1076020" y="201409"/>
                </a:lnTo>
                <a:lnTo>
                  <a:pt x="1109891" y="207797"/>
                </a:lnTo>
                <a:lnTo>
                  <a:pt x="1149108" y="234950"/>
                </a:lnTo>
                <a:lnTo>
                  <a:pt x="1150937" y="244665"/>
                </a:lnTo>
                <a:lnTo>
                  <a:pt x="1150467" y="254558"/>
                </a:lnTo>
                <a:lnTo>
                  <a:pt x="1147419" y="263766"/>
                </a:lnTo>
                <a:lnTo>
                  <a:pt x="1141476" y="271437"/>
                </a:lnTo>
                <a:lnTo>
                  <a:pt x="1121359" y="283552"/>
                </a:lnTo>
                <a:lnTo>
                  <a:pt x="1098257" y="288366"/>
                </a:lnTo>
                <a:lnTo>
                  <a:pt x="1074318" y="287007"/>
                </a:lnTo>
                <a:lnTo>
                  <a:pt x="1037666" y="272542"/>
                </a:lnTo>
                <a:lnTo>
                  <a:pt x="1012596" y="231406"/>
                </a:lnTo>
                <a:lnTo>
                  <a:pt x="880681" y="230733"/>
                </a:lnTo>
                <a:lnTo>
                  <a:pt x="899350" y="283400"/>
                </a:lnTo>
                <a:lnTo>
                  <a:pt x="939292" y="308673"/>
                </a:lnTo>
                <a:lnTo>
                  <a:pt x="993686" y="322948"/>
                </a:lnTo>
                <a:lnTo>
                  <a:pt x="1028776" y="326529"/>
                </a:lnTo>
                <a:lnTo>
                  <a:pt x="1034440" y="328333"/>
                </a:lnTo>
                <a:lnTo>
                  <a:pt x="1113167" y="329450"/>
                </a:lnTo>
                <a:lnTo>
                  <a:pt x="1116368" y="328752"/>
                </a:lnTo>
                <a:lnTo>
                  <a:pt x="1136637" y="327215"/>
                </a:lnTo>
                <a:lnTo>
                  <a:pt x="1175753" y="319341"/>
                </a:lnTo>
                <a:lnTo>
                  <a:pt x="1217980" y="301586"/>
                </a:lnTo>
                <a:lnTo>
                  <a:pt x="1253413" y="261531"/>
                </a:lnTo>
                <a:lnTo>
                  <a:pt x="1260462" y="235864"/>
                </a:lnTo>
                <a:lnTo>
                  <a:pt x="1261071" y="216560"/>
                </a:lnTo>
                <a:close/>
              </a:path>
              <a:path w="2111375" h="329565">
                <a:moveTo>
                  <a:pt x="1695386" y="210070"/>
                </a:moveTo>
                <a:lnTo>
                  <a:pt x="1602816" y="210312"/>
                </a:lnTo>
                <a:lnTo>
                  <a:pt x="1597418" y="221627"/>
                </a:lnTo>
                <a:lnTo>
                  <a:pt x="1590814" y="232600"/>
                </a:lnTo>
                <a:lnTo>
                  <a:pt x="1552473" y="268516"/>
                </a:lnTo>
                <a:lnTo>
                  <a:pt x="1502511" y="281292"/>
                </a:lnTo>
                <a:lnTo>
                  <a:pt x="1476590" y="276694"/>
                </a:lnTo>
                <a:lnTo>
                  <a:pt x="1426451" y="240398"/>
                </a:lnTo>
                <a:lnTo>
                  <a:pt x="1402232" y="183756"/>
                </a:lnTo>
                <a:lnTo>
                  <a:pt x="1401381" y="166611"/>
                </a:lnTo>
                <a:lnTo>
                  <a:pt x="1402092" y="149529"/>
                </a:lnTo>
                <a:lnTo>
                  <a:pt x="1425054" y="90766"/>
                </a:lnTo>
                <a:lnTo>
                  <a:pt x="1475460" y="55130"/>
                </a:lnTo>
                <a:lnTo>
                  <a:pt x="1506118" y="50228"/>
                </a:lnTo>
                <a:lnTo>
                  <a:pt x="1535290" y="54330"/>
                </a:lnTo>
                <a:lnTo>
                  <a:pt x="1561655" y="67144"/>
                </a:lnTo>
                <a:lnTo>
                  <a:pt x="1583677" y="86791"/>
                </a:lnTo>
                <a:lnTo>
                  <a:pt x="1599780" y="111353"/>
                </a:lnTo>
                <a:lnTo>
                  <a:pt x="1686661" y="111798"/>
                </a:lnTo>
                <a:lnTo>
                  <a:pt x="1691982" y="111467"/>
                </a:lnTo>
                <a:lnTo>
                  <a:pt x="1689239" y="101968"/>
                </a:lnTo>
                <a:lnTo>
                  <a:pt x="1685734" y="92697"/>
                </a:lnTo>
                <a:lnTo>
                  <a:pt x="1648828" y="42570"/>
                </a:lnTo>
                <a:lnTo>
                  <a:pt x="1613750" y="20688"/>
                </a:lnTo>
                <a:lnTo>
                  <a:pt x="1573923" y="7620"/>
                </a:lnTo>
                <a:lnTo>
                  <a:pt x="1531899" y="1422"/>
                </a:lnTo>
                <a:lnTo>
                  <a:pt x="1504238" y="215"/>
                </a:lnTo>
                <a:lnTo>
                  <a:pt x="1451000" y="3911"/>
                </a:lnTo>
                <a:lnTo>
                  <a:pt x="1400289" y="16268"/>
                </a:lnTo>
                <a:lnTo>
                  <a:pt x="1355966" y="40754"/>
                </a:lnTo>
                <a:lnTo>
                  <a:pt x="1321904" y="80848"/>
                </a:lnTo>
                <a:lnTo>
                  <a:pt x="1303185" y="151599"/>
                </a:lnTo>
                <a:lnTo>
                  <a:pt x="1304683" y="189585"/>
                </a:lnTo>
                <a:lnTo>
                  <a:pt x="1327404" y="255346"/>
                </a:lnTo>
                <a:lnTo>
                  <a:pt x="1377886" y="301726"/>
                </a:lnTo>
                <a:lnTo>
                  <a:pt x="1408303" y="314642"/>
                </a:lnTo>
                <a:lnTo>
                  <a:pt x="1409357" y="315709"/>
                </a:lnTo>
                <a:lnTo>
                  <a:pt x="1409357" y="316064"/>
                </a:lnTo>
                <a:lnTo>
                  <a:pt x="1410779" y="315722"/>
                </a:lnTo>
                <a:lnTo>
                  <a:pt x="1426641" y="319824"/>
                </a:lnTo>
                <a:lnTo>
                  <a:pt x="1442872" y="323291"/>
                </a:lnTo>
                <a:lnTo>
                  <a:pt x="1459445" y="325894"/>
                </a:lnTo>
                <a:lnTo>
                  <a:pt x="1476324" y="327406"/>
                </a:lnTo>
                <a:lnTo>
                  <a:pt x="1515821" y="327812"/>
                </a:lnTo>
                <a:lnTo>
                  <a:pt x="1554530" y="324358"/>
                </a:lnTo>
                <a:lnTo>
                  <a:pt x="1626463" y="302641"/>
                </a:lnTo>
                <a:lnTo>
                  <a:pt x="1670570" y="265722"/>
                </a:lnTo>
                <a:lnTo>
                  <a:pt x="1694294" y="214325"/>
                </a:lnTo>
                <a:lnTo>
                  <a:pt x="1695005" y="212915"/>
                </a:lnTo>
                <a:lnTo>
                  <a:pt x="1695386" y="210070"/>
                </a:lnTo>
                <a:close/>
              </a:path>
              <a:path w="2111375" h="329565">
                <a:moveTo>
                  <a:pt x="2111324" y="11480"/>
                </a:moveTo>
                <a:lnTo>
                  <a:pt x="2009546" y="10960"/>
                </a:lnTo>
                <a:lnTo>
                  <a:pt x="2008530" y="139687"/>
                </a:lnTo>
                <a:lnTo>
                  <a:pt x="1836534" y="138811"/>
                </a:lnTo>
                <a:lnTo>
                  <a:pt x="1837194" y="10426"/>
                </a:lnTo>
                <a:lnTo>
                  <a:pt x="1737893" y="9918"/>
                </a:lnTo>
                <a:lnTo>
                  <a:pt x="1736305" y="321640"/>
                </a:lnTo>
                <a:lnTo>
                  <a:pt x="1838083" y="322160"/>
                </a:lnTo>
                <a:lnTo>
                  <a:pt x="1839074" y="197688"/>
                </a:lnTo>
                <a:lnTo>
                  <a:pt x="2008581" y="198907"/>
                </a:lnTo>
                <a:lnTo>
                  <a:pt x="2007958" y="321614"/>
                </a:lnTo>
                <a:lnTo>
                  <a:pt x="2109736" y="322135"/>
                </a:lnTo>
                <a:lnTo>
                  <a:pt x="2111324" y="11480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837538" y="475106"/>
            <a:ext cx="2480945" cy="266065"/>
          </a:xfrm>
          <a:custGeom>
            <a:avLst/>
            <a:gdLst/>
            <a:ahLst/>
            <a:cxnLst/>
            <a:rect l="l" t="t" r="r" b="b"/>
            <a:pathLst>
              <a:path w="2480945" h="266065">
                <a:moveTo>
                  <a:pt x="175272" y="1447"/>
                </a:moveTo>
                <a:lnTo>
                  <a:pt x="123494" y="1181"/>
                </a:lnTo>
                <a:lnTo>
                  <a:pt x="116395" y="2209"/>
                </a:lnTo>
                <a:lnTo>
                  <a:pt x="108585" y="4305"/>
                </a:lnTo>
                <a:lnTo>
                  <a:pt x="101130" y="5321"/>
                </a:lnTo>
                <a:lnTo>
                  <a:pt x="44589" y="35229"/>
                </a:lnTo>
                <a:lnTo>
                  <a:pt x="8153" y="87833"/>
                </a:lnTo>
                <a:lnTo>
                  <a:pt x="0" y="136779"/>
                </a:lnTo>
                <a:lnTo>
                  <a:pt x="2971" y="161975"/>
                </a:lnTo>
                <a:lnTo>
                  <a:pt x="29730" y="216865"/>
                </a:lnTo>
                <a:lnTo>
                  <a:pt x="91059" y="258343"/>
                </a:lnTo>
                <a:lnTo>
                  <a:pt x="128181" y="264350"/>
                </a:lnTo>
                <a:lnTo>
                  <a:pt x="128181" y="264706"/>
                </a:lnTo>
                <a:lnTo>
                  <a:pt x="174282" y="264934"/>
                </a:lnTo>
                <a:lnTo>
                  <a:pt x="174345" y="252882"/>
                </a:lnTo>
                <a:lnTo>
                  <a:pt x="134975" y="252679"/>
                </a:lnTo>
                <a:lnTo>
                  <a:pt x="106375" y="250405"/>
                </a:lnTo>
                <a:lnTo>
                  <a:pt x="57251" y="227647"/>
                </a:lnTo>
                <a:lnTo>
                  <a:pt x="25247" y="189064"/>
                </a:lnTo>
                <a:lnTo>
                  <a:pt x="12306" y="146634"/>
                </a:lnTo>
                <a:lnTo>
                  <a:pt x="12230" y="123317"/>
                </a:lnTo>
                <a:lnTo>
                  <a:pt x="19939" y="89776"/>
                </a:lnTo>
                <a:lnTo>
                  <a:pt x="62687" y="35318"/>
                </a:lnTo>
                <a:lnTo>
                  <a:pt x="112509" y="15455"/>
                </a:lnTo>
                <a:lnTo>
                  <a:pt x="133045" y="14274"/>
                </a:lnTo>
                <a:lnTo>
                  <a:pt x="154165" y="14554"/>
                </a:lnTo>
                <a:lnTo>
                  <a:pt x="175209" y="14566"/>
                </a:lnTo>
                <a:lnTo>
                  <a:pt x="175272" y="1447"/>
                </a:lnTo>
                <a:close/>
              </a:path>
              <a:path w="2480945" h="266065">
                <a:moveTo>
                  <a:pt x="452958" y="736"/>
                </a:moveTo>
                <a:lnTo>
                  <a:pt x="307555" y="0"/>
                </a:lnTo>
                <a:lnTo>
                  <a:pt x="307492" y="13830"/>
                </a:lnTo>
                <a:lnTo>
                  <a:pt x="452882" y="14566"/>
                </a:lnTo>
                <a:lnTo>
                  <a:pt x="452958" y="736"/>
                </a:lnTo>
                <a:close/>
              </a:path>
              <a:path w="2480945" h="266065">
                <a:moveTo>
                  <a:pt x="645172" y="1371"/>
                </a:moveTo>
                <a:lnTo>
                  <a:pt x="581698" y="685"/>
                </a:lnTo>
                <a:lnTo>
                  <a:pt x="581266" y="13449"/>
                </a:lnTo>
                <a:lnTo>
                  <a:pt x="634822" y="13373"/>
                </a:lnTo>
                <a:lnTo>
                  <a:pt x="645160" y="2425"/>
                </a:lnTo>
                <a:lnTo>
                  <a:pt x="645172" y="1371"/>
                </a:lnTo>
                <a:close/>
              </a:path>
              <a:path w="2480945" h="266065">
                <a:moveTo>
                  <a:pt x="1076756" y="1803"/>
                </a:moveTo>
                <a:lnTo>
                  <a:pt x="1006894" y="1092"/>
                </a:lnTo>
                <a:lnTo>
                  <a:pt x="1001572" y="1765"/>
                </a:lnTo>
                <a:lnTo>
                  <a:pt x="1005103" y="6045"/>
                </a:lnTo>
                <a:lnTo>
                  <a:pt x="1007211" y="9956"/>
                </a:lnTo>
                <a:lnTo>
                  <a:pt x="1011796" y="13525"/>
                </a:lnTo>
                <a:lnTo>
                  <a:pt x="1067828" y="13817"/>
                </a:lnTo>
                <a:lnTo>
                  <a:pt x="1070686" y="9918"/>
                </a:lnTo>
                <a:lnTo>
                  <a:pt x="1074966" y="6400"/>
                </a:lnTo>
                <a:lnTo>
                  <a:pt x="1076756" y="1803"/>
                </a:lnTo>
                <a:close/>
              </a:path>
              <a:path w="2480945" h="266065">
                <a:moveTo>
                  <a:pt x="1521117" y="1943"/>
                </a:moveTo>
                <a:lnTo>
                  <a:pt x="1429981" y="1117"/>
                </a:lnTo>
                <a:lnTo>
                  <a:pt x="1428559" y="1828"/>
                </a:lnTo>
                <a:lnTo>
                  <a:pt x="1426083" y="749"/>
                </a:lnTo>
                <a:lnTo>
                  <a:pt x="1425016" y="2159"/>
                </a:lnTo>
                <a:lnTo>
                  <a:pt x="1435239" y="12852"/>
                </a:lnTo>
                <a:lnTo>
                  <a:pt x="1511477" y="13944"/>
                </a:lnTo>
                <a:lnTo>
                  <a:pt x="1521117" y="3009"/>
                </a:lnTo>
                <a:lnTo>
                  <a:pt x="1521117" y="1943"/>
                </a:lnTo>
                <a:close/>
              </a:path>
              <a:path w="2480945" h="266065">
                <a:moveTo>
                  <a:pt x="1911578" y="1460"/>
                </a:moveTo>
                <a:lnTo>
                  <a:pt x="1868309" y="1231"/>
                </a:lnTo>
                <a:lnTo>
                  <a:pt x="1866176" y="1930"/>
                </a:lnTo>
                <a:lnTo>
                  <a:pt x="1861934" y="139"/>
                </a:lnTo>
                <a:lnTo>
                  <a:pt x="1861210" y="2971"/>
                </a:lnTo>
                <a:lnTo>
                  <a:pt x="1870735" y="13309"/>
                </a:lnTo>
                <a:lnTo>
                  <a:pt x="1911515" y="13868"/>
                </a:lnTo>
                <a:lnTo>
                  <a:pt x="1911578" y="1460"/>
                </a:lnTo>
                <a:close/>
              </a:path>
              <a:path w="2480945" h="266065">
                <a:moveTo>
                  <a:pt x="2181098" y="1054"/>
                </a:moveTo>
                <a:lnTo>
                  <a:pt x="2043861" y="355"/>
                </a:lnTo>
                <a:lnTo>
                  <a:pt x="2043785" y="13830"/>
                </a:lnTo>
                <a:lnTo>
                  <a:pt x="2181034" y="14541"/>
                </a:lnTo>
                <a:lnTo>
                  <a:pt x="2181098" y="1054"/>
                </a:lnTo>
                <a:close/>
              </a:path>
              <a:path w="2480945" h="266065">
                <a:moveTo>
                  <a:pt x="2480500" y="122809"/>
                </a:moveTo>
                <a:lnTo>
                  <a:pt x="2479471" y="116420"/>
                </a:lnTo>
                <a:lnTo>
                  <a:pt x="2479154" y="110045"/>
                </a:lnTo>
                <a:lnTo>
                  <a:pt x="2477401" y="104000"/>
                </a:lnTo>
                <a:lnTo>
                  <a:pt x="2443099" y="41770"/>
                </a:lnTo>
                <a:lnTo>
                  <a:pt x="2381796" y="5994"/>
                </a:lnTo>
                <a:lnTo>
                  <a:pt x="2317280" y="1397"/>
                </a:lnTo>
                <a:lnTo>
                  <a:pt x="2317216" y="14173"/>
                </a:lnTo>
                <a:lnTo>
                  <a:pt x="2339213" y="14249"/>
                </a:lnTo>
                <a:lnTo>
                  <a:pt x="2361044" y="14922"/>
                </a:lnTo>
                <a:lnTo>
                  <a:pt x="2400858" y="25234"/>
                </a:lnTo>
                <a:lnTo>
                  <a:pt x="2449487" y="67906"/>
                </a:lnTo>
                <a:lnTo>
                  <a:pt x="2468765" y="129844"/>
                </a:lnTo>
                <a:lnTo>
                  <a:pt x="2470505" y="135178"/>
                </a:lnTo>
                <a:lnTo>
                  <a:pt x="2467305" y="139065"/>
                </a:lnTo>
                <a:lnTo>
                  <a:pt x="2468334" y="144386"/>
                </a:lnTo>
                <a:lnTo>
                  <a:pt x="2460599" y="177126"/>
                </a:lnTo>
                <a:lnTo>
                  <a:pt x="2419007" y="231013"/>
                </a:lnTo>
                <a:lnTo>
                  <a:pt x="2372474" y="251231"/>
                </a:lnTo>
                <a:lnTo>
                  <a:pt x="2354427" y="252857"/>
                </a:lnTo>
                <a:lnTo>
                  <a:pt x="2317064" y="252844"/>
                </a:lnTo>
                <a:lnTo>
                  <a:pt x="2317000" y="265252"/>
                </a:lnTo>
                <a:lnTo>
                  <a:pt x="2360269" y="265112"/>
                </a:lnTo>
                <a:lnTo>
                  <a:pt x="2361336" y="264058"/>
                </a:lnTo>
                <a:lnTo>
                  <a:pt x="2364511" y="265493"/>
                </a:lnTo>
                <a:lnTo>
                  <a:pt x="2364879" y="264071"/>
                </a:lnTo>
                <a:lnTo>
                  <a:pt x="2377122" y="261874"/>
                </a:lnTo>
                <a:lnTo>
                  <a:pt x="2388882" y="258749"/>
                </a:lnTo>
                <a:lnTo>
                  <a:pt x="2442019" y="226352"/>
                </a:lnTo>
                <a:lnTo>
                  <a:pt x="2477579" y="161594"/>
                </a:lnTo>
                <a:lnTo>
                  <a:pt x="2480500" y="1228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553395" y="489602"/>
            <a:ext cx="214629" cy="227329"/>
          </a:xfrm>
          <a:custGeom>
            <a:avLst/>
            <a:gdLst/>
            <a:ahLst/>
            <a:cxnLst/>
            <a:rect l="l" t="t" r="r" b="b"/>
            <a:pathLst>
              <a:path w="214629" h="227329">
                <a:moveTo>
                  <a:pt x="214138" y="105754"/>
                </a:moveTo>
                <a:lnTo>
                  <a:pt x="204816" y="65235"/>
                </a:lnTo>
                <a:lnTo>
                  <a:pt x="183088" y="32232"/>
                </a:lnTo>
                <a:lnTo>
                  <a:pt x="151197" y="9278"/>
                </a:lnTo>
                <a:lnTo>
                  <a:pt x="112633" y="0"/>
                </a:lnTo>
                <a:lnTo>
                  <a:pt x="92543" y="758"/>
                </a:lnTo>
                <a:lnTo>
                  <a:pt x="47582" y="18680"/>
                </a:lnTo>
                <a:lnTo>
                  <a:pt x="9962" y="63908"/>
                </a:lnTo>
                <a:lnTo>
                  <a:pt x="0" y="118504"/>
                </a:lnTo>
                <a:lnTo>
                  <a:pt x="3689" y="144308"/>
                </a:lnTo>
                <a:lnTo>
                  <a:pt x="26864" y="189517"/>
                </a:lnTo>
                <a:lnTo>
                  <a:pt x="74085" y="221803"/>
                </a:lnTo>
                <a:lnTo>
                  <a:pt x="102127" y="227147"/>
                </a:lnTo>
                <a:lnTo>
                  <a:pt x="131308" y="224086"/>
                </a:lnTo>
                <a:lnTo>
                  <a:pt x="180389" y="196238"/>
                </a:lnTo>
                <a:lnTo>
                  <a:pt x="209363" y="147531"/>
                </a:lnTo>
                <a:lnTo>
                  <a:pt x="214138" y="1057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858988" y="497458"/>
            <a:ext cx="2437765" cy="222250"/>
          </a:xfrm>
          <a:custGeom>
            <a:avLst/>
            <a:gdLst/>
            <a:ahLst/>
            <a:cxnLst/>
            <a:rect l="l" t="t" r="r" b="b"/>
            <a:pathLst>
              <a:path w="2437765" h="222250">
                <a:moveTo>
                  <a:pt x="153708" y="1079"/>
                </a:moveTo>
                <a:lnTo>
                  <a:pt x="109728" y="1079"/>
                </a:lnTo>
                <a:lnTo>
                  <a:pt x="88760" y="2997"/>
                </a:lnTo>
                <a:lnTo>
                  <a:pt x="43268" y="23482"/>
                </a:lnTo>
                <a:lnTo>
                  <a:pt x="6946" y="71234"/>
                </a:lnTo>
                <a:lnTo>
                  <a:pt x="0" y="99949"/>
                </a:lnTo>
                <a:lnTo>
                  <a:pt x="1524" y="132410"/>
                </a:lnTo>
                <a:lnTo>
                  <a:pt x="30962" y="187883"/>
                </a:lnTo>
                <a:lnTo>
                  <a:pt x="78346" y="216839"/>
                </a:lnTo>
                <a:lnTo>
                  <a:pt x="127444" y="221322"/>
                </a:lnTo>
                <a:lnTo>
                  <a:pt x="152933" y="221310"/>
                </a:lnTo>
                <a:lnTo>
                  <a:pt x="152996" y="210312"/>
                </a:lnTo>
                <a:lnTo>
                  <a:pt x="98031" y="209321"/>
                </a:lnTo>
                <a:lnTo>
                  <a:pt x="85813" y="207264"/>
                </a:lnTo>
                <a:lnTo>
                  <a:pt x="31927" y="173316"/>
                </a:lnTo>
                <a:lnTo>
                  <a:pt x="11239" y="122250"/>
                </a:lnTo>
                <a:lnTo>
                  <a:pt x="12090" y="92913"/>
                </a:lnTo>
                <a:lnTo>
                  <a:pt x="35610" y="44907"/>
                </a:lnTo>
                <a:lnTo>
                  <a:pt x="80581" y="15608"/>
                </a:lnTo>
                <a:lnTo>
                  <a:pt x="115938" y="11137"/>
                </a:lnTo>
                <a:lnTo>
                  <a:pt x="134912" y="11747"/>
                </a:lnTo>
                <a:lnTo>
                  <a:pt x="153657" y="11722"/>
                </a:lnTo>
                <a:lnTo>
                  <a:pt x="153708" y="1079"/>
                </a:lnTo>
                <a:close/>
              </a:path>
              <a:path w="2437765" h="222250">
                <a:moveTo>
                  <a:pt x="153962" y="20942"/>
                </a:moveTo>
                <a:lnTo>
                  <a:pt x="133997" y="20942"/>
                </a:lnTo>
                <a:lnTo>
                  <a:pt x="114020" y="20472"/>
                </a:lnTo>
                <a:lnTo>
                  <a:pt x="94754" y="21742"/>
                </a:lnTo>
                <a:lnTo>
                  <a:pt x="56832" y="38404"/>
                </a:lnTo>
                <a:lnTo>
                  <a:pt x="27406" y="74269"/>
                </a:lnTo>
                <a:lnTo>
                  <a:pt x="20497" y="123418"/>
                </a:lnTo>
                <a:lnTo>
                  <a:pt x="27711" y="148551"/>
                </a:lnTo>
                <a:lnTo>
                  <a:pt x="62318" y="187502"/>
                </a:lnTo>
                <a:lnTo>
                  <a:pt x="105257" y="200418"/>
                </a:lnTo>
                <a:lnTo>
                  <a:pt x="153047" y="201091"/>
                </a:lnTo>
                <a:lnTo>
                  <a:pt x="153085" y="191516"/>
                </a:lnTo>
                <a:lnTo>
                  <a:pt x="125069" y="191554"/>
                </a:lnTo>
                <a:lnTo>
                  <a:pt x="111099" y="191312"/>
                </a:lnTo>
                <a:lnTo>
                  <a:pt x="97066" y="190525"/>
                </a:lnTo>
                <a:lnTo>
                  <a:pt x="95656" y="189103"/>
                </a:lnTo>
                <a:lnTo>
                  <a:pt x="92811" y="190855"/>
                </a:lnTo>
                <a:lnTo>
                  <a:pt x="92113" y="188722"/>
                </a:lnTo>
                <a:lnTo>
                  <a:pt x="87503" y="189052"/>
                </a:lnTo>
                <a:lnTo>
                  <a:pt x="82892" y="186905"/>
                </a:lnTo>
                <a:lnTo>
                  <a:pt x="45224" y="159854"/>
                </a:lnTo>
                <a:lnTo>
                  <a:pt x="30035" y="121031"/>
                </a:lnTo>
                <a:lnTo>
                  <a:pt x="30734" y="95758"/>
                </a:lnTo>
                <a:lnTo>
                  <a:pt x="53365" y="53428"/>
                </a:lnTo>
                <a:lnTo>
                  <a:pt x="91808" y="32054"/>
                </a:lnTo>
                <a:lnTo>
                  <a:pt x="112191" y="30175"/>
                </a:lnTo>
                <a:lnTo>
                  <a:pt x="133299" y="30505"/>
                </a:lnTo>
                <a:lnTo>
                  <a:pt x="153911" y="30518"/>
                </a:lnTo>
                <a:lnTo>
                  <a:pt x="153962" y="20942"/>
                </a:lnTo>
                <a:close/>
              </a:path>
              <a:path w="2437765" h="222250">
                <a:moveTo>
                  <a:pt x="431292" y="20586"/>
                </a:moveTo>
                <a:lnTo>
                  <a:pt x="285889" y="19837"/>
                </a:lnTo>
                <a:lnTo>
                  <a:pt x="285838" y="29768"/>
                </a:lnTo>
                <a:lnTo>
                  <a:pt x="431241" y="30518"/>
                </a:lnTo>
                <a:lnTo>
                  <a:pt x="431292" y="20586"/>
                </a:lnTo>
                <a:close/>
              </a:path>
              <a:path w="2437765" h="222250">
                <a:moveTo>
                  <a:pt x="431393" y="1079"/>
                </a:moveTo>
                <a:lnTo>
                  <a:pt x="285991" y="342"/>
                </a:lnTo>
                <a:lnTo>
                  <a:pt x="285940" y="10972"/>
                </a:lnTo>
                <a:lnTo>
                  <a:pt x="431342" y="11722"/>
                </a:lnTo>
                <a:lnTo>
                  <a:pt x="431393" y="1079"/>
                </a:lnTo>
                <a:close/>
              </a:path>
              <a:path w="2437765" h="222250">
                <a:moveTo>
                  <a:pt x="431571" y="39027"/>
                </a:moveTo>
                <a:lnTo>
                  <a:pt x="286791" y="39027"/>
                </a:lnTo>
                <a:lnTo>
                  <a:pt x="286791" y="42519"/>
                </a:lnTo>
                <a:lnTo>
                  <a:pt x="285521" y="42519"/>
                </a:lnTo>
                <a:lnTo>
                  <a:pt x="285521" y="48412"/>
                </a:lnTo>
                <a:lnTo>
                  <a:pt x="286791" y="48412"/>
                </a:lnTo>
                <a:lnTo>
                  <a:pt x="286791" y="51435"/>
                </a:lnTo>
                <a:lnTo>
                  <a:pt x="431571" y="51435"/>
                </a:lnTo>
                <a:lnTo>
                  <a:pt x="431571" y="39027"/>
                </a:lnTo>
                <a:close/>
              </a:path>
              <a:path w="2437765" h="222250">
                <a:moveTo>
                  <a:pt x="585812" y="39458"/>
                </a:moveTo>
                <a:lnTo>
                  <a:pt x="559930" y="38976"/>
                </a:lnTo>
                <a:lnTo>
                  <a:pt x="559866" y="50673"/>
                </a:lnTo>
                <a:lnTo>
                  <a:pt x="580440" y="50787"/>
                </a:lnTo>
                <a:lnTo>
                  <a:pt x="582930" y="49733"/>
                </a:lnTo>
                <a:lnTo>
                  <a:pt x="585812" y="39458"/>
                </a:lnTo>
                <a:close/>
              </a:path>
              <a:path w="2437765" h="222250">
                <a:moveTo>
                  <a:pt x="593356" y="21412"/>
                </a:moveTo>
                <a:lnTo>
                  <a:pt x="593001" y="20345"/>
                </a:lnTo>
                <a:lnTo>
                  <a:pt x="560031" y="19824"/>
                </a:lnTo>
                <a:lnTo>
                  <a:pt x="559981" y="29400"/>
                </a:lnTo>
                <a:lnTo>
                  <a:pt x="588352" y="29540"/>
                </a:lnTo>
                <a:lnTo>
                  <a:pt x="592251" y="28498"/>
                </a:lnTo>
                <a:lnTo>
                  <a:pt x="591566" y="23888"/>
                </a:lnTo>
                <a:lnTo>
                  <a:pt x="593356" y="21412"/>
                </a:lnTo>
                <a:close/>
              </a:path>
              <a:path w="2437765" h="222250">
                <a:moveTo>
                  <a:pt x="605167" y="901"/>
                </a:moveTo>
                <a:lnTo>
                  <a:pt x="560133" y="317"/>
                </a:lnTo>
                <a:lnTo>
                  <a:pt x="560082" y="10604"/>
                </a:lnTo>
                <a:lnTo>
                  <a:pt x="598728" y="10807"/>
                </a:lnTo>
                <a:lnTo>
                  <a:pt x="601230" y="8331"/>
                </a:lnTo>
                <a:lnTo>
                  <a:pt x="603732" y="4445"/>
                </a:lnTo>
                <a:lnTo>
                  <a:pt x="605167" y="901"/>
                </a:lnTo>
                <a:close/>
              </a:path>
              <a:path w="2437765" h="222250">
                <a:moveTo>
                  <a:pt x="807974" y="9385"/>
                </a:moveTo>
                <a:lnTo>
                  <a:pt x="804418" y="9626"/>
                </a:lnTo>
                <a:lnTo>
                  <a:pt x="803008" y="9715"/>
                </a:lnTo>
                <a:lnTo>
                  <a:pt x="797699" y="8280"/>
                </a:lnTo>
                <a:lnTo>
                  <a:pt x="793432" y="10375"/>
                </a:lnTo>
                <a:lnTo>
                  <a:pt x="799096" y="10414"/>
                </a:lnTo>
                <a:lnTo>
                  <a:pt x="803008" y="10706"/>
                </a:lnTo>
                <a:lnTo>
                  <a:pt x="804418" y="10795"/>
                </a:lnTo>
                <a:lnTo>
                  <a:pt x="807974" y="10312"/>
                </a:lnTo>
                <a:lnTo>
                  <a:pt x="807974" y="9385"/>
                </a:lnTo>
                <a:close/>
              </a:path>
              <a:path w="2437765" h="222250">
                <a:moveTo>
                  <a:pt x="809383" y="10109"/>
                </a:moveTo>
                <a:lnTo>
                  <a:pt x="808596" y="10223"/>
                </a:lnTo>
                <a:lnTo>
                  <a:pt x="808596" y="10490"/>
                </a:lnTo>
                <a:lnTo>
                  <a:pt x="809383" y="10109"/>
                </a:lnTo>
                <a:close/>
              </a:path>
              <a:path w="2437765" h="222250">
                <a:moveTo>
                  <a:pt x="855395" y="28778"/>
                </a:moveTo>
                <a:lnTo>
                  <a:pt x="852576" y="25577"/>
                </a:lnTo>
                <a:lnTo>
                  <a:pt x="845146" y="21285"/>
                </a:lnTo>
                <a:lnTo>
                  <a:pt x="782739" y="20256"/>
                </a:lnTo>
                <a:lnTo>
                  <a:pt x="760755" y="20497"/>
                </a:lnTo>
                <a:lnTo>
                  <a:pt x="755777" y="21894"/>
                </a:lnTo>
                <a:lnTo>
                  <a:pt x="751509" y="25412"/>
                </a:lnTo>
                <a:lnTo>
                  <a:pt x="747585" y="29298"/>
                </a:lnTo>
                <a:lnTo>
                  <a:pt x="801306" y="29933"/>
                </a:lnTo>
                <a:lnTo>
                  <a:pt x="828268" y="29921"/>
                </a:lnTo>
                <a:lnTo>
                  <a:pt x="855040" y="29489"/>
                </a:lnTo>
                <a:lnTo>
                  <a:pt x="855395" y="28778"/>
                </a:lnTo>
                <a:close/>
              </a:path>
              <a:path w="2437765" h="222250">
                <a:moveTo>
                  <a:pt x="875144" y="51231"/>
                </a:moveTo>
                <a:lnTo>
                  <a:pt x="873747" y="46609"/>
                </a:lnTo>
                <a:lnTo>
                  <a:pt x="870216" y="43751"/>
                </a:lnTo>
                <a:lnTo>
                  <a:pt x="867397" y="39839"/>
                </a:lnTo>
                <a:lnTo>
                  <a:pt x="830516" y="39293"/>
                </a:lnTo>
                <a:lnTo>
                  <a:pt x="736892" y="39166"/>
                </a:lnTo>
                <a:lnTo>
                  <a:pt x="732624" y="42341"/>
                </a:lnTo>
                <a:lnTo>
                  <a:pt x="727964" y="51181"/>
                </a:lnTo>
                <a:lnTo>
                  <a:pt x="815555" y="51981"/>
                </a:lnTo>
                <a:lnTo>
                  <a:pt x="871943" y="51917"/>
                </a:lnTo>
                <a:lnTo>
                  <a:pt x="875144" y="51231"/>
                </a:lnTo>
                <a:close/>
              </a:path>
              <a:path w="2437765" h="222250">
                <a:moveTo>
                  <a:pt x="1032662" y="39268"/>
                </a:moveTo>
                <a:lnTo>
                  <a:pt x="1027696" y="39598"/>
                </a:lnTo>
                <a:lnTo>
                  <a:pt x="1021676" y="38506"/>
                </a:lnTo>
                <a:lnTo>
                  <a:pt x="1017409" y="40246"/>
                </a:lnTo>
                <a:lnTo>
                  <a:pt x="1019492" y="47713"/>
                </a:lnTo>
                <a:lnTo>
                  <a:pt x="1019822" y="53733"/>
                </a:lnTo>
                <a:lnTo>
                  <a:pt x="1028001" y="49885"/>
                </a:lnTo>
                <a:lnTo>
                  <a:pt x="1032598" y="50965"/>
                </a:lnTo>
                <a:lnTo>
                  <a:pt x="1032662" y="39268"/>
                </a:lnTo>
                <a:close/>
              </a:path>
              <a:path w="2437765" h="222250">
                <a:moveTo>
                  <a:pt x="1034491" y="28994"/>
                </a:moveTo>
                <a:lnTo>
                  <a:pt x="1032738" y="23660"/>
                </a:lnTo>
                <a:lnTo>
                  <a:pt x="1033818" y="21183"/>
                </a:lnTo>
                <a:lnTo>
                  <a:pt x="1026020" y="20434"/>
                </a:lnTo>
                <a:lnTo>
                  <a:pt x="1017511" y="20040"/>
                </a:lnTo>
                <a:lnTo>
                  <a:pt x="1010056" y="21069"/>
                </a:lnTo>
                <a:lnTo>
                  <a:pt x="1010754" y="23901"/>
                </a:lnTo>
                <a:lnTo>
                  <a:pt x="1011796" y="26746"/>
                </a:lnTo>
                <a:lnTo>
                  <a:pt x="1013206" y="29235"/>
                </a:lnTo>
                <a:lnTo>
                  <a:pt x="1030935" y="30035"/>
                </a:lnTo>
                <a:lnTo>
                  <a:pt x="1034491" y="28994"/>
                </a:lnTo>
                <a:close/>
              </a:path>
              <a:path w="2437765" h="222250">
                <a:moveTo>
                  <a:pt x="1040307" y="1003"/>
                </a:moveTo>
                <a:lnTo>
                  <a:pt x="1029462" y="1016"/>
                </a:lnTo>
                <a:lnTo>
                  <a:pt x="1018527" y="901"/>
                </a:lnTo>
                <a:lnTo>
                  <a:pt x="1007922" y="1041"/>
                </a:lnTo>
                <a:lnTo>
                  <a:pt x="998093" y="1854"/>
                </a:lnTo>
                <a:lnTo>
                  <a:pt x="1000213" y="4699"/>
                </a:lnTo>
                <a:lnTo>
                  <a:pt x="1001610" y="7899"/>
                </a:lnTo>
                <a:lnTo>
                  <a:pt x="1004087" y="10744"/>
                </a:lnTo>
                <a:lnTo>
                  <a:pt x="1037069" y="10566"/>
                </a:lnTo>
                <a:lnTo>
                  <a:pt x="1040282" y="4191"/>
                </a:lnTo>
                <a:lnTo>
                  <a:pt x="1040307" y="1003"/>
                </a:lnTo>
                <a:close/>
              </a:path>
              <a:path w="2437765" h="222250">
                <a:moveTo>
                  <a:pt x="1248067" y="10223"/>
                </a:moveTo>
                <a:lnTo>
                  <a:pt x="1241907" y="7429"/>
                </a:lnTo>
                <a:lnTo>
                  <a:pt x="1235189" y="5816"/>
                </a:lnTo>
                <a:lnTo>
                  <a:pt x="1227988" y="5143"/>
                </a:lnTo>
                <a:lnTo>
                  <a:pt x="1220431" y="5118"/>
                </a:lnTo>
                <a:lnTo>
                  <a:pt x="1212989" y="6489"/>
                </a:lnTo>
                <a:lnTo>
                  <a:pt x="1204468" y="6807"/>
                </a:lnTo>
                <a:lnTo>
                  <a:pt x="1198422" y="10325"/>
                </a:lnTo>
                <a:lnTo>
                  <a:pt x="1210614" y="10629"/>
                </a:lnTo>
                <a:lnTo>
                  <a:pt x="1223111" y="10807"/>
                </a:lnTo>
                <a:lnTo>
                  <a:pt x="1235671" y="10718"/>
                </a:lnTo>
                <a:lnTo>
                  <a:pt x="1248067" y="10223"/>
                </a:lnTo>
                <a:close/>
              </a:path>
              <a:path w="2437765" h="222250">
                <a:moveTo>
                  <a:pt x="1274229" y="28448"/>
                </a:moveTo>
                <a:lnTo>
                  <a:pt x="1271752" y="25946"/>
                </a:lnTo>
                <a:lnTo>
                  <a:pt x="1265047" y="20243"/>
                </a:lnTo>
                <a:lnTo>
                  <a:pt x="1244815" y="20408"/>
                </a:lnTo>
                <a:lnTo>
                  <a:pt x="1203845" y="20332"/>
                </a:lnTo>
                <a:lnTo>
                  <a:pt x="1183830" y="20891"/>
                </a:lnTo>
                <a:lnTo>
                  <a:pt x="1183462" y="23723"/>
                </a:lnTo>
                <a:lnTo>
                  <a:pt x="1180960" y="26543"/>
                </a:lnTo>
                <a:lnTo>
                  <a:pt x="1182725" y="29387"/>
                </a:lnTo>
                <a:lnTo>
                  <a:pt x="1205877" y="29705"/>
                </a:lnTo>
                <a:lnTo>
                  <a:pt x="1228369" y="29806"/>
                </a:lnTo>
                <a:lnTo>
                  <a:pt x="1250734" y="29641"/>
                </a:lnTo>
                <a:lnTo>
                  <a:pt x="1273505" y="29146"/>
                </a:lnTo>
                <a:lnTo>
                  <a:pt x="1274229" y="28448"/>
                </a:lnTo>
                <a:close/>
              </a:path>
              <a:path w="2437765" h="222250">
                <a:moveTo>
                  <a:pt x="1463878" y="43243"/>
                </a:moveTo>
                <a:lnTo>
                  <a:pt x="1463535" y="39700"/>
                </a:lnTo>
                <a:lnTo>
                  <a:pt x="1446174" y="39255"/>
                </a:lnTo>
                <a:lnTo>
                  <a:pt x="1442262" y="41008"/>
                </a:lnTo>
                <a:lnTo>
                  <a:pt x="1449324" y="45656"/>
                </a:lnTo>
                <a:lnTo>
                  <a:pt x="1444002" y="47040"/>
                </a:lnTo>
                <a:lnTo>
                  <a:pt x="1285481" y="45872"/>
                </a:lnTo>
                <a:lnTo>
                  <a:pt x="1282331" y="39484"/>
                </a:lnTo>
                <a:lnTo>
                  <a:pt x="1188694" y="39357"/>
                </a:lnTo>
                <a:lnTo>
                  <a:pt x="1459230" y="51371"/>
                </a:lnTo>
                <a:lnTo>
                  <a:pt x="1461008" y="50317"/>
                </a:lnTo>
                <a:lnTo>
                  <a:pt x="1462087" y="46774"/>
                </a:lnTo>
                <a:lnTo>
                  <a:pt x="1463878" y="43243"/>
                </a:lnTo>
                <a:close/>
              </a:path>
              <a:path w="2437765" h="222250">
                <a:moveTo>
                  <a:pt x="1471079" y="21285"/>
                </a:moveTo>
                <a:lnTo>
                  <a:pt x="1462087" y="20802"/>
                </a:lnTo>
                <a:lnTo>
                  <a:pt x="1452905" y="20586"/>
                </a:lnTo>
                <a:lnTo>
                  <a:pt x="1443850" y="20764"/>
                </a:lnTo>
                <a:lnTo>
                  <a:pt x="1435265" y="21463"/>
                </a:lnTo>
                <a:lnTo>
                  <a:pt x="1439481" y="29641"/>
                </a:lnTo>
                <a:lnTo>
                  <a:pt x="1446745" y="29933"/>
                </a:lnTo>
                <a:lnTo>
                  <a:pt x="1453794" y="30073"/>
                </a:lnTo>
                <a:lnTo>
                  <a:pt x="1460766" y="29946"/>
                </a:lnTo>
                <a:lnTo>
                  <a:pt x="1467853" y="29425"/>
                </a:lnTo>
                <a:lnTo>
                  <a:pt x="1471079" y="21285"/>
                </a:lnTo>
                <a:close/>
              </a:path>
              <a:path w="2437765" h="222250">
                <a:moveTo>
                  <a:pt x="1481823" y="1485"/>
                </a:moveTo>
                <a:lnTo>
                  <a:pt x="1452562" y="939"/>
                </a:lnTo>
                <a:lnTo>
                  <a:pt x="1437843" y="914"/>
                </a:lnTo>
                <a:lnTo>
                  <a:pt x="1423314" y="1193"/>
                </a:lnTo>
                <a:lnTo>
                  <a:pt x="1424355" y="4737"/>
                </a:lnTo>
                <a:lnTo>
                  <a:pt x="1426819" y="7594"/>
                </a:lnTo>
                <a:lnTo>
                  <a:pt x="1428940" y="10795"/>
                </a:lnTo>
                <a:lnTo>
                  <a:pt x="1476806" y="11036"/>
                </a:lnTo>
                <a:lnTo>
                  <a:pt x="1481455" y="5029"/>
                </a:lnTo>
                <a:lnTo>
                  <a:pt x="1481823" y="1485"/>
                </a:lnTo>
                <a:close/>
              </a:path>
              <a:path w="2437765" h="222250">
                <a:moveTo>
                  <a:pt x="1683562" y="10325"/>
                </a:moveTo>
                <a:lnTo>
                  <a:pt x="1682496" y="10312"/>
                </a:lnTo>
                <a:lnTo>
                  <a:pt x="1682153" y="9956"/>
                </a:lnTo>
                <a:lnTo>
                  <a:pt x="1677543" y="9575"/>
                </a:lnTo>
                <a:lnTo>
                  <a:pt x="1671167" y="8483"/>
                </a:lnTo>
                <a:lnTo>
                  <a:pt x="1666900" y="10591"/>
                </a:lnTo>
                <a:lnTo>
                  <a:pt x="1672221" y="10972"/>
                </a:lnTo>
                <a:lnTo>
                  <a:pt x="1678241" y="11353"/>
                </a:lnTo>
                <a:lnTo>
                  <a:pt x="1683562" y="10325"/>
                </a:lnTo>
                <a:close/>
              </a:path>
              <a:path w="2437765" h="222250">
                <a:moveTo>
                  <a:pt x="1727809" y="27216"/>
                </a:moveTo>
                <a:lnTo>
                  <a:pt x="1723555" y="26479"/>
                </a:lnTo>
                <a:lnTo>
                  <a:pt x="1722145" y="24345"/>
                </a:lnTo>
                <a:lnTo>
                  <a:pt x="1716493" y="20777"/>
                </a:lnTo>
                <a:lnTo>
                  <a:pt x="1696199" y="20586"/>
                </a:lnTo>
                <a:lnTo>
                  <a:pt x="1633867" y="20701"/>
                </a:lnTo>
                <a:lnTo>
                  <a:pt x="1629600" y="23164"/>
                </a:lnTo>
                <a:lnTo>
                  <a:pt x="1625333" y="25984"/>
                </a:lnTo>
                <a:lnTo>
                  <a:pt x="1621764" y="29514"/>
                </a:lnTo>
                <a:lnTo>
                  <a:pt x="1622120" y="29870"/>
                </a:lnTo>
                <a:lnTo>
                  <a:pt x="1727441" y="30403"/>
                </a:lnTo>
                <a:lnTo>
                  <a:pt x="1727809" y="27216"/>
                </a:lnTo>
                <a:close/>
              </a:path>
              <a:path w="2437765" h="222250">
                <a:moveTo>
                  <a:pt x="1747189" y="52133"/>
                </a:moveTo>
                <a:lnTo>
                  <a:pt x="1745792" y="47523"/>
                </a:lnTo>
                <a:lnTo>
                  <a:pt x="1738731" y="40043"/>
                </a:lnTo>
                <a:lnTo>
                  <a:pt x="1611426" y="39027"/>
                </a:lnTo>
                <a:lnTo>
                  <a:pt x="1611426" y="39738"/>
                </a:lnTo>
                <a:lnTo>
                  <a:pt x="1608226" y="42557"/>
                </a:lnTo>
                <a:lnTo>
                  <a:pt x="1605000" y="46799"/>
                </a:lnTo>
                <a:lnTo>
                  <a:pt x="1603565" y="51054"/>
                </a:lnTo>
                <a:lnTo>
                  <a:pt x="1747189" y="52133"/>
                </a:lnTo>
                <a:close/>
              </a:path>
              <a:path w="2437765" h="222250">
                <a:moveTo>
                  <a:pt x="1890014" y="736"/>
                </a:moveTo>
                <a:lnTo>
                  <a:pt x="1881771" y="1003"/>
                </a:lnTo>
                <a:lnTo>
                  <a:pt x="1873605" y="749"/>
                </a:lnTo>
                <a:lnTo>
                  <a:pt x="1865566" y="622"/>
                </a:lnTo>
                <a:lnTo>
                  <a:pt x="1857743" y="1282"/>
                </a:lnTo>
                <a:lnTo>
                  <a:pt x="1863013" y="10528"/>
                </a:lnTo>
                <a:lnTo>
                  <a:pt x="1889963" y="11023"/>
                </a:lnTo>
                <a:lnTo>
                  <a:pt x="1890014" y="736"/>
                </a:lnTo>
                <a:close/>
              </a:path>
              <a:path w="2437765" h="222250">
                <a:moveTo>
                  <a:pt x="1890166" y="39395"/>
                </a:moveTo>
                <a:lnTo>
                  <a:pt x="1885556" y="39370"/>
                </a:lnTo>
                <a:lnTo>
                  <a:pt x="1881301" y="39700"/>
                </a:lnTo>
                <a:lnTo>
                  <a:pt x="1877047" y="39674"/>
                </a:lnTo>
                <a:lnTo>
                  <a:pt x="1876679" y="42519"/>
                </a:lnTo>
                <a:lnTo>
                  <a:pt x="1878444" y="45364"/>
                </a:lnTo>
                <a:lnTo>
                  <a:pt x="1878431" y="48196"/>
                </a:lnTo>
                <a:lnTo>
                  <a:pt x="1879460" y="53517"/>
                </a:lnTo>
                <a:lnTo>
                  <a:pt x="1886216" y="50012"/>
                </a:lnTo>
                <a:lnTo>
                  <a:pt x="1890115" y="51092"/>
                </a:lnTo>
                <a:lnTo>
                  <a:pt x="1890166" y="39395"/>
                </a:lnTo>
                <a:close/>
              </a:path>
              <a:path w="2437765" h="222250">
                <a:moveTo>
                  <a:pt x="1890268" y="20599"/>
                </a:moveTo>
                <a:lnTo>
                  <a:pt x="1870405" y="20497"/>
                </a:lnTo>
                <a:lnTo>
                  <a:pt x="1868982" y="21551"/>
                </a:lnTo>
                <a:lnTo>
                  <a:pt x="1870036" y="24396"/>
                </a:lnTo>
                <a:lnTo>
                  <a:pt x="1870367" y="27584"/>
                </a:lnTo>
                <a:lnTo>
                  <a:pt x="1872843" y="29730"/>
                </a:lnTo>
                <a:lnTo>
                  <a:pt x="1890217" y="29819"/>
                </a:lnTo>
                <a:lnTo>
                  <a:pt x="1890268" y="20599"/>
                </a:lnTo>
                <a:close/>
              </a:path>
              <a:path w="2437765" h="222250">
                <a:moveTo>
                  <a:pt x="2158987" y="39700"/>
                </a:moveTo>
                <a:lnTo>
                  <a:pt x="2022094" y="39001"/>
                </a:lnTo>
                <a:lnTo>
                  <a:pt x="2022043" y="51066"/>
                </a:lnTo>
                <a:lnTo>
                  <a:pt x="2158923" y="51765"/>
                </a:lnTo>
                <a:lnTo>
                  <a:pt x="2158987" y="39700"/>
                </a:lnTo>
                <a:close/>
              </a:path>
              <a:path w="2437765" h="222250">
                <a:moveTo>
                  <a:pt x="2159089" y="20904"/>
                </a:moveTo>
                <a:lnTo>
                  <a:pt x="2022195" y="20205"/>
                </a:lnTo>
                <a:lnTo>
                  <a:pt x="2022144" y="29781"/>
                </a:lnTo>
                <a:lnTo>
                  <a:pt x="2159038" y="30480"/>
                </a:lnTo>
                <a:lnTo>
                  <a:pt x="2159089" y="20904"/>
                </a:lnTo>
                <a:close/>
              </a:path>
              <a:path w="2437765" h="222250">
                <a:moveTo>
                  <a:pt x="2159190" y="698"/>
                </a:moveTo>
                <a:lnTo>
                  <a:pt x="2022297" y="0"/>
                </a:lnTo>
                <a:lnTo>
                  <a:pt x="2022246" y="11341"/>
                </a:lnTo>
                <a:lnTo>
                  <a:pt x="2159127" y="12039"/>
                </a:lnTo>
                <a:lnTo>
                  <a:pt x="2159190" y="698"/>
                </a:lnTo>
                <a:close/>
              </a:path>
              <a:path w="2437765" h="222250">
                <a:moveTo>
                  <a:pt x="2399093" y="105117"/>
                </a:moveTo>
                <a:lnTo>
                  <a:pt x="2385568" y="69278"/>
                </a:lnTo>
                <a:lnTo>
                  <a:pt x="2355773" y="45313"/>
                </a:lnTo>
                <a:lnTo>
                  <a:pt x="2326856" y="39725"/>
                </a:lnTo>
                <a:lnTo>
                  <a:pt x="2311069" y="39954"/>
                </a:lnTo>
                <a:lnTo>
                  <a:pt x="2295525" y="39687"/>
                </a:lnTo>
                <a:lnTo>
                  <a:pt x="2295461" y="51396"/>
                </a:lnTo>
                <a:lnTo>
                  <a:pt x="2309736" y="51638"/>
                </a:lnTo>
                <a:lnTo>
                  <a:pt x="2324316" y="51282"/>
                </a:lnTo>
                <a:lnTo>
                  <a:pt x="2338286" y="52120"/>
                </a:lnTo>
                <a:lnTo>
                  <a:pt x="2373846" y="73748"/>
                </a:lnTo>
                <a:lnTo>
                  <a:pt x="2386546" y="116827"/>
                </a:lnTo>
                <a:lnTo>
                  <a:pt x="2382990" y="132930"/>
                </a:lnTo>
                <a:lnTo>
                  <a:pt x="2348192" y="166890"/>
                </a:lnTo>
                <a:lnTo>
                  <a:pt x="2313711" y="170713"/>
                </a:lnTo>
                <a:lnTo>
                  <a:pt x="2295563" y="170548"/>
                </a:lnTo>
                <a:lnTo>
                  <a:pt x="2295499" y="182257"/>
                </a:lnTo>
                <a:lnTo>
                  <a:pt x="2341842" y="180936"/>
                </a:lnTo>
                <a:lnTo>
                  <a:pt x="2383117" y="155816"/>
                </a:lnTo>
                <a:lnTo>
                  <a:pt x="2398191" y="123380"/>
                </a:lnTo>
                <a:lnTo>
                  <a:pt x="2399093" y="105117"/>
                </a:lnTo>
                <a:close/>
              </a:path>
              <a:path w="2437765" h="222250">
                <a:moveTo>
                  <a:pt x="2417559" y="101663"/>
                </a:moveTo>
                <a:lnTo>
                  <a:pt x="2398585" y="55156"/>
                </a:lnTo>
                <a:lnTo>
                  <a:pt x="2358009" y="25819"/>
                </a:lnTo>
                <a:lnTo>
                  <a:pt x="2327884" y="20802"/>
                </a:lnTo>
                <a:lnTo>
                  <a:pt x="2311743" y="20815"/>
                </a:lnTo>
                <a:lnTo>
                  <a:pt x="2295614" y="20548"/>
                </a:lnTo>
                <a:lnTo>
                  <a:pt x="2295563" y="30467"/>
                </a:lnTo>
                <a:lnTo>
                  <a:pt x="2320734" y="30518"/>
                </a:lnTo>
                <a:lnTo>
                  <a:pt x="2333053" y="30873"/>
                </a:lnTo>
                <a:lnTo>
                  <a:pt x="2382075" y="51219"/>
                </a:lnTo>
                <a:lnTo>
                  <a:pt x="2404859" y="86702"/>
                </a:lnTo>
                <a:lnTo>
                  <a:pt x="2408237" y="110566"/>
                </a:lnTo>
                <a:lnTo>
                  <a:pt x="2405011" y="134061"/>
                </a:lnTo>
                <a:lnTo>
                  <a:pt x="2379954" y="172758"/>
                </a:lnTo>
                <a:lnTo>
                  <a:pt x="2341118" y="190296"/>
                </a:lnTo>
                <a:lnTo>
                  <a:pt x="2318804" y="192201"/>
                </a:lnTo>
                <a:lnTo>
                  <a:pt x="2295448" y="191833"/>
                </a:lnTo>
                <a:lnTo>
                  <a:pt x="2295398" y="201409"/>
                </a:lnTo>
                <a:lnTo>
                  <a:pt x="2334145" y="200812"/>
                </a:lnTo>
                <a:lnTo>
                  <a:pt x="2391537" y="175107"/>
                </a:lnTo>
                <a:lnTo>
                  <a:pt x="2416314" y="128803"/>
                </a:lnTo>
                <a:lnTo>
                  <a:pt x="2417559" y="101663"/>
                </a:lnTo>
                <a:close/>
              </a:path>
              <a:path w="2437765" h="222250">
                <a:moveTo>
                  <a:pt x="2437371" y="126111"/>
                </a:moveTo>
                <a:lnTo>
                  <a:pt x="2428621" y="65328"/>
                </a:lnTo>
                <a:lnTo>
                  <a:pt x="2388743" y="19113"/>
                </a:lnTo>
                <a:lnTo>
                  <a:pt x="2346325" y="2603"/>
                </a:lnTo>
                <a:lnTo>
                  <a:pt x="2295715" y="1041"/>
                </a:lnTo>
                <a:lnTo>
                  <a:pt x="2295664" y="11671"/>
                </a:lnTo>
                <a:lnTo>
                  <a:pt x="2328646" y="11849"/>
                </a:lnTo>
                <a:lnTo>
                  <a:pt x="2350249" y="14046"/>
                </a:lnTo>
                <a:lnTo>
                  <a:pt x="2388082" y="31559"/>
                </a:lnTo>
                <a:lnTo>
                  <a:pt x="2414117" y="61226"/>
                </a:lnTo>
                <a:lnTo>
                  <a:pt x="2420874" y="77216"/>
                </a:lnTo>
                <a:lnTo>
                  <a:pt x="2422982" y="80060"/>
                </a:lnTo>
                <a:lnTo>
                  <a:pt x="2423668" y="83972"/>
                </a:lnTo>
                <a:lnTo>
                  <a:pt x="2424722" y="87871"/>
                </a:lnTo>
                <a:lnTo>
                  <a:pt x="2427059" y="118427"/>
                </a:lnTo>
                <a:lnTo>
                  <a:pt x="2405570" y="173012"/>
                </a:lnTo>
                <a:lnTo>
                  <a:pt x="2363508" y="204254"/>
                </a:lnTo>
                <a:lnTo>
                  <a:pt x="2319210" y="211035"/>
                </a:lnTo>
                <a:lnTo>
                  <a:pt x="2295360" y="210629"/>
                </a:lnTo>
                <a:lnTo>
                  <a:pt x="2295296" y="221970"/>
                </a:lnTo>
                <a:lnTo>
                  <a:pt x="2346680" y="219659"/>
                </a:lnTo>
                <a:lnTo>
                  <a:pt x="2388311" y="203657"/>
                </a:lnTo>
                <a:lnTo>
                  <a:pt x="2428887" y="155816"/>
                </a:lnTo>
                <a:lnTo>
                  <a:pt x="2437371" y="1261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97674" y="536575"/>
            <a:ext cx="114831" cy="14317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54602" y="558076"/>
            <a:ext cx="81978" cy="100533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8145386" y="556996"/>
            <a:ext cx="1872614" cy="14604"/>
          </a:xfrm>
          <a:custGeom>
            <a:avLst/>
            <a:gdLst/>
            <a:ahLst/>
            <a:cxnLst/>
            <a:rect l="l" t="t" r="r" b="b"/>
            <a:pathLst>
              <a:path w="1872615" h="14604">
                <a:moveTo>
                  <a:pt x="144691" y="1117"/>
                </a:moveTo>
                <a:lnTo>
                  <a:pt x="0" y="381"/>
                </a:lnTo>
                <a:lnTo>
                  <a:pt x="330" y="3937"/>
                </a:lnTo>
                <a:lnTo>
                  <a:pt x="144665" y="4673"/>
                </a:lnTo>
                <a:lnTo>
                  <a:pt x="144691" y="1117"/>
                </a:lnTo>
                <a:close/>
              </a:path>
              <a:path w="1872615" h="14604">
                <a:moveTo>
                  <a:pt x="293636" y="1879"/>
                </a:moveTo>
                <a:lnTo>
                  <a:pt x="292925" y="812"/>
                </a:lnTo>
                <a:lnTo>
                  <a:pt x="273431" y="711"/>
                </a:lnTo>
                <a:lnTo>
                  <a:pt x="273367" y="12420"/>
                </a:lnTo>
                <a:lnTo>
                  <a:pt x="279400" y="12446"/>
                </a:lnTo>
                <a:lnTo>
                  <a:pt x="286131" y="12839"/>
                </a:lnTo>
                <a:lnTo>
                  <a:pt x="291807" y="12153"/>
                </a:lnTo>
                <a:lnTo>
                  <a:pt x="293636" y="1879"/>
                </a:lnTo>
                <a:close/>
              </a:path>
              <a:path w="1872615" h="14604">
                <a:moveTo>
                  <a:pt x="598919" y="12306"/>
                </a:moveTo>
                <a:lnTo>
                  <a:pt x="598589" y="8407"/>
                </a:lnTo>
                <a:lnTo>
                  <a:pt x="596468" y="5562"/>
                </a:lnTo>
                <a:lnTo>
                  <a:pt x="594715" y="2006"/>
                </a:lnTo>
                <a:lnTo>
                  <a:pt x="436562" y="838"/>
                </a:lnTo>
                <a:lnTo>
                  <a:pt x="435127" y="1892"/>
                </a:lnTo>
                <a:lnTo>
                  <a:pt x="433705" y="5080"/>
                </a:lnTo>
                <a:lnTo>
                  <a:pt x="431203" y="8610"/>
                </a:lnTo>
                <a:lnTo>
                  <a:pt x="431888" y="12166"/>
                </a:lnTo>
                <a:lnTo>
                  <a:pt x="597496" y="13360"/>
                </a:lnTo>
                <a:lnTo>
                  <a:pt x="597154" y="12306"/>
                </a:lnTo>
                <a:lnTo>
                  <a:pt x="598208" y="12661"/>
                </a:lnTo>
                <a:lnTo>
                  <a:pt x="598919" y="12306"/>
                </a:lnTo>
                <a:close/>
              </a:path>
              <a:path w="1872615" h="14604">
                <a:moveTo>
                  <a:pt x="748944" y="9182"/>
                </a:moveTo>
                <a:lnTo>
                  <a:pt x="747903" y="6337"/>
                </a:lnTo>
                <a:lnTo>
                  <a:pt x="747560" y="3492"/>
                </a:lnTo>
                <a:lnTo>
                  <a:pt x="746506" y="1358"/>
                </a:lnTo>
                <a:lnTo>
                  <a:pt x="743318" y="990"/>
                </a:lnTo>
                <a:lnTo>
                  <a:pt x="740486" y="622"/>
                </a:lnTo>
                <a:lnTo>
                  <a:pt x="736930" y="1663"/>
                </a:lnTo>
                <a:lnTo>
                  <a:pt x="736892" y="9118"/>
                </a:lnTo>
                <a:lnTo>
                  <a:pt x="738644" y="12319"/>
                </a:lnTo>
                <a:lnTo>
                  <a:pt x="741832" y="13042"/>
                </a:lnTo>
                <a:lnTo>
                  <a:pt x="745744" y="13055"/>
                </a:lnTo>
                <a:lnTo>
                  <a:pt x="748931" y="12014"/>
                </a:lnTo>
                <a:lnTo>
                  <a:pt x="748944" y="9182"/>
                </a:lnTo>
                <a:close/>
              </a:path>
              <a:path w="1872615" h="14604">
                <a:moveTo>
                  <a:pt x="1172400" y="5664"/>
                </a:moveTo>
                <a:lnTo>
                  <a:pt x="1172070" y="1765"/>
                </a:lnTo>
                <a:lnTo>
                  <a:pt x="1056106" y="457"/>
                </a:lnTo>
                <a:lnTo>
                  <a:pt x="992974" y="1562"/>
                </a:lnTo>
                <a:lnTo>
                  <a:pt x="1009256" y="4305"/>
                </a:lnTo>
                <a:lnTo>
                  <a:pt x="1025042" y="6515"/>
                </a:lnTo>
                <a:lnTo>
                  <a:pt x="1040815" y="8991"/>
                </a:lnTo>
                <a:lnTo>
                  <a:pt x="1056398" y="12522"/>
                </a:lnTo>
                <a:lnTo>
                  <a:pt x="1169530" y="13449"/>
                </a:lnTo>
                <a:lnTo>
                  <a:pt x="1172400" y="5664"/>
                </a:lnTo>
                <a:close/>
              </a:path>
              <a:path w="1872615" h="14604">
                <a:moveTo>
                  <a:pt x="1604022" y="1130"/>
                </a:moveTo>
                <a:lnTo>
                  <a:pt x="1601177" y="1473"/>
                </a:lnTo>
                <a:lnTo>
                  <a:pt x="1598345" y="749"/>
                </a:lnTo>
                <a:lnTo>
                  <a:pt x="1595856" y="1803"/>
                </a:lnTo>
                <a:lnTo>
                  <a:pt x="1595843" y="4991"/>
                </a:lnTo>
                <a:lnTo>
                  <a:pt x="1597952" y="8191"/>
                </a:lnTo>
                <a:lnTo>
                  <a:pt x="1596872" y="11023"/>
                </a:lnTo>
                <a:lnTo>
                  <a:pt x="1470634" y="10388"/>
                </a:lnTo>
                <a:lnTo>
                  <a:pt x="1466062" y="1498"/>
                </a:lnTo>
                <a:lnTo>
                  <a:pt x="1312519" y="0"/>
                </a:lnTo>
                <a:lnTo>
                  <a:pt x="1309662" y="3175"/>
                </a:lnTo>
                <a:lnTo>
                  <a:pt x="1307503" y="8128"/>
                </a:lnTo>
                <a:lnTo>
                  <a:pt x="1306779" y="12738"/>
                </a:lnTo>
                <a:lnTo>
                  <a:pt x="1603946" y="14605"/>
                </a:lnTo>
                <a:lnTo>
                  <a:pt x="1604022" y="1130"/>
                </a:lnTo>
                <a:close/>
              </a:path>
              <a:path w="1872615" h="14604">
                <a:moveTo>
                  <a:pt x="1872475" y="1447"/>
                </a:moveTo>
                <a:lnTo>
                  <a:pt x="1735950" y="749"/>
                </a:lnTo>
                <a:lnTo>
                  <a:pt x="1735924" y="4292"/>
                </a:lnTo>
                <a:lnTo>
                  <a:pt x="1872462" y="4991"/>
                </a:lnTo>
                <a:lnTo>
                  <a:pt x="1872475" y="14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18974" y="556806"/>
            <a:ext cx="93416" cy="101698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7939912" y="577875"/>
            <a:ext cx="2275840" cy="163195"/>
          </a:xfrm>
          <a:custGeom>
            <a:avLst/>
            <a:gdLst/>
            <a:ahLst/>
            <a:cxnLst/>
            <a:rect l="l" t="t" r="r" b="b"/>
            <a:pathLst>
              <a:path w="2275840" h="163195">
                <a:moveTo>
                  <a:pt x="72377" y="1168"/>
                </a:moveTo>
                <a:lnTo>
                  <a:pt x="24853" y="927"/>
                </a:lnTo>
                <a:lnTo>
                  <a:pt x="20942" y="1968"/>
                </a:lnTo>
                <a:lnTo>
                  <a:pt x="17386" y="4076"/>
                </a:lnTo>
                <a:lnTo>
                  <a:pt x="13843" y="5473"/>
                </a:lnTo>
                <a:lnTo>
                  <a:pt x="7010" y="11582"/>
                </a:lnTo>
                <a:lnTo>
                  <a:pt x="2273" y="19126"/>
                </a:lnTo>
                <a:lnTo>
                  <a:pt x="0" y="27800"/>
                </a:lnTo>
                <a:lnTo>
                  <a:pt x="546" y="37325"/>
                </a:lnTo>
                <a:lnTo>
                  <a:pt x="72072" y="59321"/>
                </a:lnTo>
                <a:lnTo>
                  <a:pt x="72148" y="45135"/>
                </a:lnTo>
                <a:lnTo>
                  <a:pt x="23215" y="44538"/>
                </a:lnTo>
                <a:lnTo>
                  <a:pt x="17551" y="42379"/>
                </a:lnTo>
                <a:lnTo>
                  <a:pt x="14389" y="36690"/>
                </a:lnTo>
                <a:lnTo>
                  <a:pt x="13703" y="31013"/>
                </a:lnTo>
                <a:lnTo>
                  <a:pt x="14084" y="25336"/>
                </a:lnTo>
                <a:lnTo>
                  <a:pt x="16611" y="18618"/>
                </a:lnTo>
                <a:lnTo>
                  <a:pt x="22644" y="16510"/>
                </a:lnTo>
                <a:lnTo>
                  <a:pt x="72301" y="16421"/>
                </a:lnTo>
                <a:lnTo>
                  <a:pt x="72377" y="1168"/>
                </a:lnTo>
                <a:close/>
              </a:path>
              <a:path w="2275840" h="163195">
                <a:moveTo>
                  <a:pt x="349402" y="129895"/>
                </a:moveTo>
                <a:lnTo>
                  <a:pt x="206832" y="129171"/>
                </a:lnTo>
                <a:lnTo>
                  <a:pt x="206781" y="140868"/>
                </a:lnTo>
                <a:lnTo>
                  <a:pt x="349338" y="141605"/>
                </a:lnTo>
                <a:lnTo>
                  <a:pt x="349402" y="129895"/>
                </a:lnTo>
                <a:close/>
              </a:path>
              <a:path w="2275840" h="163195">
                <a:moveTo>
                  <a:pt x="349491" y="111099"/>
                </a:moveTo>
                <a:lnTo>
                  <a:pt x="206933" y="110375"/>
                </a:lnTo>
                <a:lnTo>
                  <a:pt x="206883" y="120307"/>
                </a:lnTo>
                <a:lnTo>
                  <a:pt x="349440" y="121031"/>
                </a:lnTo>
                <a:lnTo>
                  <a:pt x="349491" y="111099"/>
                </a:lnTo>
                <a:close/>
              </a:path>
              <a:path w="2275840" h="163195">
                <a:moveTo>
                  <a:pt x="349605" y="89827"/>
                </a:moveTo>
                <a:lnTo>
                  <a:pt x="207035" y="89090"/>
                </a:lnTo>
                <a:lnTo>
                  <a:pt x="206984" y="101511"/>
                </a:lnTo>
                <a:lnTo>
                  <a:pt x="349542" y="102235"/>
                </a:lnTo>
                <a:lnTo>
                  <a:pt x="349605" y="89827"/>
                </a:lnTo>
                <a:close/>
              </a:path>
              <a:path w="2275840" h="163195">
                <a:moveTo>
                  <a:pt x="349656" y="149758"/>
                </a:moveTo>
                <a:lnTo>
                  <a:pt x="206730" y="149021"/>
                </a:lnTo>
                <a:lnTo>
                  <a:pt x="206667" y="162153"/>
                </a:lnTo>
                <a:lnTo>
                  <a:pt x="349580" y="162877"/>
                </a:lnTo>
                <a:lnTo>
                  <a:pt x="349656" y="149758"/>
                </a:lnTo>
                <a:close/>
              </a:path>
              <a:path w="2275840" h="163195">
                <a:moveTo>
                  <a:pt x="349681" y="75285"/>
                </a:moveTo>
                <a:lnTo>
                  <a:pt x="207111" y="74561"/>
                </a:lnTo>
                <a:lnTo>
                  <a:pt x="207086" y="80225"/>
                </a:lnTo>
                <a:lnTo>
                  <a:pt x="349643" y="80962"/>
                </a:lnTo>
                <a:lnTo>
                  <a:pt x="349681" y="75285"/>
                </a:lnTo>
                <a:close/>
              </a:path>
              <a:path w="2275840" h="163195">
                <a:moveTo>
                  <a:pt x="496036" y="27444"/>
                </a:moveTo>
                <a:lnTo>
                  <a:pt x="494626" y="23888"/>
                </a:lnTo>
                <a:lnTo>
                  <a:pt x="478675" y="23812"/>
                </a:lnTo>
                <a:lnTo>
                  <a:pt x="478612" y="36220"/>
                </a:lnTo>
                <a:lnTo>
                  <a:pt x="484289" y="35902"/>
                </a:lnTo>
                <a:lnTo>
                  <a:pt x="490308" y="36995"/>
                </a:lnTo>
                <a:lnTo>
                  <a:pt x="495274" y="35598"/>
                </a:lnTo>
                <a:lnTo>
                  <a:pt x="494944" y="31699"/>
                </a:lnTo>
                <a:lnTo>
                  <a:pt x="496036" y="27444"/>
                </a:lnTo>
                <a:close/>
              </a:path>
              <a:path w="2275840" h="163195">
                <a:moveTo>
                  <a:pt x="496163" y="2273"/>
                </a:moveTo>
                <a:lnTo>
                  <a:pt x="495096" y="1193"/>
                </a:lnTo>
                <a:lnTo>
                  <a:pt x="478790" y="1117"/>
                </a:lnTo>
                <a:lnTo>
                  <a:pt x="478764" y="5372"/>
                </a:lnTo>
                <a:lnTo>
                  <a:pt x="478028" y="10693"/>
                </a:lnTo>
                <a:lnTo>
                  <a:pt x="479069" y="14236"/>
                </a:lnTo>
                <a:lnTo>
                  <a:pt x="484746" y="14262"/>
                </a:lnTo>
                <a:lnTo>
                  <a:pt x="490423" y="15011"/>
                </a:lnTo>
                <a:lnTo>
                  <a:pt x="495033" y="13970"/>
                </a:lnTo>
                <a:lnTo>
                  <a:pt x="496163" y="2273"/>
                </a:lnTo>
                <a:close/>
              </a:path>
              <a:path w="2275840" h="163195">
                <a:moveTo>
                  <a:pt x="497293" y="58305"/>
                </a:moveTo>
                <a:lnTo>
                  <a:pt x="496620" y="51206"/>
                </a:lnTo>
                <a:lnTo>
                  <a:pt x="495566" y="49784"/>
                </a:lnTo>
                <a:lnTo>
                  <a:pt x="496989" y="47307"/>
                </a:lnTo>
                <a:lnTo>
                  <a:pt x="495223" y="45885"/>
                </a:lnTo>
                <a:lnTo>
                  <a:pt x="478561" y="45796"/>
                </a:lnTo>
                <a:lnTo>
                  <a:pt x="478497" y="58915"/>
                </a:lnTo>
                <a:lnTo>
                  <a:pt x="484873" y="58953"/>
                </a:lnTo>
                <a:lnTo>
                  <a:pt x="491261" y="59690"/>
                </a:lnTo>
                <a:lnTo>
                  <a:pt x="497293" y="58305"/>
                </a:lnTo>
                <a:close/>
              </a:path>
              <a:path w="2275840" h="163195">
                <a:moveTo>
                  <a:pt x="501789" y="79603"/>
                </a:moveTo>
                <a:lnTo>
                  <a:pt x="501459" y="75704"/>
                </a:lnTo>
                <a:lnTo>
                  <a:pt x="500418" y="72148"/>
                </a:lnTo>
                <a:lnTo>
                  <a:pt x="499008" y="68961"/>
                </a:lnTo>
                <a:lnTo>
                  <a:pt x="478447" y="68491"/>
                </a:lnTo>
                <a:lnTo>
                  <a:pt x="478383" y="80200"/>
                </a:lnTo>
                <a:lnTo>
                  <a:pt x="486892" y="79883"/>
                </a:lnTo>
                <a:lnTo>
                  <a:pt x="493991" y="80632"/>
                </a:lnTo>
                <a:lnTo>
                  <a:pt x="501789" y="79603"/>
                </a:lnTo>
                <a:close/>
              </a:path>
              <a:path w="2275840" h="163195">
                <a:moveTo>
                  <a:pt x="509498" y="100215"/>
                </a:moveTo>
                <a:lnTo>
                  <a:pt x="508444" y="96659"/>
                </a:lnTo>
                <a:lnTo>
                  <a:pt x="506691" y="93459"/>
                </a:lnTo>
                <a:lnTo>
                  <a:pt x="504939" y="89903"/>
                </a:lnTo>
                <a:lnTo>
                  <a:pt x="478332" y="89776"/>
                </a:lnTo>
                <a:lnTo>
                  <a:pt x="478282" y="101117"/>
                </a:lnTo>
                <a:lnTo>
                  <a:pt x="508419" y="101269"/>
                </a:lnTo>
                <a:lnTo>
                  <a:pt x="509498" y="100215"/>
                </a:lnTo>
                <a:close/>
              </a:path>
              <a:path w="2275840" h="163195">
                <a:moveTo>
                  <a:pt x="518960" y="119773"/>
                </a:moveTo>
                <a:lnTo>
                  <a:pt x="517563" y="116573"/>
                </a:lnTo>
                <a:lnTo>
                  <a:pt x="516521" y="112661"/>
                </a:lnTo>
                <a:lnTo>
                  <a:pt x="513334" y="110871"/>
                </a:lnTo>
                <a:lnTo>
                  <a:pt x="481063" y="111061"/>
                </a:lnTo>
                <a:lnTo>
                  <a:pt x="476453" y="111036"/>
                </a:lnTo>
                <a:lnTo>
                  <a:pt x="479259" y="117081"/>
                </a:lnTo>
                <a:lnTo>
                  <a:pt x="478536" y="120269"/>
                </a:lnTo>
                <a:lnTo>
                  <a:pt x="498614" y="120561"/>
                </a:lnTo>
                <a:lnTo>
                  <a:pt x="509003" y="120434"/>
                </a:lnTo>
                <a:lnTo>
                  <a:pt x="518960" y="119773"/>
                </a:lnTo>
                <a:close/>
              </a:path>
              <a:path w="2275840" h="163195">
                <a:moveTo>
                  <a:pt x="533755" y="140055"/>
                </a:moveTo>
                <a:lnTo>
                  <a:pt x="526707" y="130454"/>
                </a:lnTo>
                <a:lnTo>
                  <a:pt x="478485" y="129844"/>
                </a:lnTo>
                <a:lnTo>
                  <a:pt x="478434" y="140843"/>
                </a:lnTo>
                <a:lnTo>
                  <a:pt x="532333" y="140754"/>
                </a:lnTo>
                <a:lnTo>
                  <a:pt x="533755" y="140055"/>
                </a:lnTo>
                <a:close/>
              </a:path>
              <a:path w="2275840" h="163195">
                <a:moveTo>
                  <a:pt x="556348" y="161099"/>
                </a:moveTo>
                <a:lnTo>
                  <a:pt x="552818" y="157886"/>
                </a:lnTo>
                <a:lnTo>
                  <a:pt x="548576" y="155028"/>
                </a:lnTo>
                <a:lnTo>
                  <a:pt x="545045" y="150761"/>
                </a:lnTo>
                <a:lnTo>
                  <a:pt x="478383" y="150063"/>
                </a:lnTo>
                <a:lnTo>
                  <a:pt x="478358" y="153962"/>
                </a:lnTo>
                <a:lnTo>
                  <a:pt x="477621" y="158572"/>
                </a:lnTo>
                <a:lnTo>
                  <a:pt x="479031" y="161772"/>
                </a:lnTo>
                <a:lnTo>
                  <a:pt x="498221" y="162179"/>
                </a:lnTo>
                <a:lnTo>
                  <a:pt x="555282" y="162153"/>
                </a:lnTo>
                <a:lnTo>
                  <a:pt x="556348" y="161099"/>
                </a:lnTo>
                <a:close/>
              </a:path>
              <a:path w="2275840" h="163195">
                <a:moveTo>
                  <a:pt x="758393" y="111417"/>
                </a:moveTo>
                <a:lnTo>
                  <a:pt x="740295" y="110998"/>
                </a:lnTo>
                <a:lnTo>
                  <a:pt x="721106" y="110921"/>
                </a:lnTo>
                <a:lnTo>
                  <a:pt x="701586" y="111188"/>
                </a:lnTo>
                <a:lnTo>
                  <a:pt x="682498" y="111734"/>
                </a:lnTo>
                <a:lnTo>
                  <a:pt x="684606" y="113880"/>
                </a:lnTo>
                <a:lnTo>
                  <a:pt x="689571" y="115316"/>
                </a:lnTo>
                <a:lnTo>
                  <a:pt x="699833" y="119100"/>
                </a:lnTo>
                <a:lnTo>
                  <a:pt x="711161" y="120446"/>
                </a:lnTo>
                <a:lnTo>
                  <a:pt x="734936" y="120523"/>
                </a:lnTo>
                <a:lnTo>
                  <a:pt x="751624" y="116344"/>
                </a:lnTo>
                <a:lnTo>
                  <a:pt x="758393" y="111417"/>
                </a:lnTo>
                <a:close/>
              </a:path>
              <a:path w="2275840" h="163195">
                <a:moveTo>
                  <a:pt x="785799" y="90284"/>
                </a:moveTo>
                <a:lnTo>
                  <a:pt x="660273" y="89281"/>
                </a:lnTo>
                <a:lnTo>
                  <a:pt x="659193" y="90703"/>
                </a:lnTo>
                <a:lnTo>
                  <a:pt x="655662" y="88900"/>
                </a:lnTo>
                <a:lnTo>
                  <a:pt x="654939" y="90678"/>
                </a:lnTo>
                <a:lnTo>
                  <a:pt x="664464" y="100660"/>
                </a:lnTo>
                <a:lnTo>
                  <a:pt x="774039" y="101917"/>
                </a:lnTo>
                <a:lnTo>
                  <a:pt x="777608" y="98399"/>
                </a:lnTo>
                <a:lnTo>
                  <a:pt x="783653" y="95592"/>
                </a:lnTo>
                <a:lnTo>
                  <a:pt x="785799" y="90284"/>
                </a:lnTo>
                <a:close/>
              </a:path>
              <a:path w="2275840" h="163195">
                <a:moveTo>
                  <a:pt x="799388" y="69075"/>
                </a:moveTo>
                <a:lnTo>
                  <a:pt x="642289" y="67919"/>
                </a:lnTo>
                <a:lnTo>
                  <a:pt x="642289" y="68618"/>
                </a:lnTo>
                <a:lnTo>
                  <a:pt x="639445" y="69672"/>
                </a:lnTo>
                <a:lnTo>
                  <a:pt x="643331" y="72174"/>
                </a:lnTo>
                <a:lnTo>
                  <a:pt x="642251" y="74650"/>
                </a:lnTo>
                <a:lnTo>
                  <a:pt x="644029" y="75374"/>
                </a:lnTo>
                <a:lnTo>
                  <a:pt x="645071" y="78206"/>
                </a:lnTo>
                <a:lnTo>
                  <a:pt x="646836" y="79997"/>
                </a:lnTo>
                <a:lnTo>
                  <a:pt x="736561" y="80454"/>
                </a:lnTo>
                <a:lnTo>
                  <a:pt x="793305" y="80391"/>
                </a:lnTo>
                <a:lnTo>
                  <a:pt x="796150" y="77571"/>
                </a:lnTo>
                <a:lnTo>
                  <a:pt x="798652" y="72974"/>
                </a:lnTo>
                <a:lnTo>
                  <a:pt x="799388" y="69075"/>
                </a:lnTo>
                <a:close/>
              </a:path>
              <a:path w="2275840" h="163195">
                <a:moveTo>
                  <a:pt x="807656" y="46418"/>
                </a:moveTo>
                <a:lnTo>
                  <a:pt x="758380" y="45097"/>
                </a:lnTo>
                <a:lnTo>
                  <a:pt x="634961" y="44831"/>
                </a:lnTo>
                <a:lnTo>
                  <a:pt x="632828" y="46583"/>
                </a:lnTo>
                <a:lnTo>
                  <a:pt x="633869" y="50495"/>
                </a:lnTo>
                <a:lnTo>
                  <a:pt x="634199" y="54749"/>
                </a:lnTo>
                <a:lnTo>
                  <a:pt x="636308" y="58661"/>
                </a:lnTo>
                <a:lnTo>
                  <a:pt x="803338" y="59512"/>
                </a:lnTo>
                <a:lnTo>
                  <a:pt x="806196" y="56337"/>
                </a:lnTo>
                <a:lnTo>
                  <a:pt x="807288" y="51028"/>
                </a:lnTo>
                <a:lnTo>
                  <a:pt x="807656" y="46418"/>
                </a:lnTo>
                <a:close/>
              </a:path>
              <a:path w="2275840" h="163195">
                <a:moveTo>
                  <a:pt x="810590" y="28702"/>
                </a:moveTo>
                <a:lnTo>
                  <a:pt x="809536" y="25146"/>
                </a:lnTo>
                <a:lnTo>
                  <a:pt x="631164" y="23533"/>
                </a:lnTo>
                <a:lnTo>
                  <a:pt x="630085" y="27419"/>
                </a:lnTo>
                <a:lnTo>
                  <a:pt x="630059" y="32385"/>
                </a:lnTo>
                <a:lnTo>
                  <a:pt x="631101" y="36296"/>
                </a:lnTo>
                <a:lnTo>
                  <a:pt x="809485" y="37211"/>
                </a:lnTo>
                <a:lnTo>
                  <a:pt x="810564" y="33667"/>
                </a:lnTo>
                <a:lnTo>
                  <a:pt x="810590" y="28702"/>
                </a:lnTo>
                <a:close/>
              </a:path>
              <a:path w="2275840" h="163195">
                <a:moveTo>
                  <a:pt x="810679" y="10617"/>
                </a:moveTo>
                <a:lnTo>
                  <a:pt x="808570" y="6350"/>
                </a:lnTo>
                <a:lnTo>
                  <a:pt x="807542" y="1727"/>
                </a:lnTo>
                <a:lnTo>
                  <a:pt x="634123" y="139"/>
                </a:lnTo>
                <a:lnTo>
                  <a:pt x="633056" y="1905"/>
                </a:lnTo>
                <a:lnTo>
                  <a:pt x="630516" y="11112"/>
                </a:lnTo>
                <a:lnTo>
                  <a:pt x="631926" y="15024"/>
                </a:lnTo>
                <a:lnTo>
                  <a:pt x="809586" y="15925"/>
                </a:lnTo>
                <a:lnTo>
                  <a:pt x="810679" y="10617"/>
                </a:lnTo>
                <a:close/>
              </a:path>
              <a:path w="2275840" h="163195">
                <a:moveTo>
                  <a:pt x="951420" y="90068"/>
                </a:moveTo>
                <a:lnTo>
                  <a:pt x="946099" y="90385"/>
                </a:lnTo>
                <a:lnTo>
                  <a:pt x="940079" y="89293"/>
                </a:lnTo>
                <a:lnTo>
                  <a:pt x="935101" y="90690"/>
                </a:lnTo>
                <a:lnTo>
                  <a:pt x="930795" y="100952"/>
                </a:lnTo>
                <a:lnTo>
                  <a:pt x="936815" y="103111"/>
                </a:lnTo>
                <a:lnTo>
                  <a:pt x="944626" y="101727"/>
                </a:lnTo>
                <a:lnTo>
                  <a:pt x="951357" y="102120"/>
                </a:lnTo>
                <a:lnTo>
                  <a:pt x="951420" y="90068"/>
                </a:lnTo>
                <a:close/>
              </a:path>
              <a:path w="2275840" h="163195">
                <a:moveTo>
                  <a:pt x="954849" y="113487"/>
                </a:moveTo>
                <a:lnTo>
                  <a:pt x="952373" y="111696"/>
                </a:lnTo>
                <a:lnTo>
                  <a:pt x="927900" y="111226"/>
                </a:lnTo>
                <a:lnTo>
                  <a:pt x="923645" y="112268"/>
                </a:lnTo>
                <a:lnTo>
                  <a:pt x="922909" y="116865"/>
                </a:lnTo>
                <a:lnTo>
                  <a:pt x="921118" y="120408"/>
                </a:lnTo>
                <a:lnTo>
                  <a:pt x="953744" y="120929"/>
                </a:lnTo>
                <a:lnTo>
                  <a:pt x="954849" y="113487"/>
                </a:lnTo>
                <a:close/>
              </a:path>
              <a:path w="2275840" h="163195">
                <a:moveTo>
                  <a:pt x="962152" y="140474"/>
                </a:moveTo>
                <a:lnTo>
                  <a:pt x="961110" y="136918"/>
                </a:lnTo>
                <a:lnTo>
                  <a:pt x="959002" y="133718"/>
                </a:lnTo>
                <a:lnTo>
                  <a:pt x="957592" y="130517"/>
                </a:lnTo>
                <a:lnTo>
                  <a:pt x="914692" y="129946"/>
                </a:lnTo>
                <a:lnTo>
                  <a:pt x="911834" y="133121"/>
                </a:lnTo>
                <a:lnTo>
                  <a:pt x="908265" y="136652"/>
                </a:lnTo>
                <a:lnTo>
                  <a:pt x="906119" y="140538"/>
                </a:lnTo>
                <a:lnTo>
                  <a:pt x="957897" y="141160"/>
                </a:lnTo>
                <a:lnTo>
                  <a:pt x="962152" y="140474"/>
                </a:lnTo>
                <a:close/>
              </a:path>
              <a:path w="2275840" h="163195">
                <a:moveTo>
                  <a:pt x="963866" y="14236"/>
                </a:moveTo>
                <a:lnTo>
                  <a:pt x="962469" y="9969"/>
                </a:lnTo>
                <a:lnTo>
                  <a:pt x="959650" y="5702"/>
                </a:lnTo>
                <a:lnTo>
                  <a:pt x="957541" y="1435"/>
                </a:lnTo>
                <a:lnTo>
                  <a:pt x="953643" y="1765"/>
                </a:lnTo>
                <a:lnTo>
                  <a:pt x="949045" y="1041"/>
                </a:lnTo>
                <a:lnTo>
                  <a:pt x="945134" y="2082"/>
                </a:lnTo>
                <a:lnTo>
                  <a:pt x="945108" y="5981"/>
                </a:lnTo>
                <a:lnTo>
                  <a:pt x="944727" y="10591"/>
                </a:lnTo>
                <a:lnTo>
                  <a:pt x="946137" y="14147"/>
                </a:lnTo>
                <a:lnTo>
                  <a:pt x="951801" y="14528"/>
                </a:lnTo>
                <a:lnTo>
                  <a:pt x="958189" y="14909"/>
                </a:lnTo>
                <a:lnTo>
                  <a:pt x="963866" y="14236"/>
                </a:lnTo>
                <a:close/>
              </a:path>
              <a:path w="2275840" h="163195">
                <a:moveTo>
                  <a:pt x="978357" y="161480"/>
                </a:moveTo>
                <a:lnTo>
                  <a:pt x="969556" y="150799"/>
                </a:lnTo>
                <a:lnTo>
                  <a:pt x="896493" y="150075"/>
                </a:lnTo>
                <a:lnTo>
                  <a:pt x="892225" y="153593"/>
                </a:lnTo>
                <a:lnTo>
                  <a:pt x="887590" y="158178"/>
                </a:lnTo>
                <a:lnTo>
                  <a:pt x="883678" y="161709"/>
                </a:lnTo>
                <a:lnTo>
                  <a:pt x="966660" y="162483"/>
                </a:lnTo>
                <a:lnTo>
                  <a:pt x="970902" y="162864"/>
                </a:lnTo>
                <a:lnTo>
                  <a:pt x="974813" y="162521"/>
                </a:lnTo>
                <a:lnTo>
                  <a:pt x="978357" y="161480"/>
                </a:lnTo>
                <a:close/>
              </a:path>
              <a:path w="2275840" h="163195">
                <a:moveTo>
                  <a:pt x="985037" y="35623"/>
                </a:moveTo>
                <a:lnTo>
                  <a:pt x="980808" y="31343"/>
                </a:lnTo>
                <a:lnTo>
                  <a:pt x="976909" y="29552"/>
                </a:lnTo>
                <a:lnTo>
                  <a:pt x="972680" y="24561"/>
                </a:lnTo>
                <a:lnTo>
                  <a:pt x="966076" y="24142"/>
                </a:lnTo>
                <a:lnTo>
                  <a:pt x="959243" y="24015"/>
                </a:lnTo>
                <a:lnTo>
                  <a:pt x="952474" y="24218"/>
                </a:lnTo>
                <a:lnTo>
                  <a:pt x="946073" y="24777"/>
                </a:lnTo>
                <a:lnTo>
                  <a:pt x="945705" y="28676"/>
                </a:lnTo>
                <a:lnTo>
                  <a:pt x="945680" y="32588"/>
                </a:lnTo>
                <a:lnTo>
                  <a:pt x="946023" y="36842"/>
                </a:lnTo>
                <a:lnTo>
                  <a:pt x="955903" y="36931"/>
                </a:lnTo>
                <a:lnTo>
                  <a:pt x="966050" y="37172"/>
                </a:lnTo>
                <a:lnTo>
                  <a:pt x="975931" y="36957"/>
                </a:lnTo>
                <a:lnTo>
                  <a:pt x="985037" y="35623"/>
                </a:lnTo>
                <a:close/>
              </a:path>
              <a:path w="2275840" h="163195">
                <a:moveTo>
                  <a:pt x="1042009" y="58610"/>
                </a:moveTo>
                <a:lnTo>
                  <a:pt x="1024039" y="53340"/>
                </a:lnTo>
                <a:lnTo>
                  <a:pt x="1015225" y="50355"/>
                </a:lnTo>
                <a:lnTo>
                  <a:pt x="1006614" y="46723"/>
                </a:lnTo>
                <a:lnTo>
                  <a:pt x="944549" y="45694"/>
                </a:lnTo>
                <a:lnTo>
                  <a:pt x="944524" y="50304"/>
                </a:lnTo>
                <a:lnTo>
                  <a:pt x="942733" y="55257"/>
                </a:lnTo>
                <a:lnTo>
                  <a:pt x="944486" y="59169"/>
                </a:lnTo>
                <a:lnTo>
                  <a:pt x="993775" y="59296"/>
                </a:lnTo>
                <a:lnTo>
                  <a:pt x="1018095" y="59105"/>
                </a:lnTo>
                <a:lnTo>
                  <a:pt x="1042009" y="58610"/>
                </a:lnTo>
                <a:close/>
              </a:path>
              <a:path w="2275840" h="163195">
                <a:moveTo>
                  <a:pt x="1156449" y="79768"/>
                </a:moveTo>
                <a:lnTo>
                  <a:pt x="1145705" y="77597"/>
                </a:lnTo>
                <a:lnTo>
                  <a:pt x="1123810" y="73926"/>
                </a:lnTo>
                <a:lnTo>
                  <a:pt x="1112875" y="71742"/>
                </a:lnTo>
                <a:lnTo>
                  <a:pt x="1104722" y="70637"/>
                </a:lnTo>
                <a:lnTo>
                  <a:pt x="1097292" y="67754"/>
                </a:lnTo>
                <a:lnTo>
                  <a:pt x="1088428" y="68414"/>
                </a:lnTo>
                <a:lnTo>
                  <a:pt x="1088415" y="68770"/>
                </a:lnTo>
                <a:lnTo>
                  <a:pt x="942670" y="68389"/>
                </a:lnTo>
                <a:lnTo>
                  <a:pt x="939457" y="70853"/>
                </a:lnTo>
                <a:lnTo>
                  <a:pt x="939787" y="75463"/>
                </a:lnTo>
                <a:lnTo>
                  <a:pt x="939063" y="79362"/>
                </a:lnTo>
                <a:lnTo>
                  <a:pt x="939761" y="80429"/>
                </a:lnTo>
                <a:lnTo>
                  <a:pt x="951115" y="80479"/>
                </a:lnTo>
                <a:lnTo>
                  <a:pt x="951141" y="75171"/>
                </a:lnTo>
                <a:lnTo>
                  <a:pt x="1097597" y="75920"/>
                </a:lnTo>
                <a:lnTo>
                  <a:pt x="1098321" y="74853"/>
                </a:lnTo>
                <a:lnTo>
                  <a:pt x="1116761" y="75298"/>
                </a:lnTo>
                <a:lnTo>
                  <a:pt x="1118146" y="79921"/>
                </a:lnTo>
                <a:lnTo>
                  <a:pt x="1127417" y="80327"/>
                </a:lnTo>
                <a:lnTo>
                  <a:pt x="1137297" y="80378"/>
                </a:lnTo>
                <a:lnTo>
                  <a:pt x="1156449" y="79768"/>
                </a:lnTo>
                <a:close/>
              </a:path>
              <a:path w="2275840" h="163195">
                <a:moveTo>
                  <a:pt x="1190942" y="130657"/>
                </a:moveTo>
                <a:lnTo>
                  <a:pt x="1183855" y="130263"/>
                </a:lnTo>
                <a:lnTo>
                  <a:pt x="1174991" y="129857"/>
                </a:lnTo>
                <a:lnTo>
                  <a:pt x="1168247" y="130530"/>
                </a:lnTo>
                <a:lnTo>
                  <a:pt x="1174267" y="132689"/>
                </a:lnTo>
                <a:lnTo>
                  <a:pt x="1182077" y="131673"/>
                </a:lnTo>
                <a:lnTo>
                  <a:pt x="1188466" y="131699"/>
                </a:lnTo>
                <a:lnTo>
                  <a:pt x="1190942" y="130657"/>
                </a:lnTo>
                <a:close/>
              </a:path>
              <a:path w="2275840" h="163195">
                <a:moveTo>
                  <a:pt x="1219822" y="101015"/>
                </a:moveTo>
                <a:lnTo>
                  <a:pt x="1218438" y="95681"/>
                </a:lnTo>
                <a:lnTo>
                  <a:pt x="1208532" y="91020"/>
                </a:lnTo>
                <a:lnTo>
                  <a:pt x="1156754" y="89700"/>
                </a:lnTo>
                <a:lnTo>
                  <a:pt x="1147279" y="89916"/>
                </a:lnTo>
                <a:lnTo>
                  <a:pt x="1128229" y="89954"/>
                </a:lnTo>
                <a:lnTo>
                  <a:pt x="1119162" y="90563"/>
                </a:lnTo>
                <a:lnTo>
                  <a:pt x="1119492" y="94462"/>
                </a:lnTo>
                <a:lnTo>
                  <a:pt x="1120546" y="98018"/>
                </a:lnTo>
                <a:lnTo>
                  <a:pt x="1122299" y="101219"/>
                </a:lnTo>
                <a:lnTo>
                  <a:pt x="1171321" y="101650"/>
                </a:lnTo>
                <a:lnTo>
                  <a:pt x="1195603" y="101498"/>
                </a:lnTo>
                <a:lnTo>
                  <a:pt x="1219822" y="101015"/>
                </a:lnTo>
                <a:close/>
              </a:path>
              <a:path w="2275840" h="163195">
                <a:moveTo>
                  <a:pt x="1221879" y="115201"/>
                </a:moveTo>
                <a:lnTo>
                  <a:pt x="1220838" y="111302"/>
                </a:lnTo>
                <a:lnTo>
                  <a:pt x="1135011" y="110502"/>
                </a:lnTo>
                <a:lnTo>
                  <a:pt x="1133233" y="111912"/>
                </a:lnTo>
                <a:lnTo>
                  <a:pt x="1131824" y="110845"/>
                </a:lnTo>
                <a:lnTo>
                  <a:pt x="1129334" y="111899"/>
                </a:lnTo>
                <a:lnTo>
                  <a:pt x="1130376" y="115443"/>
                </a:lnTo>
                <a:lnTo>
                  <a:pt x="1134630" y="116535"/>
                </a:lnTo>
                <a:lnTo>
                  <a:pt x="1136738" y="119735"/>
                </a:lnTo>
                <a:lnTo>
                  <a:pt x="1215110" y="120840"/>
                </a:lnTo>
                <a:lnTo>
                  <a:pt x="1217955" y="119087"/>
                </a:lnTo>
                <a:lnTo>
                  <a:pt x="1221879" y="115201"/>
                </a:lnTo>
                <a:close/>
              </a:path>
              <a:path w="2275840" h="163195">
                <a:moveTo>
                  <a:pt x="1374482" y="24130"/>
                </a:moveTo>
                <a:lnTo>
                  <a:pt x="1350721" y="24015"/>
                </a:lnTo>
                <a:lnTo>
                  <a:pt x="1347876" y="25057"/>
                </a:lnTo>
                <a:lnTo>
                  <a:pt x="1344701" y="23634"/>
                </a:lnTo>
                <a:lnTo>
                  <a:pt x="1341856" y="25031"/>
                </a:lnTo>
                <a:lnTo>
                  <a:pt x="1346098" y="27889"/>
                </a:lnTo>
                <a:lnTo>
                  <a:pt x="1348193" y="33223"/>
                </a:lnTo>
                <a:lnTo>
                  <a:pt x="1352435" y="36080"/>
                </a:lnTo>
                <a:lnTo>
                  <a:pt x="1374419" y="36550"/>
                </a:lnTo>
                <a:lnTo>
                  <a:pt x="1374482" y="24130"/>
                </a:lnTo>
                <a:close/>
              </a:path>
              <a:path w="2275840" h="163195">
                <a:moveTo>
                  <a:pt x="1374597" y="1790"/>
                </a:moveTo>
                <a:lnTo>
                  <a:pt x="1355636" y="1460"/>
                </a:lnTo>
                <a:lnTo>
                  <a:pt x="1337271" y="1295"/>
                </a:lnTo>
                <a:lnTo>
                  <a:pt x="1319034" y="1460"/>
                </a:lnTo>
                <a:lnTo>
                  <a:pt x="1300480" y="2120"/>
                </a:lnTo>
                <a:lnTo>
                  <a:pt x="1306842" y="4940"/>
                </a:lnTo>
                <a:lnTo>
                  <a:pt x="1325600" y="13957"/>
                </a:lnTo>
                <a:lnTo>
                  <a:pt x="1374533" y="14909"/>
                </a:lnTo>
                <a:lnTo>
                  <a:pt x="1374571" y="5689"/>
                </a:lnTo>
                <a:lnTo>
                  <a:pt x="1374597" y="1790"/>
                </a:lnTo>
                <a:close/>
              </a:path>
              <a:path w="2275840" h="163195">
                <a:moveTo>
                  <a:pt x="1376464" y="54292"/>
                </a:moveTo>
                <a:lnTo>
                  <a:pt x="1374343" y="50736"/>
                </a:lnTo>
                <a:lnTo>
                  <a:pt x="1374368" y="46482"/>
                </a:lnTo>
                <a:lnTo>
                  <a:pt x="1369758" y="46101"/>
                </a:lnTo>
                <a:lnTo>
                  <a:pt x="1364081" y="46075"/>
                </a:lnTo>
                <a:lnTo>
                  <a:pt x="1359471" y="46405"/>
                </a:lnTo>
                <a:lnTo>
                  <a:pt x="1360512" y="50660"/>
                </a:lnTo>
                <a:lnTo>
                  <a:pt x="1362265" y="54927"/>
                </a:lnTo>
                <a:lnTo>
                  <a:pt x="1364373" y="58839"/>
                </a:lnTo>
                <a:lnTo>
                  <a:pt x="1372527" y="59588"/>
                </a:lnTo>
                <a:lnTo>
                  <a:pt x="1375727" y="58547"/>
                </a:lnTo>
                <a:lnTo>
                  <a:pt x="1376464" y="54292"/>
                </a:lnTo>
                <a:close/>
              </a:path>
              <a:path w="2275840" h="163195">
                <a:moveTo>
                  <a:pt x="1380223" y="80200"/>
                </a:moveTo>
                <a:lnTo>
                  <a:pt x="1378496" y="71678"/>
                </a:lnTo>
                <a:lnTo>
                  <a:pt x="1377099" y="67056"/>
                </a:lnTo>
                <a:lnTo>
                  <a:pt x="1370711" y="69507"/>
                </a:lnTo>
                <a:lnTo>
                  <a:pt x="1366812" y="68783"/>
                </a:lnTo>
                <a:lnTo>
                  <a:pt x="1365021" y="72669"/>
                </a:lnTo>
                <a:lnTo>
                  <a:pt x="1368196" y="75882"/>
                </a:lnTo>
                <a:lnTo>
                  <a:pt x="1367104" y="80479"/>
                </a:lnTo>
                <a:lnTo>
                  <a:pt x="1380223" y="80200"/>
                </a:lnTo>
                <a:close/>
              </a:path>
              <a:path w="2275840" h="163195">
                <a:moveTo>
                  <a:pt x="1387208" y="100799"/>
                </a:moveTo>
                <a:lnTo>
                  <a:pt x="1385112" y="94767"/>
                </a:lnTo>
                <a:lnTo>
                  <a:pt x="1383360" y="90500"/>
                </a:lnTo>
                <a:lnTo>
                  <a:pt x="1378762" y="89763"/>
                </a:lnTo>
                <a:lnTo>
                  <a:pt x="1372019" y="89738"/>
                </a:lnTo>
                <a:lnTo>
                  <a:pt x="1367053" y="90411"/>
                </a:lnTo>
                <a:lnTo>
                  <a:pt x="1367383" y="94322"/>
                </a:lnTo>
                <a:lnTo>
                  <a:pt x="1365237" y="97853"/>
                </a:lnTo>
                <a:lnTo>
                  <a:pt x="1366634" y="101765"/>
                </a:lnTo>
                <a:lnTo>
                  <a:pt x="1385785" y="101854"/>
                </a:lnTo>
                <a:lnTo>
                  <a:pt x="1387208" y="100799"/>
                </a:lnTo>
                <a:close/>
              </a:path>
              <a:path w="2275840" h="163195">
                <a:moveTo>
                  <a:pt x="1396695" y="120002"/>
                </a:moveTo>
                <a:lnTo>
                  <a:pt x="1395285" y="117157"/>
                </a:lnTo>
                <a:lnTo>
                  <a:pt x="1393888" y="113957"/>
                </a:lnTo>
                <a:lnTo>
                  <a:pt x="1391767" y="111467"/>
                </a:lnTo>
                <a:lnTo>
                  <a:pt x="1377670" y="111213"/>
                </a:lnTo>
                <a:lnTo>
                  <a:pt x="1370711" y="111353"/>
                </a:lnTo>
                <a:lnTo>
                  <a:pt x="1364107" y="112026"/>
                </a:lnTo>
                <a:lnTo>
                  <a:pt x="1363738" y="114871"/>
                </a:lnTo>
                <a:lnTo>
                  <a:pt x="1361236" y="117335"/>
                </a:lnTo>
                <a:lnTo>
                  <a:pt x="1362290" y="120535"/>
                </a:lnTo>
                <a:lnTo>
                  <a:pt x="1370749" y="120815"/>
                </a:lnTo>
                <a:lnTo>
                  <a:pt x="1379486" y="120942"/>
                </a:lnTo>
                <a:lnTo>
                  <a:pt x="1388224" y="120726"/>
                </a:lnTo>
                <a:lnTo>
                  <a:pt x="1396695" y="120002"/>
                </a:lnTo>
                <a:close/>
              </a:path>
              <a:path w="2275840" h="163195">
                <a:moveTo>
                  <a:pt x="1411122" y="140284"/>
                </a:moveTo>
                <a:lnTo>
                  <a:pt x="1403731" y="130683"/>
                </a:lnTo>
                <a:lnTo>
                  <a:pt x="1358341" y="130086"/>
                </a:lnTo>
                <a:lnTo>
                  <a:pt x="1355839" y="133273"/>
                </a:lnTo>
                <a:lnTo>
                  <a:pt x="1354048" y="137160"/>
                </a:lnTo>
                <a:lnTo>
                  <a:pt x="1352613" y="140703"/>
                </a:lnTo>
                <a:lnTo>
                  <a:pt x="1366913" y="141173"/>
                </a:lnTo>
                <a:lnTo>
                  <a:pt x="1381506" y="141389"/>
                </a:lnTo>
                <a:lnTo>
                  <a:pt x="1396085" y="141325"/>
                </a:lnTo>
                <a:lnTo>
                  <a:pt x="1410411" y="140995"/>
                </a:lnTo>
                <a:lnTo>
                  <a:pt x="1411122" y="140284"/>
                </a:lnTo>
                <a:close/>
              </a:path>
              <a:path w="2275840" h="163195">
                <a:moveTo>
                  <a:pt x="1432293" y="161671"/>
                </a:moveTo>
                <a:lnTo>
                  <a:pt x="1429131" y="157403"/>
                </a:lnTo>
                <a:lnTo>
                  <a:pt x="1424520" y="155600"/>
                </a:lnTo>
                <a:lnTo>
                  <a:pt x="1421003" y="150977"/>
                </a:lnTo>
                <a:lnTo>
                  <a:pt x="1346174" y="150241"/>
                </a:lnTo>
                <a:lnTo>
                  <a:pt x="1342618" y="153060"/>
                </a:lnTo>
                <a:lnTo>
                  <a:pt x="1339405" y="158013"/>
                </a:lnTo>
                <a:lnTo>
                  <a:pt x="1336192" y="161886"/>
                </a:lnTo>
                <a:lnTo>
                  <a:pt x="1337602" y="162255"/>
                </a:lnTo>
                <a:lnTo>
                  <a:pt x="1429461" y="162369"/>
                </a:lnTo>
                <a:lnTo>
                  <a:pt x="1432293" y="161671"/>
                </a:lnTo>
                <a:close/>
              </a:path>
              <a:path w="2275840" h="163195">
                <a:moveTo>
                  <a:pt x="1634693" y="112001"/>
                </a:moveTo>
                <a:lnTo>
                  <a:pt x="1634337" y="111645"/>
                </a:lnTo>
                <a:lnTo>
                  <a:pt x="1593291" y="110998"/>
                </a:lnTo>
                <a:lnTo>
                  <a:pt x="1572793" y="111137"/>
                </a:lnTo>
                <a:lnTo>
                  <a:pt x="1552765" y="111937"/>
                </a:lnTo>
                <a:lnTo>
                  <a:pt x="1557007" y="116205"/>
                </a:lnTo>
                <a:lnTo>
                  <a:pt x="1563027" y="118008"/>
                </a:lnTo>
                <a:lnTo>
                  <a:pt x="1568691" y="120523"/>
                </a:lnTo>
                <a:lnTo>
                  <a:pt x="1616913" y="120777"/>
                </a:lnTo>
                <a:lnTo>
                  <a:pt x="1623301" y="119380"/>
                </a:lnTo>
                <a:lnTo>
                  <a:pt x="1629359" y="115874"/>
                </a:lnTo>
                <a:lnTo>
                  <a:pt x="1634693" y="112001"/>
                </a:lnTo>
                <a:close/>
              </a:path>
              <a:path w="2275840" h="163195">
                <a:moveTo>
                  <a:pt x="1658556" y="90843"/>
                </a:moveTo>
                <a:lnTo>
                  <a:pt x="1658213" y="90487"/>
                </a:lnTo>
                <a:lnTo>
                  <a:pt x="1532674" y="89484"/>
                </a:lnTo>
                <a:lnTo>
                  <a:pt x="1531962" y="90551"/>
                </a:lnTo>
                <a:lnTo>
                  <a:pt x="1530540" y="90182"/>
                </a:lnTo>
                <a:lnTo>
                  <a:pt x="1529473" y="90538"/>
                </a:lnTo>
                <a:lnTo>
                  <a:pt x="1531581" y="95516"/>
                </a:lnTo>
                <a:lnTo>
                  <a:pt x="1535112" y="97663"/>
                </a:lnTo>
                <a:lnTo>
                  <a:pt x="1538643" y="101574"/>
                </a:lnTo>
                <a:lnTo>
                  <a:pt x="1648218" y="102133"/>
                </a:lnTo>
                <a:lnTo>
                  <a:pt x="1652130" y="99314"/>
                </a:lnTo>
                <a:lnTo>
                  <a:pt x="1655356" y="94729"/>
                </a:lnTo>
                <a:lnTo>
                  <a:pt x="1658556" y="90843"/>
                </a:lnTo>
                <a:close/>
              </a:path>
              <a:path w="2275840" h="163195">
                <a:moveTo>
                  <a:pt x="1671421" y="73177"/>
                </a:moveTo>
                <a:lnTo>
                  <a:pt x="1671091" y="68922"/>
                </a:lnTo>
                <a:lnTo>
                  <a:pt x="1516468" y="68122"/>
                </a:lnTo>
                <a:lnTo>
                  <a:pt x="1513979" y="70243"/>
                </a:lnTo>
                <a:lnTo>
                  <a:pt x="1518221" y="72034"/>
                </a:lnTo>
                <a:lnTo>
                  <a:pt x="1517142" y="74866"/>
                </a:lnTo>
                <a:lnTo>
                  <a:pt x="1519262" y="75590"/>
                </a:lnTo>
                <a:lnTo>
                  <a:pt x="1520317" y="78435"/>
                </a:lnTo>
                <a:lnTo>
                  <a:pt x="1521726" y="80213"/>
                </a:lnTo>
                <a:lnTo>
                  <a:pt x="1665706" y="80949"/>
                </a:lnTo>
                <a:lnTo>
                  <a:pt x="1667852" y="77406"/>
                </a:lnTo>
                <a:lnTo>
                  <a:pt x="1671421" y="73177"/>
                </a:lnTo>
                <a:close/>
              </a:path>
              <a:path w="2275840" h="163195">
                <a:moveTo>
                  <a:pt x="1808619" y="150482"/>
                </a:moveTo>
                <a:lnTo>
                  <a:pt x="1762163" y="150241"/>
                </a:lnTo>
                <a:lnTo>
                  <a:pt x="1758238" y="154114"/>
                </a:lnTo>
                <a:lnTo>
                  <a:pt x="1752904" y="157645"/>
                </a:lnTo>
                <a:lnTo>
                  <a:pt x="1749691" y="162229"/>
                </a:lnTo>
                <a:lnTo>
                  <a:pt x="1808556" y="162534"/>
                </a:lnTo>
                <a:lnTo>
                  <a:pt x="1808619" y="150482"/>
                </a:lnTo>
                <a:close/>
              </a:path>
              <a:path w="2275840" h="163195">
                <a:moveTo>
                  <a:pt x="1808683" y="68910"/>
                </a:moveTo>
                <a:lnTo>
                  <a:pt x="1801952" y="68884"/>
                </a:lnTo>
                <a:lnTo>
                  <a:pt x="1800517" y="71348"/>
                </a:lnTo>
                <a:lnTo>
                  <a:pt x="1801215" y="74904"/>
                </a:lnTo>
                <a:lnTo>
                  <a:pt x="1799780" y="77381"/>
                </a:lnTo>
                <a:lnTo>
                  <a:pt x="1798688" y="83045"/>
                </a:lnTo>
                <a:lnTo>
                  <a:pt x="1805800" y="79540"/>
                </a:lnTo>
                <a:lnTo>
                  <a:pt x="1808632" y="80619"/>
                </a:lnTo>
                <a:lnTo>
                  <a:pt x="1808683" y="68910"/>
                </a:lnTo>
                <a:close/>
              </a:path>
              <a:path w="2275840" h="163195">
                <a:moveTo>
                  <a:pt x="1808721" y="130263"/>
                </a:moveTo>
                <a:lnTo>
                  <a:pt x="1779295" y="130111"/>
                </a:lnTo>
                <a:lnTo>
                  <a:pt x="1778228" y="130822"/>
                </a:lnTo>
                <a:lnTo>
                  <a:pt x="1775726" y="133997"/>
                </a:lnTo>
                <a:lnTo>
                  <a:pt x="1772513" y="137528"/>
                </a:lnTo>
                <a:lnTo>
                  <a:pt x="1771078" y="140703"/>
                </a:lnTo>
                <a:lnTo>
                  <a:pt x="1780438" y="141109"/>
                </a:lnTo>
                <a:lnTo>
                  <a:pt x="1789874" y="141249"/>
                </a:lnTo>
                <a:lnTo>
                  <a:pt x="1808670" y="141262"/>
                </a:lnTo>
                <a:lnTo>
                  <a:pt x="1808721" y="130263"/>
                </a:lnTo>
                <a:close/>
              </a:path>
              <a:path w="2275840" h="163195">
                <a:moveTo>
                  <a:pt x="1808822" y="111467"/>
                </a:moveTo>
                <a:lnTo>
                  <a:pt x="1790382" y="111379"/>
                </a:lnTo>
                <a:lnTo>
                  <a:pt x="1787182" y="113487"/>
                </a:lnTo>
                <a:lnTo>
                  <a:pt x="1785010" y="120561"/>
                </a:lnTo>
                <a:lnTo>
                  <a:pt x="1808772" y="121043"/>
                </a:lnTo>
                <a:lnTo>
                  <a:pt x="1808822" y="111467"/>
                </a:lnTo>
                <a:close/>
              </a:path>
              <a:path w="2275840" h="163195">
                <a:moveTo>
                  <a:pt x="1808937" y="90195"/>
                </a:moveTo>
                <a:lnTo>
                  <a:pt x="1794040" y="90119"/>
                </a:lnTo>
                <a:lnTo>
                  <a:pt x="1795767" y="97574"/>
                </a:lnTo>
                <a:lnTo>
                  <a:pt x="1793621" y="101460"/>
                </a:lnTo>
                <a:lnTo>
                  <a:pt x="1798231" y="102196"/>
                </a:lnTo>
                <a:lnTo>
                  <a:pt x="1803908" y="101511"/>
                </a:lnTo>
                <a:lnTo>
                  <a:pt x="1808873" y="101892"/>
                </a:lnTo>
                <a:lnTo>
                  <a:pt x="1808937" y="90195"/>
                </a:lnTo>
                <a:close/>
              </a:path>
              <a:path w="2275840" h="163195">
                <a:moveTo>
                  <a:pt x="1809026" y="1536"/>
                </a:moveTo>
                <a:lnTo>
                  <a:pt x="1509014" y="0"/>
                </a:lnTo>
                <a:lnTo>
                  <a:pt x="1508277" y="4254"/>
                </a:lnTo>
                <a:lnTo>
                  <a:pt x="1506855" y="5308"/>
                </a:lnTo>
                <a:lnTo>
                  <a:pt x="1506816" y="14884"/>
                </a:lnTo>
                <a:lnTo>
                  <a:pt x="1808949" y="16421"/>
                </a:lnTo>
                <a:lnTo>
                  <a:pt x="1809026" y="1536"/>
                </a:lnTo>
                <a:close/>
              </a:path>
              <a:path w="2275840" h="163195">
                <a:moveTo>
                  <a:pt x="1809140" y="50114"/>
                </a:moveTo>
                <a:lnTo>
                  <a:pt x="1808086" y="46570"/>
                </a:lnTo>
                <a:lnTo>
                  <a:pt x="1509496" y="44678"/>
                </a:lnTo>
                <a:lnTo>
                  <a:pt x="1508417" y="47866"/>
                </a:lnTo>
                <a:lnTo>
                  <a:pt x="1511554" y="58877"/>
                </a:lnTo>
                <a:lnTo>
                  <a:pt x="1675384" y="60426"/>
                </a:lnTo>
                <a:lnTo>
                  <a:pt x="1675396" y="59359"/>
                </a:lnTo>
                <a:lnTo>
                  <a:pt x="1677517" y="58661"/>
                </a:lnTo>
                <a:lnTo>
                  <a:pt x="1677543" y="55829"/>
                </a:lnTo>
                <a:lnTo>
                  <a:pt x="1678609" y="54419"/>
                </a:lnTo>
                <a:lnTo>
                  <a:pt x="1802015" y="54698"/>
                </a:lnTo>
                <a:lnTo>
                  <a:pt x="1803082" y="55765"/>
                </a:lnTo>
                <a:lnTo>
                  <a:pt x="1802358" y="57886"/>
                </a:lnTo>
                <a:lnTo>
                  <a:pt x="1803412" y="59309"/>
                </a:lnTo>
                <a:lnTo>
                  <a:pt x="1805190" y="58966"/>
                </a:lnTo>
                <a:lnTo>
                  <a:pt x="1807311" y="59677"/>
                </a:lnTo>
                <a:lnTo>
                  <a:pt x="1808378" y="58623"/>
                </a:lnTo>
                <a:lnTo>
                  <a:pt x="1809140" y="50114"/>
                </a:lnTo>
                <a:close/>
              </a:path>
              <a:path w="2275840" h="163195">
                <a:moveTo>
                  <a:pt x="1809877" y="24244"/>
                </a:moveTo>
                <a:lnTo>
                  <a:pt x="1808607" y="24244"/>
                </a:lnTo>
                <a:lnTo>
                  <a:pt x="1694307" y="24295"/>
                </a:lnTo>
                <a:lnTo>
                  <a:pt x="1694307" y="23876"/>
                </a:lnTo>
                <a:lnTo>
                  <a:pt x="1506347" y="23876"/>
                </a:lnTo>
                <a:lnTo>
                  <a:pt x="1506347" y="37350"/>
                </a:lnTo>
                <a:lnTo>
                  <a:pt x="1694307" y="37350"/>
                </a:lnTo>
                <a:lnTo>
                  <a:pt x="1694307" y="38125"/>
                </a:lnTo>
                <a:lnTo>
                  <a:pt x="1808607" y="38125"/>
                </a:lnTo>
                <a:lnTo>
                  <a:pt x="1808607" y="28968"/>
                </a:lnTo>
                <a:lnTo>
                  <a:pt x="1809877" y="28968"/>
                </a:lnTo>
                <a:lnTo>
                  <a:pt x="1809877" y="24244"/>
                </a:lnTo>
                <a:close/>
              </a:path>
              <a:path w="2275840" h="163195">
                <a:moveTo>
                  <a:pt x="2077085" y="150787"/>
                </a:moveTo>
                <a:lnTo>
                  <a:pt x="1943392" y="150101"/>
                </a:lnTo>
                <a:lnTo>
                  <a:pt x="1942973" y="162509"/>
                </a:lnTo>
                <a:lnTo>
                  <a:pt x="2077021" y="163195"/>
                </a:lnTo>
                <a:lnTo>
                  <a:pt x="2077085" y="150787"/>
                </a:lnTo>
                <a:close/>
              </a:path>
              <a:path w="2275840" h="163195">
                <a:moveTo>
                  <a:pt x="2077186" y="130213"/>
                </a:moveTo>
                <a:lnTo>
                  <a:pt x="1943138" y="129527"/>
                </a:lnTo>
                <a:lnTo>
                  <a:pt x="1943074" y="141236"/>
                </a:lnTo>
                <a:lnTo>
                  <a:pt x="2077123" y="141922"/>
                </a:lnTo>
                <a:lnTo>
                  <a:pt x="2077186" y="130213"/>
                </a:lnTo>
                <a:close/>
              </a:path>
              <a:path w="2275840" h="163195">
                <a:moveTo>
                  <a:pt x="2077288" y="111417"/>
                </a:moveTo>
                <a:lnTo>
                  <a:pt x="1943239" y="110731"/>
                </a:lnTo>
                <a:lnTo>
                  <a:pt x="1943188" y="120662"/>
                </a:lnTo>
                <a:lnTo>
                  <a:pt x="2077237" y="121348"/>
                </a:lnTo>
                <a:lnTo>
                  <a:pt x="2077288" y="111417"/>
                </a:lnTo>
                <a:close/>
              </a:path>
              <a:path w="2275840" h="163195">
                <a:moveTo>
                  <a:pt x="2077389" y="90144"/>
                </a:moveTo>
                <a:lnTo>
                  <a:pt x="1943341" y="89458"/>
                </a:lnTo>
                <a:lnTo>
                  <a:pt x="1943277" y="101866"/>
                </a:lnTo>
                <a:lnTo>
                  <a:pt x="2077326" y="102196"/>
                </a:lnTo>
                <a:lnTo>
                  <a:pt x="2077389" y="90144"/>
                </a:lnTo>
                <a:close/>
              </a:path>
              <a:path w="2275840" h="163195">
                <a:moveTo>
                  <a:pt x="2077466" y="75603"/>
                </a:moveTo>
                <a:lnTo>
                  <a:pt x="1943417" y="74917"/>
                </a:lnTo>
                <a:lnTo>
                  <a:pt x="1943392" y="80238"/>
                </a:lnTo>
                <a:lnTo>
                  <a:pt x="2077440" y="80924"/>
                </a:lnTo>
                <a:lnTo>
                  <a:pt x="2077466" y="75603"/>
                </a:lnTo>
                <a:close/>
              </a:path>
              <a:path w="2275840" h="163195">
                <a:moveTo>
                  <a:pt x="2275573" y="30035"/>
                </a:moveTo>
                <a:lnTo>
                  <a:pt x="2274405" y="21869"/>
                </a:lnTo>
                <a:lnTo>
                  <a:pt x="2271052" y="14528"/>
                </a:lnTo>
                <a:lnTo>
                  <a:pt x="2260244" y="4610"/>
                </a:lnTo>
                <a:lnTo>
                  <a:pt x="2245982" y="1638"/>
                </a:lnTo>
                <a:lnTo>
                  <a:pt x="2230170" y="1866"/>
                </a:lnTo>
                <a:lnTo>
                  <a:pt x="2214740" y="1473"/>
                </a:lnTo>
                <a:lnTo>
                  <a:pt x="2214664" y="15659"/>
                </a:lnTo>
                <a:lnTo>
                  <a:pt x="2231682" y="15748"/>
                </a:lnTo>
                <a:lnTo>
                  <a:pt x="2238832" y="15976"/>
                </a:lnTo>
                <a:lnTo>
                  <a:pt x="2262124" y="27965"/>
                </a:lnTo>
                <a:lnTo>
                  <a:pt x="2261362" y="38595"/>
                </a:lnTo>
                <a:lnTo>
                  <a:pt x="2256726" y="43180"/>
                </a:lnTo>
                <a:lnTo>
                  <a:pt x="2251392" y="44932"/>
                </a:lnTo>
                <a:lnTo>
                  <a:pt x="2214511" y="45453"/>
                </a:lnTo>
                <a:lnTo>
                  <a:pt x="2214435" y="59639"/>
                </a:lnTo>
                <a:lnTo>
                  <a:pt x="2246312" y="59626"/>
                </a:lnTo>
                <a:lnTo>
                  <a:pt x="2260689" y="56184"/>
                </a:lnTo>
                <a:lnTo>
                  <a:pt x="2271611" y="45745"/>
                </a:lnTo>
                <a:lnTo>
                  <a:pt x="2274620" y="38252"/>
                </a:lnTo>
                <a:lnTo>
                  <a:pt x="2275573" y="300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0" y="296202"/>
            <a:ext cx="10693400" cy="50800"/>
          </a:xfrm>
          <a:custGeom>
            <a:avLst/>
            <a:gdLst/>
            <a:ahLst/>
            <a:cxnLst/>
            <a:rect l="l" t="t" r="r" b="b"/>
            <a:pathLst>
              <a:path w="10693400" h="50800">
                <a:moveTo>
                  <a:pt x="0" y="0"/>
                </a:moveTo>
                <a:lnTo>
                  <a:pt x="0" y="50800"/>
                </a:lnTo>
                <a:lnTo>
                  <a:pt x="10693400" y="50799"/>
                </a:lnTo>
                <a:lnTo>
                  <a:pt x="10693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0" y="7208215"/>
            <a:ext cx="10693400" cy="50800"/>
          </a:xfrm>
          <a:custGeom>
            <a:avLst/>
            <a:gdLst/>
            <a:ahLst/>
            <a:cxnLst/>
            <a:rect l="l" t="t" r="r" b="b"/>
            <a:pathLst>
              <a:path w="10693400" h="50800">
                <a:moveTo>
                  <a:pt x="0" y="0"/>
                </a:moveTo>
                <a:lnTo>
                  <a:pt x="0" y="50800"/>
                </a:lnTo>
                <a:lnTo>
                  <a:pt x="10693400" y="50800"/>
                </a:lnTo>
                <a:lnTo>
                  <a:pt x="10693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9413" y="458722"/>
            <a:ext cx="4272280" cy="759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9497" y="7295121"/>
            <a:ext cx="525144" cy="113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©2000</a:t>
            </a:r>
            <a:r>
              <a:rPr spc="75" dirty="0"/>
              <a:t> </a:t>
            </a:r>
            <a:r>
              <a:rPr spc="-10" dirty="0"/>
              <a:t>HOSCH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8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53.png"/><Relationship Id="rId21" Type="http://schemas.openxmlformats.org/officeDocument/2006/relationships/image" Target="../media/image71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image" Target="../media/image52.pn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23" Type="http://schemas.openxmlformats.org/officeDocument/2006/relationships/image" Target="../media/image8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79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18" Type="http://schemas.openxmlformats.org/officeDocument/2006/relationships/image" Target="../media/image109.png"/><Relationship Id="rId26" Type="http://schemas.openxmlformats.org/officeDocument/2006/relationships/image" Target="../media/image117.png"/><Relationship Id="rId3" Type="http://schemas.openxmlformats.org/officeDocument/2006/relationships/image" Target="../media/image94.png"/><Relationship Id="rId21" Type="http://schemas.openxmlformats.org/officeDocument/2006/relationships/image" Target="../media/image112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5" Type="http://schemas.openxmlformats.org/officeDocument/2006/relationships/image" Target="../media/image116.png"/><Relationship Id="rId2" Type="http://schemas.openxmlformats.org/officeDocument/2006/relationships/image" Target="../media/image93.png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29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24" Type="http://schemas.openxmlformats.org/officeDocument/2006/relationships/image" Target="../media/image115.png"/><Relationship Id="rId5" Type="http://schemas.openxmlformats.org/officeDocument/2006/relationships/image" Target="../media/image96.png"/><Relationship Id="rId15" Type="http://schemas.openxmlformats.org/officeDocument/2006/relationships/image" Target="../media/image106.png"/><Relationship Id="rId23" Type="http://schemas.openxmlformats.org/officeDocument/2006/relationships/image" Target="../media/image114.png"/><Relationship Id="rId28" Type="http://schemas.openxmlformats.org/officeDocument/2006/relationships/image" Target="../media/image119.png"/><Relationship Id="rId10" Type="http://schemas.openxmlformats.org/officeDocument/2006/relationships/image" Target="../media/image101.png"/><Relationship Id="rId19" Type="http://schemas.openxmlformats.org/officeDocument/2006/relationships/image" Target="../media/image110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Relationship Id="rId22" Type="http://schemas.openxmlformats.org/officeDocument/2006/relationships/image" Target="../media/image113.png"/><Relationship Id="rId27" Type="http://schemas.openxmlformats.org/officeDocument/2006/relationships/image" Target="../media/image118.png"/><Relationship Id="rId30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2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12" Type="http://schemas.openxmlformats.org/officeDocument/2006/relationships/image" Target="../media/image131.png"/><Relationship Id="rId17" Type="http://schemas.openxmlformats.org/officeDocument/2006/relationships/image" Target="../media/image8.png"/><Relationship Id="rId2" Type="http://schemas.openxmlformats.org/officeDocument/2006/relationships/image" Target="../media/image121.png"/><Relationship Id="rId16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11" Type="http://schemas.openxmlformats.org/officeDocument/2006/relationships/image" Target="../media/image130.png"/><Relationship Id="rId5" Type="http://schemas.openxmlformats.org/officeDocument/2006/relationships/image" Target="../media/image124.png"/><Relationship Id="rId15" Type="http://schemas.openxmlformats.org/officeDocument/2006/relationships/image" Target="../media/image134.png"/><Relationship Id="rId10" Type="http://schemas.openxmlformats.org/officeDocument/2006/relationships/image" Target="../media/image129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Relationship Id="rId14" Type="http://schemas.openxmlformats.org/officeDocument/2006/relationships/image" Target="../media/image1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7" Type="http://schemas.openxmlformats.org/officeDocument/2006/relationships/image" Target="../media/image8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openxmlformats.org/officeDocument/2006/relationships/image" Target="../media/image8.png"/><Relationship Id="rId5" Type="http://schemas.openxmlformats.org/officeDocument/2006/relationships/image" Target="../media/image144.png"/><Relationship Id="rId10" Type="http://schemas.openxmlformats.org/officeDocument/2006/relationships/image" Target="../media/image149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19911" y="420934"/>
            <a:ext cx="2514600" cy="364490"/>
            <a:chOff x="7819911" y="420934"/>
            <a:chExt cx="2514600" cy="364490"/>
          </a:xfrm>
        </p:grpSpPr>
        <p:sp>
          <p:nvSpPr>
            <p:cNvPr id="3" name="object 3"/>
            <p:cNvSpPr/>
            <p:nvPr/>
          </p:nvSpPr>
          <p:spPr>
            <a:xfrm>
              <a:off x="7819911" y="420934"/>
              <a:ext cx="2514600" cy="364490"/>
            </a:xfrm>
            <a:custGeom>
              <a:avLst/>
              <a:gdLst/>
              <a:ahLst/>
              <a:cxnLst/>
              <a:rect l="l" t="t" r="r" b="b"/>
              <a:pathLst>
                <a:path w="2514600" h="364490">
                  <a:moveTo>
                    <a:pt x="2514465" y="191005"/>
                  </a:moveTo>
                  <a:lnTo>
                    <a:pt x="2510243" y="149346"/>
                  </a:lnTo>
                  <a:lnTo>
                    <a:pt x="2473029" y="83233"/>
                  </a:lnTo>
                  <a:lnTo>
                    <a:pt x="2442728" y="58681"/>
                  </a:lnTo>
                  <a:lnTo>
                    <a:pt x="2390733" y="39580"/>
                  </a:lnTo>
                  <a:lnTo>
                    <a:pt x="2333485" y="37789"/>
                  </a:lnTo>
                  <a:lnTo>
                    <a:pt x="2333625" y="12262"/>
                  </a:lnTo>
                  <a:lnTo>
                    <a:pt x="2198154" y="11564"/>
                  </a:lnTo>
                  <a:lnTo>
                    <a:pt x="2197671" y="37802"/>
                  </a:lnTo>
                  <a:lnTo>
                    <a:pt x="2060422" y="37103"/>
                  </a:lnTo>
                  <a:lnTo>
                    <a:pt x="2060194" y="12630"/>
                  </a:lnTo>
                  <a:lnTo>
                    <a:pt x="1928622" y="11957"/>
                  </a:lnTo>
                  <a:lnTo>
                    <a:pt x="1928495" y="37853"/>
                  </a:lnTo>
                  <a:lnTo>
                    <a:pt x="1857209" y="37484"/>
                  </a:lnTo>
                  <a:lnTo>
                    <a:pt x="1813044" y="15582"/>
                  </a:lnTo>
                  <a:lnTo>
                    <a:pt x="1764830" y="4033"/>
                  </a:lnTo>
                  <a:lnTo>
                    <a:pt x="1711230" y="614"/>
                  </a:lnTo>
                  <a:lnTo>
                    <a:pt x="1692490" y="819"/>
                  </a:lnTo>
                  <a:lnTo>
                    <a:pt x="1657827" y="3768"/>
                  </a:lnTo>
                  <a:lnTo>
                    <a:pt x="1624006" y="10311"/>
                  </a:lnTo>
                  <a:lnTo>
                    <a:pt x="1591756" y="21252"/>
                  </a:lnTo>
                  <a:lnTo>
                    <a:pt x="1561807" y="37395"/>
                  </a:lnTo>
                  <a:lnTo>
                    <a:pt x="1418170" y="37370"/>
                  </a:lnTo>
                  <a:lnTo>
                    <a:pt x="1376032" y="17469"/>
                  </a:lnTo>
                  <a:lnTo>
                    <a:pt x="1330388" y="6065"/>
                  </a:lnTo>
                  <a:lnTo>
                    <a:pt x="1322160" y="5121"/>
                  </a:lnTo>
                  <a:lnTo>
                    <a:pt x="1314264" y="3850"/>
                  </a:lnTo>
                  <a:lnTo>
                    <a:pt x="1306365" y="2848"/>
                  </a:lnTo>
                  <a:lnTo>
                    <a:pt x="1298130" y="2712"/>
                  </a:lnTo>
                  <a:lnTo>
                    <a:pt x="1283666" y="1832"/>
                  </a:lnTo>
                  <a:lnTo>
                    <a:pt x="1240332" y="2064"/>
                  </a:lnTo>
                  <a:lnTo>
                    <a:pt x="1174492" y="12140"/>
                  </a:lnTo>
                  <a:lnTo>
                    <a:pt x="1114958" y="37942"/>
                  </a:lnTo>
                  <a:lnTo>
                    <a:pt x="1114602" y="38297"/>
                  </a:lnTo>
                  <a:lnTo>
                    <a:pt x="995083" y="38043"/>
                  </a:lnTo>
                  <a:lnTo>
                    <a:pt x="947373" y="14921"/>
                  </a:lnTo>
                  <a:lnTo>
                    <a:pt x="894549" y="3486"/>
                  </a:lnTo>
                  <a:lnTo>
                    <a:pt x="839043" y="0"/>
                  </a:lnTo>
                  <a:lnTo>
                    <a:pt x="784699" y="3366"/>
                  </a:lnTo>
                  <a:lnTo>
                    <a:pt x="733106" y="15124"/>
                  </a:lnTo>
                  <a:lnTo>
                    <a:pt x="685850" y="36811"/>
                  </a:lnTo>
                  <a:lnTo>
                    <a:pt x="637971" y="37281"/>
                  </a:lnTo>
                  <a:lnTo>
                    <a:pt x="598258" y="37078"/>
                  </a:lnTo>
                  <a:lnTo>
                    <a:pt x="598030" y="11894"/>
                  </a:lnTo>
                  <a:lnTo>
                    <a:pt x="470014" y="11246"/>
                  </a:lnTo>
                  <a:lnTo>
                    <a:pt x="469874" y="38196"/>
                  </a:lnTo>
                  <a:lnTo>
                    <a:pt x="324472" y="37091"/>
                  </a:lnTo>
                  <a:lnTo>
                    <a:pt x="324243" y="12275"/>
                  </a:lnTo>
                  <a:lnTo>
                    <a:pt x="192684" y="11957"/>
                  </a:lnTo>
                  <a:lnTo>
                    <a:pt x="192189" y="38196"/>
                  </a:lnTo>
                  <a:lnTo>
                    <a:pt x="174121" y="38339"/>
                  </a:lnTo>
                  <a:lnTo>
                    <a:pt x="155889" y="38049"/>
                  </a:lnTo>
                  <a:lnTo>
                    <a:pt x="137985" y="38360"/>
                  </a:lnTo>
                  <a:lnTo>
                    <a:pt x="84167" y="52146"/>
                  </a:lnTo>
                  <a:lnTo>
                    <a:pt x="51036" y="74443"/>
                  </a:lnTo>
                  <a:lnTo>
                    <a:pt x="24518" y="104353"/>
                  </a:lnTo>
                  <a:lnTo>
                    <a:pt x="7620" y="139034"/>
                  </a:lnTo>
                  <a:lnTo>
                    <a:pt x="0" y="181506"/>
                  </a:lnTo>
                  <a:lnTo>
                    <a:pt x="658" y="203677"/>
                  </a:lnTo>
                  <a:lnTo>
                    <a:pt x="18338" y="259542"/>
                  </a:lnTo>
                  <a:lnTo>
                    <a:pt x="41863" y="290410"/>
                  </a:lnTo>
                  <a:lnTo>
                    <a:pt x="72207" y="314598"/>
                  </a:lnTo>
                  <a:lnTo>
                    <a:pt x="126663" y="333195"/>
                  </a:lnTo>
                  <a:lnTo>
                    <a:pt x="191731" y="335020"/>
                  </a:lnTo>
                  <a:lnTo>
                    <a:pt x="191643" y="354172"/>
                  </a:lnTo>
                  <a:lnTo>
                    <a:pt x="325335" y="354502"/>
                  </a:lnTo>
                  <a:lnTo>
                    <a:pt x="325793" y="333928"/>
                  </a:lnTo>
                  <a:lnTo>
                    <a:pt x="469061" y="335020"/>
                  </a:lnTo>
                  <a:lnTo>
                    <a:pt x="469315" y="354527"/>
                  </a:lnTo>
                  <a:lnTo>
                    <a:pt x="595922" y="355175"/>
                  </a:lnTo>
                  <a:lnTo>
                    <a:pt x="596988" y="354464"/>
                  </a:lnTo>
                  <a:lnTo>
                    <a:pt x="597090" y="334614"/>
                  </a:lnTo>
                  <a:lnTo>
                    <a:pt x="703122" y="334804"/>
                  </a:lnTo>
                  <a:lnTo>
                    <a:pt x="749361" y="351619"/>
                  </a:lnTo>
                  <a:lnTo>
                    <a:pt x="799096" y="360471"/>
                  </a:lnTo>
                  <a:lnTo>
                    <a:pt x="806907" y="360509"/>
                  </a:lnTo>
                  <a:lnTo>
                    <a:pt x="814349" y="361258"/>
                  </a:lnTo>
                  <a:lnTo>
                    <a:pt x="821791" y="362350"/>
                  </a:lnTo>
                  <a:lnTo>
                    <a:pt x="859536" y="361634"/>
                  </a:lnTo>
                  <a:lnTo>
                    <a:pt x="896329" y="358083"/>
                  </a:lnTo>
                  <a:lnTo>
                    <a:pt x="931610" y="350999"/>
                  </a:lnTo>
                  <a:lnTo>
                    <a:pt x="964819" y="339681"/>
                  </a:lnTo>
                  <a:lnTo>
                    <a:pt x="967308" y="339694"/>
                  </a:lnTo>
                  <a:lnTo>
                    <a:pt x="968730" y="337928"/>
                  </a:lnTo>
                  <a:lnTo>
                    <a:pt x="970508" y="336874"/>
                  </a:lnTo>
                  <a:lnTo>
                    <a:pt x="971575" y="335820"/>
                  </a:lnTo>
                  <a:lnTo>
                    <a:pt x="974064" y="336188"/>
                  </a:lnTo>
                  <a:lnTo>
                    <a:pt x="974775" y="334410"/>
                  </a:lnTo>
                  <a:lnTo>
                    <a:pt x="1123010" y="334817"/>
                  </a:lnTo>
                  <a:lnTo>
                    <a:pt x="1162435" y="349293"/>
                  </a:lnTo>
                  <a:lnTo>
                    <a:pt x="1203756" y="357931"/>
                  </a:lnTo>
                  <a:lnTo>
                    <a:pt x="1257682" y="362990"/>
                  </a:lnTo>
                  <a:lnTo>
                    <a:pt x="1285665" y="364030"/>
                  </a:lnTo>
                  <a:lnTo>
                    <a:pt x="1314018" y="363811"/>
                  </a:lnTo>
                  <a:lnTo>
                    <a:pt x="1369013" y="357620"/>
                  </a:lnTo>
                  <a:lnTo>
                    <a:pt x="1419809" y="341294"/>
                  </a:lnTo>
                  <a:lnTo>
                    <a:pt x="1423720" y="338830"/>
                  </a:lnTo>
                  <a:lnTo>
                    <a:pt x="1428699" y="337446"/>
                  </a:lnTo>
                  <a:lnTo>
                    <a:pt x="1431556" y="334271"/>
                  </a:lnTo>
                  <a:lnTo>
                    <a:pt x="1536877" y="335160"/>
                  </a:lnTo>
                  <a:lnTo>
                    <a:pt x="1579079" y="335020"/>
                  </a:lnTo>
                  <a:lnTo>
                    <a:pt x="1626374" y="352997"/>
                  </a:lnTo>
                  <a:lnTo>
                    <a:pt x="1677174" y="361411"/>
                  </a:lnTo>
                  <a:lnTo>
                    <a:pt x="1720640" y="362154"/>
                  </a:lnTo>
                  <a:lnTo>
                    <a:pt x="1763193" y="358569"/>
                  </a:lnTo>
                  <a:lnTo>
                    <a:pt x="1803910" y="349788"/>
                  </a:lnTo>
                  <a:lnTo>
                    <a:pt x="1841868" y="334944"/>
                  </a:lnTo>
                  <a:lnTo>
                    <a:pt x="1928037" y="335388"/>
                  </a:lnTo>
                  <a:lnTo>
                    <a:pt x="1927936" y="354540"/>
                  </a:lnTo>
                  <a:lnTo>
                    <a:pt x="2060930" y="355213"/>
                  </a:lnTo>
                  <a:lnTo>
                    <a:pt x="2061641" y="354870"/>
                  </a:lnTo>
                  <a:lnTo>
                    <a:pt x="2061743" y="334652"/>
                  </a:lnTo>
                  <a:lnTo>
                    <a:pt x="2196858" y="335337"/>
                  </a:lnTo>
                  <a:lnTo>
                    <a:pt x="2196757" y="354489"/>
                  </a:lnTo>
                  <a:lnTo>
                    <a:pt x="2333294" y="354832"/>
                  </a:lnTo>
                  <a:lnTo>
                    <a:pt x="2333396" y="334271"/>
                  </a:lnTo>
                  <a:lnTo>
                    <a:pt x="2380208" y="334156"/>
                  </a:lnTo>
                  <a:lnTo>
                    <a:pt x="2419616" y="325127"/>
                  </a:lnTo>
                  <a:lnTo>
                    <a:pt x="2453680" y="306516"/>
                  </a:lnTo>
                  <a:lnTo>
                    <a:pt x="2482002" y="279129"/>
                  </a:lnTo>
                  <a:lnTo>
                    <a:pt x="2502509" y="245515"/>
                  </a:lnTo>
                  <a:lnTo>
                    <a:pt x="2513495" y="206458"/>
                  </a:lnTo>
                  <a:lnTo>
                    <a:pt x="2511729" y="205378"/>
                  </a:lnTo>
                  <a:lnTo>
                    <a:pt x="2513507" y="204680"/>
                  </a:lnTo>
                  <a:lnTo>
                    <a:pt x="2514465" y="191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27238" y="437959"/>
              <a:ext cx="2111375" cy="329565"/>
            </a:xfrm>
            <a:custGeom>
              <a:avLst/>
              <a:gdLst/>
              <a:ahLst/>
              <a:cxnLst/>
              <a:rect l="l" t="t" r="r" b="b"/>
              <a:pathLst>
                <a:path w="2111375" h="329565">
                  <a:moveTo>
                    <a:pt x="374307" y="10388"/>
                  </a:moveTo>
                  <a:lnTo>
                    <a:pt x="279273" y="9906"/>
                  </a:lnTo>
                  <a:lnTo>
                    <a:pt x="278257" y="138988"/>
                  </a:lnTo>
                  <a:lnTo>
                    <a:pt x="100241" y="137718"/>
                  </a:lnTo>
                  <a:lnTo>
                    <a:pt x="100888" y="10769"/>
                  </a:lnTo>
                  <a:lnTo>
                    <a:pt x="1587" y="10261"/>
                  </a:lnTo>
                  <a:lnTo>
                    <a:pt x="0" y="321271"/>
                  </a:lnTo>
                  <a:lnTo>
                    <a:pt x="101066" y="321779"/>
                  </a:lnTo>
                  <a:lnTo>
                    <a:pt x="102057" y="197307"/>
                  </a:lnTo>
                  <a:lnTo>
                    <a:pt x="278663" y="198208"/>
                  </a:lnTo>
                  <a:lnTo>
                    <a:pt x="278028" y="321271"/>
                  </a:lnTo>
                  <a:lnTo>
                    <a:pt x="372719" y="321754"/>
                  </a:lnTo>
                  <a:lnTo>
                    <a:pt x="374307" y="10388"/>
                  </a:lnTo>
                  <a:close/>
                </a:path>
                <a:path w="2111375" h="329565">
                  <a:moveTo>
                    <a:pt x="840193" y="156883"/>
                  </a:moveTo>
                  <a:lnTo>
                    <a:pt x="833805" y="112115"/>
                  </a:lnTo>
                  <a:lnTo>
                    <a:pt x="799820" y="52717"/>
                  </a:lnTo>
                  <a:lnTo>
                    <a:pt x="762774" y="26301"/>
                  </a:lnTo>
                  <a:lnTo>
                    <a:pt x="719353" y="10096"/>
                  </a:lnTo>
                  <a:lnTo>
                    <a:pt x="673671" y="1993"/>
                  </a:lnTo>
                  <a:lnTo>
                    <a:pt x="630415" y="0"/>
                  </a:lnTo>
                  <a:lnTo>
                    <a:pt x="595845" y="1612"/>
                  </a:lnTo>
                  <a:lnTo>
                    <a:pt x="529983" y="14554"/>
                  </a:lnTo>
                  <a:lnTo>
                    <a:pt x="471195" y="46850"/>
                  </a:lnTo>
                  <a:lnTo>
                    <a:pt x="434047" y="102577"/>
                  </a:lnTo>
                  <a:lnTo>
                    <a:pt x="424878" y="179019"/>
                  </a:lnTo>
                  <a:lnTo>
                    <a:pt x="433260" y="220510"/>
                  </a:lnTo>
                  <a:lnTo>
                    <a:pt x="452158" y="257606"/>
                  </a:lnTo>
                  <a:lnTo>
                    <a:pt x="482473" y="288264"/>
                  </a:lnTo>
                  <a:lnTo>
                    <a:pt x="518147" y="308165"/>
                  </a:lnTo>
                  <a:lnTo>
                    <a:pt x="556641" y="320484"/>
                  </a:lnTo>
                  <a:lnTo>
                    <a:pt x="597623" y="326567"/>
                  </a:lnTo>
                  <a:lnTo>
                    <a:pt x="640791" y="327736"/>
                  </a:lnTo>
                  <a:lnTo>
                    <a:pt x="683907" y="324535"/>
                  </a:lnTo>
                  <a:lnTo>
                    <a:pt x="726147" y="315277"/>
                  </a:lnTo>
                  <a:lnTo>
                    <a:pt x="765175" y="298551"/>
                  </a:lnTo>
                  <a:lnTo>
                    <a:pt x="798652" y="272986"/>
                  </a:lnTo>
                  <a:lnTo>
                    <a:pt x="824242" y="237172"/>
                  </a:lnTo>
                  <a:lnTo>
                    <a:pt x="837577" y="195262"/>
                  </a:lnTo>
                  <a:lnTo>
                    <a:pt x="840193" y="156883"/>
                  </a:lnTo>
                  <a:close/>
                </a:path>
                <a:path w="2111375" h="329565">
                  <a:moveTo>
                    <a:pt x="1261071" y="216560"/>
                  </a:moveTo>
                  <a:lnTo>
                    <a:pt x="1233131" y="170827"/>
                  </a:lnTo>
                  <a:lnTo>
                    <a:pt x="1180312" y="149809"/>
                  </a:lnTo>
                  <a:lnTo>
                    <a:pt x="1131938" y="140652"/>
                  </a:lnTo>
                  <a:lnTo>
                    <a:pt x="1078712" y="133248"/>
                  </a:lnTo>
                  <a:lnTo>
                    <a:pt x="1056055" y="129540"/>
                  </a:lnTo>
                  <a:lnTo>
                    <a:pt x="1012825" y="116497"/>
                  </a:lnTo>
                  <a:lnTo>
                    <a:pt x="996276" y="93687"/>
                  </a:lnTo>
                  <a:lnTo>
                    <a:pt x="996327" y="83794"/>
                  </a:lnTo>
                  <a:lnTo>
                    <a:pt x="1029068" y="49720"/>
                  </a:lnTo>
                  <a:lnTo>
                    <a:pt x="1054239" y="46418"/>
                  </a:lnTo>
                  <a:lnTo>
                    <a:pt x="1067092" y="46558"/>
                  </a:lnTo>
                  <a:lnTo>
                    <a:pt x="1085126" y="51536"/>
                  </a:lnTo>
                  <a:lnTo>
                    <a:pt x="1101674" y="60477"/>
                  </a:lnTo>
                  <a:lnTo>
                    <a:pt x="1116228" y="72745"/>
                  </a:lnTo>
                  <a:lnTo>
                    <a:pt x="1128229" y="87655"/>
                  </a:lnTo>
                  <a:lnTo>
                    <a:pt x="1246670" y="88265"/>
                  </a:lnTo>
                  <a:lnTo>
                    <a:pt x="1249159" y="87566"/>
                  </a:lnTo>
                  <a:lnTo>
                    <a:pt x="1248816" y="86144"/>
                  </a:lnTo>
                  <a:lnTo>
                    <a:pt x="1216850" y="47078"/>
                  </a:lnTo>
                  <a:lnTo>
                    <a:pt x="1175410" y="21628"/>
                  </a:lnTo>
                  <a:lnTo>
                    <a:pt x="1127874" y="7378"/>
                  </a:lnTo>
                  <a:lnTo>
                    <a:pt x="1077595" y="1930"/>
                  </a:lnTo>
                  <a:lnTo>
                    <a:pt x="1035710" y="2095"/>
                  </a:lnTo>
                  <a:lnTo>
                    <a:pt x="994410" y="6870"/>
                  </a:lnTo>
                  <a:lnTo>
                    <a:pt x="954938" y="17322"/>
                  </a:lnTo>
                  <a:lnTo>
                    <a:pt x="918552" y="34455"/>
                  </a:lnTo>
                  <a:lnTo>
                    <a:pt x="889000" y="65786"/>
                  </a:lnTo>
                  <a:lnTo>
                    <a:pt x="880554" y="114757"/>
                  </a:lnTo>
                  <a:lnTo>
                    <a:pt x="883005" y="120802"/>
                  </a:lnTo>
                  <a:lnTo>
                    <a:pt x="884034" y="127190"/>
                  </a:lnTo>
                  <a:lnTo>
                    <a:pt x="920051" y="167233"/>
                  </a:lnTo>
                  <a:lnTo>
                    <a:pt x="973480" y="182613"/>
                  </a:lnTo>
                  <a:lnTo>
                    <a:pt x="1076007" y="201396"/>
                  </a:lnTo>
                  <a:lnTo>
                    <a:pt x="1109878" y="207784"/>
                  </a:lnTo>
                  <a:lnTo>
                    <a:pt x="1149108" y="234937"/>
                  </a:lnTo>
                  <a:lnTo>
                    <a:pt x="1150924" y="244652"/>
                  </a:lnTo>
                  <a:lnTo>
                    <a:pt x="1150467" y="254546"/>
                  </a:lnTo>
                  <a:lnTo>
                    <a:pt x="1147406" y="263753"/>
                  </a:lnTo>
                  <a:lnTo>
                    <a:pt x="1141476" y="271424"/>
                  </a:lnTo>
                  <a:lnTo>
                    <a:pt x="1121346" y="283552"/>
                  </a:lnTo>
                  <a:lnTo>
                    <a:pt x="1098245" y="288366"/>
                  </a:lnTo>
                  <a:lnTo>
                    <a:pt x="1074305" y="286994"/>
                  </a:lnTo>
                  <a:lnTo>
                    <a:pt x="1037653" y="272529"/>
                  </a:lnTo>
                  <a:lnTo>
                    <a:pt x="1012596" y="231406"/>
                  </a:lnTo>
                  <a:lnTo>
                    <a:pt x="880668" y="230733"/>
                  </a:lnTo>
                  <a:lnTo>
                    <a:pt x="899337" y="283387"/>
                  </a:lnTo>
                  <a:lnTo>
                    <a:pt x="939279" y="308673"/>
                  </a:lnTo>
                  <a:lnTo>
                    <a:pt x="993686" y="322948"/>
                  </a:lnTo>
                  <a:lnTo>
                    <a:pt x="1028776" y="326529"/>
                  </a:lnTo>
                  <a:lnTo>
                    <a:pt x="1034440" y="328333"/>
                  </a:lnTo>
                  <a:lnTo>
                    <a:pt x="1113167" y="329438"/>
                  </a:lnTo>
                  <a:lnTo>
                    <a:pt x="1116355" y="328752"/>
                  </a:lnTo>
                  <a:lnTo>
                    <a:pt x="1136624" y="327215"/>
                  </a:lnTo>
                  <a:lnTo>
                    <a:pt x="1175740" y="319341"/>
                  </a:lnTo>
                  <a:lnTo>
                    <a:pt x="1217980" y="301586"/>
                  </a:lnTo>
                  <a:lnTo>
                    <a:pt x="1253413" y="261531"/>
                  </a:lnTo>
                  <a:lnTo>
                    <a:pt x="1260462" y="235864"/>
                  </a:lnTo>
                  <a:lnTo>
                    <a:pt x="1261071" y="216560"/>
                  </a:lnTo>
                  <a:close/>
                </a:path>
                <a:path w="2111375" h="329565">
                  <a:moveTo>
                    <a:pt x="1695373" y="210070"/>
                  </a:moveTo>
                  <a:lnTo>
                    <a:pt x="1602816" y="210299"/>
                  </a:lnTo>
                  <a:lnTo>
                    <a:pt x="1597406" y="221615"/>
                  </a:lnTo>
                  <a:lnTo>
                    <a:pt x="1590814" y="232587"/>
                  </a:lnTo>
                  <a:lnTo>
                    <a:pt x="1552473" y="268503"/>
                  </a:lnTo>
                  <a:lnTo>
                    <a:pt x="1502498" y="281279"/>
                  </a:lnTo>
                  <a:lnTo>
                    <a:pt x="1476578" y="276682"/>
                  </a:lnTo>
                  <a:lnTo>
                    <a:pt x="1426451" y="240398"/>
                  </a:lnTo>
                  <a:lnTo>
                    <a:pt x="1402232" y="183743"/>
                  </a:lnTo>
                  <a:lnTo>
                    <a:pt x="1401368" y="166598"/>
                  </a:lnTo>
                  <a:lnTo>
                    <a:pt x="1402092" y="149529"/>
                  </a:lnTo>
                  <a:lnTo>
                    <a:pt x="1425054" y="90754"/>
                  </a:lnTo>
                  <a:lnTo>
                    <a:pt x="1475447" y="55118"/>
                  </a:lnTo>
                  <a:lnTo>
                    <a:pt x="1506105" y="50215"/>
                  </a:lnTo>
                  <a:lnTo>
                    <a:pt x="1535277" y="54317"/>
                  </a:lnTo>
                  <a:lnTo>
                    <a:pt x="1561642" y="67132"/>
                  </a:lnTo>
                  <a:lnTo>
                    <a:pt x="1583664" y="86779"/>
                  </a:lnTo>
                  <a:lnTo>
                    <a:pt x="1599768" y="111340"/>
                  </a:lnTo>
                  <a:lnTo>
                    <a:pt x="1686661" y="111785"/>
                  </a:lnTo>
                  <a:lnTo>
                    <a:pt x="1691982" y="111455"/>
                  </a:lnTo>
                  <a:lnTo>
                    <a:pt x="1689239" y="101955"/>
                  </a:lnTo>
                  <a:lnTo>
                    <a:pt x="1685734" y="92684"/>
                  </a:lnTo>
                  <a:lnTo>
                    <a:pt x="1648815" y="42557"/>
                  </a:lnTo>
                  <a:lnTo>
                    <a:pt x="1613750" y="20675"/>
                  </a:lnTo>
                  <a:lnTo>
                    <a:pt x="1573923" y="7607"/>
                  </a:lnTo>
                  <a:lnTo>
                    <a:pt x="1531899" y="1409"/>
                  </a:lnTo>
                  <a:lnTo>
                    <a:pt x="1504238" y="203"/>
                  </a:lnTo>
                  <a:lnTo>
                    <a:pt x="1451000" y="3911"/>
                  </a:lnTo>
                  <a:lnTo>
                    <a:pt x="1400289" y="16256"/>
                  </a:lnTo>
                  <a:lnTo>
                    <a:pt x="1355953" y="40754"/>
                  </a:lnTo>
                  <a:lnTo>
                    <a:pt x="1321892" y="80848"/>
                  </a:lnTo>
                  <a:lnTo>
                    <a:pt x="1303172" y="151599"/>
                  </a:lnTo>
                  <a:lnTo>
                    <a:pt x="1304671" y="189585"/>
                  </a:lnTo>
                  <a:lnTo>
                    <a:pt x="1327404" y="255333"/>
                  </a:lnTo>
                  <a:lnTo>
                    <a:pt x="1377873" y="301726"/>
                  </a:lnTo>
                  <a:lnTo>
                    <a:pt x="1408290" y="314642"/>
                  </a:lnTo>
                  <a:lnTo>
                    <a:pt x="1409357" y="315709"/>
                  </a:lnTo>
                  <a:lnTo>
                    <a:pt x="1409357" y="316064"/>
                  </a:lnTo>
                  <a:lnTo>
                    <a:pt x="1410766" y="315709"/>
                  </a:lnTo>
                  <a:lnTo>
                    <a:pt x="1426629" y="319811"/>
                  </a:lnTo>
                  <a:lnTo>
                    <a:pt x="1442872" y="323278"/>
                  </a:lnTo>
                  <a:lnTo>
                    <a:pt x="1459445" y="325882"/>
                  </a:lnTo>
                  <a:lnTo>
                    <a:pt x="1476324" y="327393"/>
                  </a:lnTo>
                  <a:lnTo>
                    <a:pt x="1515808" y="327799"/>
                  </a:lnTo>
                  <a:lnTo>
                    <a:pt x="1554530" y="324345"/>
                  </a:lnTo>
                  <a:lnTo>
                    <a:pt x="1626463" y="302628"/>
                  </a:lnTo>
                  <a:lnTo>
                    <a:pt x="1670570" y="265709"/>
                  </a:lnTo>
                  <a:lnTo>
                    <a:pt x="1694294" y="214312"/>
                  </a:lnTo>
                  <a:lnTo>
                    <a:pt x="1695005" y="212902"/>
                  </a:lnTo>
                  <a:lnTo>
                    <a:pt x="1695373" y="210070"/>
                  </a:lnTo>
                  <a:close/>
                </a:path>
                <a:path w="2111375" h="329565">
                  <a:moveTo>
                    <a:pt x="2111311" y="11468"/>
                  </a:moveTo>
                  <a:lnTo>
                    <a:pt x="2009533" y="10947"/>
                  </a:lnTo>
                  <a:lnTo>
                    <a:pt x="2008530" y="139674"/>
                  </a:lnTo>
                  <a:lnTo>
                    <a:pt x="1836534" y="138798"/>
                  </a:lnTo>
                  <a:lnTo>
                    <a:pt x="1837194" y="10426"/>
                  </a:lnTo>
                  <a:lnTo>
                    <a:pt x="1737893" y="9918"/>
                  </a:lnTo>
                  <a:lnTo>
                    <a:pt x="1736293" y="321627"/>
                  </a:lnTo>
                  <a:lnTo>
                    <a:pt x="1838071" y="322148"/>
                  </a:lnTo>
                  <a:lnTo>
                    <a:pt x="1839074" y="197675"/>
                  </a:lnTo>
                  <a:lnTo>
                    <a:pt x="2008581" y="198907"/>
                  </a:lnTo>
                  <a:lnTo>
                    <a:pt x="2007946" y="321602"/>
                  </a:lnTo>
                  <a:lnTo>
                    <a:pt x="2109724" y="322122"/>
                  </a:lnTo>
                  <a:lnTo>
                    <a:pt x="2111311" y="11468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36751" y="473989"/>
              <a:ext cx="2480945" cy="266065"/>
            </a:xfrm>
            <a:custGeom>
              <a:avLst/>
              <a:gdLst/>
              <a:ahLst/>
              <a:cxnLst/>
              <a:rect l="l" t="t" r="r" b="b"/>
              <a:pathLst>
                <a:path w="2480945" h="266065">
                  <a:moveTo>
                    <a:pt x="175272" y="1447"/>
                  </a:moveTo>
                  <a:lnTo>
                    <a:pt x="123494" y="1181"/>
                  </a:lnTo>
                  <a:lnTo>
                    <a:pt x="116395" y="2209"/>
                  </a:lnTo>
                  <a:lnTo>
                    <a:pt x="108585" y="4305"/>
                  </a:lnTo>
                  <a:lnTo>
                    <a:pt x="101130" y="5321"/>
                  </a:lnTo>
                  <a:lnTo>
                    <a:pt x="44577" y="35229"/>
                  </a:lnTo>
                  <a:lnTo>
                    <a:pt x="8153" y="87833"/>
                  </a:lnTo>
                  <a:lnTo>
                    <a:pt x="0" y="136779"/>
                  </a:lnTo>
                  <a:lnTo>
                    <a:pt x="2971" y="161975"/>
                  </a:lnTo>
                  <a:lnTo>
                    <a:pt x="29718" y="216877"/>
                  </a:lnTo>
                  <a:lnTo>
                    <a:pt x="91046" y="258356"/>
                  </a:lnTo>
                  <a:lnTo>
                    <a:pt x="128181" y="264350"/>
                  </a:lnTo>
                  <a:lnTo>
                    <a:pt x="128168" y="264706"/>
                  </a:lnTo>
                  <a:lnTo>
                    <a:pt x="174269" y="264934"/>
                  </a:lnTo>
                  <a:lnTo>
                    <a:pt x="174332" y="252882"/>
                  </a:lnTo>
                  <a:lnTo>
                    <a:pt x="134975" y="252679"/>
                  </a:lnTo>
                  <a:lnTo>
                    <a:pt x="106375" y="250405"/>
                  </a:lnTo>
                  <a:lnTo>
                    <a:pt x="57251" y="227647"/>
                  </a:lnTo>
                  <a:lnTo>
                    <a:pt x="25247" y="189064"/>
                  </a:lnTo>
                  <a:lnTo>
                    <a:pt x="12293" y="146634"/>
                  </a:lnTo>
                  <a:lnTo>
                    <a:pt x="12217" y="123317"/>
                  </a:lnTo>
                  <a:lnTo>
                    <a:pt x="19926" y="89776"/>
                  </a:lnTo>
                  <a:lnTo>
                    <a:pt x="62687" y="35318"/>
                  </a:lnTo>
                  <a:lnTo>
                    <a:pt x="112509" y="15455"/>
                  </a:lnTo>
                  <a:lnTo>
                    <a:pt x="133045" y="14274"/>
                  </a:lnTo>
                  <a:lnTo>
                    <a:pt x="154165" y="14554"/>
                  </a:lnTo>
                  <a:lnTo>
                    <a:pt x="175196" y="14566"/>
                  </a:lnTo>
                  <a:lnTo>
                    <a:pt x="175272" y="1447"/>
                  </a:lnTo>
                  <a:close/>
                </a:path>
                <a:path w="2480945" h="266065">
                  <a:moveTo>
                    <a:pt x="452945" y="736"/>
                  </a:moveTo>
                  <a:lnTo>
                    <a:pt x="307555" y="0"/>
                  </a:lnTo>
                  <a:lnTo>
                    <a:pt x="307479" y="13830"/>
                  </a:lnTo>
                  <a:lnTo>
                    <a:pt x="452882" y="14566"/>
                  </a:lnTo>
                  <a:lnTo>
                    <a:pt x="452945" y="736"/>
                  </a:lnTo>
                  <a:close/>
                </a:path>
                <a:path w="2480945" h="266065">
                  <a:moveTo>
                    <a:pt x="645160" y="1371"/>
                  </a:moveTo>
                  <a:lnTo>
                    <a:pt x="581685" y="698"/>
                  </a:lnTo>
                  <a:lnTo>
                    <a:pt x="581266" y="13462"/>
                  </a:lnTo>
                  <a:lnTo>
                    <a:pt x="634822" y="13373"/>
                  </a:lnTo>
                  <a:lnTo>
                    <a:pt x="645160" y="2438"/>
                  </a:lnTo>
                  <a:lnTo>
                    <a:pt x="645160" y="1371"/>
                  </a:lnTo>
                  <a:close/>
                </a:path>
                <a:path w="2480945" h="266065">
                  <a:moveTo>
                    <a:pt x="1076756" y="1803"/>
                  </a:moveTo>
                  <a:lnTo>
                    <a:pt x="1006894" y="1092"/>
                  </a:lnTo>
                  <a:lnTo>
                    <a:pt x="1001572" y="1778"/>
                  </a:lnTo>
                  <a:lnTo>
                    <a:pt x="1005090" y="6045"/>
                  </a:lnTo>
                  <a:lnTo>
                    <a:pt x="1007198" y="9956"/>
                  </a:lnTo>
                  <a:lnTo>
                    <a:pt x="1011796" y="13525"/>
                  </a:lnTo>
                  <a:lnTo>
                    <a:pt x="1067828" y="13817"/>
                  </a:lnTo>
                  <a:lnTo>
                    <a:pt x="1070686" y="9931"/>
                  </a:lnTo>
                  <a:lnTo>
                    <a:pt x="1074953" y="6400"/>
                  </a:lnTo>
                  <a:lnTo>
                    <a:pt x="1076756" y="1803"/>
                  </a:lnTo>
                  <a:close/>
                </a:path>
                <a:path w="2480945" h="266065">
                  <a:moveTo>
                    <a:pt x="1521117" y="1943"/>
                  </a:moveTo>
                  <a:lnTo>
                    <a:pt x="1429969" y="1130"/>
                  </a:lnTo>
                  <a:lnTo>
                    <a:pt x="1428559" y="1828"/>
                  </a:lnTo>
                  <a:lnTo>
                    <a:pt x="1426070" y="749"/>
                  </a:lnTo>
                  <a:lnTo>
                    <a:pt x="1425003" y="2159"/>
                  </a:lnTo>
                  <a:lnTo>
                    <a:pt x="1435239" y="12852"/>
                  </a:lnTo>
                  <a:lnTo>
                    <a:pt x="1511477" y="13957"/>
                  </a:lnTo>
                  <a:lnTo>
                    <a:pt x="1521104" y="3009"/>
                  </a:lnTo>
                  <a:lnTo>
                    <a:pt x="1521117" y="1943"/>
                  </a:lnTo>
                  <a:close/>
                </a:path>
                <a:path w="2480945" h="266065">
                  <a:moveTo>
                    <a:pt x="1911565" y="1460"/>
                  </a:moveTo>
                  <a:lnTo>
                    <a:pt x="1868297" y="1231"/>
                  </a:lnTo>
                  <a:lnTo>
                    <a:pt x="1866176" y="1943"/>
                  </a:lnTo>
                  <a:lnTo>
                    <a:pt x="1861934" y="139"/>
                  </a:lnTo>
                  <a:lnTo>
                    <a:pt x="1861210" y="2971"/>
                  </a:lnTo>
                  <a:lnTo>
                    <a:pt x="1870722" y="13309"/>
                  </a:lnTo>
                  <a:lnTo>
                    <a:pt x="1911502" y="13868"/>
                  </a:lnTo>
                  <a:lnTo>
                    <a:pt x="1911565" y="1460"/>
                  </a:lnTo>
                  <a:close/>
                </a:path>
                <a:path w="2480945" h="266065">
                  <a:moveTo>
                    <a:pt x="2181098" y="1066"/>
                  </a:moveTo>
                  <a:lnTo>
                    <a:pt x="2043849" y="368"/>
                  </a:lnTo>
                  <a:lnTo>
                    <a:pt x="2043785" y="13843"/>
                  </a:lnTo>
                  <a:lnTo>
                    <a:pt x="2181021" y="14541"/>
                  </a:lnTo>
                  <a:lnTo>
                    <a:pt x="2181098" y="1066"/>
                  </a:lnTo>
                  <a:close/>
                </a:path>
                <a:path w="2480945" h="266065">
                  <a:moveTo>
                    <a:pt x="2480500" y="122821"/>
                  </a:moveTo>
                  <a:lnTo>
                    <a:pt x="2479471" y="116433"/>
                  </a:lnTo>
                  <a:lnTo>
                    <a:pt x="2479141" y="110045"/>
                  </a:lnTo>
                  <a:lnTo>
                    <a:pt x="2477401" y="104000"/>
                  </a:lnTo>
                  <a:lnTo>
                    <a:pt x="2443086" y="41770"/>
                  </a:lnTo>
                  <a:lnTo>
                    <a:pt x="2381796" y="5994"/>
                  </a:lnTo>
                  <a:lnTo>
                    <a:pt x="2317280" y="1409"/>
                  </a:lnTo>
                  <a:lnTo>
                    <a:pt x="2317216" y="14173"/>
                  </a:lnTo>
                  <a:lnTo>
                    <a:pt x="2339213" y="14262"/>
                  </a:lnTo>
                  <a:lnTo>
                    <a:pt x="2361044" y="14935"/>
                  </a:lnTo>
                  <a:lnTo>
                    <a:pt x="2400846" y="25234"/>
                  </a:lnTo>
                  <a:lnTo>
                    <a:pt x="2449474" y="67919"/>
                  </a:lnTo>
                  <a:lnTo>
                    <a:pt x="2468753" y="129844"/>
                  </a:lnTo>
                  <a:lnTo>
                    <a:pt x="2470505" y="135178"/>
                  </a:lnTo>
                  <a:lnTo>
                    <a:pt x="2467292" y="139065"/>
                  </a:lnTo>
                  <a:lnTo>
                    <a:pt x="2468334" y="144386"/>
                  </a:lnTo>
                  <a:lnTo>
                    <a:pt x="2460599" y="177126"/>
                  </a:lnTo>
                  <a:lnTo>
                    <a:pt x="2419007" y="231025"/>
                  </a:lnTo>
                  <a:lnTo>
                    <a:pt x="2372461" y="251244"/>
                  </a:lnTo>
                  <a:lnTo>
                    <a:pt x="2354415" y="252869"/>
                  </a:lnTo>
                  <a:lnTo>
                    <a:pt x="2317051" y="252844"/>
                  </a:lnTo>
                  <a:lnTo>
                    <a:pt x="2316988" y="265252"/>
                  </a:lnTo>
                  <a:lnTo>
                    <a:pt x="2360257" y="265125"/>
                  </a:lnTo>
                  <a:lnTo>
                    <a:pt x="2361323" y="264058"/>
                  </a:lnTo>
                  <a:lnTo>
                    <a:pt x="2364511" y="265493"/>
                  </a:lnTo>
                  <a:lnTo>
                    <a:pt x="2364879" y="264083"/>
                  </a:lnTo>
                  <a:lnTo>
                    <a:pt x="2377122" y="261874"/>
                  </a:lnTo>
                  <a:lnTo>
                    <a:pt x="2388870" y="258762"/>
                  </a:lnTo>
                  <a:lnTo>
                    <a:pt x="2442006" y="226364"/>
                  </a:lnTo>
                  <a:lnTo>
                    <a:pt x="2477566" y="161607"/>
                  </a:lnTo>
                  <a:lnTo>
                    <a:pt x="2480500" y="1228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52597" y="488486"/>
              <a:ext cx="214629" cy="227329"/>
            </a:xfrm>
            <a:custGeom>
              <a:avLst/>
              <a:gdLst/>
              <a:ahLst/>
              <a:cxnLst/>
              <a:rect l="l" t="t" r="r" b="b"/>
              <a:pathLst>
                <a:path w="214629" h="227329">
                  <a:moveTo>
                    <a:pt x="214147" y="105759"/>
                  </a:moveTo>
                  <a:lnTo>
                    <a:pt x="204827" y="65233"/>
                  </a:lnTo>
                  <a:lnTo>
                    <a:pt x="183094" y="32232"/>
                  </a:lnTo>
                  <a:lnTo>
                    <a:pt x="151207" y="9290"/>
                  </a:lnTo>
                  <a:lnTo>
                    <a:pt x="112639" y="0"/>
                  </a:lnTo>
                  <a:lnTo>
                    <a:pt x="92548" y="756"/>
                  </a:lnTo>
                  <a:lnTo>
                    <a:pt x="47593" y="18681"/>
                  </a:lnTo>
                  <a:lnTo>
                    <a:pt x="9967" y="63917"/>
                  </a:lnTo>
                  <a:lnTo>
                    <a:pt x="0" y="118510"/>
                  </a:lnTo>
                  <a:lnTo>
                    <a:pt x="3694" y="144313"/>
                  </a:lnTo>
                  <a:lnTo>
                    <a:pt x="26874" y="189515"/>
                  </a:lnTo>
                  <a:lnTo>
                    <a:pt x="74090" y="221808"/>
                  </a:lnTo>
                  <a:lnTo>
                    <a:pt x="102127" y="227156"/>
                  </a:lnTo>
                  <a:lnTo>
                    <a:pt x="131306" y="224097"/>
                  </a:lnTo>
                  <a:lnTo>
                    <a:pt x="180387" y="196240"/>
                  </a:lnTo>
                  <a:lnTo>
                    <a:pt x="209361" y="147542"/>
                  </a:lnTo>
                  <a:lnTo>
                    <a:pt x="214147" y="1057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58201" y="496341"/>
              <a:ext cx="2437765" cy="222250"/>
            </a:xfrm>
            <a:custGeom>
              <a:avLst/>
              <a:gdLst/>
              <a:ahLst/>
              <a:cxnLst/>
              <a:rect l="l" t="t" r="r" b="b"/>
              <a:pathLst>
                <a:path w="2437765" h="222250">
                  <a:moveTo>
                    <a:pt x="153708" y="1079"/>
                  </a:moveTo>
                  <a:lnTo>
                    <a:pt x="109728" y="1079"/>
                  </a:lnTo>
                  <a:lnTo>
                    <a:pt x="88760" y="3009"/>
                  </a:lnTo>
                  <a:lnTo>
                    <a:pt x="43268" y="23482"/>
                  </a:lnTo>
                  <a:lnTo>
                    <a:pt x="6946" y="71234"/>
                  </a:lnTo>
                  <a:lnTo>
                    <a:pt x="0" y="99949"/>
                  </a:lnTo>
                  <a:lnTo>
                    <a:pt x="1524" y="132410"/>
                  </a:lnTo>
                  <a:lnTo>
                    <a:pt x="30962" y="187883"/>
                  </a:lnTo>
                  <a:lnTo>
                    <a:pt x="78346" y="216839"/>
                  </a:lnTo>
                  <a:lnTo>
                    <a:pt x="127431" y="221335"/>
                  </a:lnTo>
                  <a:lnTo>
                    <a:pt x="152933" y="221310"/>
                  </a:lnTo>
                  <a:lnTo>
                    <a:pt x="152984" y="210324"/>
                  </a:lnTo>
                  <a:lnTo>
                    <a:pt x="98031" y="209321"/>
                  </a:lnTo>
                  <a:lnTo>
                    <a:pt x="85813" y="207264"/>
                  </a:lnTo>
                  <a:lnTo>
                    <a:pt x="31915" y="173316"/>
                  </a:lnTo>
                  <a:lnTo>
                    <a:pt x="11239" y="122262"/>
                  </a:lnTo>
                  <a:lnTo>
                    <a:pt x="12090" y="92925"/>
                  </a:lnTo>
                  <a:lnTo>
                    <a:pt x="35598" y="44907"/>
                  </a:lnTo>
                  <a:lnTo>
                    <a:pt x="80568" y="15608"/>
                  </a:lnTo>
                  <a:lnTo>
                    <a:pt x="115925" y="11137"/>
                  </a:lnTo>
                  <a:lnTo>
                    <a:pt x="134899" y="11747"/>
                  </a:lnTo>
                  <a:lnTo>
                    <a:pt x="153657" y="11722"/>
                  </a:lnTo>
                  <a:lnTo>
                    <a:pt x="153708" y="1079"/>
                  </a:lnTo>
                  <a:close/>
                </a:path>
                <a:path w="2437765" h="222250">
                  <a:moveTo>
                    <a:pt x="153962" y="20942"/>
                  </a:moveTo>
                  <a:lnTo>
                    <a:pt x="133997" y="20942"/>
                  </a:lnTo>
                  <a:lnTo>
                    <a:pt x="114020" y="20472"/>
                  </a:lnTo>
                  <a:lnTo>
                    <a:pt x="94754" y="21742"/>
                  </a:lnTo>
                  <a:lnTo>
                    <a:pt x="56832" y="38404"/>
                  </a:lnTo>
                  <a:lnTo>
                    <a:pt x="27406" y="74269"/>
                  </a:lnTo>
                  <a:lnTo>
                    <a:pt x="20497" y="123418"/>
                  </a:lnTo>
                  <a:lnTo>
                    <a:pt x="27711" y="148551"/>
                  </a:lnTo>
                  <a:lnTo>
                    <a:pt x="62318" y="187515"/>
                  </a:lnTo>
                  <a:lnTo>
                    <a:pt x="105244" y="200418"/>
                  </a:lnTo>
                  <a:lnTo>
                    <a:pt x="153035" y="201104"/>
                  </a:lnTo>
                  <a:lnTo>
                    <a:pt x="153085" y="191516"/>
                  </a:lnTo>
                  <a:lnTo>
                    <a:pt x="125069" y="191554"/>
                  </a:lnTo>
                  <a:lnTo>
                    <a:pt x="111086" y="191312"/>
                  </a:lnTo>
                  <a:lnTo>
                    <a:pt x="97053" y="190525"/>
                  </a:lnTo>
                  <a:lnTo>
                    <a:pt x="95643" y="189103"/>
                  </a:lnTo>
                  <a:lnTo>
                    <a:pt x="92798" y="190855"/>
                  </a:lnTo>
                  <a:lnTo>
                    <a:pt x="92100" y="188734"/>
                  </a:lnTo>
                  <a:lnTo>
                    <a:pt x="87490" y="189064"/>
                  </a:lnTo>
                  <a:lnTo>
                    <a:pt x="82892" y="186905"/>
                  </a:lnTo>
                  <a:lnTo>
                    <a:pt x="45212" y="159854"/>
                  </a:lnTo>
                  <a:lnTo>
                    <a:pt x="30035" y="121031"/>
                  </a:lnTo>
                  <a:lnTo>
                    <a:pt x="30734" y="95770"/>
                  </a:lnTo>
                  <a:lnTo>
                    <a:pt x="53365" y="53428"/>
                  </a:lnTo>
                  <a:lnTo>
                    <a:pt x="91808" y="32054"/>
                  </a:lnTo>
                  <a:lnTo>
                    <a:pt x="112191" y="30175"/>
                  </a:lnTo>
                  <a:lnTo>
                    <a:pt x="133299" y="30505"/>
                  </a:lnTo>
                  <a:lnTo>
                    <a:pt x="153911" y="30518"/>
                  </a:lnTo>
                  <a:lnTo>
                    <a:pt x="153962" y="20942"/>
                  </a:lnTo>
                  <a:close/>
                </a:path>
                <a:path w="2437765" h="222250">
                  <a:moveTo>
                    <a:pt x="431190" y="39382"/>
                  </a:moveTo>
                  <a:lnTo>
                    <a:pt x="286499" y="38646"/>
                  </a:lnTo>
                  <a:lnTo>
                    <a:pt x="285750" y="46799"/>
                  </a:lnTo>
                  <a:lnTo>
                    <a:pt x="286791" y="51066"/>
                  </a:lnTo>
                  <a:lnTo>
                    <a:pt x="431126" y="51803"/>
                  </a:lnTo>
                  <a:lnTo>
                    <a:pt x="431190" y="39382"/>
                  </a:lnTo>
                  <a:close/>
                </a:path>
                <a:path w="2437765" h="222250">
                  <a:moveTo>
                    <a:pt x="431292" y="20586"/>
                  </a:moveTo>
                  <a:lnTo>
                    <a:pt x="285889" y="19850"/>
                  </a:lnTo>
                  <a:lnTo>
                    <a:pt x="285838" y="29781"/>
                  </a:lnTo>
                  <a:lnTo>
                    <a:pt x="431241" y="30518"/>
                  </a:lnTo>
                  <a:lnTo>
                    <a:pt x="431292" y="20586"/>
                  </a:lnTo>
                  <a:close/>
                </a:path>
                <a:path w="2437765" h="222250">
                  <a:moveTo>
                    <a:pt x="431380" y="1079"/>
                  </a:moveTo>
                  <a:lnTo>
                    <a:pt x="285991" y="342"/>
                  </a:lnTo>
                  <a:lnTo>
                    <a:pt x="285940" y="10985"/>
                  </a:lnTo>
                  <a:lnTo>
                    <a:pt x="431330" y="11722"/>
                  </a:lnTo>
                  <a:lnTo>
                    <a:pt x="431380" y="1079"/>
                  </a:lnTo>
                  <a:close/>
                </a:path>
                <a:path w="2437765" h="222250">
                  <a:moveTo>
                    <a:pt x="585812" y="39471"/>
                  </a:moveTo>
                  <a:lnTo>
                    <a:pt x="559930" y="38976"/>
                  </a:lnTo>
                  <a:lnTo>
                    <a:pt x="559866" y="50685"/>
                  </a:lnTo>
                  <a:lnTo>
                    <a:pt x="580440" y="50787"/>
                  </a:lnTo>
                  <a:lnTo>
                    <a:pt x="582917" y="49733"/>
                  </a:lnTo>
                  <a:lnTo>
                    <a:pt x="585812" y="39471"/>
                  </a:lnTo>
                  <a:close/>
                </a:path>
                <a:path w="2437765" h="222250">
                  <a:moveTo>
                    <a:pt x="593356" y="21412"/>
                  </a:moveTo>
                  <a:lnTo>
                    <a:pt x="593001" y="20358"/>
                  </a:lnTo>
                  <a:lnTo>
                    <a:pt x="560019" y="19824"/>
                  </a:lnTo>
                  <a:lnTo>
                    <a:pt x="559981" y="29400"/>
                  </a:lnTo>
                  <a:lnTo>
                    <a:pt x="588340" y="29552"/>
                  </a:lnTo>
                  <a:lnTo>
                    <a:pt x="592251" y="28511"/>
                  </a:lnTo>
                  <a:lnTo>
                    <a:pt x="591566" y="23888"/>
                  </a:lnTo>
                  <a:lnTo>
                    <a:pt x="593356" y="21412"/>
                  </a:lnTo>
                  <a:close/>
                </a:path>
                <a:path w="2437765" h="222250">
                  <a:moveTo>
                    <a:pt x="605155" y="914"/>
                  </a:moveTo>
                  <a:lnTo>
                    <a:pt x="560120" y="330"/>
                  </a:lnTo>
                  <a:lnTo>
                    <a:pt x="560070" y="10604"/>
                  </a:lnTo>
                  <a:lnTo>
                    <a:pt x="598728" y="10807"/>
                  </a:lnTo>
                  <a:lnTo>
                    <a:pt x="601218" y="8343"/>
                  </a:lnTo>
                  <a:lnTo>
                    <a:pt x="603719" y="4445"/>
                  </a:lnTo>
                  <a:lnTo>
                    <a:pt x="605155" y="914"/>
                  </a:lnTo>
                  <a:close/>
                </a:path>
                <a:path w="2437765" h="222250">
                  <a:moveTo>
                    <a:pt x="807974" y="9398"/>
                  </a:moveTo>
                  <a:lnTo>
                    <a:pt x="804418" y="9639"/>
                  </a:lnTo>
                  <a:lnTo>
                    <a:pt x="802995" y="9728"/>
                  </a:lnTo>
                  <a:lnTo>
                    <a:pt x="797687" y="8280"/>
                  </a:lnTo>
                  <a:lnTo>
                    <a:pt x="793419" y="10388"/>
                  </a:lnTo>
                  <a:lnTo>
                    <a:pt x="799096" y="10414"/>
                  </a:lnTo>
                  <a:lnTo>
                    <a:pt x="802995" y="10693"/>
                  </a:lnTo>
                  <a:lnTo>
                    <a:pt x="804418" y="10795"/>
                  </a:lnTo>
                  <a:lnTo>
                    <a:pt x="807974" y="10312"/>
                  </a:lnTo>
                  <a:lnTo>
                    <a:pt x="807974" y="9398"/>
                  </a:lnTo>
                  <a:close/>
                </a:path>
                <a:path w="2437765" h="222250">
                  <a:moveTo>
                    <a:pt x="809383" y="10109"/>
                  </a:moveTo>
                  <a:lnTo>
                    <a:pt x="808583" y="10223"/>
                  </a:lnTo>
                  <a:lnTo>
                    <a:pt x="808583" y="10515"/>
                  </a:lnTo>
                  <a:lnTo>
                    <a:pt x="809383" y="10109"/>
                  </a:lnTo>
                  <a:close/>
                </a:path>
                <a:path w="2437765" h="222250">
                  <a:moveTo>
                    <a:pt x="855383" y="28790"/>
                  </a:moveTo>
                  <a:lnTo>
                    <a:pt x="852563" y="25577"/>
                  </a:lnTo>
                  <a:lnTo>
                    <a:pt x="845146" y="21285"/>
                  </a:lnTo>
                  <a:lnTo>
                    <a:pt x="782739" y="20256"/>
                  </a:lnTo>
                  <a:lnTo>
                    <a:pt x="760742" y="20497"/>
                  </a:lnTo>
                  <a:lnTo>
                    <a:pt x="755777" y="21894"/>
                  </a:lnTo>
                  <a:lnTo>
                    <a:pt x="751497" y="25425"/>
                  </a:lnTo>
                  <a:lnTo>
                    <a:pt x="747572" y="29298"/>
                  </a:lnTo>
                  <a:lnTo>
                    <a:pt x="801293" y="29933"/>
                  </a:lnTo>
                  <a:lnTo>
                    <a:pt x="828255" y="29921"/>
                  </a:lnTo>
                  <a:lnTo>
                    <a:pt x="855027" y="29489"/>
                  </a:lnTo>
                  <a:lnTo>
                    <a:pt x="855383" y="28790"/>
                  </a:lnTo>
                  <a:close/>
                </a:path>
                <a:path w="2437765" h="222250">
                  <a:moveTo>
                    <a:pt x="875131" y="51231"/>
                  </a:moveTo>
                  <a:lnTo>
                    <a:pt x="873734" y="46609"/>
                  </a:lnTo>
                  <a:lnTo>
                    <a:pt x="870204" y="43764"/>
                  </a:lnTo>
                  <a:lnTo>
                    <a:pt x="867397" y="39839"/>
                  </a:lnTo>
                  <a:lnTo>
                    <a:pt x="830503" y="39293"/>
                  </a:lnTo>
                  <a:lnTo>
                    <a:pt x="736892" y="39179"/>
                  </a:lnTo>
                  <a:lnTo>
                    <a:pt x="732612" y="42341"/>
                  </a:lnTo>
                  <a:lnTo>
                    <a:pt x="727964" y="51193"/>
                  </a:lnTo>
                  <a:lnTo>
                    <a:pt x="815555" y="51993"/>
                  </a:lnTo>
                  <a:lnTo>
                    <a:pt x="871943" y="51917"/>
                  </a:lnTo>
                  <a:lnTo>
                    <a:pt x="875131" y="51231"/>
                  </a:lnTo>
                  <a:close/>
                </a:path>
                <a:path w="2437765" h="222250">
                  <a:moveTo>
                    <a:pt x="1032649" y="39268"/>
                  </a:moveTo>
                  <a:lnTo>
                    <a:pt x="1027684" y="39598"/>
                  </a:lnTo>
                  <a:lnTo>
                    <a:pt x="1021664" y="38506"/>
                  </a:lnTo>
                  <a:lnTo>
                    <a:pt x="1017397" y="40259"/>
                  </a:lnTo>
                  <a:lnTo>
                    <a:pt x="1019492" y="47713"/>
                  </a:lnTo>
                  <a:lnTo>
                    <a:pt x="1019810" y="53746"/>
                  </a:lnTo>
                  <a:lnTo>
                    <a:pt x="1027988" y="49885"/>
                  </a:lnTo>
                  <a:lnTo>
                    <a:pt x="1032598" y="50977"/>
                  </a:lnTo>
                  <a:lnTo>
                    <a:pt x="1032649" y="39268"/>
                  </a:lnTo>
                  <a:close/>
                </a:path>
                <a:path w="2437765" h="222250">
                  <a:moveTo>
                    <a:pt x="1034478" y="28994"/>
                  </a:moveTo>
                  <a:lnTo>
                    <a:pt x="1032738" y="23660"/>
                  </a:lnTo>
                  <a:lnTo>
                    <a:pt x="1033805" y="21183"/>
                  </a:lnTo>
                  <a:lnTo>
                    <a:pt x="1026007" y="20434"/>
                  </a:lnTo>
                  <a:lnTo>
                    <a:pt x="1017511" y="20040"/>
                  </a:lnTo>
                  <a:lnTo>
                    <a:pt x="1010056" y="21069"/>
                  </a:lnTo>
                  <a:lnTo>
                    <a:pt x="1010742" y="23914"/>
                  </a:lnTo>
                  <a:lnTo>
                    <a:pt x="1011796" y="26746"/>
                  </a:lnTo>
                  <a:lnTo>
                    <a:pt x="1013206" y="29235"/>
                  </a:lnTo>
                  <a:lnTo>
                    <a:pt x="1030935" y="30035"/>
                  </a:lnTo>
                  <a:lnTo>
                    <a:pt x="1034478" y="28994"/>
                  </a:lnTo>
                  <a:close/>
                </a:path>
                <a:path w="2437765" h="222250">
                  <a:moveTo>
                    <a:pt x="1040295" y="1003"/>
                  </a:moveTo>
                  <a:lnTo>
                    <a:pt x="1029462" y="1028"/>
                  </a:lnTo>
                  <a:lnTo>
                    <a:pt x="1018527" y="901"/>
                  </a:lnTo>
                  <a:lnTo>
                    <a:pt x="1007922" y="1041"/>
                  </a:lnTo>
                  <a:lnTo>
                    <a:pt x="998093" y="1854"/>
                  </a:lnTo>
                  <a:lnTo>
                    <a:pt x="1000201" y="4699"/>
                  </a:lnTo>
                  <a:lnTo>
                    <a:pt x="1001610" y="7899"/>
                  </a:lnTo>
                  <a:lnTo>
                    <a:pt x="1004074" y="10756"/>
                  </a:lnTo>
                  <a:lnTo>
                    <a:pt x="1037056" y="10566"/>
                  </a:lnTo>
                  <a:lnTo>
                    <a:pt x="1040282" y="4203"/>
                  </a:lnTo>
                  <a:lnTo>
                    <a:pt x="1040295" y="1003"/>
                  </a:lnTo>
                  <a:close/>
                </a:path>
                <a:path w="2437765" h="222250">
                  <a:moveTo>
                    <a:pt x="1248067" y="10223"/>
                  </a:moveTo>
                  <a:lnTo>
                    <a:pt x="1241907" y="7429"/>
                  </a:lnTo>
                  <a:lnTo>
                    <a:pt x="1235189" y="5816"/>
                  </a:lnTo>
                  <a:lnTo>
                    <a:pt x="1227988" y="5143"/>
                  </a:lnTo>
                  <a:lnTo>
                    <a:pt x="1220431" y="5118"/>
                  </a:lnTo>
                  <a:lnTo>
                    <a:pt x="1212977" y="6502"/>
                  </a:lnTo>
                  <a:lnTo>
                    <a:pt x="1204468" y="6807"/>
                  </a:lnTo>
                  <a:lnTo>
                    <a:pt x="1198422" y="10325"/>
                  </a:lnTo>
                  <a:lnTo>
                    <a:pt x="1210602" y="10629"/>
                  </a:lnTo>
                  <a:lnTo>
                    <a:pt x="1223098" y="10807"/>
                  </a:lnTo>
                  <a:lnTo>
                    <a:pt x="1235659" y="10718"/>
                  </a:lnTo>
                  <a:lnTo>
                    <a:pt x="1248067" y="10223"/>
                  </a:lnTo>
                  <a:close/>
                </a:path>
                <a:path w="2437765" h="222250">
                  <a:moveTo>
                    <a:pt x="1274216" y="28448"/>
                  </a:moveTo>
                  <a:lnTo>
                    <a:pt x="1271752" y="25946"/>
                  </a:lnTo>
                  <a:lnTo>
                    <a:pt x="1265034" y="20243"/>
                  </a:lnTo>
                  <a:lnTo>
                    <a:pt x="1244815" y="20408"/>
                  </a:lnTo>
                  <a:lnTo>
                    <a:pt x="1203845" y="20332"/>
                  </a:lnTo>
                  <a:lnTo>
                    <a:pt x="1183830" y="20891"/>
                  </a:lnTo>
                  <a:lnTo>
                    <a:pt x="1183449" y="23723"/>
                  </a:lnTo>
                  <a:lnTo>
                    <a:pt x="1180960" y="26555"/>
                  </a:lnTo>
                  <a:lnTo>
                    <a:pt x="1182712" y="29400"/>
                  </a:lnTo>
                  <a:lnTo>
                    <a:pt x="1205865" y="29705"/>
                  </a:lnTo>
                  <a:lnTo>
                    <a:pt x="1228369" y="29806"/>
                  </a:lnTo>
                  <a:lnTo>
                    <a:pt x="1250734" y="29654"/>
                  </a:lnTo>
                  <a:lnTo>
                    <a:pt x="1273505" y="29146"/>
                  </a:lnTo>
                  <a:lnTo>
                    <a:pt x="1274216" y="28448"/>
                  </a:lnTo>
                  <a:close/>
                </a:path>
                <a:path w="2437765" h="222250">
                  <a:moveTo>
                    <a:pt x="1463878" y="43243"/>
                  </a:moveTo>
                  <a:lnTo>
                    <a:pt x="1463535" y="39700"/>
                  </a:lnTo>
                  <a:lnTo>
                    <a:pt x="1446161" y="39255"/>
                  </a:lnTo>
                  <a:lnTo>
                    <a:pt x="1442250" y="41008"/>
                  </a:lnTo>
                  <a:lnTo>
                    <a:pt x="1449324" y="45656"/>
                  </a:lnTo>
                  <a:lnTo>
                    <a:pt x="1443990" y="47040"/>
                  </a:lnTo>
                  <a:lnTo>
                    <a:pt x="1285481" y="45885"/>
                  </a:lnTo>
                  <a:lnTo>
                    <a:pt x="1282319" y="39484"/>
                  </a:lnTo>
                  <a:lnTo>
                    <a:pt x="1188694" y="39357"/>
                  </a:lnTo>
                  <a:lnTo>
                    <a:pt x="1459217" y="51384"/>
                  </a:lnTo>
                  <a:lnTo>
                    <a:pt x="1460995" y="50330"/>
                  </a:lnTo>
                  <a:lnTo>
                    <a:pt x="1462087" y="46786"/>
                  </a:lnTo>
                  <a:lnTo>
                    <a:pt x="1463878" y="43243"/>
                  </a:lnTo>
                  <a:close/>
                </a:path>
                <a:path w="2437765" h="222250">
                  <a:moveTo>
                    <a:pt x="1471079" y="21297"/>
                  </a:moveTo>
                  <a:lnTo>
                    <a:pt x="1462087" y="20815"/>
                  </a:lnTo>
                  <a:lnTo>
                    <a:pt x="1452905" y="20586"/>
                  </a:lnTo>
                  <a:lnTo>
                    <a:pt x="1443850" y="20764"/>
                  </a:lnTo>
                  <a:lnTo>
                    <a:pt x="1435265" y="21463"/>
                  </a:lnTo>
                  <a:lnTo>
                    <a:pt x="1439468" y="29641"/>
                  </a:lnTo>
                  <a:lnTo>
                    <a:pt x="1446733" y="29933"/>
                  </a:lnTo>
                  <a:lnTo>
                    <a:pt x="1453781" y="30073"/>
                  </a:lnTo>
                  <a:lnTo>
                    <a:pt x="1460754" y="29959"/>
                  </a:lnTo>
                  <a:lnTo>
                    <a:pt x="1467840" y="29438"/>
                  </a:lnTo>
                  <a:lnTo>
                    <a:pt x="1471079" y="21297"/>
                  </a:lnTo>
                  <a:close/>
                </a:path>
                <a:path w="2437765" h="222250">
                  <a:moveTo>
                    <a:pt x="1481823" y="1485"/>
                  </a:moveTo>
                  <a:lnTo>
                    <a:pt x="1452562" y="952"/>
                  </a:lnTo>
                  <a:lnTo>
                    <a:pt x="1437830" y="927"/>
                  </a:lnTo>
                  <a:lnTo>
                    <a:pt x="1423301" y="1193"/>
                  </a:lnTo>
                  <a:lnTo>
                    <a:pt x="1424355" y="4737"/>
                  </a:lnTo>
                  <a:lnTo>
                    <a:pt x="1426819" y="7594"/>
                  </a:lnTo>
                  <a:lnTo>
                    <a:pt x="1428927" y="10795"/>
                  </a:lnTo>
                  <a:lnTo>
                    <a:pt x="1476806" y="11036"/>
                  </a:lnTo>
                  <a:lnTo>
                    <a:pt x="1481442" y="5041"/>
                  </a:lnTo>
                  <a:lnTo>
                    <a:pt x="1481823" y="1485"/>
                  </a:lnTo>
                  <a:close/>
                </a:path>
                <a:path w="2437765" h="222250">
                  <a:moveTo>
                    <a:pt x="1683562" y="10325"/>
                  </a:moveTo>
                  <a:lnTo>
                    <a:pt x="1682496" y="10325"/>
                  </a:lnTo>
                  <a:lnTo>
                    <a:pt x="1682140" y="9956"/>
                  </a:lnTo>
                  <a:lnTo>
                    <a:pt x="1677543" y="9588"/>
                  </a:lnTo>
                  <a:lnTo>
                    <a:pt x="1671154" y="8483"/>
                  </a:lnTo>
                  <a:lnTo>
                    <a:pt x="1666900" y="10591"/>
                  </a:lnTo>
                  <a:lnTo>
                    <a:pt x="1672209" y="10972"/>
                  </a:lnTo>
                  <a:lnTo>
                    <a:pt x="1678241" y="11366"/>
                  </a:lnTo>
                  <a:lnTo>
                    <a:pt x="1683562" y="10325"/>
                  </a:lnTo>
                  <a:close/>
                </a:path>
                <a:path w="2437765" h="222250">
                  <a:moveTo>
                    <a:pt x="1727809" y="27216"/>
                  </a:moveTo>
                  <a:lnTo>
                    <a:pt x="1723555" y="26492"/>
                  </a:lnTo>
                  <a:lnTo>
                    <a:pt x="1722145" y="24358"/>
                  </a:lnTo>
                  <a:lnTo>
                    <a:pt x="1716493" y="20777"/>
                  </a:lnTo>
                  <a:lnTo>
                    <a:pt x="1696199" y="20586"/>
                  </a:lnTo>
                  <a:lnTo>
                    <a:pt x="1633855" y="20713"/>
                  </a:lnTo>
                  <a:lnTo>
                    <a:pt x="1629587" y="23164"/>
                  </a:lnTo>
                  <a:lnTo>
                    <a:pt x="1625320" y="25984"/>
                  </a:lnTo>
                  <a:lnTo>
                    <a:pt x="1621751" y="29514"/>
                  </a:lnTo>
                  <a:lnTo>
                    <a:pt x="1622107" y="29870"/>
                  </a:lnTo>
                  <a:lnTo>
                    <a:pt x="1727441" y="30403"/>
                  </a:lnTo>
                  <a:lnTo>
                    <a:pt x="1727809" y="27216"/>
                  </a:lnTo>
                  <a:close/>
                </a:path>
                <a:path w="2437765" h="222250">
                  <a:moveTo>
                    <a:pt x="1747177" y="52146"/>
                  </a:moveTo>
                  <a:lnTo>
                    <a:pt x="1745780" y="47523"/>
                  </a:lnTo>
                  <a:lnTo>
                    <a:pt x="1742262" y="43599"/>
                  </a:lnTo>
                  <a:lnTo>
                    <a:pt x="1738731" y="40043"/>
                  </a:lnTo>
                  <a:lnTo>
                    <a:pt x="1611426" y="39039"/>
                  </a:lnTo>
                  <a:lnTo>
                    <a:pt x="1611426" y="39751"/>
                  </a:lnTo>
                  <a:lnTo>
                    <a:pt x="1608213" y="42570"/>
                  </a:lnTo>
                  <a:lnTo>
                    <a:pt x="1605000" y="46799"/>
                  </a:lnTo>
                  <a:lnTo>
                    <a:pt x="1603565" y="51054"/>
                  </a:lnTo>
                  <a:lnTo>
                    <a:pt x="1747177" y="52146"/>
                  </a:lnTo>
                  <a:close/>
                </a:path>
                <a:path w="2437765" h="222250">
                  <a:moveTo>
                    <a:pt x="1890014" y="736"/>
                  </a:moveTo>
                  <a:lnTo>
                    <a:pt x="1881771" y="1016"/>
                  </a:lnTo>
                  <a:lnTo>
                    <a:pt x="1873605" y="749"/>
                  </a:lnTo>
                  <a:lnTo>
                    <a:pt x="1865566" y="622"/>
                  </a:lnTo>
                  <a:lnTo>
                    <a:pt x="1857730" y="1282"/>
                  </a:lnTo>
                  <a:lnTo>
                    <a:pt x="1863001" y="10528"/>
                  </a:lnTo>
                  <a:lnTo>
                    <a:pt x="1889950" y="11023"/>
                  </a:lnTo>
                  <a:lnTo>
                    <a:pt x="1890014" y="736"/>
                  </a:lnTo>
                  <a:close/>
                </a:path>
                <a:path w="2437765" h="222250">
                  <a:moveTo>
                    <a:pt x="1890166" y="39395"/>
                  </a:moveTo>
                  <a:lnTo>
                    <a:pt x="1885556" y="39370"/>
                  </a:lnTo>
                  <a:lnTo>
                    <a:pt x="1881301" y="39712"/>
                  </a:lnTo>
                  <a:lnTo>
                    <a:pt x="1877047" y="39687"/>
                  </a:lnTo>
                  <a:lnTo>
                    <a:pt x="1876679" y="42519"/>
                  </a:lnTo>
                  <a:lnTo>
                    <a:pt x="1878431" y="45364"/>
                  </a:lnTo>
                  <a:lnTo>
                    <a:pt x="1878418" y="48196"/>
                  </a:lnTo>
                  <a:lnTo>
                    <a:pt x="1879460" y="53530"/>
                  </a:lnTo>
                  <a:lnTo>
                    <a:pt x="1886216" y="50012"/>
                  </a:lnTo>
                  <a:lnTo>
                    <a:pt x="1890102" y="51104"/>
                  </a:lnTo>
                  <a:lnTo>
                    <a:pt x="1890166" y="39395"/>
                  </a:lnTo>
                  <a:close/>
                </a:path>
                <a:path w="2437765" h="222250">
                  <a:moveTo>
                    <a:pt x="1890268" y="20599"/>
                  </a:moveTo>
                  <a:lnTo>
                    <a:pt x="1870405" y="20497"/>
                  </a:lnTo>
                  <a:lnTo>
                    <a:pt x="1868982" y="21551"/>
                  </a:lnTo>
                  <a:lnTo>
                    <a:pt x="1870024" y="24396"/>
                  </a:lnTo>
                  <a:lnTo>
                    <a:pt x="1870367" y="27597"/>
                  </a:lnTo>
                  <a:lnTo>
                    <a:pt x="1872843" y="29730"/>
                  </a:lnTo>
                  <a:lnTo>
                    <a:pt x="1890217" y="29819"/>
                  </a:lnTo>
                  <a:lnTo>
                    <a:pt x="1890268" y="20599"/>
                  </a:lnTo>
                  <a:close/>
                </a:path>
                <a:path w="2437765" h="222250">
                  <a:moveTo>
                    <a:pt x="2158987" y="39712"/>
                  </a:moveTo>
                  <a:lnTo>
                    <a:pt x="2022094" y="39001"/>
                  </a:lnTo>
                  <a:lnTo>
                    <a:pt x="2022030" y="51066"/>
                  </a:lnTo>
                  <a:lnTo>
                    <a:pt x="2158923" y="51765"/>
                  </a:lnTo>
                  <a:lnTo>
                    <a:pt x="2158987" y="39712"/>
                  </a:lnTo>
                  <a:close/>
                </a:path>
                <a:path w="2437765" h="222250">
                  <a:moveTo>
                    <a:pt x="2159076" y="20916"/>
                  </a:moveTo>
                  <a:lnTo>
                    <a:pt x="2022195" y="20218"/>
                  </a:lnTo>
                  <a:lnTo>
                    <a:pt x="2022144" y="29781"/>
                  </a:lnTo>
                  <a:lnTo>
                    <a:pt x="2159025" y="30480"/>
                  </a:lnTo>
                  <a:lnTo>
                    <a:pt x="2159076" y="20916"/>
                  </a:lnTo>
                  <a:close/>
                </a:path>
                <a:path w="2437765" h="222250">
                  <a:moveTo>
                    <a:pt x="2159177" y="698"/>
                  </a:moveTo>
                  <a:lnTo>
                    <a:pt x="2022297" y="0"/>
                  </a:lnTo>
                  <a:lnTo>
                    <a:pt x="2022233" y="11341"/>
                  </a:lnTo>
                  <a:lnTo>
                    <a:pt x="2159127" y="12052"/>
                  </a:lnTo>
                  <a:lnTo>
                    <a:pt x="2159177" y="698"/>
                  </a:lnTo>
                  <a:close/>
                </a:path>
                <a:path w="2437765" h="222250">
                  <a:moveTo>
                    <a:pt x="2399093" y="105130"/>
                  </a:moveTo>
                  <a:lnTo>
                    <a:pt x="2385568" y="69291"/>
                  </a:lnTo>
                  <a:lnTo>
                    <a:pt x="2355773" y="45326"/>
                  </a:lnTo>
                  <a:lnTo>
                    <a:pt x="2326843" y="39725"/>
                  </a:lnTo>
                  <a:lnTo>
                    <a:pt x="2311057" y="39966"/>
                  </a:lnTo>
                  <a:lnTo>
                    <a:pt x="2295512" y="39700"/>
                  </a:lnTo>
                  <a:lnTo>
                    <a:pt x="2295448" y="51396"/>
                  </a:lnTo>
                  <a:lnTo>
                    <a:pt x="2309723" y="51638"/>
                  </a:lnTo>
                  <a:lnTo>
                    <a:pt x="2324303" y="51282"/>
                  </a:lnTo>
                  <a:lnTo>
                    <a:pt x="2338286" y="52120"/>
                  </a:lnTo>
                  <a:lnTo>
                    <a:pt x="2373846" y="73748"/>
                  </a:lnTo>
                  <a:lnTo>
                    <a:pt x="2386546" y="116827"/>
                  </a:lnTo>
                  <a:lnTo>
                    <a:pt x="2382990" y="132930"/>
                  </a:lnTo>
                  <a:lnTo>
                    <a:pt x="2348179" y="166890"/>
                  </a:lnTo>
                  <a:lnTo>
                    <a:pt x="2313698" y="170713"/>
                  </a:lnTo>
                  <a:lnTo>
                    <a:pt x="2295550" y="170561"/>
                  </a:lnTo>
                  <a:lnTo>
                    <a:pt x="2295499" y="182257"/>
                  </a:lnTo>
                  <a:lnTo>
                    <a:pt x="2341829" y="180949"/>
                  </a:lnTo>
                  <a:lnTo>
                    <a:pt x="2383117" y="155816"/>
                  </a:lnTo>
                  <a:lnTo>
                    <a:pt x="2398191" y="123380"/>
                  </a:lnTo>
                  <a:lnTo>
                    <a:pt x="2399093" y="105130"/>
                  </a:lnTo>
                  <a:close/>
                </a:path>
                <a:path w="2437765" h="222250">
                  <a:moveTo>
                    <a:pt x="2417546" y="101676"/>
                  </a:moveTo>
                  <a:lnTo>
                    <a:pt x="2398585" y="55168"/>
                  </a:lnTo>
                  <a:lnTo>
                    <a:pt x="2358009" y="25831"/>
                  </a:lnTo>
                  <a:lnTo>
                    <a:pt x="2327872" y="20802"/>
                  </a:lnTo>
                  <a:lnTo>
                    <a:pt x="2311743" y="20815"/>
                  </a:lnTo>
                  <a:lnTo>
                    <a:pt x="2295614" y="20548"/>
                  </a:lnTo>
                  <a:lnTo>
                    <a:pt x="2295563" y="30480"/>
                  </a:lnTo>
                  <a:lnTo>
                    <a:pt x="2320734" y="30518"/>
                  </a:lnTo>
                  <a:lnTo>
                    <a:pt x="2333053" y="30873"/>
                  </a:lnTo>
                  <a:lnTo>
                    <a:pt x="2382062" y="51219"/>
                  </a:lnTo>
                  <a:lnTo>
                    <a:pt x="2404859" y="86715"/>
                  </a:lnTo>
                  <a:lnTo>
                    <a:pt x="2408237" y="110578"/>
                  </a:lnTo>
                  <a:lnTo>
                    <a:pt x="2405011" y="134061"/>
                  </a:lnTo>
                  <a:lnTo>
                    <a:pt x="2379954" y="172758"/>
                  </a:lnTo>
                  <a:lnTo>
                    <a:pt x="2341105" y="190296"/>
                  </a:lnTo>
                  <a:lnTo>
                    <a:pt x="2318804" y="192201"/>
                  </a:lnTo>
                  <a:lnTo>
                    <a:pt x="2295448" y="191833"/>
                  </a:lnTo>
                  <a:lnTo>
                    <a:pt x="2295398" y="201409"/>
                  </a:lnTo>
                  <a:lnTo>
                    <a:pt x="2334133" y="200812"/>
                  </a:lnTo>
                  <a:lnTo>
                    <a:pt x="2391524" y="175107"/>
                  </a:lnTo>
                  <a:lnTo>
                    <a:pt x="2416302" y="128803"/>
                  </a:lnTo>
                  <a:lnTo>
                    <a:pt x="2417546" y="101676"/>
                  </a:lnTo>
                  <a:close/>
                </a:path>
                <a:path w="2437765" h="222250">
                  <a:moveTo>
                    <a:pt x="2437371" y="126111"/>
                  </a:moveTo>
                  <a:lnTo>
                    <a:pt x="2428621" y="65341"/>
                  </a:lnTo>
                  <a:lnTo>
                    <a:pt x="2388743" y="19113"/>
                  </a:lnTo>
                  <a:lnTo>
                    <a:pt x="2346325" y="2603"/>
                  </a:lnTo>
                  <a:lnTo>
                    <a:pt x="2295715" y="1041"/>
                  </a:lnTo>
                  <a:lnTo>
                    <a:pt x="2295664" y="11684"/>
                  </a:lnTo>
                  <a:lnTo>
                    <a:pt x="2328634" y="11849"/>
                  </a:lnTo>
                  <a:lnTo>
                    <a:pt x="2350236" y="14046"/>
                  </a:lnTo>
                  <a:lnTo>
                    <a:pt x="2388082" y="31559"/>
                  </a:lnTo>
                  <a:lnTo>
                    <a:pt x="2414117" y="61226"/>
                  </a:lnTo>
                  <a:lnTo>
                    <a:pt x="2420861" y="77216"/>
                  </a:lnTo>
                  <a:lnTo>
                    <a:pt x="2422982" y="80060"/>
                  </a:lnTo>
                  <a:lnTo>
                    <a:pt x="2423668" y="83972"/>
                  </a:lnTo>
                  <a:lnTo>
                    <a:pt x="2424709" y="87884"/>
                  </a:lnTo>
                  <a:lnTo>
                    <a:pt x="2427046" y="118427"/>
                  </a:lnTo>
                  <a:lnTo>
                    <a:pt x="2405570" y="173012"/>
                  </a:lnTo>
                  <a:lnTo>
                    <a:pt x="2363495" y="204254"/>
                  </a:lnTo>
                  <a:lnTo>
                    <a:pt x="2319197" y="211035"/>
                  </a:lnTo>
                  <a:lnTo>
                    <a:pt x="2295347" y="210629"/>
                  </a:lnTo>
                  <a:lnTo>
                    <a:pt x="2295296" y="221983"/>
                  </a:lnTo>
                  <a:lnTo>
                    <a:pt x="2346668" y="219659"/>
                  </a:lnTo>
                  <a:lnTo>
                    <a:pt x="2388298" y="203657"/>
                  </a:lnTo>
                  <a:lnTo>
                    <a:pt x="2428887" y="155816"/>
                  </a:lnTo>
                  <a:lnTo>
                    <a:pt x="2437371" y="1261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6875" y="535457"/>
              <a:ext cx="114831" cy="14319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53802" y="556958"/>
              <a:ext cx="81981" cy="1005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144599" y="555878"/>
              <a:ext cx="1872614" cy="15240"/>
            </a:xfrm>
            <a:custGeom>
              <a:avLst/>
              <a:gdLst/>
              <a:ahLst/>
              <a:cxnLst/>
              <a:rect l="l" t="t" r="r" b="b"/>
              <a:pathLst>
                <a:path w="1872615" h="15240">
                  <a:moveTo>
                    <a:pt x="144678" y="1130"/>
                  </a:moveTo>
                  <a:lnTo>
                    <a:pt x="0" y="381"/>
                  </a:lnTo>
                  <a:lnTo>
                    <a:pt x="330" y="3937"/>
                  </a:lnTo>
                  <a:lnTo>
                    <a:pt x="144665" y="4673"/>
                  </a:lnTo>
                  <a:lnTo>
                    <a:pt x="144678" y="1130"/>
                  </a:lnTo>
                  <a:close/>
                </a:path>
                <a:path w="1872615" h="15240">
                  <a:moveTo>
                    <a:pt x="293624" y="1892"/>
                  </a:moveTo>
                  <a:lnTo>
                    <a:pt x="292925" y="825"/>
                  </a:lnTo>
                  <a:lnTo>
                    <a:pt x="273418" y="723"/>
                  </a:lnTo>
                  <a:lnTo>
                    <a:pt x="273354" y="12420"/>
                  </a:lnTo>
                  <a:lnTo>
                    <a:pt x="279387" y="12458"/>
                  </a:lnTo>
                  <a:lnTo>
                    <a:pt x="286118" y="12839"/>
                  </a:lnTo>
                  <a:lnTo>
                    <a:pt x="291807" y="12166"/>
                  </a:lnTo>
                  <a:lnTo>
                    <a:pt x="293624" y="1892"/>
                  </a:lnTo>
                  <a:close/>
                </a:path>
                <a:path w="1872615" h="15240">
                  <a:moveTo>
                    <a:pt x="598919" y="12319"/>
                  </a:moveTo>
                  <a:lnTo>
                    <a:pt x="598576" y="8407"/>
                  </a:lnTo>
                  <a:lnTo>
                    <a:pt x="596468" y="5562"/>
                  </a:lnTo>
                  <a:lnTo>
                    <a:pt x="594715" y="2006"/>
                  </a:lnTo>
                  <a:lnTo>
                    <a:pt x="436549" y="850"/>
                  </a:lnTo>
                  <a:lnTo>
                    <a:pt x="435127" y="1905"/>
                  </a:lnTo>
                  <a:lnTo>
                    <a:pt x="433692" y="5080"/>
                  </a:lnTo>
                  <a:lnTo>
                    <a:pt x="431190" y="8623"/>
                  </a:lnTo>
                  <a:lnTo>
                    <a:pt x="431888" y="12166"/>
                  </a:lnTo>
                  <a:lnTo>
                    <a:pt x="597496" y="13373"/>
                  </a:lnTo>
                  <a:lnTo>
                    <a:pt x="597141" y="12306"/>
                  </a:lnTo>
                  <a:lnTo>
                    <a:pt x="598208" y="12661"/>
                  </a:lnTo>
                  <a:lnTo>
                    <a:pt x="598919" y="12319"/>
                  </a:lnTo>
                  <a:close/>
                </a:path>
                <a:path w="1872615" h="15240">
                  <a:moveTo>
                    <a:pt x="748944" y="9182"/>
                  </a:moveTo>
                  <a:lnTo>
                    <a:pt x="747890" y="6337"/>
                  </a:lnTo>
                  <a:lnTo>
                    <a:pt x="747560" y="3492"/>
                  </a:lnTo>
                  <a:lnTo>
                    <a:pt x="746506" y="1371"/>
                  </a:lnTo>
                  <a:lnTo>
                    <a:pt x="743318" y="990"/>
                  </a:lnTo>
                  <a:lnTo>
                    <a:pt x="740473" y="622"/>
                  </a:lnTo>
                  <a:lnTo>
                    <a:pt x="736930" y="1676"/>
                  </a:lnTo>
                  <a:lnTo>
                    <a:pt x="736892" y="9118"/>
                  </a:lnTo>
                  <a:lnTo>
                    <a:pt x="738644" y="12319"/>
                  </a:lnTo>
                  <a:lnTo>
                    <a:pt x="741832" y="13042"/>
                  </a:lnTo>
                  <a:lnTo>
                    <a:pt x="745731" y="13068"/>
                  </a:lnTo>
                  <a:lnTo>
                    <a:pt x="748931" y="12014"/>
                  </a:lnTo>
                  <a:lnTo>
                    <a:pt x="748944" y="9182"/>
                  </a:lnTo>
                  <a:close/>
                </a:path>
                <a:path w="1872615" h="15240">
                  <a:moveTo>
                    <a:pt x="1172400" y="5676"/>
                  </a:moveTo>
                  <a:lnTo>
                    <a:pt x="1172057" y="1765"/>
                  </a:lnTo>
                  <a:lnTo>
                    <a:pt x="1056106" y="469"/>
                  </a:lnTo>
                  <a:lnTo>
                    <a:pt x="992974" y="1562"/>
                  </a:lnTo>
                  <a:lnTo>
                    <a:pt x="1009256" y="4305"/>
                  </a:lnTo>
                  <a:lnTo>
                    <a:pt x="1025042" y="6515"/>
                  </a:lnTo>
                  <a:lnTo>
                    <a:pt x="1040815" y="8991"/>
                  </a:lnTo>
                  <a:lnTo>
                    <a:pt x="1056398" y="12522"/>
                  </a:lnTo>
                  <a:lnTo>
                    <a:pt x="1169517" y="13462"/>
                  </a:lnTo>
                  <a:lnTo>
                    <a:pt x="1172400" y="5676"/>
                  </a:lnTo>
                  <a:close/>
                </a:path>
                <a:path w="1872615" h="15240">
                  <a:moveTo>
                    <a:pt x="1604010" y="1143"/>
                  </a:moveTo>
                  <a:lnTo>
                    <a:pt x="1601177" y="1473"/>
                  </a:lnTo>
                  <a:lnTo>
                    <a:pt x="1598345" y="749"/>
                  </a:lnTo>
                  <a:lnTo>
                    <a:pt x="1595856" y="1803"/>
                  </a:lnTo>
                  <a:lnTo>
                    <a:pt x="1595843" y="4991"/>
                  </a:lnTo>
                  <a:lnTo>
                    <a:pt x="1597952" y="8204"/>
                  </a:lnTo>
                  <a:lnTo>
                    <a:pt x="1596872" y="11036"/>
                  </a:lnTo>
                  <a:lnTo>
                    <a:pt x="1470621" y="10388"/>
                  </a:lnTo>
                  <a:lnTo>
                    <a:pt x="1466062" y="1498"/>
                  </a:lnTo>
                  <a:lnTo>
                    <a:pt x="1312506" y="0"/>
                  </a:lnTo>
                  <a:lnTo>
                    <a:pt x="1309662" y="3175"/>
                  </a:lnTo>
                  <a:lnTo>
                    <a:pt x="1307503" y="8128"/>
                  </a:lnTo>
                  <a:lnTo>
                    <a:pt x="1306766" y="12738"/>
                  </a:lnTo>
                  <a:lnTo>
                    <a:pt x="1603946" y="14617"/>
                  </a:lnTo>
                  <a:lnTo>
                    <a:pt x="1604010" y="1143"/>
                  </a:lnTo>
                  <a:close/>
                </a:path>
                <a:path w="1872615" h="15240">
                  <a:moveTo>
                    <a:pt x="1872475" y="1447"/>
                  </a:moveTo>
                  <a:lnTo>
                    <a:pt x="1735937" y="749"/>
                  </a:lnTo>
                  <a:lnTo>
                    <a:pt x="1735924" y="4292"/>
                  </a:lnTo>
                  <a:lnTo>
                    <a:pt x="1872462" y="4991"/>
                  </a:lnTo>
                  <a:lnTo>
                    <a:pt x="1872475" y="14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18187" y="555688"/>
              <a:ext cx="93417" cy="10170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939126" y="576757"/>
              <a:ext cx="2275840" cy="163195"/>
            </a:xfrm>
            <a:custGeom>
              <a:avLst/>
              <a:gdLst/>
              <a:ahLst/>
              <a:cxnLst/>
              <a:rect l="l" t="t" r="r" b="b"/>
              <a:pathLst>
                <a:path w="2275840" h="163195">
                  <a:moveTo>
                    <a:pt x="72377" y="1168"/>
                  </a:moveTo>
                  <a:lnTo>
                    <a:pt x="24853" y="927"/>
                  </a:lnTo>
                  <a:lnTo>
                    <a:pt x="20942" y="1968"/>
                  </a:lnTo>
                  <a:lnTo>
                    <a:pt x="17386" y="4076"/>
                  </a:lnTo>
                  <a:lnTo>
                    <a:pt x="13830" y="5486"/>
                  </a:lnTo>
                  <a:lnTo>
                    <a:pt x="6997" y="11595"/>
                  </a:lnTo>
                  <a:lnTo>
                    <a:pt x="2273" y="19126"/>
                  </a:lnTo>
                  <a:lnTo>
                    <a:pt x="0" y="27800"/>
                  </a:lnTo>
                  <a:lnTo>
                    <a:pt x="546" y="37325"/>
                  </a:lnTo>
                  <a:lnTo>
                    <a:pt x="72072" y="59334"/>
                  </a:lnTo>
                  <a:lnTo>
                    <a:pt x="72148" y="45148"/>
                  </a:lnTo>
                  <a:lnTo>
                    <a:pt x="23215" y="44538"/>
                  </a:lnTo>
                  <a:lnTo>
                    <a:pt x="17538" y="42379"/>
                  </a:lnTo>
                  <a:lnTo>
                    <a:pt x="14376" y="36690"/>
                  </a:lnTo>
                  <a:lnTo>
                    <a:pt x="13703" y="31013"/>
                  </a:lnTo>
                  <a:lnTo>
                    <a:pt x="14084" y="25336"/>
                  </a:lnTo>
                  <a:lnTo>
                    <a:pt x="16598" y="18618"/>
                  </a:lnTo>
                  <a:lnTo>
                    <a:pt x="22644" y="16522"/>
                  </a:lnTo>
                  <a:lnTo>
                    <a:pt x="72288" y="16421"/>
                  </a:lnTo>
                  <a:lnTo>
                    <a:pt x="72377" y="1168"/>
                  </a:lnTo>
                  <a:close/>
                </a:path>
                <a:path w="2275840" h="163195">
                  <a:moveTo>
                    <a:pt x="349389" y="129895"/>
                  </a:moveTo>
                  <a:lnTo>
                    <a:pt x="206832" y="129171"/>
                  </a:lnTo>
                  <a:lnTo>
                    <a:pt x="206768" y="140868"/>
                  </a:lnTo>
                  <a:lnTo>
                    <a:pt x="349338" y="141605"/>
                  </a:lnTo>
                  <a:lnTo>
                    <a:pt x="349389" y="129895"/>
                  </a:lnTo>
                  <a:close/>
                </a:path>
                <a:path w="2275840" h="163195">
                  <a:moveTo>
                    <a:pt x="349491" y="111099"/>
                  </a:moveTo>
                  <a:lnTo>
                    <a:pt x="206933" y="110375"/>
                  </a:lnTo>
                  <a:lnTo>
                    <a:pt x="206883" y="120307"/>
                  </a:lnTo>
                  <a:lnTo>
                    <a:pt x="349440" y="121031"/>
                  </a:lnTo>
                  <a:lnTo>
                    <a:pt x="349491" y="111099"/>
                  </a:lnTo>
                  <a:close/>
                </a:path>
                <a:path w="2275840" h="163195">
                  <a:moveTo>
                    <a:pt x="349592" y="89827"/>
                  </a:moveTo>
                  <a:lnTo>
                    <a:pt x="207035" y="89103"/>
                  </a:lnTo>
                  <a:lnTo>
                    <a:pt x="206971" y="101511"/>
                  </a:lnTo>
                  <a:lnTo>
                    <a:pt x="349529" y="102235"/>
                  </a:lnTo>
                  <a:lnTo>
                    <a:pt x="349592" y="89827"/>
                  </a:lnTo>
                  <a:close/>
                </a:path>
                <a:path w="2275840" h="163195">
                  <a:moveTo>
                    <a:pt x="349643" y="149758"/>
                  </a:moveTo>
                  <a:lnTo>
                    <a:pt x="206730" y="149034"/>
                  </a:lnTo>
                  <a:lnTo>
                    <a:pt x="206667" y="162153"/>
                  </a:lnTo>
                  <a:lnTo>
                    <a:pt x="349580" y="162877"/>
                  </a:lnTo>
                  <a:lnTo>
                    <a:pt x="349643" y="149758"/>
                  </a:lnTo>
                  <a:close/>
                </a:path>
                <a:path w="2275840" h="163195">
                  <a:moveTo>
                    <a:pt x="349669" y="75285"/>
                  </a:moveTo>
                  <a:lnTo>
                    <a:pt x="207111" y="74561"/>
                  </a:lnTo>
                  <a:lnTo>
                    <a:pt x="207086" y="80238"/>
                  </a:lnTo>
                  <a:lnTo>
                    <a:pt x="349643" y="80962"/>
                  </a:lnTo>
                  <a:lnTo>
                    <a:pt x="349669" y="75285"/>
                  </a:lnTo>
                  <a:close/>
                </a:path>
                <a:path w="2275840" h="163195">
                  <a:moveTo>
                    <a:pt x="496023" y="27444"/>
                  </a:moveTo>
                  <a:lnTo>
                    <a:pt x="494626" y="23901"/>
                  </a:lnTo>
                  <a:lnTo>
                    <a:pt x="478663" y="23812"/>
                  </a:lnTo>
                  <a:lnTo>
                    <a:pt x="478599" y="36233"/>
                  </a:lnTo>
                  <a:lnTo>
                    <a:pt x="484276" y="35902"/>
                  </a:lnTo>
                  <a:lnTo>
                    <a:pt x="490296" y="36995"/>
                  </a:lnTo>
                  <a:lnTo>
                    <a:pt x="495274" y="35598"/>
                  </a:lnTo>
                  <a:lnTo>
                    <a:pt x="494944" y="31699"/>
                  </a:lnTo>
                  <a:lnTo>
                    <a:pt x="496023" y="27444"/>
                  </a:lnTo>
                  <a:close/>
                </a:path>
                <a:path w="2275840" h="163195">
                  <a:moveTo>
                    <a:pt x="496150" y="2273"/>
                  </a:moveTo>
                  <a:lnTo>
                    <a:pt x="495096" y="1206"/>
                  </a:lnTo>
                  <a:lnTo>
                    <a:pt x="478777" y="1117"/>
                  </a:lnTo>
                  <a:lnTo>
                    <a:pt x="478764" y="5372"/>
                  </a:lnTo>
                  <a:lnTo>
                    <a:pt x="478028" y="10693"/>
                  </a:lnTo>
                  <a:lnTo>
                    <a:pt x="479069" y="14249"/>
                  </a:lnTo>
                  <a:lnTo>
                    <a:pt x="484746" y="14274"/>
                  </a:lnTo>
                  <a:lnTo>
                    <a:pt x="490410" y="15011"/>
                  </a:lnTo>
                  <a:lnTo>
                    <a:pt x="495033" y="13970"/>
                  </a:lnTo>
                  <a:lnTo>
                    <a:pt x="496150" y="2273"/>
                  </a:lnTo>
                  <a:close/>
                </a:path>
                <a:path w="2275840" h="163195">
                  <a:moveTo>
                    <a:pt x="497281" y="58318"/>
                  </a:moveTo>
                  <a:lnTo>
                    <a:pt x="496620" y="51219"/>
                  </a:lnTo>
                  <a:lnTo>
                    <a:pt x="495554" y="49796"/>
                  </a:lnTo>
                  <a:lnTo>
                    <a:pt x="496989" y="47320"/>
                  </a:lnTo>
                  <a:lnTo>
                    <a:pt x="495223" y="45885"/>
                  </a:lnTo>
                  <a:lnTo>
                    <a:pt x="478561" y="45796"/>
                  </a:lnTo>
                  <a:lnTo>
                    <a:pt x="478485" y="58928"/>
                  </a:lnTo>
                  <a:lnTo>
                    <a:pt x="484873" y="58953"/>
                  </a:lnTo>
                  <a:lnTo>
                    <a:pt x="491248" y="59702"/>
                  </a:lnTo>
                  <a:lnTo>
                    <a:pt x="497281" y="58318"/>
                  </a:lnTo>
                  <a:close/>
                </a:path>
                <a:path w="2275840" h="163195">
                  <a:moveTo>
                    <a:pt x="501789" y="79616"/>
                  </a:moveTo>
                  <a:lnTo>
                    <a:pt x="501459" y="75704"/>
                  </a:lnTo>
                  <a:lnTo>
                    <a:pt x="500405" y="72161"/>
                  </a:lnTo>
                  <a:lnTo>
                    <a:pt x="499008" y="68961"/>
                  </a:lnTo>
                  <a:lnTo>
                    <a:pt x="478434" y="68503"/>
                  </a:lnTo>
                  <a:lnTo>
                    <a:pt x="478383" y="80200"/>
                  </a:lnTo>
                  <a:lnTo>
                    <a:pt x="486892" y="79895"/>
                  </a:lnTo>
                  <a:lnTo>
                    <a:pt x="493979" y="80632"/>
                  </a:lnTo>
                  <a:lnTo>
                    <a:pt x="501789" y="79616"/>
                  </a:lnTo>
                  <a:close/>
                </a:path>
                <a:path w="2275840" h="163195">
                  <a:moveTo>
                    <a:pt x="509485" y="100215"/>
                  </a:moveTo>
                  <a:lnTo>
                    <a:pt x="508444" y="96672"/>
                  </a:lnTo>
                  <a:lnTo>
                    <a:pt x="506679" y="93472"/>
                  </a:lnTo>
                  <a:lnTo>
                    <a:pt x="504926" y="89916"/>
                  </a:lnTo>
                  <a:lnTo>
                    <a:pt x="478332" y="89776"/>
                  </a:lnTo>
                  <a:lnTo>
                    <a:pt x="478269" y="101130"/>
                  </a:lnTo>
                  <a:lnTo>
                    <a:pt x="508419" y="101282"/>
                  </a:lnTo>
                  <a:lnTo>
                    <a:pt x="509485" y="100215"/>
                  </a:lnTo>
                  <a:close/>
                </a:path>
                <a:path w="2275840" h="163195">
                  <a:moveTo>
                    <a:pt x="518960" y="119773"/>
                  </a:moveTo>
                  <a:lnTo>
                    <a:pt x="517563" y="116573"/>
                  </a:lnTo>
                  <a:lnTo>
                    <a:pt x="516509" y="112674"/>
                  </a:lnTo>
                  <a:lnTo>
                    <a:pt x="513334" y="110883"/>
                  </a:lnTo>
                  <a:lnTo>
                    <a:pt x="481063" y="111074"/>
                  </a:lnTo>
                  <a:lnTo>
                    <a:pt x="476453" y="111048"/>
                  </a:lnTo>
                  <a:lnTo>
                    <a:pt x="479259" y="117081"/>
                  </a:lnTo>
                  <a:lnTo>
                    <a:pt x="478536" y="120281"/>
                  </a:lnTo>
                  <a:lnTo>
                    <a:pt x="498602" y="120561"/>
                  </a:lnTo>
                  <a:lnTo>
                    <a:pt x="508990" y="120434"/>
                  </a:lnTo>
                  <a:lnTo>
                    <a:pt x="518960" y="119773"/>
                  </a:lnTo>
                  <a:close/>
                </a:path>
                <a:path w="2275840" h="163195">
                  <a:moveTo>
                    <a:pt x="533755" y="140068"/>
                  </a:moveTo>
                  <a:lnTo>
                    <a:pt x="526707" y="130454"/>
                  </a:lnTo>
                  <a:lnTo>
                    <a:pt x="478485" y="129844"/>
                  </a:lnTo>
                  <a:lnTo>
                    <a:pt x="478421" y="140843"/>
                  </a:lnTo>
                  <a:lnTo>
                    <a:pt x="532333" y="140766"/>
                  </a:lnTo>
                  <a:lnTo>
                    <a:pt x="533755" y="140068"/>
                  </a:lnTo>
                  <a:close/>
                </a:path>
                <a:path w="2275840" h="163195">
                  <a:moveTo>
                    <a:pt x="556336" y="161099"/>
                  </a:moveTo>
                  <a:lnTo>
                    <a:pt x="552818" y="157899"/>
                  </a:lnTo>
                  <a:lnTo>
                    <a:pt x="548563" y="155028"/>
                  </a:lnTo>
                  <a:lnTo>
                    <a:pt x="545045" y="150761"/>
                  </a:lnTo>
                  <a:lnTo>
                    <a:pt x="478383" y="150063"/>
                  </a:lnTo>
                  <a:lnTo>
                    <a:pt x="478358" y="153962"/>
                  </a:lnTo>
                  <a:lnTo>
                    <a:pt x="477621" y="158572"/>
                  </a:lnTo>
                  <a:lnTo>
                    <a:pt x="479031" y="161772"/>
                  </a:lnTo>
                  <a:lnTo>
                    <a:pt x="498221" y="162179"/>
                  </a:lnTo>
                  <a:lnTo>
                    <a:pt x="555269" y="162166"/>
                  </a:lnTo>
                  <a:lnTo>
                    <a:pt x="556336" y="161099"/>
                  </a:lnTo>
                  <a:close/>
                </a:path>
                <a:path w="2275840" h="163195">
                  <a:moveTo>
                    <a:pt x="758380" y="111417"/>
                  </a:moveTo>
                  <a:lnTo>
                    <a:pt x="740283" y="110998"/>
                  </a:lnTo>
                  <a:lnTo>
                    <a:pt x="721093" y="110921"/>
                  </a:lnTo>
                  <a:lnTo>
                    <a:pt x="701573" y="111188"/>
                  </a:lnTo>
                  <a:lnTo>
                    <a:pt x="682485" y="111747"/>
                  </a:lnTo>
                  <a:lnTo>
                    <a:pt x="684606" y="113880"/>
                  </a:lnTo>
                  <a:lnTo>
                    <a:pt x="689559" y="115328"/>
                  </a:lnTo>
                  <a:lnTo>
                    <a:pt x="699820" y="119100"/>
                  </a:lnTo>
                  <a:lnTo>
                    <a:pt x="711161" y="120446"/>
                  </a:lnTo>
                  <a:lnTo>
                    <a:pt x="734936" y="120523"/>
                  </a:lnTo>
                  <a:lnTo>
                    <a:pt x="751624" y="116357"/>
                  </a:lnTo>
                  <a:lnTo>
                    <a:pt x="758380" y="111417"/>
                  </a:lnTo>
                  <a:close/>
                </a:path>
                <a:path w="2275840" h="163195">
                  <a:moveTo>
                    <a:pt x="785799" y="90284"/>
                  </a:moveTo>
                  <a:lnTo>
                    <a:pt x="660260" y="89293"/>
                  </a:lnTo>
                  <a:lnTo>
                    <a:pt x="659193" y="90703"/>
                  </a:lnTo>
                  <a:lnTo>
                    <a:pt x="655650" y="88912"/>
                  </a:lnTo>
                  <a:lnTo>
                    <a:pt x="654939" y="90678"/>
                  </a:lnTo>
                  <a:lnTo>
                    <a:pt x="664464" y="100660"/>
                  </a:lnTo>
                  <a:lnTo>
                    <a:pt x="774039" y="101930"/>
                  </a:lnTo>
                  <a:lnTo>
                    <a:pt x="777595" y="98399"/>
                  </a:lnTo>
                  <a:lnTo>
                    <a:pt x="783640" y="95592"/>
                  </a:lnTo>
                  <a:lnTo>
                    <a:pt x="785799" y="90284"/>
                  </a:lnTo>
                  <a:close/>
                </a:path>
                <a:path w="2275840" h="163195">
                  <a:moveTo>
                    <a:pt x="799376" y="69075"/>
                  </a:moveTo>
                  <a:lnTo>
                    <a:pt x="642289" y="67919"/>
                  </a:lnTo>
                  <a:lnTo>
                    <a:pt x="642277" y="68630"/>
                  </a:lnTo>
                  <a:lnTo>
                    <a:pt x="639445" y="69672"/>
                  </a:lnTo>
                  <a:lnTo>
                    <a:pt x="643331" y="72174"/>
                  </a:lnTo>
                  <a:lnTo>
                    <a:pt x="642251" y="74650"/>
                  </a:lnTo>
                  <a:lnTo>
                    <a:pt x="644017" y="75374"/>
                  </a:lnTo>
                  <a:lnTo>
                    <a:pt x="645071" y="78219"/>
                  </a:lnTo>
                  <a:lnTo>
                    <a:pt x="646836" y="79997"/>
                  </a:lnTo>
                  <a:lnTo>
                    <a:pt x="736549" y="80454"/>
                  </a:lnTo>
                  <a:lnTo>
                    <a:pt x="793292" y="80391"/>
                  </a:lnTo>
                  <a:lnTo>
                    <a:pt x="796150" y="77571"/>
                  </a:lnTo>
                  <a:lnTo>
                    <a:pt x="798652" y="72974"/>
                  </a:lnTo>
                  <a:lnTo>
                    <a:pt x="799376" y="69075"/>
                  </a:lnTo>
                  <a:close/>
                </a:path>
                <a:path w="2275840" h="163195">
                  <a:moveTo>
                    <a:pt x="807656" y="46418"/>
                  </a:moveTo>
                  <a:lnTo>
                    <a:pt x="758367" y="45110"/>
                  </a:lnTo>
                  <a:lnTo>
                    <a:pt x="634961" y="44831"/>
                  </a:lnTo>
                  <a:lnTo>
                    <a:pt x="632815" y="46596"/>
                  </a:lnTo>
                  <a:lnTo>
                    <a:pt x="633857" y="50495"/>
                  </a:lnTo>
                  <a:lnTo>
                    <a:pt x="634199" y="54749"/>
                  </a:lnTo>
                  <a:lnTo>
                    <a:pt x="636308" y="58661"/>
                  </a:lnTo>
                  <a:lnTo>
                    <a:pt x="803338" y="59524"/>
                  </a:lnTo>
                  <a:lnTo>
                    <a:pt x="806183" y="56349"/>
                  </a:lnTo>
                  <a:lnTo>
                    <a:pt x="807275" y="51028"/>
                  </a:lnTo>
                  <a:lnTo>
                    <a:pt x="807656" y="46418"/>
                  </a:lnTo>
                  <a:close/>
                </a:path>
                <a:path w="2275840" h="163195">
                  <a:moveTo>
                    <a:pt x="810577" y="28702"/>
                  </a:moveTo>
                  <a:lnTo>
                    <a:pt x="809536" y="25158"/>
                  </a:lnTo>
                  <a:lnTo>
                    <a:pt x="631164" y="23533"/>
                  </a:lnTo>
                  <a:lnTo>
                    <a:pt x="630085" y="27432"/>
                  </a:lnTo>
                  <a:lnTo>
                    <a:pt x="630059" y="32397"/>
                  </a:lnTo>
                  <a:lnTo>
                    <a:pt x="631101" y="36296"/>
                  </a:lnTo>
                  <a:lnTo>
                    <a:pt x="809472" y="37211"/>
                  </a:lnTo>
                  <a:lnTo>
                    <a:pt x="810552" y="33667"/>
                  </a:lnTo>
                  <a:lnTo>
                    <a:pt x="810577" y="28702"/>
                  </a:lnTo>
                  <a:close/>
                </a:path>
                <a:path w="2275840" h="163195">
                  <a:moveTo>
                    <a:pt x="810679" y="10617"/>
                  </a:moveTo>
                  <a:lnTo>
                    <a:pt x="808570" y="6350"/>
                  </a:lnTo>
                  <a:lnTo>
                    <a:pt x="807529" y="1739"/>
                  </a:lnTo>
                  <a:lnTo>
                    <a:pt x="634123" y="139"/>
                  </a:lnTo>
                  <a:lnTo>
                    <a:pt x="633044" y="1905"/>
                  </a:lnTo>
                  <a:lnTo>
                    <a:pt x="630516" y="11112"/>
                  </a:lnTo>
                  <a:lnTo>
                    <a:pt x="631913" y="15024"/>
                  </a:lnTo>
                  <a:lnTo>
                    <a:pt x="809586" y="15925"/>
                  </a:lnTo>
                  <a:lnTo>
                    <a:pt x="810679" y="10617"/>
                  </a:lnTo>
                  <a:close/>
                </a:path>
                <a:path w="2275840" h="163195">
                  <a:moveTo>
                    <a:pt x="951420" y="90068"/>
                  </a:moveTo>
                  <a:lnTo>
                    <a:pt x="946099" y="90398"/>
                  </a:lnTo>
                  <a:lnTo>
                    <a:pt x="940066" y="89306"/>
                  </a:lnTo>
                  <a:lnTo>
                    <a:pt x="935101" y="90690"/>
                  </a:lnTo>
                  <a:lnTo>
                    <a:pt x="930795" y="100952"/>
                  </a:lnTo>
                  <a:lnTo>
                    <a:pt x="936802" y="103111"/>
                  </a:lnTo>
                  <a:lnTo>
                    <a:pt x="944613" y="101739"/>
                  </a:lnTo>
                  <a:lnTo>
                    <a:pt x="951357" y="102120"/>
                  </a:lnTo>
                  <a:lnTo>
                    <a:pt x="951420" y="90068"/>
                  </a:lnTo>
                  <a:close/>
                </a:path>
                <a:path w="2275840" h="163195">
                  <a:moveTo>
                    <a:pt x="954849" y="113487"/>
                  </a:moveTo>
                  <a:lnTo>
                    <a:pt x="952373" y="111709"/>
                  </a:lnTo>
                  <a:lnTo>
                    <a:pt x="927900" y="111226"/>
                  </a:lnTo>
                  <a:lnTo>
                    <a:pt x="923645" y="112268"/>
                  </a:lnTo>
                  <a:lnTo>
                    <a:pt x="922909" y="116878"/>
                  </a:lnTo>
                  <a:lnTo>
                    <a:pt x="921118" y="120408"/>
                  </a:lnTo>
                  <a:lnTo>
                    <a:pt x="953744" y="120929"/>
                  </a:lnTo>
                  <a:lnTo>
                    <a:pt x="954849" y="113487"/>
                  </a:lnTo>
                  <a:close/>
                </a:path>
                <a:path w="2275840" h="163195">
                  <a:moveTo>
                    <a:pt x="962152" y="140487"/>
                  </a:moveTo>
                  <a:lnTo>
                    <a:pt x="961110" y="136931"/>
                  </a:lnTo>
                  <a:lnTo>
                    <a:pt x="958989" y="133731"/>
                  </a:lnTo>
                  <a:lnTo>
                    <a:pt x="957592" y="130530"/>
                  </a:lnTo>
                  <a:lnTo>
                    <a:pt x="914679" y="129946"/>
                  </a:lnTo>
                  <a:lnTo>
                    <a:pt x="911834" y="133134"/>
                  </a:lnTo>
                  <a:lnTo>
                    <a:pt x="908265" y="136664"/>
                  </a:lnTo>
                  <a:lnTo>
                    <a:pt x="906119" y="140550"/>
                  </a:lnTo>
                  <a:lnTo>
                    <a:pt x="957897" y="141173"/>
                  </a:lnTo>
                  <a:lnTo>
                    <a:pt x="962152" y="140487"/>
                  </a:lnTo>
                  <a:close/>
                </a:path>
                <a:path w="2275840" h="163195">
                  <a:moveTo>
                    <a:pt x="963866" y="14236"/>
                  </a:moveTo>
                  <a:lnTo>
                    <a:pt x="962469" y="9982"/>
                  </a:lnTo>
                  <a:lnTo>
                    <a:pt x="959650" y="5702"/>
                  </a:lnTo>
                  <a:lnTo>
                    <a:pt x="957541" y="1435"/>
                  </a:lnTo>
                  <a:lnTo>
                    <a:pt x="953643" y="1778"/>
                  </a:lnTo>
                  <a:lnTo>
                    <a:pt x="949032" y="1041"/>
                  </a:lnTo>
                  <a:lnTo>
                    <a:pt x="945121" y="2082"/>
                  </a:lnTo>
                  <a:lnTo>
                    <a:pt x="945108" y="5981"/>
                  </a:lnTo>
                  <a:lnTo>
                    <a:pt x="944727" y="10591"/>
                  </a:lnTo>
                  <a:lnTo>
                    <a:pt x="946124" y="14147"/>
                  </a:lnTo>
                  <a:lnTo>
                    <a:pt x="958189" y="14922"/>
                  </a:lnTo>
                  <a:lnTo>
                    <a:pt x="963866" y="14236"/>
                  </a:lnTo>
                  <a:close/>
                </a:path>
                <a:path w="2275840" h="163195">
                  <a:moveTo>
                    <a:pt x="978357" y="161493"/>
                  </a:moveTo>
                  <a:lnTo>
                    <a:pt x="969543" y="150799"/>
                  </a:lnTo>
                  <a:lnTo>
                    <a:pt x="896493" y="150075"/>
                  </a:lnTo>
                  <a:lnTo>
                    <a:pt x="892225" y="153593"/>
                  </a:lnTo>
                  <a:lnTo>
                    <a:pt x="887590" y="158178"/>
                  </a:lnTo>
                  <a:lnTo>
                    <a:pt x="883666" y="161709"/>
                  </a:lnTo>
                  <a:lnTo>
                    <a:pt x="966647" y="162496"/>
                  </a:lnTo>
                  <a:lnTo>
                    <a:pt x="970902" y="162864"/>
                  </a:lnTo>
                  <a:lnTo>
                    <a:pt x="974801" y="162534"/>
                  </a:lnTo>
                  <a:lnTo>
                    <a:pt x="978357" y="161493"/>
                  </a:lnTo>
                  <a:close/>
                </a:path>
                <a:path w="2275840" h="163195">
                  <a:moveTo>
                    <a:pt x="985024" y="35623"/>
                  </a:moveTo>
                  <a:lnTo>
                    <a:pt x="980795" y="31343"/>
                  </a:lnTo>
                  <a:lnTo>
                    <a:pt x="976896" y="29552"/>
                  </a:lnTo>
                  <a:lnTo>
                    <a:pt x="972667" y="24561"/>
                  </a:lnTo>
                  <a:lnTo>
                    <a:pt x="966063" y="24142"/>
                  </a:lnTo>
                  <a:lnTo>
                    <a:pt x="959243" y="24015"/>
                  </a:lnTo>
                  <a:lnTo>
                    <a:pt x="952474" y="24218"/>
                  </a:lnTo>
                  <a:lnTo>
                    <a:pt x="946073" y="24790"/>
                  </a:lnTo>
                  <a:lnTo>
                    <a:pt x="945692" y="28689"/>
                  </a:lnTo>
                  <a:lnTo>
                    <a:pt x="945680" y="32588"/>
                  </a:lnTo>
                  <a:lnTo>
                    <a:pt x="946010" y="36842"/>
                  </a:lnTo>
                  <a:lnTo>
                    <a:pt x="955890" y="36931"/>
                  </a:lnTo>
                  <a:lnTo>
                    <a:pt x="966050" y="37172"/>
                  </a:lnTo>
                  <a:lnTo>
                    <a:pt x="975931" y="36957"/>
                  </a:lnTo>
                  <a:lnTo>
                    <a:pt x="985024" y="35623"/>
                  </a:lnTo>
                  <a:close/>
                </a:path>
                <a:path w="2275840" h="163195">
                  <a:moveTo>
                    <a:pt x="1042009" y="58610"/>
                  </a:moveTo>
                  <a:lnTo>
                    <a:pt x="1024039" y="53340"/>
                  </a:lnTo>
                  <a:lnTo>
                    <a:pt x="1015212" y="50355"/>
                  </a:lnTo>
                  <a:lnTo>
                    <a:pt x="1006602" y="46723"/>
                  </a:lnTo>
                  <a:lnTo>
                    <a:pt x="944549" y="45707"/>
                  </a:lnTo>
                  <a:lnTo>
                    <a:pt x="944524" y="50317"/>
                  </a:lnTo>
                  <a:lnTo>
                    <a:pt x="942733" y="55270"/>
                  </a:lnTo>
                  <a:lnTo>
                    <a:pt x="944473" y="59182"/>
                  </a:lnTo>
                  <a:lnTo>
                    <a:pt x="993762" y="59296"/>
                  </a:lnTo>
                  <a:lnTo>
                    <a:pt x="1018082" y="59105"/>
                  </a:lnTo>
                  <a:lnTo>
                    <a:pt x="1042009" y="58610"/>
                  </a:lnTo>
                  <a:close/>
                </a:path>
                <a:path w="2275840" h="163195">
                  <a:moveTo>
                    <a:pt x="1156449" y="79768"/>
                  </a:moveTo>
                  <a:lnTo>
                    <a:pt x="1145692" y="77597"/>
                  </a:lnTo>
                  <a:lnTo>
                    <a:pt x="1123797" y="73926"/>
                  </a:lnTo>
                  <a:lnTo>
                    <a:pt x="1112862" y="71742"/>
                  </a:lnTo>
                  <a:lnTo>
                    <a:pt x="1104722" y="70637"/>
                  </a:lnTo>
                  <a:lnTo>
                    <a:pt x="1097280" y="67767"/>
                  </a:lnTo>
                  <a:lnTo>
                    <a:pt x="1088415" y="68427"/>
                  </a:lnTo>
                  <a:lnTo>
                    <a:pt x="1088415" y="68783"/>
                  </a:lnTo>
                  <a:lnTo>
                    <a:pt x="942657" y="68389"/>
                  </a:lnTo>
                  <a:lnTo>
                    <a:pt x="939457" y="70853"/>
                  </a:lnTo>
                  <a:lnTo>
                    <a:pt x="939787" y="75463"/>
                  </a:lnTo>
                  <a:lnTo>
                    <a:pt x="939063" y="79362"/>
                  </a:lnTo>
                  <a:lnTo>
                    <a:pt x="939761" y="80429"/>
                  </a:lnTo>
                  <a:lnTo>
                    <a:pt x="951115" y="80492"/>
                  </a:lnTo>
                  <a:lnTo>
                    <a:pt x="951141" y="75171"/>
                  </a:lnTo>
                  <a:lnTo>
                    <a:pt x="1097597" y="75920"/>
                  </a:lnTo>
                  <a:lnTo>
                    <a:pt x="1098308" y="74853"/>
                  </a:lnTo>
                  <a:lnTo>
                    <a:pt x="1116749" y="75311"/>
                  </a:lnTo>
                  <a:lnTo>
                    <a:pt x="1118146" y="79921"/>
                  </a:lnTo>
                  <a:lnTo>
                    <a:pt x="1127417" y="80327"/>
                  </a:lnTo>
                  <a:lnTo>
                    <a:pt x="1137285" y="80378"/>
                  </a:lnTo>
                  <a:lnTo>
                    <a:pt x="1156449" y="79768"/>
                  </a:lnTo>
                  <a:close/>
                </a:path>
                <a:path w="2275840" h="163195">
                  <a:moveTo>
                    <a:pt x="1190942" y="130657"/>
                  </a:moveTo>
                  <a:lnTo>
                    <a:pt x="1183855" y="130263"/>
                  </a:lnTo>
                  <a:lnTo>
                    <a:pt x="1174991" y="129870"/>
                  </a:lnTo>
                  <a:lnTo>
                    <a:pt x="1168247" y="130543"/>
                  </a:lnTo>
                  <a:lnTo>
                    <a:pt x="1174267" y="132702"/>
                  </a:lnTo>
                  <a:lnTo>
                    <a:pt x="1182065" y="131673"/>
                  </a:lnTo>
                  <a:lnTo>
                    <a:pt x="1188453" y="131711"/>
                  </a:lnTo>
                  <a:lnTo>
                    <a:pt x="1190942" y="130657"/>
                  </a:lnTo>
                  <a:close/>
                </a:path>
                <a:path w="2275840" h="163195">
                  <a:moveTo>
                    <a:pt x="1219822" y="101015"/>
                  </a:moveTo>
                  <a:lnTo>
                    <a:pt x="1218425" y="95681"/>
                  </a:lnTo>
                  <a:lnTo>
                    <a:pt x="1208519" y="91033"/>
                  </a:lnTo>
                  <a:lnTo>
                    <a:pt x="1156754" y="89700"/>
                  </a:lnTo>
                  <a:lnTo>
                    <a:pt x="1147279" y="89928"/>
                  </a:lnTo>
                  <a:lnTo>
                    <a:pt x="1128217" y="89954"/>
                  </a:lnTo>
                  <a:lnTo>
                    <a:pt x="1119149" y="90563"/>
                  </a:lnTo>
                  <a:lnTo>
                    <a:pt x="1119492" y="94475"/>
                  </a:lnTo>
                  <a:lnTo>
                    <a:pt x="1120533" y="98031"/>
                  </a:lnTo>
                  <a:lnTo>
                    <a:pt x="1122286" y="101231"/>
                  </a:lnTo>
                  <a:lnTo>
                    <a:pt x="1171308" y="101663"/>
                  </a:lnTo>
                  <a:lnTo>
                    <a:pt x="1195590" y="101511"/>
                  </a:lnTo>
                  <a:lnTo>
                    <a:pt x="1219822" y="101015"/>
                  </a:lnTo>
                  <a:close/>
                </a:path>
                <a:path w="2275840" h="163195">
                  <a:moveTo>
                    <a:pt x="1221879" y="115214"/>
                  </a:moveTo>
                  <a:lnTo>
                    <a:pt x="1220825" y="111302"/>
                  </a:lnTo>
                  <a:lnTo>
                    <a:pt x="1135011" y="110515"/>
                  </a:lnTo>
                  <a:lnTo>
                    <a:pt x="1133233" y="111925"/>
                  </a:lnTo>
                  <a:lnTo>
                    <a:pt x="1131824" y="110845"/>
                  </a:lnTo>
                  <a:lnTo>
                    <a:pt x="1129334" y="111899"/>
                  </a:lnTo>
                  <a:lnTo>
                    <a:pt x="1130376" y="115455"/>
                  </a:lnTo>
                  <a:lnTo>
                    <a:pt x="1134630" y="116535"/>
                  </a:lnTo>
                  <a:lnTo>
                    <a:pt x="1136738" y="119735"/>
                  </a:lnTo>
                  <a:lnTo>
                    <a:pt x="1215110" y="120853"/>
                  </a:lnTo>
                  <a:lnTo>
                    <a:pt x="1217955" y="119087"/>
                  </a:lnTo>
                  <a:lnTo>
                    <a:pt x="1221879" y="115214"/>
                  </a:lnTo>
                  <a:close/>
                </a:path>
                <a:path w="2275840" h="163195">
                  <a:moveTo>
                    <a:pt x="1374482" y="24142"/>
                  </a:moveTo>
                  <a:lnTo>
                    <a:pt x="1350721" y="24015"/>
                  </a:lnTo>
                  <a:lnTo>
                    <a:pt x="1347876" y="25069"/>
                  </a:lnTo>
                  <a:lnTo>
                    <a:pt x="1344688" y="23634"/>
                  </a:lnTo>
                  <a:lnTo>
                    <a:pt x="1341843" y="25031"/>
                  </a:lnTo>
                  <a:lnTo>
                    <a:pt x="1346085" y="27901"/>
                  </a:lnTo>
                  <a:lnTo>
                    <a:pt x="1348193" y="33223"/>
                  </a:lnTo>
                  <a:lnTo>
                    <a:pt x="1352435" y="36080"/>
                  </a:lnTo>
                  <a:lnTo>
                    <a:pt x="1374419" y="36550"/>
                  </a:lnTo>
                  <a:lnTo>
                    <a:pt x="1374482" y="24142"/>
                  </a:lnTo>
                  <a:close/>
                </a:path>
                <a:path w="2275840" h="163195">
                  <a:moveTo>
                    <a:pt x="1374597" y="1803"/>
                  </a:moveTo>
                  <a:lnTo>
                    <a:pt x="1355636" y="1473"/>
                  </a:lnTo>
                  <a:lnTo>
                    <a:pt x="1337271" y="1308"/>
                  </a:lnTo>
                  <a:lnTo>
                    <a:pt x="1319034" y="1473"/>
                  </a:lnTo>
                  <a:lnTo>
                    <a:pt x="1300467" y="2133"/>
                  </a:lnTo>
                  <a:lnTo>
                    <a:pt x="1306830" y="4940"/>
                  </a:lnTo>
                  <a:lnTo>
                    <a:pt x="1325587" y="13957"/>
                  </a:lnTo>
                  <a:lnTo>
                    <a:pt x="1374521" y="14922"/>
                  </a:lnTo>
                  <a:lnTo>
                    <a:pt x="1374571" y="5702"/>
                  </a:lnTo>
                  <a:lnTo>
                    <a:pt x="1374597" y="1803"/>
                  </a:lnTo>
                  <a:close/>
                </a:path>
                <a:path w="2275840" h="163195">
                  <a:moveTo>
                    <a:pt x="1376451" y="54292"/>
                  </a:moveTo>
                  <a:lnTo>
                    <a:pt x="1374343" y="50736"/>
                  </a:lnTo>
                  <a:lnTo>
                    <a:pt x="1374368" y="46482"/>
                  </a:lnTo>
                  <a:lnTo>
                    <a:pt x="1369758" y="46101"/>
                  </a:lnTo>
                  <a:lnTo>
                    <a:pt x="1364081" y="46075"/>
                  </a:lnTo>
                  <a:lnTo>
                    <a:pt x="1359471" y="46405"/>
                  </a:lnTo>
                  <a:lnTo>
                    <a:pt x="1360512" y="50673"/>
                  </a:lnTo>
                  <a:lnTo>
                    <a:pt x="1362265" y="54927"/>
                  </a:lnTo>
                  <a:lnTo>
                    <a:pt x="1364373" y="58839"/>
                  </a:lnTo>
                  <a:lnTo>
                    <a:pt x="1368272" y="59220"/>
                  </a:lnTo>
                  <a:lnTo>
                    <a:pt x="1372527" y="59588"/>
                  </a:lnTo>
                  <a:lnTo>
                    <a:pt x="1375714" y="58547"/>
                  </a:lnTo>
                  <a:lnTo>
                    <a:pt x="1376451" y="54292"/>
                  </a:lnTo>
                  <a:close/>
                </a:path>
                <a:path w="2275840" h="163195">
                  <a:moveTo>
                    <a:pt x="1380223" y="80200"/>
                  </a:moveTo>
                  <a:lnTo>
                    <a:pt x="1378496" y="71678"/>
                  </a:lnTo>
                  <a:lnTo>
                    <a:pt x="1377099" y="67068"/>
                  </a:lnTo>
                  <a:lnTo>
                    <a:pt x="1370698" y="69507"/>
                  </a:lnTo>
                  <a:lnTo>
                    <a:pt x="1366799" y="68783"/>
                  </a:lnTo>
                  <a:lnTo>
                    <a:pt x="1365008" y="72682"/>
                  </a:lnTo>
                  <a:lnTo>
                    <a:pt x="1368183" y="75882"/>
                  </a:lnTo>
                  <a:lnTo>
                    <a:pt x="1367091" y="80492"/>
                  </a:lnTo>
                  <a:lnTo>
                    <a:pt x="1380223" y="80200"/>
                  </a:lnTo>
                  <a:close/>
                </a:path>
                <a:path w="2275840" h="163195">
                  <a:moveTo>
                    <a:pt x="1387208" y="100812"/>
                  </a:moveTo>
                  <a:lnTo>
                    <a:pt x="1385112" y="94767"/>
                  </a:lnTo>
                  <a:lnTo>
                    <a:pt x="1383360" y="90500"/>
                  </a:lnTo>
                  <a:lnTo>
                    <a:pt x="1378750" y="89763"/>
                  </a:lnTo>
                  <a:lnTo>
                    <a:pt x="1372019" y="89738"/>
                  </a:lnTo>
                  <a:lnTo>
                    <a:pt x="1367040" y="90424"/>
                  </a:lnTo>
                  <a:lnTo>
                    <a:pt x="1367383" y="94322"/>
                  </a:lnTo>
                  <a:lnTo>
                    <a:pt x="1365237" y="97853"/>
                  </a:lnTo>
                  <a:lnTo>
                    <a:pt x="1366634" y="101765"/>
                  </a:lnTo>
                  <a:lnTo>
                    <a:pt x="1385785" y="101866"/>
                  </a:lnTo>
                  <a:lnTo>
                    <a:pt x="1387208" y="100812"/>
                  </a:lnTo>
                  <a:close/>
                </a:path>
                <a:path w="2275840" h="163195">
                  <a:moveTo>
                    <a:pt x="1396682" y="120002"/>
                  </a:moveTo>
                  <a:lnTo>
                    <a:pt x="1395285" y="117157"/>
                  </a:lnTo>
                  <a:lnTo>
                    <a:pt x="1393875" y="113957"/>
                  </a:lnTo>
                  <a:lnTo>
                    <a:pt x="1391767" y="111467"/>
                  </a:lnTo>
                  <a:lnTo>
                    <a:pt x="1377657" y="111226"/>
                  </a:lnTo>
                  <a:lnTo>
                    <a:pt x="1370711" y="111366"/>
                  </a:lnTo>
                  <a:lnTo>
                    <a:pt x="1364094" y="112039"/>
                  </a:lnTo>
                  <a:lnTo>
                    <a:pt x="1363726" y="114871"/>
                  </a:lnTo>
                  <a:lnTo>
                    <a:pt x="1361236" y="117348"/>
                  </a:lnTo>
                  <a:lnTo>
                    <a:pt x="1362278" y="120535"/>
                  </a:lnTo>
                  <a:lnTo>
                    <a:pt x="1370736" y="120827"/>
                  </a:lnTo>
                  <a:lnTo>
                    <a:pt x="1379474" y="120942"/>
                  </a:lnTo>
                  <a:lnTo>
                    <a:pt x="1388211" y="120726"/>
                  </a:lnTo>
                  <a:lnTo>
                    <a:pt x="1396682" y="120002"/>
                  </a:lnTo>
                  <a:close/>
                </a:path>
                <a:path w="2275840" h="163195">
                  <a:moveTo>
                    <a:pt x="1411122" y="140296"/>
                  </a:moveTo>
                  <a:lnTo>
                    <a:pt x="1403718" y="130683"/>
                  </a:lnTo>
                  <a:lnTo>
                    <a:pt x="1358341" y="130098"/>
                  </a:lnTo>
                  <a:lnTo>
                    <a:pt x="1355839" y="133273"/>
                  </a:lnTo>
                  <a:lnTo>
                    <a:pt x="1354035" y="137160"/>
                  </a:lnTo>
                  <a:lnTo>
                    <a:pt x="1352600" y="140703"/>
                  </a:lnTo>
                  <a:lnTo>
                    <a:pt x="1366913" y="141185"/>
                  </a:lnTo>
                  <a:lnTo>
                    <a:pt x="1381493" y="141389"/>
                  </a:lnTo>
                  <a:lnTo>
                    <a:pt x="1396085" y="141325"/>
                  </a:lnTo>
                  <a:lnTo>
                    <a:pt x="1410411" y="140995"/>
                  </a:lnTo>
                  <a:lnTo>
                    <a:pt x="1411122" y="140296"/>
                  </a:lnTo>
                  <a:close/>
                </a:path>
                <a:path w="2275840" h="163195">
                  <a:moveTo>
                    <a:pt x="1432293" y="161683"/>
                  </a:moveTo>
                  <a:lnTo>
                    <a:pt x="1429118" y="157403"/>
                  </a:lnTo>
                  <a:lnTo>
                    <a:pt x="1424520" y="155613"/>
                  </a:lnTo>
                  <a:lnTo>
                    <a:pt x="1421003" y="150977"/>
                  </a:lnTo>
                  <a:lnTo>
                    <a:pt x="1346174" y="150241"/>
                  </a:lnTo>
                  <a:lnTo>
                    <a:pt x="1342605" y="153060"/>
                  </a:lnTo>
                  <a:lnTo>
                    <a:pt x="1339392" y="158013"/>
                  </a:lnTo>
                  <a:lnTo>
                    <a:pt x="1336179" y="161899"/>
                  </a:lnTo>
                  <a:lnTo>
                    <a:pt x="1337602" y="162255"/>
                  </a:lnTo>
                  <a:lnTo>
                    <a:pt x="1429448" y="162369"/>
                  </a:lnTo>
                  <a:lnTo>
                    <a:pt x="1432293" y="161683"/>
                  </a:lnTo>
                  <a:close/>
                </a:path>
                <a:path w="2275840" h="163195">
                  <a:moveTo>
                    <a:pt x="1634693" y="112001"/>
                  </a:moveTo>
                  <a:lnTo>
                    <a:pt x="1634337" y="111645"/>
                  </a:lnTo>
                  <a:lnTo>
                    <a:pt x="1593278" y="110998"/>
                  </a:lnTo>
                  <a:lnTo>
                    <a:pt x="1572793" y="111137"/>
                  </a:lnTo>
                  <a:lnTo>
                    <a:pt x="1552765" y="111937"/>
                  </a:lnTo>
                  <a:lnTo>
                    <a:pt x="1557007" y="116217"/>
                  </a:lnTo>
                  <a:lnTo>
                    <a:pt x="1563027" y="118021"/>
                  </a:lnTo>
                  <a:lnTo>
                    <a:pt x="1568678" y="120523"/>
                  </a:lnTo>
                  <a:lnTo>
                    <a:pt x="1616913" y="120777"/>
                  </a:lnTo>
                  <a:lnTo>
                    <a:pt x="1623301" y="119392"/>
                  </a:lnTo>
                  <a:lnTo>
                    <a:pt x="1629346" y="115874"/>
                  </a:lnTo>
                  <a:lnTo>
                    <a:pt x="1634693" y="112001"/>
                  </a:lnTo>
                  <a:close/>
                </a:path>
                <a:path w="2275840" h="163195">
                  <a:moveTo>
                    <a:pt x="1658556" y="90843"/>
                  </a:moveTo>
                  <a:lnTo>
                    <a:pt x="1658200" y="90487"/>
                  </a:lnTo>
                  <a:lnTo>
                    <a:pt x="1532674" y="89496"/>
                  </a:lnTo>
                  <a:lnTo>
                    <a:pt x="1531950" y="90551"/>
                  </a:lnTo>
                  <a:lnTo>
                    <a:pt x="1530540" y="90195"/>
                  </a:lnTo>
                  <a:lnTo>
                    <a:pt x="1529473" y="90538"/>
                  </a:lnTo>
                  <a:lnTo>
                    <a:pt x="1531569" y="95516"/>
                  </a:lnTo>
                  <a:lnTo>
                    <a:pt x="1535112" y="97663"/>
                  </a:lnTo>
                  <a:lnTo>
                    <a:pt x="1538630" y="101574"/>
                  </a:lnTo>
                  <a:lnTo>
                    <a:pt x="1648218" y="102133"/>
                  </a:lnTo>
                  <a:lnTo>
                    <a:pt x="1652130" y="99326"/>
                  </a:lnTo>
                  <a:lnTo>
                    <a:pt x="1655343" y="94729"/>
                  </a:lnTo>
                  <a:lnTo>
                    <a:pt x="1658556" y="90843"/>
                  </a:lnTo>
                  <a:close/>
                </a:path>
                <a:path w="2275840" h="163195">
                  <a:moveTo>
                    <a:pt x="1671408" y="73177"/>
                  </a:moveTo>
                  <a:lnTo>
                    <a:pt x="1671078" y="68922"/>
                  </a:lnTo>
                  <a:lnTo>
                    <a:pt x="1516468" y="68135"/>
                  </a:lnTo>
                  <a:lnTo>
                    <a:pt x="1513967" y="70243"/>
                  </a:lnTo>
                  <a:lnTo>
                    <a:pt x="1518221" y="72034"/>
                  </a:lnTo>
                  <a:lnTo>
                    <a:pt x="1517142" y="74866"/>
                  </a:lnTo>
                  <a:lnTo>
                    <a:pt x="1519262" y="75590"/>
                  </a:lnTo>
                  <a:lnTo>
                    <a:pt x="1520317" y="78435"/>
                  </a:lnTo>
                  <a:lnTo>
                    <a:pt x="1521726" y="80213"/>
                  </a:lnTo>
                  <a:lnTo>
                    <a:pt x="1665693" y="80949"/>
                  </a:lnTo>
                  <a:lnTo>
                    <a:pt x="1667840" y="77419"/>
                  </a:lnTo>
                  <a:lnTo>
                    <a:pt x="1671408" y="73177"/>
                  </a:lnTo>
                  <a:close/>
                </a:path>
                <a:path w="2275840" h="163195">
                  <a:moveTo>
                    <a:pt x="1808619" y="150482"/>
                  </a:moveTo>
                  <a:lnTo>
                    <a:pt x="1762163" y="150241"/>
                  </a:lnTo>
                  <a:lnTo>
                    <a:pt x="1758238" y="154127"/>
                  </a:lnTo>
                  <a:lnTo>
                    <a:pt x="1752904" y="157645"/>
                  </a:lnTo>
                  <a:lnTo>
                    <a:pt x="1749691" y="162242"/>
                  </a:lnTo>
                  <a:lnTo>
                    <a:pt x="1808556" y="162534"/>
                  </a:lnTo>
                  <a:lnTo>
                    <a:pt x="1808619" y="150482"/>
                  </a:lnTo>
                  <a:close/>
                </a:path>
                <a:path w="2275840" h="163195">
                  <a:moveTo>
                    <a:pt x="1808683" y="68922"/>
                  </a:moveTo>
                  <a:lnTo>
                    <a:pt x="1801939" y="68884"/>
                  </a:lnTo>
                  <a:lnTo>
                    <a:pt x="1800504" y="71361"/>
                  </a:lnTo>
                  <a:lnTo>
                    <a:pt x="1801202" y="74904"/>
                  </a:lnTo>
                  <a:lnTo>
                    <a:pt x="1799767" y="77381"/>
                  </a:lnTo>
                  <a:lnTo>
                    <a:pt x="1798675" y="83045"/>
                  </a:lnTo>
                  <a:lnTo>
                    <a:pt x="1805787" y="79540"/>
                  </a:lnTo>
                  <a:lnTo>
                    <a:pt x="1808619" y="80619"/>
                  </a:lnTo>
                  <a:lnTo>
                    <a:pt x="1808683" y="68922"/>
                  </a:lnTo>
                  <a:close/>
                </a:path>
                <a:path w="2275840" h="163195">
                  <a:moveTo>
                    <a:pt x="1808721" y="130263"/>
                  </a:moveTo>
                  <a:lnTo>
                    <a:pt x="1779282" y="130111"/>
                  </a:lnTo>
                  <a:lnTo>
                    <a:pt x="1778215" y="130822"/>
                  </a:lnTo>
                  <a:lnTo>
                    <a:pt x="1775726" y="133997"/>
                  </a:lnTo>
                  <a:lnTo>
                    <a:pt x="1772513" y="137528"/>
                  </a:lnTo>
                  <a:lnTo>
                    <a:pt x="1771078" y="140716"/>
                  </a:lnTo>
                  <a:lnTo>
                    <a:pt x="1780438" y="141122"/>
                  </a:lnTo>
                  <a:lnTo>
                    <a:pt x="1789861" y="141262"/>
                  </a:lnTo>
                  <a:lnTo>
                    <a:pt x="1808670" y="141262"/>
                  </a:lnTo>
                  <a:lnTo>
                    <a:pt x="1808721" y="130263"/>
                  </a:lnTo>
                  <a:close/>
                </a:path>
                <a:path w="2275840" h="163195">
                  <a:moveTo>
                    <a:pt x="1808822" y="111467"/>
                  </a:moveTo>
                  <a:lnTo>
                    <a:pt x="1790382" y="111379"/>
                  </a:lnTo>
                  <a:lnTo>
                    <a:pt x="1787169" y="113487"/>
                  </a:lnTo>
                  <a:lnTo>
                    <a:pt x="1785010" y="120573"/>
                  </a:lnTo>
                  <a:lnTo>
                    <a:pt x="1808772" y="121043"/>
                  </a:lnTo>
                  <a:lnTo>
                    <a:pt x="1808822" y="111467"/>
                  </a:lnTo>
                  <a:close/>
                </a:path>
                <a:path w="2275840" h="163195">
                  <a:moveTo>
                    <a:pt x="1808924" y="90195"/>
                  </a:moveTo>
                  <a:lnTo>
                    <a:pt x="1794027" y="90119"/>
                  </a:lnTo>
                  <a:lnTo>
                    <a:pt x="1795767" y="97574"/>
                  </a:lnTo>
                  <a:lnTo>
                    <a:pt x="1793621" y="101473"/>
                  </a:lnTo>
                  <a:lnTo>
                    <a:pt x="1798231" y="102196"/>
                  </a:lnTo>
                  <a:lnTo>
                    <a:pt x="1803908" y="101523"/>
                  </a:lnTo>
                  <a:lnTo>
                    <a:pt x="1808861" y="101892"/>
                  </a:lnTo>
                  <a:lnTo>
                    <a:pt x="1808924" y="90195"/>
                  </a:lnTo>
                  <a:close/>
                </a:path>
                <a:path w="2275840" h="163195">
                  <a:moveTo>
                    <a:pt x="1809026" y="1536"/>
                  </a:moveTo>
                  <a:lnTo>
                    <a:pt x="1509014" y="0"/>
                  </a:lnTo>
                  <a:lnTo>
                    <a:pt x="1508277" y="4254"/>
                  </a:lnTo>
                  <a:lnTo>
                    <a:pt x="1506855" y="5308"/>
                  </a:lnTo>
                  <a:lnTo>
                    <a:pt x="1506804" y="14884"/>
                  </a:lnTo>
                  <a:lnTo>
                    <a:pt x="1808949" y="16433"/>
                  </a:lnTo>
                  <a:lnTo>
                    <a:pt x="1809026" y="1536"/>
                  </a:lnTo>
                  <a:close/>
                </a:path>
                <a:path w="2275840" h="163195">
                  <a:moveTo>
                    <a:pt x="1809127" y="50126"/>
                  </a:moveTo>
                  <a:lnTo>
                    <a:pt x="1808086" y="46570"/>
                  </a:lnTo>
                  <a:lnTo>
                    <a:pt x="1509496" y="44691"/>
                  </a:lnTo>
                  <a:lnTo>
                    <a:pt x="1508404" y="47879"/>
                  </a:lnTo>
                  <a:lnTo>
                    <a:pt x="1511541" y="58889"/>
                  </a:lnTo>
                  <a:lnTo>
                    <a:pt x="1675384" y="60426"/>
                  </a:lnTo>
                  <a:lnTo>
                    <a:pt x="1675384" y="59372"/>
                  </a:lnTo>
                  <a:lnTo>
                    <a:pt x="1677517" y="58674"/>
                  </a:lnTo>
                  <a:lnTo>
                    <a:pt x="1677530" y="55829"/>
                  </a:lnTo>
                  <a:lnTo>
                    <a:pt x="1678597" y="54419"/>
                  </a:lnTo>
                  <a:lnTo>
                    <a:pt x="1802015" y="54698"/>
                  </a:lnTo>
                  <a:lnTo>
                    <a:pt x="1803069" y="55765"/>
                  </a:lnTo>
                  <a:lnTo>
                    <a:pt x="1802358" y="57886"/>
                  </a:lnTo>
                  <a:lnTo>
                    <a:pt x="1803412" y="59309"/>
                  </a:lnTo>
                  <a:lnTo>
                    <a:pt x="1805190" y="58966"/>
                  </a:lnTo>
                  <a:lnTo>
                    <a:pt x="1807311" y="59690"/>
                  </a:lnTo>
                  <a:lnTo>
                    <a:pt x="1808378" y="58635"/>
                  </a:lnTo>
                  <a:lnTo>
                    <a:pt x="1809127" y="50126"/>
                  </a:lnTo>
                  <a:close/>
                </a:path>
                <a:path w="2275840" h="163195">
                  <a:moveTo>
                    <a:pt x="1809394" y="24307"/>
                  </a:moveTo>
                  <a:lnTo>
                    <a:pt x="1693824" y="24307"/>
                  </a:lnTo>
                  <a:lnTo>
                    <a:pt x="1693824" y="23876"/>
                  </a:lnTo>
                  <a:lnTo>
                    <a:pt x="1505864" y="23876"/>
                  </a:lnTo>
                  <a:lnTo>
                    <a:pt x="1505864" y="37350"/>
                  </a:lnTo>
                  <a:lnTo>
                    <a:pt x="1693824" y="37350"/>
                  </a:lnTo>
                  <a:lnTo>
                    <a:pt x="1693824" y="38125"/>
                  </a:lnTo>
                  <a:lnTo>
                    <a:pt x="1809394" y="38125"/>
                  </a:lnTo>
                  <a:lnTo>
                    <a:pt x="1809394" y="24307"/>
                  </a:lnTo>
                  <a:close/>
                </a:path>
                <a:path w="2275840" h="163195">
                  <a:moveTo>
                    <a:pt x="2077072" y="150787"/>
                  </a:moveTo>
                  <a:lnTo>
                    <a:pt x="1943379" y="150101"/>
                  </a:lnTo>
                  <a:lnTo>
                    <a:pt x="1942960" y="162521"/>
                  </a:lnTo>
                  <a:lnTo>
                    <a:pt x="2077008" y="163195"/>
                  </a:lnTo>
                  <a:lnTo>
                    <a:pt x="2077072" y="150787"/>
                  </a:lnTo>
                  <a:close/>
                </a:path>
                <a:path w="2275840" h="163195">
                  <a:moveTo>
                    <a:pt x="2077186" y="130225"/>
                  </a:moveTo>
                  <a:lnTo>
                    <a:pt x="1943138" y="129540"/>
                  </a:lnTo>
                  <a:lnTo>
                    <a:pt x="1943074" y="141236"/>
                  </a:lnTo>
                  <a:lnTo>
                    <a:pt x="2077123" y="141922"/>
                  </a:lnTo>
                  <a:lnTo>
                    <a:pt x="2077186" y="130225"/>
                  </a:lnTo>
                  <a:close/>
                </a:path>
                <a:path w="2275840" h="163195">
                  <a:moveTo>
                    <a:pt x="2077275" y="111429"/>
                  </a:moveTo>
                  <a:lnTo>
                    <a:pt x="1943227" y="110744"/>
                  </a:lnTo>
                  <a:lnTo>
                    <a:pt x="1943176" y="120675"/>
                  </a:lnTo>
                  <a:lnTo>
                    <a:pt x="2077224" y="121361"/>
                  </a:lnTo>
                  <a:lnTo>
                    <a:pt x="2077275" y="111429"/>
                  </a:lnTo>
                  <a:close/>
                </a:path>
                <a:path w="2275840" h="163195">
                  <a:moveTo>
                    <a:pt x="2077389" y="90144"/>
                  </a:moveTo>
                  <a:lnTo>
                    <a:pt x="1943341" y="89458"/>
                  </a:lnTo>
                  <a:lnTo>
                    <a:pt x="1943277" y="101879"/>
                  </a:lnTo>
                  <a:lnTo>
                    <a:pt x="2077326" y="102209"/>
                  </a:lnTo>
                  <a:lnTo>
                    <a:pt x="2077389" y="90144"/>
                  </a:lnTo>
                  <a:close/>
                </a:path>
                <a:path w="2275840" h="163195">
                  <a:moveTo>
                    <a:pt x="2077466" y="75615"/>
                  </a:moveTo>
                  <a:lnTo>
                    <a:pt x="1943417" y="74917"/>
                  </a:lnTo>
                  <a:lnTo>
                    <a:pt x="1943379" y="80238"/>
                  </a:lnTo>
                  <a:lnTo>
                    <a:pt x="2077440" y="80924"/>
                  </a:lnTo>
                  <a:lnTo>
                    <a:pt x="2077466" y="75615"/>
                  </a:lnTo>
                  <a:close/>
                </a:path>
                <a:path w="2275840" h="163195">
                  <a:moveTo>
                    <a:pt x="2275573" y="30035"/>
                  </a:moveTo>
                  <a:lnTo>
                    <a:pt x="2274405" y="21882"/>
                  </a:lnTo>
                  <a:lnTo>
                    <a:pt x="2271052" y="14541"/>
                  </a:lnTo>
                  <a:lnTo>
                    <a:pt x="2260244" y="4610"/>
                  </a:lnTo>
                  <a:lnTo>
                    <a:pt x="2245969" y="1651"/>
                  </a:lnTo>
                  <a:lnTo>
                    <a:pt x="2230158" y="1866"/>
                  </a:lnTo>
                  <a:lnTo>
                    <a:pt x="2214727" y="1485"/>
                  </a:lnTo>
                  <a:lnTo>
                    <a:pt x="2214651" y="15671"/>
                  </a:lnTo>
                  <a:lnTo>
                    <a:pt x="2231682" y="15748"/>
                  </a:lnTo>
                  <a:lnTo>
                    <a:pt x="2238832" y="15976"/>
                  </a:lnTo>
                  <a:lnTo>
                    <a:pt x="2262111" y="27965"/>
                  </a:lnTo>
                  <a:lnTo>
                    <a:pt x="2261349" y="38608"/>
                  </a:lnTo>
                  <a:lnTo>
                    <a:pt x="2256713" y="43192"/>
                  </a:lnTo>
                  <a:lnTo>
                    <a:pt x="2251392" y="44932"/>
                  </a:lnTo>
                  <a:lnTo>
                    <a:pt x="2214511" y="45453"/>
                  </a:lnTo>
                  <a:lnTo>
                    <a:pt x="2214435" y="59639"/>
                  </a:lnTo>
                  <a:lnTo>
                    <a:pt x="2246299" y="59626"/>
                  </a:lnTo>
                  <a:lnTo>
                    <a:pt x="2260676" y="56197"/>
                  </a:lnTo>
                  <a:lnTo>
                    <a:pt x="2271598" y="45745"/>
                  </a:lnTo>
                  <a:lnTo>
                    <a:pt x="2274608" y="38252"/>
                  </a:lnTo>
                  <a:lnTo>
                    <a:pt x="2275573" y="300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320484"/>
            <a:ext cx="10693400" cy="0"/>
          </a:xfrm>
          <a:custGeom>
            <a:avLst/>
            <a:gdLst/>
            <a:ahLst/>
            <a:cxnLst/>
            <a:rect l="l" t="t" r="r" b="b"/>
            <a:pathLst>
              <a:path w="10693400">
                <a:moveTo>
                  <a:pt x="0" y="0"/>
                </a:moveTo>
                <a:lnTo>
                  <a:pt x="10693400" y="0"/>
                </a:lnTo>
              </a:path>
            </a:pathLst>
          </a:custGeom>
          <a:ln w="50800">
            <a:solidFill>
              <a:srgbClr val="F58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0" y="7232497"/>
            <a:ext cx="10693400" cy="0"/>
          </a:xfrm>
          <a:custGeom>
            <a:avLst/>
            <a:gdLst/>
            <a:ahLst/>
            <a:cxnLst/>
            <a:rect l="l" t="t" r="r" b="b"/>
            <a:pathLst>
              <a:path w="10693400">
                <a:moveTo>
                  <a:pt x="0" y="0"/>
                </a:moveTo>
                <a:lnTo>
                  <a:pt x="10693400" y="0"/>
                </a:lnTo>
              </a:path>
            </a:pathLst>
          </a:custGeom>
          <a:ln w="50800">
            <a:solidFill>
              <a:srgbClr val="F58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1403" y="6307099"/>
            <a:ext cx="4991735" cy="540385"/>
          </a:xfrm>
          <a:custGeom>
            <a:avLst/>
            <a:gdLst/>
            <a:ahLst/>
            <a:cxnLst/>
            <a:rect l="l" t="t" r="r" b="b"/>
            <a:pathLst>
              <a:path w="4991735" h="540384">
                <a:moveTo>
                  <a:pt x="4991252" y="0"/>
                </a:moveTo>
                <a:lnTo>
                  <a:pt x="175463" y="0"/>
                </a:lnTo>
                <a:lnTo>
                  <a:pt x="0" y="540004"/>
                </a:lnTo>
                <a:lnTo>
                  <a:pt x="4815801" y="540004"/>
                </a:lnTo>
                <a:lnTo>
                  <a:pt x="4991252" y="0"/>
                </a:lnTo>
                <a:close/>
              </a:path>
            </a:pathLst>
          </a:custGeom>
          <a:solidFill>
            <a:srgbClr val="8DC63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87266" y="2060983"/>
            <a:ext cx="7347336" cy="323780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48914" y="6136570"/>
            <a:ext cx="4799330" cy="79756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1280"/>
              </a:spcBef>
            </a:pPr>
            <a:r>
              <a:rPr sz="3300" b="1" dirty="0">
                <a:solidFill>
                  <a:srgbClr val="FFFFFF"/>
                </a:solidFill>
                <a:latin typeface="Gill Sans MT"/>
                <a:cs typeface="Gill Sans MT"/>
              </a:rPr>
              <a:t>Installation</a:t>
            </a:r>
            <a:r>
              <a:rPr sz="3300" b="1" spc="5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3300" b="1" spc="-40" dirty="0">
                <a:solidFill>
                  <a:srgbClr val="FFFFFF"/>
                </a:solidFill>
                <a:latin typeface="Gill Sans MT"/>
                <a:cs typeface="Gill Sans MT"/>
              </a:rPr>
              <a:t>instructions</a:t>
            </a:r>
            <a:endParaRPr sz="33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600" spc="90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r>
              <a:rPr sz="600" spc="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Parallel</a:t>
            </a:r>
            <a:r>
              <a:rPr sz="600" spc="3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elasto-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mount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8705" y="7294003"/>
            <a:ext cx="52514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10" dirty="0">
                <a:latin typeface="Gill Sans MT"/>
                <a:cs typeface="Gill Sans MT"/>
              </a:rPr>
              <a:t>©2000</a:t>
            </a:r>
            <a:r>
              <a:rPr sz="600" spc="75" dirty="0">
                <a:latin typeface="Gill Sans MT"/>
                <a:cs typeface="Gill Sans MT"/>
              </a:rPr>
              <a:t> </a:t>
            </a:r>
            <a:r>
              <a:rPr sz="600" spc="-10" dirty="0">
                <a:latin typeface="Gill Sans MT"/>
                <a:cs typeface="Gill Sans MT"/>
              </a:rPr>
              <a:t>HOSCH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50853" y="7294003"/>
            <a:ext cx="119570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4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II</a:t>
            </a:r>
            <a:r>
              <a:rPr sz="600" spc="4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4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0821T</a:t>
            </a:r>
            <a:r>
              <a:rPr sz="600" spc="4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4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20000626</a:t>
            </a:r>
            <a:r>
              <a:rPr sz="600" spc="4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40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60491" y="6072403"/>
            <a:ext cx="48602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355" dirty="0">
                <a:solidFill>
                  <a:srgbClr val="231F20"/>
                </a:solidFill>
                <a:latin typeface="Gill Sans MT"/>
                <a:cs typeface="Gill Sans MT"/>
              </a:rPr>
              <a:t>Type</a:t>
            </a:r>
            <a:r>
              <a:rPr sz="6000" spc="-16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0" b="1" spc="270" dirty="0">
                <a:solidFill>
                  <a:srgbClr val="231F20"/>
                </a:solidFill>
                <a:latin typeface="Gill Sans MT"/>
                <a:cs typeface="Gill Sans MT"/>
              </a:rPr>
              <a:t>B6+PEM</a:t>
            </a:r>
            <a:endParaRPr sz="6000">
              <a:latin typeface="Gill Sans MT"/>
              <a:cs typeface="Gill Sans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8620" y="457609"/>
            <a:ext cx="5476240" cy="759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z="2400" b="1" dirty="0">
                <a:latin typeface="Gill Sans MT"/>
                <a:cs typeface="Gill Sans MT"/>
              </a:rPr>
              <a:t>Scraper</a:t>
            </a:r>
            <a:r>
              <a:rPr sz="2400" b="1" spc="-100" dirty="0">
                <a:latin typeface="Gill Sans MT"/>
                <a:cs typeface="Gill Sans MT"/>
              </a:rPr>
              <a:t> </a:t>
            </a:r>
            <a:r>
              <a:rPr sz="2400" b="1" spc="-50" dirty="0">
                <a:latin typeface="Gill Sans MT"/>
                <a:cs typeface="Gill Sans MT"/>
              </a:rPr>
              <a:t>Type</a:t>
            </a:r>
            <a:r>
              <a:rPr sz="2400" b="1" spc="-85" dirty="0">
                <a:latin typeface="Gill Sans MT"/>
                <a:cs typeface="Gill Sans MT"/>
              </a:rPr>
              <a:t> </a:t>
            </a:r>
            <a:r>
              <a:rPr sz="2400" b="1" dirty="0">
                <a:latin typeface="Gill Sans MT"/>
                <a:cs typeface="Gill Sans MT"/>
              </a:rPr>
              <a:t>B6</a:t>
            </a:r>
            <a:r>
              <a:rPr sz="2400" b="1" spc="-85" dirty="0">
                <a:latin typeface="Gill Sans MT"/>
                <a:cs typeface="Gill Sans MT"/>
              </a:rPr>
              <a:t> </a:t>
            </a:r>
            <a:r>
              <a:rPr sz="2400" b="1" dirty="0">
                <a:latin typeface="Gill Sans MT"/>
                <a:cs typeface="Gill Sans MT"/>
              </a:rPr>
              <a:t>+</a:t>
            </a:r>
            <a:r>
              <a:rPr sz="2400" b="1" spc="-85" dirty="0">
                <a:latin typeface="Gill Sans MT"/>
                <a:cs typeface="Gill Sans MT"/>
              </a:rPr>
              <a:t> </a:t>
            </a:r>
            <a:r>
              <a:rPr sz="2400" b="1" spc="-20" dirty="0">
                <a:latin typeface="Gill Sans MT"/>
                <a:cs typeface="Gill Sans MT"/>
              </a:rPr>
              <a:t>PEM*</a:t>
            </a:r>
            <a:r>
              <a:rPr sz="2400" b="1" spc="-85" dirty="0">
                <a:latin typeface="Gill Sans MT"/>
                <a:cs typeface="Gill Sans MT"/>
              </a:rPr>
              <a:t> </a:t>
            </a:r>
            <a:r>
              <a:rPr sz="2400" b="1" spc="-200" dirty="0">
                <a:latin typeface="Gill Sans MT"/>
                <a:cs typeface="Gill Sans MT"/>
              </a:rPr>
              <a:t>-</a:t>
            </a:r>
            <a:r>
              <a:rPr sz="2400" b="1" spc="-70" dirty="0">
                <a:latin typeface="Gill Sans MT"/>
                <a:cs typeface="Gill Sans MT"/>
              </a:rPr>
              <a:t> </a:t>
            </a:r>
            <a:r>
              <a:rPr sz="2400" b="1" dirty="0">
                <a:latin typeface="Gill Sans MT"/>
                <a:cs typeface="Gill Sans MT"/>
              </a:rPr>
              <a:t>Installation</a:t>
            </a:r>
            <a:r>
              <a:rPr sz="2400" b="1" spc="-85" dirty="0">
                <a:latin typeface="Gill Sans MT"/>
                <a:cs typeface="Gill Sans MT"/>
              </a:rPr>
              <a:t> </a:t>
            </a:r>
            <a:r>
              <a:rPr sz="2400" b="1" spc="-50" dirty="0">
                <a:latin typeface="Gill Sans MT"/>
                <a:cs typeface="Gill Sans MT"/>
              </a:rPr>
              <a:t>- </a:t>
            </a:r>
            <a:r>
              <a:rPr sz="2400" b="1" spc="-10" dirty="0">
                <a:latin typeface="Gill Sans MT"/>
                <a:cs typeface="Gill Sans MT"/>
              </a:rPr>
              <a:t>Title</a:t>
            </a:r>
            <a:endParaRPr sz="2400">
              <a:latin typeface="Gill Sans MT"/>
              <a:cs typeface="Gill Sans MT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D456A93-DF64-A0CE-2399-FBCABB9DF428}"/>
              </a:ext>
            </a:extLst>
          </p:cNvPr>
          <p:cNvGrpSpPr/>
          <p:nvPr/>
        </p:nvGrpSpPr>
        <p:grpSpPr>
          <a:xfrm>
            <a:off x="7734934" y="349251"/>
            <a:ext cx="2717165" cy="868922"/>
            <a:chOff x="7734934" y="309245"/>
            <a:chExt cx="2717166" cy="95440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3E44E33-7D74-B737-49B0-2CA2F0635CB7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5" name="Picture 24" descr="A close-up of a logo&#10;&#10;AI-generated content may be incorrect.">
              <a:extLst>
                <a:ext uri="{FF2B5EF4-FFF2-40B4-BE49-F238E27FC236}">
                  <a16:creationId xmlns:a16="http://schemas.microsoft.com/office/drawing/2014/main" id="{87CD0712-6F96-8267-68EF-E6862CCBC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8292" y="1110678"/>
            <a:ext cx="8353425" cy="5464175"/>
            <a:chOff x="1378292" y="1110678"/>
            <a:chExt cx="8353425" cy="54641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5013" y="4579969"/>
              <a:ext cx="425386" cy="1388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7325" y="4917624"/>
              <a:ext cx="390994" cy="12835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84174" y="2773737"/>
              <a:ext cx="108191" cy="19778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07384" y="2952051"/>
              <a:ext cx="126364" cy="431800"/>
            </a:xfrm>
            <a:custGeom>
              <a:avLst/>
              <a:gdLst/>
              <a:ahLst/>
              <a:cxnLst/>
              <a:rect l="l" t="t" r="r" b="b"/>
              <a:pathLst>
                <a:path w="126364" h="431800">
                  <a:moveTo>
                    <a:pt x="0" y="431406"/>
                  </a:moveTo>
                  <a:lnTo>
                    <a:pt x="126123" y="0"/>
                  </a:lnTo>
                </a:path>
              </a:pathLst>
            </a:custGeom>
            <a:ln w="12687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9306" y="4414094"/>
              <a:ext cx="108305" cy="19778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98278" y="3868966"/>
              <a:ext cx="183515" cy="565150"/>
            </a:xfrm>
            <a:custGeom>
              <a:avLst/>
              <a:gdLst/>
              <a:ahLst/>
              <a:cxnLst/>
              <a:rect l="l" t="t" r="r" b="b"/>
              <a:pathLst>
                <a:path w="183514" h="565150">
                  <a:moveTo>
                    <a:pt x="183222" y="0"/>
                  </a:moveTo>
                  <a:lnTo>
                    <a:pt x="0" y="564629"/>
                  </a:lnTo>
                </a:path>
              </a:pathLst>
            </a:custGeom>
            <a:ln w="12687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58617" y="5745397"/>
              <a:ext cx="197789" cy="10820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136932" y="5804268"/>
              <a:ext cx="375920" cy="114935"/>
            </a:xfrm>
            <a:custGeom>
              <a:avLst/>
              <a:gdLst/>
              <a:ahLst/>
              <a:cxnLst/>
              <a:rect l="l" t="t" r="r" b="b"/>
              <a:pathLst>
                <a:path w="375920" h="114935">
                  <a:moveTo>
                    <a:pt x="0" y="0"/>
                  </a:moveTo>
                  <a:lnTo>
                    <a:pt x="375412" y="114820"/>
                  </a:lnTo>
                </a:path>
              </a:pathLst>
            </a:custGeom>
            <a:ln w="12687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77910" y="5421966"/>
              <a:ext cx="197789" cy="10829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721974" y="5356567"/>
              <a:ext cx="375920" cy="114935"/>
            </a:xfrm>
            <a:custGeom>
              <a:avLst/>
              <a:gdLst/>
              <a:ahLst/>
              <a:cxnLst/>
              <a:rect l="l" t="t" r="r" b="b"/>
              <a:pathLst>
                <a:path w="375920" h="114935">
                  <a:moveTo>
                    <a:pt x="0" y="0"/>
                  </a:moveTo>
                  <a:lnTo>
                    <a:pt x="375437" y="114731"/>
                  </a:lnTo>
                </a:path>
              </a:pathLst>
            </a:custGeom>
            <a:ln w="12687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79304" y="2934004"/>
              <a:ext cx="2171065" cy="2338070"/>
            </a:xfrm>
            <a:custGeom>
              <a:avLst/>
              <a:gdLst/>
              <a:ahLst/>
              <a:cxnLst/>
              <a:rect l="l" t="t" r="r" b="b"/>
              <a:pathLst>
                <a:path w="2171065" h="2338070">
                  <a:moveTo>
                    <a:pt x="2171001" y="511213"/>
                  </a:moveTo>
                  <a:lnTo>
                    <a:pt x="597687" y="0"/>
                  </a:lnTo>
                  <a:lnTo>
                    <a:pt x="0" y="1816061"/>
                  </a:lnTo>
                  <a:lnTo>
                    <a:pt x="1582394" y="2337536"/>
                  </a:lnTo>
                  <a:lnTo>
                    <a:pt x="2171001" y="511213"/>
                  </a:lnTo>
                  <a:close/>
                </a:path>
              </a:pathLst>
            </a:custGeom>
            <a:solidFill>
              <a:srgbClr val="BFD7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62079" y="1142695"/>
              <a:ext cx="3884295" cy="2428240"/>
            </a:xfrm>
            <a:custGeom>
              <a:avLst/>
              <a:gdLst/>
              <a:ahLst/>
              <a:cxnLst/>
              <a:rect l="l" t="t" r="r" b="b"/>
              <a:pathLst>
                <a:path w="3884295" h="2428240">
                  <a:moveTo>
                    <a:pt x="3884028" y="486016"/>
                  </a:moveTo>
                  <a:lnTo>
                    <a:pt x="3883515" y="434205"/>
                  </a:lnTo>
                  <a:lnTo>
                    <a:pt x="3881937" y="383709"/>
                  </a:lnTo>
                  <a:lnTo>
                    <a:pt x="3879233" y="334302"/>
                  </a:lnTo>
                  <a:lnTo>
                    <a:pt x="3875345" y="285760"/>
                  </a:lnTo>
                  <a:lnTo>
                    <a:pt x="3870212" y="237855"/>
                  </a:lnTo>
                  <a:lnTo>
                    <a:pt x="3863775" y="190362"/>
                  </a:lnTo>
                  <a:lnTo>
                    <a:pt x="3855974" y="143056"/>
                  </a:lnTo>
                  <a:lnTo>
                    <a:pt x="3846750" y="95710"/>
                  </a:lnTo>
                  <a:lnTo>
                    <a:pt x="3836042" y="48100"/>
                  </a:lnTo>
                  <a:lnTo>
                    <a:pt x="3823792" y="0"/>
                  </a:lnTo>
                  <a:lnTo>
                    <a:pt x="41414" y="85178"/>
                  </a:lnTo>
                  <a:lnTo>
                    <a:pt x="31843" y="133900"/>
                  </a:lnTo>
                  <a:lnTo>
                    <a:pt x="23494" y="183049"/>
                  </a:lnTo>
                  <a:lnTo>
                    <a:pt x="16384" y="232611"/>
                  </a:lnTo>
                  <a:lnTo>
                    <a:pt x="10529" y="282568"/>
                  </a:lnTo>
                  <a:lnTo>
                    <a:pt x="5947" y="332904"/>
                  </a:lnTo>
                  <a:lnTo>
                    <a:pt x="2654" y="383601"/>
                  </a:lnTo>
                  <a:lnTo>
                    <a:pt x="666" y="434644"/>
                  </a:lnTo>
                  <a:lnTo>
                    <a:pt x="0" y="486016"/>
                  </a:lnTo>
                  <a:lnTo>
                    <a:pt x="596" y="534625"/>
                  </a:lnTo>
                  <a:lnTo>
                    <a:pt x="2376" y="582940"/>
                  </a:lnTo>
                  <a:lnTo>
                    <a:pt x="5326" y="630948"/>
                  </a:lnTo>
                  <a:lnTo>
                    <a:pt x="9432" y="678635"/>
                  </a:lnTo>
                  <a:lnTo>
                    <a:pt x="14680" y="725986"/>
                  </a:lnTo>
                  <a:lnTo>
                    <a:pt x="21056" y="772988"/>
                  </a:lnTo>
                  <a:lnTo>
                    <a:pt x="28547" y="819627"/>
                  </a:lnTo>
                  <a:lnTo>
                    <a:pt x="37137" y="865889"/>
                  </a:lnTo>
                  <a:lnTo>
                    <a:pt x="46814" y="911760"/>
                  </a:lnTo>
                  <a:lnTo>
                    <a:pt x="57564" y="957226"/>
                  </a:lnTo>
                  <a:lnTo>
                    <a:pt x="69372" y="1002274"/>
                  </a:lnTo>
                  <a:lnTo>
                    <a:pt x="82224" y="1046888"/>
                  </a:lnTo>
                  <a:lnTo>
                    <a:pt x="96108" y="1091056"/>
                  </a:lnTo>
                  <a:lnTo>
                    <a:pt x="111008" y="1134764"/>
                  </a:lnTo>
                  <a:lnTo>
                    <a:pt x="126911" y="1177997"/>
                  </a:lnTo>
                  <a:lnTo>
                    <a:pt x="143803" y="1220742"/>
                  </a:lnTo>
                  <a:lnTo>
                    <a:pt x="161670" y="1262985"/>
                  </a:lnTo>
                  <a:lnTo>
                    <a:pt x="180499" y="1304711"/>
                  </a:lnTo>
                  <a:lnTo>
                    <a:pt x="200275" y="1345908"/>
                  </a:lnTo>
                  <a:lnTo>
                    <a:pt x="220984" y="1386561"/>
                  </a:lnTo>
                  <a:lnTo>
                    <a:pt x="242612" y="1426655"/>
                  </a:lnTo>
                  <a:lnTo>
                    <a:pt x="265146" y="1466178"/>
                  </a:lnTo>
                  <a:lnTo>
                    <a:pt x="288572" y="1505116"/>
                  </a:lnTo>
                  <a:lnTo>
                    <a:pt x="312876" y="1543453"/>
                  </a:lnTo>
                  <a:lnTo>
                    <a:pt x="338043" y="1581178"/>
                  </a:lnTo>
                  <a:lnTo>
                    <a:pt x="364060" y="1618275"/>
                  </a:lnTo>
                  <a:lnTo>
                    <a:pt x="390913" y="1654730"/>
                  </a:lnTo>
                  <a:lnTo>
                    <a:pt x="418589" y="1690531"/>
                  </a:lnTo>
                  <a:lnTo>
                    <a:pt x="447072" y="1725662"/>
                  </a:lnTo>
                  <a:lnTo>
                    <a:pt x="476350" y="1760110"/>
                  </a:lnTo>
                  <a:lnTo>
                    <a:pt x="506408" y="1793861"/>
                  </a:lnTo>
                  <a:lnTo>
                    <a:pt x="537233" y="1826902"/>
                  </a:lnTo>
                  <a:lnTo>
                    <a:pt x="568810" y="1859218"/>
                  </a:lnTo>
                  <a:lnTo>
                    <a:pt x="601126" y="1890795"/>
                  </a:lnTo>
                  <a:lnTo>
                    <a:pt x="634167" y="1921619"/>
                  </a:lnTo>
                  <a:lnTo>
                    <a:pt x="667918" y="1951677"/>
                  </a:lnTo>
                  <a:lnTo>
                    <a:pt x="702367" y="1980955"/>
                  </a:lnTo>
                  <a:lnTo>
                    <a:pt x="737498" y="2009438"/>
                  </a:lnTo>
                  <a:lnTo>
                    <a:pt x="773298" y="2037113"/>
                  </a:lnTo>
                  <a:lnTo>
                    <a:pt x="809754" y="2063967"/>
                  </a:lnTo>
                  <a:lnTo>
                    <a:pt x="846851" y="2089984"/>
                  </a:lnTo>
                  <a:lnTo>
                    <a:pt x="884575" y="2115151"/>
                  </a:lnTo>
                  <a:lnTo>
                    <a:pt x="922913" y="2139454"/>
                  </a:lnTo>
                  <a:lnTo>
                    <a:pt x="961850" y="2162880"/>
                  </a:lnTo>
                  <a:lnTo>
                    <a:pt x="1001373" y="2185414"/>
                  </a:lnTo>
                  <a:lnTo>
                    <a:pt x="1041468" y="2207042"/>
                  </a:lnTo>
                  <a:lnTo>
                    <a:pt x="1082121" y="2227751"/>
                  </a:lnTo>
                  <a:lnTo>
                    <a:pt x="1123317" y="2247526"/>
                  </a:lnTo>
                  <a:lnTo>
                    <a:pt x="1165044" y="2266355"/>
                  </a:lnTo>
                  <a:lnTo>
                    <a:pt x="1207286" y="2284222"/>
                  </a:lnTo>
                  <a:lnTo>
                    <a:pt x="1250031" y="2301114"/>
                  </a:lnTo>
                  <a:lnTo>
                    <a:pt x="1293264" y="2317017"/>
                  </a:lnTo>
                  <a:lnTo>
                    <a:pt x="1336971" y="2331917"/>
                  </a:lnTo>
                  <a:lnTo>
                    <a:pt x="1381139" y="2345800"/>
                  </a:lnTo>
                  <a:lnTo>
                    <a:pt x="1425754" y="2358652"/>
                  </a:lnTo>
                  <a:lnTo>
                    <a:pt x="1470801" y="2370460"/>
                  </a:lnTo>
                  <a:lnTo>
                    <a:pt x="1516267" y="2381209"/>
                  </a:lnTo>
                  <a:lnTo>
                    <a:pt x="1562137" y="2390886"/>
                  </a:lnTo>
                  <a:lnTo>
                    <a:pt x="1608399" y="2399477"/>
                  </a:lnTo>
                  <a:lnTo>
                    <a:pt x="1655038" y="2406967"/>
                  </a:lnTo>
                  <a:lnTo>
                    <a:pt x="1702039" y="2413343"/>
                  </a:lnTo>
                  <a:lnTo>
                    <a:pt x="1749390" y="2418591"/>
                  </a:lnTo>
                  <a:lnTo>
                    <a:pt x="1797076" y="2422697"/>
                  </a:lnTo>
                  <a:lnTo>
                    <a:pt x="1845084" y="2425647"/>
                  </a:lnTo>
                  <a:lnTo>
                    <a:pt x="1893399" y="2427427"/>
                  </a:lnTo>
                  <a:lnTo>
                    <a:pt x="1942007" y="2428024"/>
                  </a:lnTo>
                  <a:lnTo>
                    <a:pt x="1990616" y="2427427"/>
                  </a:lnTo>
                  <a:lnTo>
                    <a:pt x="2038932" y="2425647"/>
                  </a:lnTo>
                  <a:lnTo>
                    <a:pt x="2086940" y="2422697"/>
                  </a:lnTo>
                  <a:lnTo>
                    <a:pt x="2134627" y="2418591"/>
                  </a:lnTo>
                  <a:lnTo>
                    <a:pt x="2181978" y="2413343"/>
                  </a:lnTo>
                  <a:lnTo>
                    <a:pt x="2228980" y="2406967"/>
                  </a:lnTo>
                  <a:lnTo>
                    <a:pt x="2275619" y="2399477"/>
                  </a:lnTo>
                  <a:lnTo>
                    <a:pt x="2321881" y="2390886"/>
                  </a:lnTo>
                  <a:lnTo>
                    <a:pt x="2367752" y="2381209"/>
                  </a:lnTo>
                  <a:lnTo>
                    <a:pt x="2413219" y="2370460"/>
                  </a:lnTo>
                  <a:lnTo>
                    <a:pt x="2458266" y="2358652"/>
                  </a:lnTo>
                  <a:lnTo>
                    <a:pt x="2502881" y="2345800"/>
                  </a:lnTo>
                  <a:lnTo>
                    <a:pt x="2547049" y="2331917"/>
                  </a:lnTo>
                  <a:lnTo>
                    <a:pt x="2590757" y="2317017"/>
                  </a:lnTo>
                  <a:lnTo>
                    <a:pt x="2633990" y="2301114"/>
                  </a:lnTo>
                  <a:lnTo>
                    <a:pt x="2676736" y="2284222"/>
                  </a:lnTo>
                  <a:lnTo>
                    <a:pt x="2718978" y="2266355"/>
                  </a:lnTo>
                  <a:lnTo>
                    <a:pt x="2760705" y="2247526"/>
                  </a:lnTo>
                  <a:lnTo>
                    <a:pt x="2801902" y="2227751"/>
                  </a:lnTo>
                  <a:lnTo>
                    <a:pt x="2842555" y="2207042"/>
                  </a:lnTo>
                  <a:lnTo>
                    <a:pt x="2882650" y="2185414"/>
                  </a:lnTo>
                  <a:lnTo>
                    <a:pt x="2922173" y="2162880"/>
                  </a:lnTo>
                  <a:lnTo>
                    <a:pt x="2961111" y="2139454"/>
                  </a:lnTo>
                  <a:lnTo>
                    <a:pt x="2999449" y="2115151"/>
                  </a:lnTo>
                  <a:lnTo>
                    <a:pt x="3037173" y="2089984"/>
                  </a:lnTo>
                  <a:lnTo>
                    <a:pt x="3074270" y="2063967"/>
                  </a:lnTo>
                  <a:lnTo>
                    <a:pt x="3110726" y="2037113"/>
                  </a:lnTo>
                  <a:lnTo>
                    <a:pt x="3146527" y="2009438"/>
                  </a:lnTo>
                  <a:lnTo>
                    <a:pt x="3181658" y="1980955"/>
                  </a:lnTo>
                  <a:lnTo>
                    <a:pt x="3216107" y="1951677"/>
                  </a:lnTo>
                  <a:lnTo>
                    <a:pt x="3249859" y="1921619"/>
                  </a:lnTo>
                  <a:lnTo>
                    <a:pt x="3282899" y="1890795"/>
                  </a:lnTo>
                  <a:lnTo>
                    <a:pt x="3315215" y="1859218"/>
                  </a:lnTo>
                  <a:lnTo>
                    <a:pt x="3346793" y="1826902"/>
                  </a:lnTo>
                  <a:lnTo>
                    <a:pt x="3377618" y="1793861"/>
                  </a:lnTo>
                  <a:lnTo>
                    <a:pt x="3407676" y="1760110"/>
                  </a:lnTo>
                  <a:lnTo>
                    <a:pt x="3436954" y="1725662"/>
                  </a:lnTo>
                  <a:lnTo>
                    <a:pt x="3465438" y="1690531"/>
                  </a:lnTo>
                  <a:lnTo>
                    <a:pt x="3493113" y="1654730"/>
                  </a:lnTo>
                  <a:lnTo>
                    <a:pt x="3519966" y="1618275"/>
                  </a:lnTo>
                  <a:lnTo>
                    <a:pt x="3545984" y="1581178"/>
                  </a:lnTo>
                  <a:lnTo>
                    <a:pt x="3571151" y="1543453"/>
                  </a:lnTo>
                  <a:lnTo>
                    <a:pt x="3595455" y="1505116"/>
                  </a:lnTo>
                  <a:lnTo>
                    <a:pt x="3618880" y="1466178"/>
                  </a:lnTo>
                  <a:lnTo>
                    <a:pt x="3641415" y="1426655"/>
                  </a:lnTo>
                  <a:lnTo>
                    <a:pt x="3663043" y="1386561"/>
                  </a:lnTo>
                  <a:lnTo>
                    <a:pt x="3683752" y="1345908"/>
                  </a:lnTo>
                  <a:lnTo>
                    <a:pt x="3703528" y="1304711"/>
                  </a:lnTo>
                  <a:lnTo>
                    <a:pt x="3722357" y="1262985"/>
                  </a:lnTo>
                  <a:lnTo>
                    <a:pt x="3740224" y="1220742"/>
                  </a:lnTo>
                  <a:lnTo>
                    <a:pt x="3757116" y="1177997"/>
                  </a:lnTo>
                  <a:lnTo>
                    <a:pt x="3773019" y="1134764"/>
                  </a:lnTo>
                  <a:lnTo>
                    <a:pt x="3787919" y="1091056"/>
                  </a:lnTo>
                  <a:lnTo>
                    <a:pt x="3801803" y="1046888"/>
                  </a:lnTo>
                  <a:lnTo>
                    <a:pt x="3814656" y="1002274"/>
                  </a:lnTo>
                  <a:lnTo>
                    <a:pt x="3826464" y="957226"/>
                  </a:lnTo>
                  <a:lnTo>
                    <a:pt x="3837213" y="911760"/>
                  </a:lnTo>
                  <a:lnTo>
                    <a:pt x="3846890" y="865889"/>
                  </a:lnTo>
                  <a:lnTo>
                    <a:pt x="3855481" y="819627"/>
                  </a:lnTo>
                  <a:lnTo>
                    <a:pt x="3862971" y="772988"/>
                  </a:lnTo>
                  <a:lnTo>
                    <a:pt x="3869347" y="725986"/>
                  </a:lnTo>
                  <a:lnTo>
                    <a:pt x="3874595" y="678635"/>
                  </a:lnTo>
                  <a:lnTo>
                    <a:pt x="3878701" y="630948"/>
                  </a:lnTo>
                  <a:lnTo>
                    <a:pt x="3881651" y="582940"/>
                  </a:lnTo>
                  <a:lnTo>
                    <a:pt x="3883431" y="534625"/>
                  </a:lnTo>
                  <a:lnTo>
                    <a:pt x="3884028" y="486016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62079" y="1142695"/>
              <a:ext cx="3884295" cy="2428240"/>
            </a:xfrm>
            <a:custGeom>
              <a:avLst/>
              <a:gdLst/>
              <a:ahLst/>
              <a:cxnLst/>
              <a:rect l="l" t="t" r="r" b="b"/>
              <a:pathLst>
                <a:path w="3884295" h="2428240">
                  <a:moveTo>
                    <a:pt x="3823792" y="0"/>
                  </a:moveTo>
                  <a:lnTo>
                    <a:pt x="3836042" y="48100"/>
                  </a:lnTo>
                  <a:lnTo>
                    <a:pt x="3846750" y="95710"/>
                  </a:lnTo>
                  <a:lnTo>
                    <a:pt x="3855974" y="143056"/>
                  </a:lnTo>
                  <a:lnTo>
                    <a:pt x="3863775" y="190362"/>
                  </a:lnTo>
                  <a:lnTo>
                    <a:pt x="3870212" y="237855"/>
                  </a:lnTo>
                  <a:lnTo>
                    <a:pt x="3875345" y="285760"/>
                  </a:lnTo>
                  <a:lnTo>
                    <a:pt x="3879233" y="334302"/>
                  </a:lnTo>
                  <a:lnTo>
                    <a:pt x="3881937" y="383709"/>
                  </a:lnTo>
                  <a:lnTo>
                    <a:pt x="3883515" y="434205"/>
                  </a:lnTo>
                  <a:lnTo>
                    <a:pt x="3884028" y="486016"/>
                  </a:lnTo>
                  <a:lnTo>
                    <a:pt x="3883431" y="534625"/>
                  </a:lnTo>
                  <a:lnTo>
                    <a:pt x="3881651" y="582940"/>
                  </a:lnTo>
                  <a:lnTo>
                    <a:pt x="3878701" y="630948"/>
                  </a:lnTo>
                  <a:lnTo>
                    <a:pt x="3874595" y="678635"/>
                  </a:lnTo>
                  <a:lnTo>
                    <a:pt x="3869347" y="725986"/>
                  </a:lnTo>
                  <a:lnTo>
                    <a:pt x="3862971" y="772988"/>
                  </a:lnTo>
                  <a:lnTo>
                    <a:pt x="3855481" y="819627"/>
                  </a:lnTo>
                  <a:lnTo>
                    <a:pt x="3846890" y="865889"/>
                  </a:lnTo>
                  <a:lnTo>
                    <a:pt x="3837213" y="911760"/>
                  </a:lnTo>
                  <a:lnTo>
                    <a:pt x="3826464" y="957226"/>
                  </a:lnTo>
                  <a:lnTo>
                    <a:pt x="3814656" y="1002274"/>
                  </a:lnTo>
                  <a:lnTo>
                    <a:pt x="3801803" y="1046888"/>
                  </a:lnTo>
                  <a:lnTo>
                    <a:pt x="3787919" y="1091056"/>
                  </a:lnTo>
                  <a:lnTo>
                    <a:pt x="3773019" y="1134764"/>
                  </a:lnTo>
                  <a:lnTo>
                    <a:pt x="3757116" y="1177997"/>
                  </a:lnTo>
                  <a:lnTo>
                    <a:pt x="3740224" y="1220742"/>
                  </a:lnTo>
                  <a:lnTo>
                    <a:pt x="3722357" y="1262985"/>
                  </a:lnTo>
                  <a:lnTo>
                    <a:pt x="3703528" y="1304711"/>
                  </a:lnTo>
                  <a:lnTo>
                    <a:pt x="3683752" y="1345908"/>
                  </a:lnTo>
                  <a:lnTo>
                    <a:pt x="3663043" y="1386561"/>
                  </a:lnTo>
                  <a:lnTo>
                    <a:pt x="3641415" y="1426655"/>
                  </a:lnTo>
                  <a:lnTo>
                    <a:pt x="3618880" y="1466178"/>
                  </a:lnTo>
                  <a:lnTo>
                    <a:pt x="3595455" y="1505116"/>
                  </a:lnTo>
                  <a:lnTo>
                    <a:pt x="3571151" y="1543453"/>
                  </a:lnTo>
                  <a:lnTo>
                    <a:pt x="3545984" y="1581178"/>
                  </a:lnTo>
                  <a:lnTo>
                    <a:pt x="3519966" y="1618275"/>
                  </a:lnTo>
                  <a:lnTo>
                    <a:pt x="3493113" y="1654730"/>
                  </a:lnTo>
                  <a:lnTo>
                    <a:pt x="3465438" y="1690531"/>
                  </a:lnTo>
                  <a:lnTo>
                    <a:pt x="3436954" y="1725662"/>
                  </a:lnTo>
                  <a:lnTo>
                    <a:pt x="3407676" y="1760110"/>
                  </a:lnTo>
                  <a:lnTo>
                    <a:pt x="3377618" y="1793861"/>
                  </a:lnTo>
                  <a:lnTo>
                    <a:pt x="3346793" y="1826902"/>
                  </a:lnTo>
                  <a:lnTo>
                    <a:pt x="3315215" y="1859218"/>
                  </a:lnTo>
                  <a:lnTo>
                    <a:pt x="3282899" y="1890795"/>
                  </a:lnTo>
                  <a:lnTo>
                    <a:pt x="3249859" y="1921619"/>
                  </a:lnTo>
                  <a:lnTo>
                    <a:pt x="3216107" y="1951677"/>
                  </a:lnTo>
                  <a:lnTo>
                    <a:pt x="3181658" y="1980955"/>
                  </a:lnTo>
                  <a:lnTo>
                    <a:pt x="3146527" y="2009438"/>
                  </a:lnTo>
                  <a:lnTo>
                    <a:pt x="3110726" y="2037113"/>
                  </a:lnTo>
                  <a:lnTo>
                    <a:pt x="3074270" y="2063967"/>
                  </a:lnTo>
                  <a:lnTo>
                    <a:pt x="3037173" y="2089984"/>
                  </a:lnTo>
                  <a:lnTo>
                    <a:pt x="2999449" y="2115151"/>
                  </a:lnTo>
                  <a:lnTo>
                    <a:pt x="2961111" y="2139454"/>
                  </a:lnTo>
                  <a:lnTo>
                    <a:pt x="2922173" y="2162880"/>
                  </a:lnTo>
                  <a:lnTo>
                    <a:pt x="2882650" y="2185414"/>
                  </a:lnTo>
                  <a:lnTo>
                    <a:pt x="2842555" y="2207042"/>
                  </a:lnTo>
                  <a:lnTo>
                    <a:pt x="2801902" y="2227751"/>
                  </a:lnTo>
                  <a:lnTo>
                    <a:pt x="2760705" y="2247526"/>
                  </a:lnTo>
                  <a:lnTo>
                    <a:pt x="2718978" y="2266355"/>
                  </a:lnTo>
                  <a:lnTo>
                    <a:pt x="2676736" y="2284222"/>
                  </a:lnTo>
                  <a:lnTo>
                    <a:pt x="2633990" y="2301114"/>
                  </a:lnTo>
                  <a:lnTo>
                    <a:pt x="2590757" y="2317017"/>
                  </a:lnTo>
                  <a:lnTo>
                    <a:pt x="2547049" y="2331917"/>
                  </a:lnTo>
                  <a:lnTo>
                    <a:pt x="2502881" y="2345800"/>
                  </a:lnTo>
                  <a:lnTo>
                    <a:pt x="2458266" y="2358652"/>
                  </a:lnTo>
                  <a:lnTo>
                    <a:pt x="2413219" y="2370460"/>
                  </a:lnTo>
                  <a:lnTo>
                    <a:pt x="2367752" y="2381209"/>
                  </a:lnTo>
                  <a:lnTo>
                    <a:pt x="2321881" y="2390886"/>
                  </a:lnTo>
                  <a:lnTo>
                    <a:pt x="2275619" y="2399477"/>
                  </a:lnTo>
                  <a:lnTo>
                    <a:pt x="2228980" y="2406967"/>
                  </a:lnTo>
                  <a:lnTo>
                    <a:pt x="2181978" y="2413343"/>
                  </a:lnTo>
                  <a:lnTo>
                    <a:pt x="2134627" y="2418591"/>
                  </a:lnTo>
                  <a:lnTo>
                    <a:pt x="2086940" y="2422697"/>
                  </a:lnTo>
                  <a:lnTo>
                    <a:pt x="2038932" y="2425647"/>
                  </a:lnTo>
                  <a:lnTo>
                    <a:pt x="1990616" y="2427427"/>
                  </a:lnTo>
                  <a:lnTo>
                    <a:pt x="1942007" y="2428024"/>
                  </a:lnTo>
                  <a:lnTo>
                    <a:pt x="1893399" y="2427427"/>
                  </a:lnTo>
                  <a:lnTo>
                    <a:pt x="1845084" y="2425647"/>
                  </a:lnTo>
                  <a:lnTo>
                    <a:pt x="1797076" y="2422697"/>
                  </a:lnTo>
                  <a:lnTo>
                    <a:pt x="1749390" y="2418591"/>
                  </a:lnTo>
                  <a:lnTo>
                    <a:pt x="1702039" y="2413343"/>
                  </a:lnTo>
                  <a:lnTo>
                    <a:pt x="1655038" y="2406967"/>
                  </a:lnTo>
                  <a:lnTo>
                    <a:pt x="1608399" y="2399477"/>
                  </a:lnTo>
                  <a:lnTo>
                    <a:pt x="1562137" y="2390886"/>
                  </a:lnTo>
                  <a:lnTo>
                    <a:pt x="1516267" y="2381209"/>
                  </a:lnTo>
                  <a:lnTo>
                    <a:pt x="1470801" y="2370460"/>
                  </a:lnTo>
                  <a:lnTo>
                    <a:pt x="1425754" y="2358652"/>
                  </a:lnTo>
                  <a:lnTo>
                    <a:pt x="1381139" y="2345800"/>
                  </a:lnTo>
                  <a:lnTo>
                    <a:pt x="1336971" y="2331917"/>
                  </a:lnTo>
                  <a:lnTo>
                    <a:pt x="1293264" y="2317017"/>
                  </a:lnTo>
                  <a:lnTo>
                    <a:pt x="1250031" y="2301114"/>
                  </a:lnTo>
                  <a:lnTo>
                    <a:pt x="1207286" y="2284222"/>
                  </a:lnTo>
                  <a:lnTo>
                    <a:pt x="1165044" y="2266355"/>
                  </a:lnTo>
                  <a:lnTo>
                    <a:pt x="1123317" y="2247526"/>
                  </a:lnTo>
                  <a:lnTo>
                    <a:pt x="1082121" y="2227751"/>
                  </a:lnTo>
                  <a:lnTo>
                    <a:pt x="1041468" y="2207042"/>
                  </a:lnTo>
                  <a:lnTo>
                    <a:pt x="1001373" y="2185414"/>
                  </a:lnTo>
                  <a:lnTo>
                    <a:pt x="961850" y="2162880"/>
                  </a:lnTo>
                  <a:lnTo>
                    <a:pt x="922913" y="2139454"/>
                  </a:lnTo>
                  <a:lnTo>
                    <a:pt x="884575" y="2115151"/>
                  </a:lnTo>
                  <a:lnTo>
                    <a:pt x="846851" y="2089984"/>
                  </a:lnTo>
                  <a:lnTo>
                    <a:pt x="809754" y="2063967"/>
                  </a:lnTo>
                  <a:lnTo>
                    <a:pt x="773298" y="2037113"/>
                  </a:lnTo>
                  <a:lnTo>
                    <a:pt x="737498" y="2009438"/>
                  </a:lnTo>
                  <a:lnTo>
                    <a:pt x="702367" y="1980955"/>
                  </a:lnTo>
                  <a:lnTo>
                    <a:pt x="667918" y="1951677"/>
                  </a:lnTo>
                  <a:lnTo>
                    <a:pt x="634167" y="1921619"/>
                  </a:lnTo>
                  <a:lnTo>
                    <a:pt x="601126" y="1890795"/>
                  </a:lnTo>
                  <a:lnTo>
                    <a:pt x="568810" y="1859218"/>
                  </a:lnTo>
                  <a:lnTo>
                    <a:pt x="537233" y="1826902"/>
                  </a:lnTo>
                  <a:lnTo>
                    <a:pt x="506408" y="1793861"/>
                  </a:lnTo>
                  <a:lnTo>
                    <a:pt x="476350" y="1760110"/>
                  </a:lnTo>
                  <a:lnTo>
                    <a:pt x="447072" y="1725662"/>
                  </a:lnTo>
                  <a:lnTo>
                    <a:pt x="418589" y="1690531"/>
                  </a:lnTo>
                  <a:lnTo>
                    <a:pt x="390913" y="1654730"/>
                  </a:lnTo>
                  <a:lnTo>
                    <a:pt x="364060" y="1618275"/>
                  </a:lnTo>
                  <a:lnTo>
                    <a:pt x="338043" y="1581178"/>
                  </a:lnTo>
                  <a:lnTo>
                    <a:pt x="312876" y="1543453"/>
                  </a:lnTo>
                  <a:lnTo>
                    <a:pt x="288572" y="1505116"/>
                  </a:lnTo>
                  <a:lnTo>
                    <a:pt x="265146" y="1466178"/>
                  </a:lnTo>
                  <a:lnTo>
                    <a:pt x="242612" y="1426655"/>
                  </a:lnTo>
                  <a:lnTo>
                    <a:pt x="220984" y="1386561"/>
                  </a:lnTo>
                  <a:lnTo>
                    <a:pt x="200275" y="1345908"/>
                  </a:lnTo>
                  <a:lnTo>
                    <a:pt x="180499" y="1304711"/>
                  </a:lnTo>
                  <a:lnTo>
                    <a:pt x="161670" y="1262985"/>
                  </a:lnTo>
                  <a:lnTo>
                    <a:pt x="143803" y="1220742"/>
                  </a:lnTo>
                  <a:lnTo>
                    <a:pt x="126911" y="1177997"/>
                  </a:lnTo>
                  <a:lnTo>
                    <a:pt x="111008" y="1134764"/>
                  </a:lnTo>
                  <a:lnTo>
                    <a:pt x="96108" y="1091056"/>
                  </a:lnTo>
                  <a:lnTo>
                    <a:pt x="82224" y="1046888"/>
                  </a:lnTo>
                  <a:lnTo>
                    <a:pt x="69372" y="1002274"/>
                  </a:lnTo>
                  <a:lnTo>
                    <a:pt x="57564" y="957226"/>
                  </a:lnTo>
                  <a:lnTo>
                    <a:pt x="46814" y="911760"/>
                  </a:lnTo>
                  <a:lnTo>
                    <a:pt x="37137" y="865889"/>
                  </a:lnTo>
                  <a:lnTo>
                    <a:pt x="28547" y="819627"/>
                  </a:lnTo>
                  <a:lnTo>
                    <a:pt x="21056" y="772988"/>
                  </a:lnTo>
                  <a:lnTo>
                    <a:pt x="14680" y="725986"/>
                  </a:lnTo>
                  <a:lnTo>
                    <a:pt x="9432" y="678635"/>
                  </a:lnTo>
                  <a:lnTo>
                    <a:pt x="5326" y="630948"/>
                  </a:lnTo>
                  <a:lnTo>
                    <a:pt x="2376" y="582940"/>
                  </a:lnTo>
                  <a:lnTo>
                    <a:pt x="596" y="534625"/>
                  </a:lnTo>
                  <a:lnTo>
                    <a:pt x="0" y="486016"/>
                  </a:lnTo>
                  <a:lnTo>
                    <a:pt x="666" y="434644"/>
                  </a:lnTo>
                  <a:lnTo>
                    <a:pt x="2654" y="383601"/>
                  </a:lnTo>
                  <a:lnTo>
                    <a:pt x="5947" y="332904"/>
                  </a:lnTo>
                  <a:lnTo>
                    <a:pt x="10529" y="282568"/>
                  </a:lnTo>
                  <a:lnTo>
                    <a:pt x="16384" y="232611"/>
                  </a:lnTo>
                  <a:lnTo>
                    <a:pt x="23494" y="183049"/>
                  </a:lnTo>
                  <a:lnTo>
                    <a:pt x="31843" y="133900"/>
                  </a:lnTo>
                  <a:lnTo>
                    <a:pt x="41414" y="85178"/>
                  </a:lnTo>
                </a:path>
              </a:pathLst>
            </a:custGeom>
            <a:ln w="12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68645" y="1141539"/>
              <a:ext cx="3670935" cy="2322830"/>
            </a:xfrm>
            <a:custGeom>
              <a:avLst/>
              <a:gdLst/>
              <a:ahLst/>
              <a:cxnLst/>
              <a:rect l="l" t="t" r="r" b="b"/>
              <a:pathLst>
                <a:path w="3670934" h="2322829">
                  <a:moveTo>
                    <a:pt x="3670388" y="487171"/>
                  </a:moveTo>
                  <a:lnTo>
                    <a:pt x="3669961" y="433735"/>
                  </a:lnTo>
                  <a:lnTo>
                    <a:pt x="3668589" y="382480"/>
                  </a:lnTo>
                  <a:lnTo>
                    <a:pt x="3666137" y="332983"/>
                  </a:lnTo>
                  <a:lnTo>
                    <a:pt x="3662471" y="284819"/>
                  </a:lnTo>
                  <a:lnTo>
                    <a:pt x="3657457" y="237561"/>
                  </a:lnTo>
                  <a:lnTo>
                    <a:pt x="3650958" y="190785"/>
                  </a:lnTo>
                  <a:lnTo>
                    <a:pt x="3642842" y="144066"/>
                  </a:lnTo>
                  <a:lnTo>
                    <a:pt x="3632972" y="96979"/>
                  </a:lnTo>
                  <a:lnTo>
                    <a:pt x="3621214" y="49099"/>
                  </a:lnTo>
                  <a:lnTo>
                    <a:pt x="3607435" y="0"/>
                  </a:lnTo>
                  <a:lnTo>
                    <a:pt x="46228" y="81089"/>
                  </a:lnTo>
                  <a:lnTo>
                    <a:pt x="34363" y="132657"/>
                  </a:lnTo>
                  <a:lnTo>
                    <a:pt x="24490" y="182539"/>
                  </a:lnTo>
                  <a:lnTo>
                    <a:pt x="16482" y="231462"/>
                  </a:lnTo>
                  <a:lnTo>
                    <a:pt x="10212" y="280154"/>
                  </a:lnTo>
                  <a:lnTo>
                    <a:pt x="5555" y="329343"/>
                  </a:lnTo>
                  <a:lnTo>
                    <a:pt x="2385" y="379757"/>
                  </a:lnTo>
                  <a:lnTo>
                    <a:pt x="575" y="432124"/>
                  </a:lnTo>
                  <a:lnTo>
                    <a:pt x="0" y="487171"/>
                  </a:lnTo>
                  <a:lnTo>
                    <a:pt x="618" y="535288"/>
                  </a:lnTo>
                  <a:lnTo>
                    <a:pt x="2464" y="583098"/>
                  </a:lnTo>
                  <a:lnTo>
                    <a:pt x="5521" y="630589"/>
                  </a:lnTo>
                  <a:lnTo>
                    <a:pt x="9775" y="677744"/>
                  </a:lnTo>
                  <a:lnTo>
                    <a:pt x="15211" y="724549"/>
                  </a:lnTo>
                  <a:lnTo>
                    <a:pt x="21814" y="770988"/>
                  </a:lnTo>
                  <a:lnTo>
                    <a:pt x="29568" y="817046"/>
                  </a:lnTo>
                  <a:lnTo>
                    <a:pt x="38458" y="862709"/>
                  </a:lnTo>
                  <a:lnTo>
                    <a:pt x="48469" y="907960"/>
                  </a:lnTo>
                  <a:lnTo>
                    <a:pt x="59587" y="952785"/>
                  </a:lnTo>
                  <a:lnTo>
                    <a:pt x="71796" y="997170"/>
                  </a:lnTo>
                  <a:lnTo>
                    <a:pt x="85080" y="1041098"/>
                  </a:lnTo>
                  <a:lnTo>
                    <a:pt x="99425" y="1084554"/>
                  </a:lnTo>
                  <a:lnTo>
                    <a:pt x="114816" y="1127524"/>
                  </a:lnTo>
                  <a:lnTo>
                    <a:pt x="131238" y="1169992"/>
                  </a:lnTo>
                  <a:lnTo>
                    <a:pt x="148675" y="1211944"/>
                  </a:lnTo>
                  <a:lnTo>
                    <a:pt x="167112" y="1253364"/>
                  </a:lnTo>
                  <a:lnTo>
                    <a:pt x="186534" y="1294236"/>
                  </a:lnTo>
                  <a:lnTo>
                    <a:pt x="206927" y="1334547"/>
                  </a:lnTo>
                  <a:lnTo>
                    <a:pt x="228275" y="1374280"/>
                  </a:lnTo>
                  <a:lnTo>
                    <a:pt x="250562" y="1413422"/>
                  </a:lnTo>
                  <a:lnTo>
                    <a:pt x="273774" y="1451955"/>
                  </a:lnTo>
                  <a:lnTo>
                    <a:pt x="297896" y="1489866"/>
                  </a:lnTo>
                  <a:lnTo>
                    <a:pt x="322913" y="1527140"/>
                  </a:lnTo>
                  <a:lnTo>
                    <a:pt x="348808" y="1563761"/>
                  </a:lnTo>
                  <a:lnTo>
                    <a:pt x="375569" y="1599714"/>
                  </a:lnTo>
                  <a:lnTo>
                    <a:pt x="403178" y="1634984"/>
                  </a:lnTo>
                  <a:lnTo>
                    <a:pt x="431621" y="1669556"/>
                  </a:lnTo>
                  <a:lnTo>
                    <a:pt x="460884" y="1703414"/>
                  </a:lnTo>
                  <a:lnTo>
                    <a:pt x="490950" y="1736545"/>
                  </a:lnTo>
                  <a:lnTo>
                    <a:pt x="521805" y="1768932"/>
                  </a:lnTo>
                  <a:lnTo>
                    <a:pt x="553434" y="1800560"/>
                  </a:lnTo>
                  <a:lnTo>
                    <a:pt x="585821" y="1831415"/>
                  </a:lnTo>
                  <a:lnTo>
                    <a:pt x="618952" y="1861481"/>
                  </a:lnTo>
                  <a:lnTo>
                    <a:pt x="652811" y="1890743"/>
                  </a:lnTo>
                  <a:lnTo>
                    <a:pt x="687383" y="1919186"/>
                  </a:lnTo>
                  <a:lnTo>
                    <a:pt x="722653" y="1946795"/>
                  </a:lnTo>
                  <a:lnTo>
                    <a:pt x="758607" y="1973555"/>
                  </a:lnTo>
                  <a:lnTo>
                    <a:pt x="795228" y="1999451"/>
                  </a:lnTo>
                  <a:lnTo>
                    <a:pt x="832501" y="2024467"/>
                  </a:lnTo>
                  <a:lnTo>
                    <a:pt x="870413" y="2048588"/>
                  </a:lnTo>
                  <a:lnTo>
                    <a:pt x="908947" y="2071800"/>
                  </a:lnTo>
                  <a:lnTo>
                    <a:pt x="948088" y="2094088"/>
                  </a:lnTo>
                  <a:lnTo>
                    <a:pt x="987822" y="2115435"/>
                  </a:lnTo>
                  <a:lnTo>
                    <a:pt x="1028133" y="2135827"/>
                  </a:lnTo>
                  <a:lnTo>
                    <a:pt x="1069006" y="2155249"/>
                  </a:lnTo>
                  <a:lnTo>
                    <a:pt x="1110426" y="2173686"/>
                  </a:lnTo>
                  <a:lnTo>
                    <a:pt x="1152378" y="2191123"/>
                  </a:lnTo>
                  <a:lnTo>
                    <a:pt x="1194846" y="2207544"/>
                  </a:lnTo>
                  <a:lnTo>
                    <a:pt x="1237816" y="2222935"/>
                  </a:lnTo>
                  <a:lnTo>
                    <a:pt x="1281273" y="2237280"/>
                  </a:lnTo>
                  <a:lnTo>
                    <a:pt x="1325201" y="2250565"/>
                  </a:lnTo>
                  <a:lnTo>
                    <a:pt x="1369585" y="2262773"/>
                  </a:lnTo>
                  <a:lnTo>
                    <a:pt x="1414411" y="2273890"/>
                  </a:lnTo>
                  <a:lnTo>
                    <a:pt x="1459663" y="2283902"/>
                  </a:lnTo>
                  <a:lnTo>
                    <a:pt x="1505325" y="2292792"/>
                  </a:lnTo>
                  <a:lnTo>
                    <a:pt x="1551384" y="2300546"/>
                  </a:lnTo>
                  <a:lnTo>
                    <a:pt x="1597823" y="2307148"/>
                  </a:lnTo>
                  <a:lnTo>
                    <a:pt x="1644627" y="2312584"/>
                  </a:lnTo>
                  <a:lnTo>
                    <a:pt x="1691783" y="2316838"/>
                  </a:lnTo>
                  <a:lnTo>
                    <a:pt x="1739273" y="2319896"/>
                  </a:lnTo>
                  <a:lnTo>
                    <a:pt x="1787084" y="2321741"/>
                  </a:lnTo>
                  <a:lnTo>
                    <a:pt x="1835200" y="2322360"/>
                  </a:lnTo>
                  <a:lnTo>
                    <a:pt x="1883316" y="2321741"/>
                  </a:lnTo>
                  <a:lnTo>
                    <a:pt x="1931127" y="2319896"/>
                  </a:lnTo>
                  <a:lnTo>
                    <a:pt x="1978618" y="2316838"/>
                  </a:lnTo>
                  <a:lnTo>
                    <a:pt x="2025773" y="2312584"/>
                  </a:lnTo>
                  <a:lnTo>
                    <a:pt x="2072578" y="2307148"/>
                  </a:lnTo>
                  <a:lnTo>
                    <a:pt x="2119017" y="2300546"/>
                  </a:lnTo>
                  <a:lnTo>
                    <a:pt x="2165075" y="2292792"/>
                  </a:lnTo>
                  <a:lnTo>
                    <a:pt x="2210737" y="2283902"/>
                  </a:lnTo>
                  <a:lnTo>
                    <a:pt x="2255989" y="2273890"/>
                  </a:lnTo>
                  <a:lnTo>
                    <a:pt x="2300814" y="2262773"/>
                  </a:lnTo>
                  <a:lnTo>
                    <a:pt x="2345198" y="2250565"/>
                  </a:lnTo>
                  <a:lnTo>
                    <a:pt x="2389126" y="2237280"/>
                  </a:lnTo>
                  <a:lnTo>
                    <a:pt x="2432583" y="2222935"/>
                  </a:lnTo>
                  <a:lnTo>
                    <a:pt x="2475553" y="2207544"/>
                  </a:lnTo>
                  <a:lnTo>
                    <a:pt x="2518021" y="2191123"/>
                  </a:lnTo>
                  <a:lnTo>
                    <a:pt x="2559973" y="2173686"/>
                  </a:lnTo>
                  <a:lnTo>
                    <a:pt x="2601392" y="2155249"/>
                  </a:lnTo>
                  <a:lnTo>
                    <a:pt x="2642265" y="2135827"/>
                  </a:lnTo>
                  <a:lnTo>
                    <a:pt x="2682576" y="2115435"/>
                  </a:lnTo>
                  <a:lnTo>
                    <a:pt x="2722309" y="2094088"/>
                  </a:lnTo>
                  <a:lnTo>
                    <a:pt x="2761450" y="2071800"/>
                  </a:lnTo>
                  <a:lnTo>
                    <a:pt x="2799984" y="2048588"/>
                  </a:lnTo>
                  <a:lnTo>
                    <a:pt x="2837895" y="2024467"/>
                  </a:lnTo>
                  <a:lnTo>
                    <a:pt x="2875169" y="1999451"/>
                  </a:lnTo>
                  <a:lnTo>
                    <a:pt x="2911790" y="1973555"/>
                  </a:lnTo>
                  <a:lnTo>
                    <a:pt x="2947743" y="1946795"/>
                  </a:lnTo>
                  <a:lnTo>
                    <a:pt x="2983013" y="1919186"/>
                  </a:lnTo>
                  <a:lnTo>
                    <a:pt x="3017584" y="1890743"/>
                  </a:lnTo>
                  <a:lnTo>
                    <a:pt x="3051443" y="1861481"/>
                  </a:lnTo>
                  <a:lnTo>
                    <a:pt x="3084574" y="1831415"/>
                  </a:lnTo>
                  <a:lnTo>
                    <a:pt x="3116960" y="1800560"/>
                  </a:lnTo>
                  <a:lnTo>
                    <a:pt x="3148589" y="1768932"/>
                  </a:lnTo>
                  <a:lnTo>
                    <a:pt x="3179444" y="1736545"/>
                  </a:lnTo>
                  <a:lnTo>
                    <a:pt x="3209510" y="1703414"/>
                  </a:lnTo>
                  <a:lnTo>
                    <a:pt x="3238772" y="1669556"/>
                  </a:lnTo>
                  <a:lnTo>
                    <a:pt x="3267215" y="1634984"/>
                  </a:lnTo>
                  <a:lnTo>
                    <a:pt x="3294824" y="1599714"/>
                  </a:lnTo>
                  <a:lnTo>
                    <a:pt x="3321584" y="1563761"/>
                  </a:lnTo>
                  <a:lnTo>
                    <a:pt x="3347479" y="1527140"/>
                  </a:lnTo>
                  <a:lnTo>
                    <a:pt x="3372496" y="1489866"/>
                  </a:lnTo>
                  <a:lnTo>
                    <a:pt x="3396617" y="1451955"/>
                  </a:lnTo>
                  <a:lnTo>
                    <a:pt x="3419829" y="1413422"/>
                  </a:lnTo>
                  <a:lnTo>
                    <a:pt x="3442116" y="1374280"/>
                  </a:lnTo>
                  <a:lnTo>
                    <a:pt x="3463464" y="1334547"/>
                  </a:lnTo>
                  <a:lnTo>
                    <a:pt x="3483856" y="1294236"/>
                  </a:lnTo>
                  <a:lnTo>
                    <a:pt x="3503278" y="1253364"/>
                  </a:lnTo>
                  <a:lnTo>
                    <a:pt x="3521715" y="1211944"/>
                  </a:lnTo>
                  <a:lnTo>
                    <a:pt x="3539152" y="1169992"/>
                  </a:lnTo>
                  <a:lnTo>
                    <a:pt x="3555573" y="1127524"/>
                  </a:lnTo>
                  <a:lnTo>
                    <a:pt x="3570964" y="1084554"/>
                  </a:lnTo>
                  <a:lnTo>
                    <a:pt x="3585309" y="1041098"/>
                  </a:lnTo>
                  <a:lnTo>
                    <a:pt x="3598593" y="997170"/>
                  </a:lnTo>
                  <a:lnTo>
                    <a:pt x="3610802" y="952785"/>
                  </a:lnTo>
                  <a:lnTo>
                    <a:pt x="3621919" y="907960"/>
                  </a:lnTo>
                  <a:lnTo>
                    <a:pt x="3631931" y="862709"/>
                  </a:lnTo>
                  <a:lnTo>
                    <a:pt x="3640821" y="817046"/>
                  </a:lnTo>
                  <a:lnTo>
                    <a:pt x="3648575" y="770988"/>
                  </a:lnTo>
                  <a:lnTo>
                    <a:pt x="3655177" y="724549"/>
                  </a:lnTo>
                  <a:lnTo>
                    <a:pt x="3660613" y="677744"/>
                  </a:lnTo>
                  <a:lnTo>
                    <a:pt x="3664867" y="630589"/>
                  </a:lnTo>
                  <a:lnTo>
                    <a:pt x="3667924" y="583098"/>
                  </a:lnTo>
                  <a:lnTo>
                    <a:pt x="3669770" y="535288"/>
                  </a:lnTo>
                  <a:lnTo>
                    <a:pt x="3670388" y="487171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68645" y="1141539"/>
              <a:ext cx="3670935" cy="2322830"/>
            </a:xfrm>
            <a:custGeom>
              <a:avLst/>
              <a:gdLst/>
              <a:ahLst/>
              <a:cxnLst/>
              <a:rect l="l" t="t" r="r" b="b"/>
              <a:pathLst>
                <a:path w="3670934" h="2322829">
                  <a:moveTo>
                    <a:pt x="3607435" y="0"/>
                  </a:moveTo>
                  <a:lnTo>
                    <a:pt x="3621214" y="49099"/>
                  </a:lnTo>
                  <a:lnTo>
                    <a:pt x="3632972" y="96979"/>
                  </a:lnTo>
                  <a:lnTo>
                    <a:pt x="3642842" y="144066"/>
                  </a:lnTo>
                  <a:lnTo>
                    <a:pt x="3650958" y="190785"/>
                  </a:lnTo>
                  <a:lnTo>
                    <a:pt x="3657457" y="237561"/>
                  </a:lnTo>
                  <a:lnTo>
                    <a:pt x="3662471" y="284819"/>
                  </a:lnTo>
                  <a:lnTo>
                    <a:pt x="3666137" y="332983"/>
                  </a:lnTo>
                  <a:lnTo>
                    <a:pt x="3668589" y="382480"/>
                  </a:lnTo>
                  <a:lnTo>
                    <a:pt x="3669961" y="433735"/>
                  </a:lnTo>
                  <a:lnTo>
                    <a:pt x="3670388" y="487171"/>
                  </a:lnTo>
                  <a:lnTo>
                    <a:pt x="3669770" y="535288"/>
                  </a:lnTo>
                  <a:lnTo>
                    <a:pt x="3667924" y="583098"/>
                  </a:lnTo>
                  <a:lnTo>
                    <a:pt x="3664867" y="630589"/>
                  </a:lnTo>
                  <a:lnTo>
                    <a:pt x="3660613" y="677744"/>
                  </a:lnTo>
                  <a:lnTo>
                    <a:pt x="3655177" y="724549"/>
                  </a:lnTo>
                  <a:lnTo>
                    <a:pt x="3648575" y="770988"/>
                  </a:lnTo>
                  <a:lnTo>
                    <a:pt x="3640821" y="817046"/>
                  </a:lnTo>
                  <a:lnTo>
                    <a:pt x="3631931" y="862709"/>
                  </a:lnTo>
                  <a:lnTo>
                    <a:pt x="3621919" y="907960"/>
                  </a:lnTo>
                  <a:lnTo>
                    <a:pt x="3610802" y="952785"/>
                  </a:lnTo>
                  <a:lnTo>
                    <a:pt x="3598593" y="997170"/>
                  </a:lnTo>
                  <a:lnTo>
                    <a:pt x="3585309" y="1041098"/>
                  </a:lnTo>
                  <a:lnTo>
                    <a:pt x="3570964" y="1084554"/>
                  </a:lnTo>
                  <a:lnTo>
                    <a:pt x="3555573" y="1127524"/>
                  </a:lnTo>
                  <a:lnTo>
                    <a:pt x="3539152" y="1169992"/>
                  </a:lnTo>
                  <a:lnTo>
                    <a:pt x="3521715" y="1211944"/>
                  </a:lnTo>
                  <a:lnTo>
                    <a:pt x="3503278" y="1253364"/>
                  </a:lnTo>
                  <a:lnTo>
                    <a:pt x="3483856" y="1294236"/>
                  </a:lnTo>
                  <a:lnTo>
                    <a:pt x="3463464" y="1334547"/>
                  </a:lnTo>
                  <a:lnTo>
                    <a:pt x="3442116" y="1374280"/>
                  </a:lnTo>
                  <a:lnTo>
                    <a:pt x="3419829" y="1413422"/>
                  </a:lnTo>
                  <a:lnTo>
                    <a:pt x="3396617" y="1451955"/>
                  </a:lnTo>
                  <a:lnTo>
                    <a:pt x="3372496" y="1489866"/>
                  </a:lnTo>
                  <a:lnTo>
                    <a:pt x="3347479" y="1527140"/>
                  </a:lnTo>
                  <a:lnTo>
                    <a:pt x="3321584" y="1563761"/>
                  </a:lnTo>
                  <a:lnTo>
                    <a:pt x="3294824" y="1599714"/>
                  </a:lnTo>
                  <a:lnTo>
                    <a:pt x="3267215" y="1634984"/>
                  </a:lnTo>
                  <a:lnTo>
                    <a:pt x="3238772" y="1669556"/>
                  </a:lnTo>
                  <a:lnTo>
                    <a:pt x="3209510" y="1703414"/>
                  </a:lnTo>
                  <a:lnTo>
                    <a:pt x="3179444" y="1736545"/>
                  </a:lnTo>
                  <a:lnTo>
                    <a:pt x="3148589" y="1768932"/>
                  </a:lnTo>
                  <a:lnTo>
                    <a:pt x="3116960" y="1800560"/>
                  </a:lnTo>
                  <a:lnTo>
                    <a:pt x="3084574" y="1831415"/>
                  </a:lnTo>
                  <a:lnTo>
                    <a:pt x="3051443" y="1861481"/>
                  </a:lnTo>
                  <a:lnTo>
                    <a:pt x="3017584" y="1890743"/>
                  </a:lnTo>
                  <a:lnTo>
                    <a:pt x="2983013" y="1919186"/>
                  </a:lnTo>
                  <a:lnTo>
                    <a:pt x="2947743" y="1946795"/>
                  </a:lnTo>
                  <a:lnTo>
                    <a:pt x="2911790" y="1973555"/>
                  </a:lnTo>
                  <a:lnTo>
                    <a:pt x="2875169" y="1999451"/>
                  </a:lnTo>
                  <a:lnTo>
                    <a:pt x="2837895" y="2024467"/>
                  </a:lnTo>
                  <a:lnTo>
                    <a:pt x="2799984" y="2048588"/>
                  </a:lnTo>
                  <a:lnTo>
                    <a:pt x="2761450" y="2071800"/>
                  </a:lnTo>
                  <a:lnTo>
                    <a:pt x="2722309" y="2094088"/>
                  </a:lnTo>
                  <a:lnTo>
                    <a:pt x="2682576" y="2115435"/>
                  </a:lnTo>
                  <a:lnTo>
                    <a:pt x="2642265" y="2135827"/>
                  </a:lnTo>
                  <a:lnTo>
                    <a:pt x="2601392" y="2155249"/>
                  </a:lnTo>
                  <a:lnTo>
                    <a:pt x="2559973" y="2173686"/>
                  </a:lnTo>
                  <a:lnTo>
                    <a:pt x="2518021" y="2191123"/>
                  </a:lnTo>
                  <a:lnTo>
                    <a:pt x="2475553" y="2207544"/>
                  </a:lnTo>
                  <a:lnTo>
                    <a:pt x="2432583" y="2222935"/>
                  </a:lnTo>
                  <a:lnTo>
                    <a:pt x="2389126" y="2237280"/>
                  </a:lnTo>
                  <a:lnTo>
                    <a:pt x="2345198" y="2250565"/>
                  </a:lnTo>
                  <a:lnTo>
                    <a:pt x="2300814" y="2262773"/>
                  </a:lnTo>
                  <a:lnTo>
                    <a:pt x="2255989" y="2273890"/>
                  </a:lnTo>
                  <a:lnTo>
                    <a:pt x="2210737" y="2283902"/>
                  </a:lnTo>
                  <a:lnTo>
                    <a:pt x="2165075" y="2292792"/>
                  </a:lnTo>
                  <a:lnTo>
                    <a:pt x="2119017" y="2300546"/>
                  </a:lnTo>
                  <a:lnTo>
                    <a:pt x="2072578" y="2307148"/>
                  </a:lnTo>
                  <a:lnTo>
                    <a:pt x="2025773" y="2312584"/>
                  </a:lnTo>
                  <a:lnTo>
                    <a:pt x="1978618" y="2316838"/>
                  </a:lnTo>
                  <a:lnTo>
                    <a:pt x="1931127" y="2319896"/>
                  </a:lnTo>
                  <a:lnTo>
                    <a:pt x="1883316" y="2321741"/>
                  </a:lnTo>
                  <a:lnTo>
                    <a:pt x="1835200" y="2322360"/>
                  </a:lnTo>
                  <a:lnTo>
                    <a:pt x="1787084" y="2321741"/>
                  </a:lnTo>
                  <a:lnTo>
                    <a:pt x="1739273" y="2319896"/>
                  </a:lnTo>
                  <a:lnTo>
                    <a:pt x="1691783" y="2316838"/>
                  </a:lnTo>
                  <a:lnTo>
                    <a:pt x="1644627" y="2312584"/>
                  </a:lnTo>
                  <a:lnTo>
                    <a:pt x="1597823" y="2307148"/>
                  </a:lnTo>
                  <a:lnTo>
                    <a:pt x="1551384" y="2300546"/>
                  </a:lnTo>
                  <a:lnTo>
                    <a:pt x="1505325" y="2292792"/>
                  </a:lnTo>
                  <a:lnTo>
                    <a:pt x="1459663" y="2283902"/>
                  </a:lnTo>
                  <a:lnTo>
                    <a:pt x="1414411" y="2273890"/>
                  </a:lnTo>
                  <a:lnTo>
                    <a:pt x="1369585" y="2262773"/>
                  </a:lnTo>
                  <a:lnTo>
                    <a:pt x="1325201" y="2250565"/>
                  </a:lnTo>
                  <a:lnTo>
                    <a:pt x="1281273" y="2237280"/>
                  </a:lnTo>
                  <a:lnTo>
                    <a:pt x="1237816" y="2222935"/>
                  </a:lnTo>
                  <a:lnTo>
                    <a:pt x="1194846" y="2207544"/>
                  </a:lnTo>
                  <a:lnTo>
                    <a:pt x="1152378" y="2191123"/>
                  </a:lnTo>
                  <a:lnTo>
                    <a:pt x="1110426" y="2173686"/>
                  </a:lnTo>
                  <a:lnTo>
                    <a:pt x="1069006" y="2155249"/>
                  </a:lnTo>
                  <a:lnTo>
                    <a:pt x="1028133" y="2135827"/>
                  </a:lnTo>
                  <a:lnTo>
                    <a:pt x="987822" y="2115435"/>
                  </a:lnTo>
                  <a:lnTo>
                    <a:pt x="948088" y="2094088"/>
                  </a:lnTo>
                  <a:lnTo>
                    <a:pt x="908947" y="2071800"/>
                  </a:lnTo>
                  <a:lnTo>
                    <a:pt x="870413" y="2048588"/>
                  </a:lnTo>
                  <a:lnTo>
                    <a:pt x="832501" y="2024467"/>
                  </a:lnTo>
                  <a:lnTo>
                    <a:pt x="795228" y="1999451"/>
                  </a:lnTo>
                  <a:lnTo>
                    <a:pt x="758607" y="1973555"/>
                  </a:lnTo>
                  <a:lnTo>
                    <a:pt x="722653" y="1946795"/>
                  </a:lnTo>
                  <a:lnTo>
                    <a:pt x="687383" y="1919186"/>
                  </a:lnTo>
                  <a:lnTo>
                    <a:pt x="652811" y="1890743"/>
                  </a:lnTo>
                  <a:lnTo>
                    <a:pt x="618952" y="1861481"/>
                  </a:lnTo>
                  <a:lnTo>
                    <a:pt x="585821" y="1831415"/>
                  </a:lnTo>
                  <a:lnTo>
                    <a:pt x="553434" y="1800560"/>
                  </a:lnTo>
                  <a:lnTo>
                    <a:pt x="521805" y="1768932"/>
                  </a:lnTo>
                  <a:lnTo>
                    <a:pt x="490950" y="1736545"/>
                  </a:lnTo>
                  <a:lnTo>
                    <a:pt x="460884" y="1703414"/>
                  </a:lnTo>
                  <a:lnTo>
                    <a:pt x="431621" y="1669556"/>
                  </a:lnTo>
                  <a:lnTo>
                    <a:pt x="403178" y="1634984"/>
                  </a:lnTo>
                  <a:lnTo>
                    <a:pt x="375569" y="1599714"/>
                  </a:lnTo>
                  <a:lnTo>
                    <a:pt x="348808" y="1563761"/>
                  </a:lnTo>
                  <a:lnTo>
                    <a:pt x="322913" y="1527140"/>
                  </a:lnTo>
                  <a:lnTo>
                    <a:pt x="297896" y="1489866"/>
                  </a:lnTo>
                  <a:lnTo>
                    <a:pt x="273774" y="1451955"/>
                  </a:lnTo>
                  <a:lnTo>
                    <a:pt x="250562" y="1413422"/>
                  </a:lnTo>
                  <a:lnTo>
                    <a:pt x="228275" y="1374280"/>
                  </a:lnTo>
                  <a:lnTo>
                    <a:pt x="206927" y="1334547"/>
                  </a:lnTo>
                  <a:lnTo>
                    <a:pt x="186534" y="1294236"/>
                  </a:lnTo>
                  <a:lnTo>
                    <a:pt x="167112" y="1253364"/>
                  </a:lnTo>
                  <a:lnTo>
                    <a:pt x="148675" y="1211944"/>
                  </a:lnTo>
                  <a:lnTo>
                    <a:pt x="131238" y="1169992"/>
                  </a:lnTo>
                  <a:lnTo>
                    <a:pt x="114816" y="1127524"/>
                  </a:lnTo>
                  <a:lnTo>
                    <a:pt x="99425" y="1084554"/>
                  </a:lnTo>
                  <a:lnTo>
                    <a:pt x="85080" y="1041098"/>
                  </a:lnTo>
                  <a:lnTo>
                    <a:pt x="71796" y="997170"/>
                  </a:lnTo>
                  <a:lnTo>
                    <a:pt x="59587" y="952785"/>
                  </a:lnTo>
                  <a:lnTo>
                    <a:pt x="48469" y="907960"/>
                  </a:lnTo>
                  <a:lnTo>
                    <a:pt x="38458" y="862709"/>
                  </a:lnTo>
                  <a:lnTo>
                    <a:pt x="29568" y="817046"/>
                  </a:lnTo>
                  <a:lnTo>
                    <a:pt x="21814" y="770988"/>
                  </a:lnTo>
                  <a:lnTo>
                    <a:pt x="15211" y="724549"/>
                  </a:lnTo>
                  <a:lnTo>
                    <a:pt x="9775" y="677744"/>
                  </a:lnTo>
                  <a:lnTo>
                    <a:pt x="5521" y="630589"/>
                  </a:lnTo>
                  <a:lnTo>
                    <a:pt x="2464" y="583098"/>
                  </a:lnTo>
                  <a:lnTo>
                    <a:pt x="618" y="535288"/>
                  </a:lnTo>
                  <a:lnTo>
                    <a:pt x="0" y="487171"/>
                  </a:lnTo>
                  <a:lnTo>
                    <a:pt x="575" y="432124"/>
                  </a:lnTo>
                  <a:lnTo>
                    <a:pt x="2385" y="379757"/>
                  </a:lnTo>
                  <a:lnTo>
                    <a:pt x="5555" y="329343"/>
                  </a:lnTo>
                  <a:lnTo>
                    <a:pt x="10212" y="280154"/>
                  </a:lnTo>
                  <a:lnTo>
                    <a:pt x="16482" y="231462"/>
                  </a:lnTo>
                  <a:lnTo>
                    <a:pt x="24490" y="182539"/>
                  </a:lnTo>
                  <a:lnTo>
                    <a:pt x="34363" y="132657"/>
                  </a:lnTo>
                  <a:lnTo>
                    <a:pt x="46228" y="81089"/>
                  </a:lnTo>
                </a:path>
              </a:pathLst>
            </a:custGeom>
            <a:ln w="12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76584" y="1628711"/>
              <a:ext cx="4855210" cy="0"/>
            </a:xfrm>
            <a:custGeom>
              <a:avLst/>
              <a:gdLst/>
              <a:ahLst/>
              <a:cxnLst/>
              <a:rect l="l" t="t" r="r" b="b"/>
              <a:pathLst>
                <a:path w="4855209">
                  <a:moveTo>
                    <a:pt x="0" y="0"/>
                  </a:moveTo>
                  <a:lnTo>
                    <a:pt x="4855019" y="0"/>
                  </a:lnTo>
                </a:path>
              </a:pathLst>
            </a:custGeom>
            <a:ln w="17145">
              <a:solidFill>
                <a:srgbClr val="EF4123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64703" y="2274849"/>
              <a:ext cx="971550" cy="971550"/>
            </a:xfrm>
            <a:custGeom>
              <a:avLst/>
              <a:gdLst/>
              <a:ahLst/>
              <a:cxnLst/>
              <a:rect l="l" t="t" r="r" b="b"/>
              <a:pathLst>
                <a:path w="971550" h="971550">
                  <a:moveTo>
                    <a:pt x="971003" y="485495"/>
                  </a:moveTo>
                  <a:lnTo>
                    <a:pt x="968781" y="438740"/>
                  </a:lnTo>
                  <a:lnTo>
                    <a:pt x="962249" y="393242"/>
                  </a:lnTo>
                  <a:lnTo>
                    <a:pt x="951611" y="349205"/>
                  </a:lnTo>
                  <a:lnTo>
                    <a:pt x="937070" y="306832"/>
                  </a:lnTo>
                  <a:lnTo>
                    <a:pt x="918831" y="266326"/>
                  </a:lnTo>
                  <a:lnTo>
                    <a:pt x="897096" y="227892"/>
                  </a:lnTo>
                  <a:lnTo>
                    <a:pt x="872068" y="191732"/>
                  </a:lnTo>
                  <a:lnTo>
                    <a:pt x="843952" y="158050"/>
                  </a:lnTo>
                  <a:lnTo>
                    <a:pt x="812951" y="127049"/>
                  </a:lnTo>
                  <a:lnTo>
                    <a:pt x="779269" y="98934"/>
                  </a:lnTo>
                  <a:lnTo>
                    <a:pt x="743108" y="73907"/>
                  </a:lnTo>
                  <a:lnTo>
                    <a:pt x="704672" y="52172"/>
                  </a:lnTo>
                  <a:lnTo>
                    <a:pt x="664166" y="33932"/>
                  </a:lnTo>
                  <a:lnTo>
                    <a:pt x="621791" y="19392"/>
                  </a:lnTo>
                  <a:lnTo>
                    <a:pt x="577752" y="8754"/>
                  </a:lnTo>
                  <a:lnTo>
                    <a:pt x="532252" y="2222"/>
                  </a:lnTo>
                  <a:lnTo>
                    <a:pt x="485495" y="0"/>
                  </a:lnTo>
                  <a:lnTo>
                    <a:pt x="438738" y="2222"/>
                  </a:lnTo>
                  <a:lnTo>
                    <a:pt x="393239" y="8754"/>
                  </a:lnTo>
                  <a:lnTo>
                    <a:pt x="349200" y="19392"/>
                  </a:lnTo>
                  <a:lnTo>
                    <a:pt x="306826" y="33932"/>
                  </a:lnTo>
                  <a:lnTo>
                    <a:pt x="266321" y="52172"/>
                  </a:lnTo>
                  <a:lnTo>
                    <a:pt x="227886" y="73907"/>
                  </a:lnTo>
                  <a:lnTo>
                    <a:pt x="191726" y="98934"/>
                  </a:lnTo>
                  <a:lnTo>
                    <a:pt x="158045" y="127049"/>
                  </a:lnTo>
                  <a:lnTo>
                    <a:pt x="127045" y="158050"/>
                  </a:lnTo>
                  <a:lnTo>
                    <a:pt x="98930" y="191732"/>
                  </a:lnTo>
                  <a:lnTo>
                    <a:pt x="73904" y="227892"/>
                  </a:lnTo>
                  <a:lnTo>
                    <a:pt x="52170" y="266326"/>
                  </a:lnTo>
                  <a:lnTo>
                    <a:pt x="33931" y="306832"/>
                  </a:lnTo>
                  <a:lnTo>
                    <a:pt x="19391" y="349205"/>
                  </a:lnTo>
                  <a:lnTo>
                    <a:pt x="8754" y="393242"/>
                  </a:lnTo>
                  <a:lnTo>
                    <a:pt x="2222" y="438740"/>
                  </a:lnTo>
                  <a:lnTo>
                    <a:pt x="0" y="485495"/>
                  </a:lnTo>
                  <a:lnTo>
                    <a:pt x="2222" y="532252"/>
                  </a:lnTo>
                  <a:lnTo>
                    <a:pt x="8754" y="577752"/>
                  </a:lnTo>
                  <a:lnTo>
                    <a:pt x="19391" y="621791"/>
                  </a:lnTo>
                  <a:lnTo>
                    <a:pt x="33931" y="664166"/>
                  </a:lnTo>
                  <a:lnTo>
                    <a:pt x="52170" y="704672"/>
                  </a:lnTo>
                  <a:lnTo>
                    <a:pt x="73904" y="743108"/>
                  </a:lnTo>
                  <a:lnTo>
                    <a:pt x="98930" y="779269"/>
                  </a:lnTo>
                  <a:lnTo>
                    <a:pt x="127045" y="812951"/>
                  </a:lnTo>
                  <a:lnTo>
                    <a:pt x="158045" y="843952"/>
                  </a:lnTo>
                  <a:lnTo>
                    <a:pt x="191726" y="872068"/>
                  </a:lnTo>
                  <a:lnTo>
                    <a:pt x="227886" y="897096"/>
                  </a:lnTo>
                  <a:lnTo>
                    <a:pt x="266321" y="918831"/>
                  </a:lnTo>
                  <a:lnTo>
                    <a:pt x="306826" y="937070"/>
                  </a:lnTo>
                  <a:lnTo>
                    <a:pt x="349200" y="951611"/>
                  </a:lnTo>
                  <a:lnTo>
                    <a:pt x="393239" y="962249"/>
                  </a:lnTo>
                  <a:lnTo>
                    <a:pt x="438738" y="968781"/>
                  </a:lnTo>
                  <a:lnTo>
                    <a:pt x="485495" y="971003"/>
                  </a:lnTo>
                  <a:lnTo>
                    <a:pt x="532252" y="968781"/>
                  </a:lnTo>
                  <a:lnTo>
                    <a:pt x="577752" y="962249"/>
                  </a:lnTo>
                  <a:lnTo>
                    <a:pt x="621791" y="951611"/>
                  </a:lnTo>
                  <a:lnTo>
                    <a:pt x="664166" y="937070"/>
                  </a:lnTo>
                  <a:lnTo>
                    <a:pt x="704672" y="918831"/>
                  </a:lnTo>
                  <a:lnTo>
                    <a:pt x="743108" y="897096"/>
                  </a:lnTo>
                  <a:lnTo>
                    <a:pt x="779269" y="872068"/>
                  </a:lnTo>
                  <a:lnTo>
                    <a:pt x="812951" y="843952"/>
                  </a:lnTo>
                  <a:lnTo>
                    <a:pt x="843952" y="812951"/>
                  </a:lnTo>
                  <a:lnTo>
                    <a:pt x="872068" y="779269"/>
                  </a:lnTo>
                  <a:lnTo>
                    <a:pt x="897096" y="743108"/>
                  </a:lnTo>
                  <a:lnTo>
                    <a:pt x="918831" y="704672"/>
                  </a:lnTo>
                  <a:lnTo>
                    <a:pt x="937070" y="664166"/>
                  </a:lnTo>
                  <a:lnTo>
                    <a:pt x="951611" y="621791"/>
                  </a:lnTo>
                  <a:lnTo>
                    <a:pt x="962249" y="577752"/>
                  </a:lnTo>
                  <a:lnTo>
                    <a:pt x="968781" y="532252"/>
                  </a:lnTo>
                  <a:lnTo>
                    <a:pt x="971003" y="485495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64703" y="2274849"/>
              <a:ext cx="971550" cy="971550"/>
            </a:xfrm>
            <a:custGeom>
              <a:avLst/>
              <a:gdLst/>
              <a:ahLst/>
              <a:cxnLst/>
              <a:rect l="l" t="t" r="r" b="b"/>
              <a:pathLst>
                <a:path w="971550" h="971550">
                  <a:moveTo>
                    <a:pt x="485495" y="971003"/>
                  </a:moveTo>
                  <a:lnTo>
                    <a:pt x="438738" y="968781"/>
                  </a:lnTo>
                  <a:lnTo>
                    <a:pt x="393239" y="962249"/>
                  </a:lnTo>
                  <a:lnTo>
                    <a:pt x="349200" y="951611"/>
                  </a:lnTo>
                  <a:lnTo>
                    <a:pt x="306826" y="937070"/>
                  </a:lnTo>
                  <a:lnTo>
                    <a:pt x="266321" y="918831"/>
                  </a:lnTo>
                  <a:lnTo>
                    <a:pt x="227886" y="897096"/>
                  </a:lnTo>
                  <a:lnTo>
                    <a:pt x="191726" y="872068"/>
                  </a:lnTo>
                  <a:lnTo>
                    <a:pt x="158045" y="843952"/>
                  </a:lnTo>
                  <a:lnTo>
                    <a:pt x="127045" y="812951"/>
                  </a:lnTo>
                  <a:lnTo>
                    <a:pt x="98930" y="779269"/>
                  </a:lnTo>
                  <a:lnTo>
                    <a:pt x="73904" y="743108"/>
                  </a:lnTo>
                  <a:lnTo>
                    <a:pt x="52170" y="704672"/>
                  </a:lnTo>
                  <a:lnTo>
                    <a:pt x="33931" y="664166"/>
                  </a:lnTo>
                  <a:lnTo>
                    <a:pt x="19391" y="621791"/>
                  </a:lnTo>
                  <a:lnTo>
                    <a:pt x="8754" y="577752"/>
                  </a:lnTo>
                  <a:lnTo>
                    <a:pt x="2222" y="532252"/>
                  </a:lnTo>
                  <a:lnTo>
                    <a:pt x="0" y="485495"/>
                  </a:lnTo>
                  <a:lnTo>
                    <a:pt x="2222" y="438740"/>
                  </a:lnTo>
                  <a:lnTo>
                    <a:pt x="8754" y="393242"/>
                  </a:lnTo>
                  <a:lnTo>
                    <a:pt x="19391" y="349205"/>
                  </a:lnTo>
                  <a:lnTo>
                    <a:pt x="33931" y="306832"/>
                  </a:lnTo>
                  <a:lnTo>
                    <a:pt x="52170" y="266326"/>
                  </a:lnTo>
                  <a:lnTo>
                    <a:pt x="73904" y="227892"/>
                  </a:lnTo>
                  <a:lnTo>
                    <a:pt x="98930" y="191732"/>
                  </a:lnTo>
                  <a:lnTo>
                    <a:pt x="127045" y="158050"/>
                  </a:lnTo>
                  <a:lnTo>
                    <a:pt x="158045" y="127049"/>
                  </a:lnTo>
                  <a:lnTo>
                    <a:pt x="191726" y="98934"/>
                  </a:lnTo>
                  <a:lnTo>
                    <a:pt x="227886" y="73907"/>
                  </a:lnTo>
                  <a:lnTo>
                    <a:pt x="266321" y="52172"/>
                  </a:lnTo>
                  <a:lnTo>
                    <a:pt x="306826" y="33932"/>
                  </a:lnTo>
                  <a:lnTo>
                    <a:pt x="349200" y="19392"/>
                  </a:lnTo>
                  <a:lnTo>
                    <a:pt x="393239" y="8754"/>
                  </a:lnTo>
                  <a:lnTo>
                    <a:pt x="438738" y="2222"/>
                  </a:lnTo>
                  <a:lnTo>
                    <a:pt x="485495" y="0"/>
                  </a:lnTo>
                  <a:lnTo>
                    <a:pt x="532252" y="2222"/>
                  </a:lnTo>
                  <a:lnTo>
                    <a:pt x="577752" y="8754"/>
                  </a:lnTo>
                  <a:lnTo>
                    <a:pt x="621791" y="19392"/>
                  </a:lnTo>
                  <a:lnTo>
                    <a:pt x="664166" y="33932"/>
                  </a:lnTo>
                  <a:lnTo>
                    <a:pt x="704672" y="52172"/>
                  </a:lnTo>
                  <a:lnTo>
                    <a:pt x="743108" y="73907"/>
                  </a:lnTo>
                  <a:lnTo>
                    <a:pt x="779269" y="98934"/>
                  </a:lnTo>
                  <a:lnTo>
                    <a:pt x="812951" y="127049"/>
                  </a:lnTo>
                  <a:lnTo>
                    <a:pt x="843952" y="158050"/>
                  </a:lnTo>
                  <a:lnTo>
                    <a:pt x="872068" y="191732"/>
                  </a:lnTo>
                  <a:lnTo>
                    <a:pt x="897096" y="227892"/>
                  </a:lnTo>
                  <a:lnTo>
                    <a:pt x="918831" y="266326"/>
                  </a:lnTo>
                  <a:lnTo>
                    <a:pt x="937070" y="306832"/>
                  </a:lnTo>
                  <a:lnTo>
                    <a:pt x="951611" y="349205"/>
                  </a:lnTo>
                  <a:lnTo>
                    <a:pt x="962249" y="393242"/>
                  </a:lnTo>
                  <a:lnTo>
                    <a:pt x="968781" y="438740"/>
                  </a:lnTo>
                  <a:lnTo>
                    <a:pt x="971003" y="485495"/>
                  </a:lnTo>
                  <a:lnTo>
                    <a:pt x="968781" y="532252"/>
                  </a:lnTo>
                  <a:lnTo>
                    <a:pt x="962249" y="577752"/>
                  </a:lnTo>
                  <a:lnTo>
                    <a:pt x="951611" y="621791"/>
                  </a:lnTo>
                  <a:lnTo>
                    <a:pt x="937070" y="664166"/>
                  </a:lnTo>
                  <a:lnTo>
                    <a:pt x="918831" y="704672"/>
                  </a:lnTo>
                  <a:lnTo>
                    <a:pt x="897096" y="743108"/>
                  </a:lnTo>
                  <a:lnTo>
                    <a:pt x="872068" y="779269"/>
                  </a:lnTo>
                  <a:lnTo>
                    <a:pt x="843952" y="812951"/>
                  </a:lnTo>
                  <a:lnTo>
                    <a:pt x="812951" y="843952"/>
                  </a:lnTo>
                  <a:lnTo>
                    <a:pt x="779269" y="872068"/>
                  </a:lnTo>
                  <a:lnTo>
                    <a:pt x="743108" y="897096"/>
                  </a:lnTo>
                  <a:lnTo>
                    <a:pt x="704672" y="918831"/>
                  </a:lnTo>
                  <a:lnTo>
                    <a:pt x="664166" y="937070"/>
                  </a:lnTo>
                  <a:lnTo>
                    <a:pt x="621791" y="951611"/>
                  </a:lnTo>
                  <a:lnTo>
                    <a:pt x="577752" y="962249"/>
                  </a:lnTo>
                  <a:lnTo>
                    <a:pt x="532252" y="968781"/>
                  </a:lnTo>
                  <a:lnTo>
                    <a:pt x="485495" y="971003"/>
                  </a:lnTo>
                  <a:close/>
                </a:path>
              </a:pathLst>
            </a:custGeom>
            <a:ln w="12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50198" y="276034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13255" y="2323401"/>
              <a:ext cx="874394" cy="874394"/>
            </a:xfrm>
            <a:custGeom>
              <a:avLst/>
              <a:gdLst/>
              <a:ahLst/>
              <a:cxnLst/>
              <a:rect l="l" t="t" r="r" b="b"/>
              <a:pathLst>
                <a:path w="874394" h="874394">
                  <a:moveTo>
                    <a:pt x="873887" y="436943"/>
                  </a:moveTo>
                  <a:lnTo>
                    <a:pt x="871323" y="389334"/>
                  </a:lnTo>
                  <a:lnTo>
                    <a:pt x="863808" y="343210"/>
                  </a:lnTo>
                  <a:lnTo>
                    <a:pt x="851610" y="298837"/>
                  </a:lnTo>
                  <a:lnTo>
                    <a:pt x="834995" y="256482"/>
                  </a:lnTo>
                  <a:lnTo>
                    <a:pt x="814230" y="216411"/>
                  </a:lnTo>
                  <a:lnTo>
                    <a:pt x="789580" y="178892"/>
                  </a:lnTo>
                  <a:lnTo>
                    <a:pt x="761314" y="144190"/>
                  </a:lnTo>
                  <a:lnTo>
                    <a:pt x="729696" y="112572"/>
                  </a:lnTo>
                  <a:lnTo>
                    <a:pt x="694994" y="84306"/>
                  </a:lnTo>
                  <a:lnTo>
                    <a:pt x="657475" y="59656"/>
                  </a:lnTo>
                  <a:lnTo>
                    <a:pt x="617404" y="38891"/>
                  </a:lnTo>
                  <a:lnTo>
                    <a:pt x="575049" y="22276"/>
                  </a:lnTo>
                  <a:lnTo>
                    <a:pt x="530676" y="10078"/>
                  </a:lnTo>
                  <a:lnTo>
                    <a:pt x="484552" y="2563"/>
                  </a:lnTo>
                  <a:lnTo>
                    <a:pt x="436943" y="0"/>
                  </a:lnTo>
                  <a:lnTo>
                    <a:pt x="389334" y="2563"/>
                  </a:lnTo>
                  <a:lnTo>
                    <a:pt x="343210" y="10078"/>
                  </a:lnTo>
                  <a:lnTo>
                    <a:pt x="298837" y="22276"/>
                  </a:lnTo>
                  <a:lnTo>
                    <a:pt x="256482" y="38891"/>
                  </a:lnTo>
                  <a:lnTo>
                    <a:pt x="216411" y="59656"/>
                  </a:lnTo>
                  <a:lnTo>
                    <a:pt x="178892" y="84306"/>
                  </a:lnTo>
                  <a:lnTo>
                    <a:pt x="144190" y="112572"/>
                  </a:lnTo>
                  <a:lnTo>
                    <a:pt x="112572" y="144190"/>
                  </a:lnTo>
                  <a:lnTo>
                    <a:pt x="84306" y="178892"/>
                  </a:lnTo>
                  <a:lnTo>
                    <a:pt x="59656" y="216411"/>
                  </a:lnTo>
                  <a:lnTo>
                    <a:pt x="38891" y="256482"/>
                  </a:lnTo>
                  <a:lnTo>
                    <a:pt x="22276" y="298837"/>
                  </a:lnTo>
                  <a:lnTo>
                    <a:pt x="10078" y="343210"/>
                  </a:lnTo>
                  <a:lnTo>
                    <a:pt x="2563" y="389334"/>
                  </a:lnTo>
                  <a:lnTo>
                    <a:pt x="0" y="436943"/>
                  </a:lnTo>
                  <a:lnTo>
                    <a:pt x="2563" y="484552"/>
                  </a:lnTo>
                  <a:lnTo>
                    <a:pt x="10078" y="530677"/>
                  </a:lnTo>
                  <a:lnTo>
                    <a:pt x="22276" y="575051"/>
                  </a:lnTo>
                  <a:lnTo>
                    <a:pt x="38891" y="617406"/>
                  </a:lnTo>
                  <a:lnTo>
                    <a:pt x="59656" y="657478"/>
                  </a:lnTo>
                  <a:lnTo>
                    <a:pt x="84306" y="694999"/>
                  </a:lnTo>
                  <a:lnTo>
                    <a:pt x="112572" y="729702"/>
                  </a:lnTo>
                  <a:lnTo>
                    <a:pt x="144190" y="761321"/>
                  </a:lnTo>
                  <a:lnTo>
                    <a:pt x="178892" y="789589"/>
                  </a:lnTo>
                  <a:lnTo>
                    <a:pt x="216411" y="814239"/>
                  </a:lnTo>
                  <a:lnTo>
                    <a:pt x="256482" y="835006"/>
                  </a:lnTo>
                  <a:lnTo>
                    <a:pt x="298837" y="851622"/>
                  </a:lnTo>
                  <a:lnTo>
                    <a:pt x="343210" y="863820"/>
                  </a:lnTo>
                  <a:lnTo>
                    <a:pt x="389334" y="871335"/>
                  </a:lnTo>
                  <a:lnTo>
                    <a:pt x="436943" y="873899"/>
                  </a:lnTo>
                  <a:lnTo>
                    <a:pt x="484552" y="871335"/>
                  </a:lnTo>
                  <a:lnTo>
                    <a:pt x="530676" y="863820"/>
                  </a:lnTo>
                  <a:lnTo>
                    <a:pt x="575049" y="851622"/>
                  </a:lnTo>
                  <a:lnTo>
                    <a:pt x="617404" y="835006"/>
                  </a:lnTo>
                  <a:lnTo>
                    <a:pt x="657475" y="814239"/>
                  </a:lnTo>
                  <a:lnTo>
                    <a:pt x="694994" y="789589"/>
                  </a:lnTo>
                  <a:lnTo>
                    <a:pt x="729696" y="761321"/>
                  </a:lnTo>
                  <a:lnTo>
                    <a:pt x="761314" y="729702"/>
                  </a:lnTo>
                  <a:lnTo>
                    <a:pt x="789580" y="694999"/>
                  </a:lnTo>
                  <a:lnTo>
                    <a:pt x="814230" y="657478"/>
                  </a:lnTo>
                  <a:lnTo>
                    <a:pt x="834995" y="617406"/>
                  </a:lnTo>
                  <a:lnTo>
                    <a:pt x="851610" y="575051"/>
                  </a:lnTo>
                  <a:lnTo>
                    <a:pt x="863808" y="530677"/>
                  </a:lnTo>
                  <a:lnTo>
                    <a:pt x="871323" y="484552"/>
                  </a:lnTo>
                  <a:lnTo>
                    <a:pt x="873887" y="436943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13255" y="2323401"/>
              <a:ext cx="874394" cy="874394"/>
            </a:xfrm>
            <a:custGeom>
              <a:avLst/>
              <a:gdLst/>
              <a:ahLst/>
              <a:cxnLst/>
              <a:rect l="l" t="t" r="r" b="b"/>
              <a:pathLst>
                <a:path w="874394" h="874394">
                  <a:moveTo>
                    <a:pt x="436943" y="873899"/>
                  </a:moveTo>
                  <a:lnTo>
                    <a:pt x="389334" y="871335"/>
                  </a:lnTo>
                  <a:lnTo>
                    <a:pt x="343210" y="863820"/>
                  </a:lnTo>
                  <a:lnTo>
                    <a:pt x="298837" y="851622"/>
                  </a:lnTo>
                  <a:lnTo>
                    <a:pt x="256482" y="835006"/>
                  </a:lnTo>
                  <a:lnTo>
                    <a:pt x="216411" y="814239"/>
                  </a:lnTo>
                  <a:lnTo>
                    <a:pt x="178892" y="789589"/>
                  </a:lnTo>
                  <a:lnTo>
                    <a:pt x="144190" y="761321"/>
                  </a:lnTo>
                  <a:lnTo>
                    <a:pt x="112572" y="729702"/>
                  </a:lnTo>
                  <a:lnTo>
                    <a:pt x="84306" y="694999"/>
                  </a:lnTo>
                  <a:lnTo>
                    <a:pt x="59656" y="657478"/>
                  </a:lnTo>
                  <a:lnTo>
                    <a:pt x="38891" y="617406"/>
                  </a:lnTo>
                  <a:lnTo>
                    <a:pt x="22276" y="575051"/>
                  </a:lnTo>
                  <a:lnTo>
                    <a:pt x="10078" y="530677"/>
                  </a:lnTo>
                  <a:lnTo>
                    <a:pt x="2563" y="484552"/>
                  </a:lnTo>
                  <a:lnTo>
                    <a:pt x="0" y="436943"/>
                  </a:lnTo>
                  <a:lnTo>
                    <a:pt x="2563" y="389334"/>
                  </a:lnTo>
                  <a:lnTo>
                    <a:pt x="10078" y="343210"/>
                  </a:lnTo>
                  <a:lnTo>
                    <a:pt x="22276" y="298837"/>
                  </a:lnTo>
                  <a:lnTo>
                    <a:pt x="38891" y="256482"/>
                  </a:lnTo>
                  <a:lnTo>
                    <a:pt x="59656" y="216411"/>
                  </a:lnTo>
                  <a:lnTo>
                    <a:pt x="84306" y="178892"/>
                  </a:lnTo>
                  <a:lnTo>
                    <a:pt x="112572" y="144190"/>
                  </a:lnTo>
                  <a:lnTo>
                    <a:pt x="144190" y="112572"/>
                  </a:lnTo>
                  <a:lnTo>
                    <a:pt x="178892" y="84306"/>
                  </a:lnTo>
                  <a:lnTo>
                    <a:pt x="216411" y="59656"/>
                  </a:lnTo>
                  <a:lnTo>
                    <a:pt x="256482" y="38891"/>
                  </a:lnTo>
                  <a:lnTo>
                    <a:pt x="298837" y="22276"/>
                  </a:lnTo>
                  <a:lnTo>
                    <a:pt x="343210" y="10078"/>
                  </a:lnTo>
                  <a:lnTo>
                    <a:pt x="389334" y="2563"/>
                  </a:lnTo>
                  <a:lnTo>
                    <a:pt x="436943" y="0"/>
                  </a:lnTo>
                  <a:lnTo>
                    <a:pt x="484552" y="2563"/>
                  </a:lnTo>
                  <a:lnTo>
                    <a:pt x="530676" y="10078"/>
                  </a:lnTo>
                  <a:lnTo>
                    <a:pt x="575049" y="22276"/>
                  </a:lnTo>
                  <a:lnTo>
                    <a:pt x="617404" y="38891"/>
                  </a:lnTo>
                  <a:lnTo>
                    <a:pt x="657475" y="59656"/>
                  </a:lnTo>
                  <a:lnTo>
                    <a:pt x="694994" y="84306"/>
                  </a:lnTo>
                  <a:lnTo>
                    <a:pt x="729696" y="112572"/>
                  </a:lnTo>
                  <a:lnTo>
                    <a:pt x="761314" y="144190"/>
                  </a:lnTo>
                  <a:lnTo>
                    <a:pt x="789580" y="178892"/>
                  </a:lnTo>
                  <a:lnTo>
                    <a:pt x="814230" y="216411"/>
                  </a:lnTo>
                  <a:lnTo>
                    <a:pt x="834995" y="256482"/>
                  </a:lnTo>
                  <a:lnTo>
                    <a:pt x="851610" y="298837"/>
                  </a:lnTo>
                  <a:lnTo>
                    <a:pt x="863808" y="343210"/>
                  </a:lnTo>
                  <a:lnTo>
                    <a:pt x="871323" y="389334"/>
                  </a:lnTo>
                  <a:lnTo>
                    <a:pt x="873887" y="436943"/>
                  </a:lnTo>
                  <a:lnTo>
                    <a:pt x="871323" y="484552"/>
                  </a:lnTo>
                  <a:lnTo>
                    <a:pt x="863808" y="530677"/>
                  </a:lnTo>
                  <a:lnTo>
                    <a:pt x="851610" y="575051"/>
                  </a:lnTo>
                  <a:lnTo>
                    <a:pt x="834995" y="617406"/>
                  </a:lnTo>
                  <a:lnTo>
                    <a:pt x="814230" y="657478"/>
                  </a:lnTo>
                  <a:lnTo>
                    <a:pt x="789580" y="694999"/>
                  </a:lnTo>
                  <a:lnTo>
                    <a:pt x="761314" y="729702"/>
                  </a:lnTo>
                  <a:lnTo>
                    <a:pt x="729696" y="761321"/>
                  </a:lnTo>
                  <a:lnTo>
                    <a:pt x="694994" y="789589"/>
                  </a:lnTo>
                  <a:lnTo>
                    <a:pt x="657475" y="814239"/>
                  </a:lnTo>
                  <a:lnTo>
                    <a:pt x="617404" y="835006"/>
                  </a:lnTo>
                  <a:lnTo>
                    <a:pt x="575049" y="851622"/>
                  </a:lnTo>
                  <a:lnTo>
                    <a:pt x="530676" y="863820"/>
                  </a:lnTo>
                  <a:lnTo>
                    <a:pt x="484552" y="871335"/>
                  </a:lnTo>
                  <a:lnTo>
                    <a:pt x="436943" y="873899"/>
                  </a:lnTo>
                  <a:close/>
                </a:path>
              </a:pathLst>
            </a:custGeom>
            <a:ln w="12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50198" y="276034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43316" y="2153462"/>
              <a:ext cx="1214120" cy="1214120"/>
            </a:xfrm>
            <a:custGeom>
              <a:avLst/>
              <a:gdLst/>
              <a:ahLst/>
              <a:cxnLst/>
              <a:rect l="l" t="t" r="r" b="b"/>
              <a:pathLst>
                <a:path w="1214120" h="1214120">
                  <a:moveTo>
                    <a:pt x="1213764" y="606882"/>
                  </a:moveTo>
                  <a:lnTo>
                    <a:pt x="0" y="606882"/>
                  </a:lnTo>
                </a:path>
                <a:path w="1214120" h="1214120">
                  <a:moveTo>
                    <a:pt x="606882" y="0"/>
                  </a:moveTo>
                  <a:lnTo>
                    <a:pt x="606882" y="1213764"/>
                  </a:lnTo>
                </a:path>
              </a:pathLst>
            </a:custGeom>
            <a:ln w="6337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19178" y="2506630"/>
              <a:ext cx="132537" cy="17482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432363" y="2542476"/>
              <a:ext cx="399415" cy="212725"/>
            </a:xfrm>
            <a:custGeom>
              <a:avLst/>
              <a:gdLst/>
              <a:ahLst/>
              <a:cxnLst/>
              <a:rect l="l" t="t" r="r" b="b"/>
              <a:pathLst>
                <a:path w="399414" h="212725">
                  <a:moveTo>
                    <a:pt x="0" y="0"/>
                  </a:moveTo>
                  <a:lnTo>
                    <a:pt x="399376" y="27673"/>
                  </a:lnTo>
                  <a:lnTo>
                    <a:pt x="339356" y="212369"/>
                  </a:lnTo>
                  <a:lnTo>
                    <a:pt x="0" y="0"/>
                  </a:lnTo>
                  <a:close/>
                </a:path>
              </a:pathLst>
            </a:custGeom>
            <a:ln w="38061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0734" y="2630881"/>
              <a:ext cx="258927" cy="25892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120734" y="2630881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80">
                  <a:moveTo>
                    <a:pt x="129463" y="258927"/>
                  </a:moveTo>
                  <a:lnTo>
                    <a:pt x="179857" y="248753"/>
                  </a:lnTo>
                  <a:lnTo>
                    <a:pt x="221008" y="221008"/>
                  </a:lnTo>
                  <a:lnTo>
                    <a:pt x="248753" y="179857"/>
                  </a:lnTo>
                  <a:lnTo>
                    <a:pt x="258927" y="129463"/>
                  </a:lnTo>
                  <a:lnTo>
                    <a:pt x="248753" y="79070"/>
                  </a:lnTo>
                  <a:lnTo>
                    <a:pt x="221008" y="37919"/>
                  </a:lnTo>
                  <a:lnTo>
                    <a:pt x="179857" y="10173"/>
                  </a:lnTo>
                  <a:lnTo>
                    <a:pt x="129463" y="0"/>
                  </a:lnTo>
                  <a:lnTo>
                    <a:pt x="79070" y="10173"/>
                  </a:lnTo>
                  <a:lnTo>
                    <a:pt x="37919" y="37919"/>
                  </a:lnTo>
                  <a:lnTo>
                    <a:pt x="10173" y="79070"/>
                  </a:lnTo>
                  <a:lnTo>
                    <a:pt x="0" y="129463"/>
                  </a:lnTo>
                  <a:lnTo>
                    <a:pt x="10173" y="179857"/>
                  </a:lnTo>
                  <a:lnTo>
                    <a:pt x="37919" y="221008"/>
                  </a:lnTo>
                  <a:lnTo>
                    <a:pt x="79070" y="248753"/>
                  </a:lnTo>
                  <a:lnTo>
                    <a:pt x="129463" y="258927"/>
                  </a:lnTo>
                  <a:close/>
                </a:path>
              </a:pathLst>
            </a:custGeom>
            <a:ln w="12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99415" y="1628711"/>
              <a:ext cx="605155" cy="1852930"/>
            </a:xfrm>
            <a:custGeom>
              <a:avLst/>
              <a:gdLst/>
              <a:ahLst/>
              <a:cxnLst/>
              <a:rect l="l" t="t" r="r" b="b"/>
              <a:pathLst>
                <a:path w="605154" h="1852929">
                  <a:moveTo>
                    <a:pt x="604672" y="0"/>
                  </a:moveTo>
                  <a:lnTo>
                    <a:pt x="0" y="1852891"/>
                  </a:lnTo>
                </a:path>
              </a:pathLst>
            </a:custGeom>
            <a:ln w="12687">
              <a:solidFill>
                <a:srgbClr val="EF4123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04087" y="162871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04087" y="162871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04087" y="162871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991" y="0"/>
                  </a:moveTo>
                  <a:lnTo>
                    <a:pt x="0" y="0"/>
                  </a:lnTo>
                </a:path>
              </a:pathLst>
            </a:custGeom>
            <a:ln w="12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045160" y="1369770"/>
              <a:ext cx="518159" cy="518159"/>
            </a:xfrm>
            <a:custGeom>
              <a:avLst/>
              <a:gdLst/>
              <a:ahLst/>
              <a:cxnLst/>
              <a:rect l="l" t="t" r="r" b="b"/>
              <a:pathLst>
                <a:path w="518159" h="518160">
                  <a:moveTo>
                    <a:pt x="258927" y="0"/>
                  </a:moveTo>
                  <a:lnTo>
                    <a:pt x="212382" y="4178"/>
                  </a:lnTo>
                  <a:lnTo>
                    <a:pt x="168567" y="16205"/>
                  </a:lnTo>
                  <a:lnTo>
                    <a:pt x="128231" y="35356"/>
                  </a:lnTo>
                  <a:lnTo>
                    <a:pt x="92100" y="60896"/>
                  </a:lnTo>
                  <a:lnTo>
                    <a:pt x="60883" y="92113"/>
                  </a:lnTo>
                  <a:lnTo>
                    <a:pt x="35344" y="128244"/>
                  </a:lnTo>
                  <a:lnTo>
                    <a:pt x="16192" y="168579"/>
                  </a:lnTo>
                  <a:lnTo>
                    <a:pt x="4165" y="212394"/>
                  </a:lnTo>
                  <a:lnTo>
                    <a:pt x="0" y="258927"/>
                  </a:lnTo>
                  <a:lnTo>
                    <a:pt x="258927" y="258927"/>
                  </a:lnTo>
                  <a:lnTo>
                    <a:pt x="258927" y="0"/>
                  </a:lnTo>
                  <a:close/>
                </a:path>
                <a:path w="518159" h="518160">
                  <a:moveTo>
                    <a:pt x="517855" y="258927"/>
                  </a:moveTo>
                  <a:lnTo>
                    <a:pt x="258940" y="258927"/>
                  </a:lnTo>
                  <a:lnTo>
                    <a:pt x="258927" y="517855"/>
                  </a:lnTo>
                  <a:lnTo>
                    <a:pt x="305460" y="513689"/>
                  </a:lnTo>
                  <a:lnTo>
                    <a:pt x="349275" y="501662"/>
                  </a:lnTo>
                  <a:lnTo>
                    <a:pt x="389610" y="482511"/>
                  </a:lnTo>
                  <a:lnTo>
                    <a:pt x="425742" y="456971"/>
                  </a:lnTo>
                  <a:lnTo>
                    <a:pt x="456958" y="425754"/>
                  </a:lnTo>
                  <a:lnTo>
                    <a:pt x="482498" y="389623"/>
                  </a:lnTo>
                  <a:lnTo>
                    <a:pt x="501650" y="349288"/>
                  </a:lnTo>
                  <a:lnTo>
                    <a:pt x="513676" y="305473"/>
                  </a:lnTo>
                  <a:lnTo>
                    <a:pt x="517855" y="2589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045160" y="1369770"/>
              <a:ext cx="518159" cy="518159"/>
            </a:xfrm>
            <a:custGeom>
              <a:avLst/>
              <a:gdLst/>
              <a:ahLst/>
              <a:cxnLst/>
              <a:rect l="l" t="t" r="r" b="b"/>
              <a:pathLst>
                <a:path w="518159" h="518160">
                  <a:moveTo>
                    <a:pt x="517855" y="258940"/>
                  </a:moveTo>
                  <a:lnTo>
                    <a:pt x="513676" y="212407"/>
                  </a:lnTo>
                  <a:lnTo>
                    <a:pt x="501650" y="168592"/>
                  </a:lnTo>
                  <a:lnTo>
                    <a:pt x="482498" y="128257"/>
                  </a:lnTo>
                  <a:lnTo>
                    <a:pt x="456958" y="92113"/>
                  </a:lnTo>
                  <a:lnTo>
                    <a:pt x="425742" y="60909"/>
                  </a:lnTo>
                  <a:lnTo>
                    <a:pt x="389610" y="35356"/>
                  </a:lnTo>
                  <a:lnTo>
                    <a:pt x="349275" y="16205"/>
                  </a:lnTo>
                  <a:lnTo>
                    <a:pt x="305460" y="4178"/>
                  </a:lnTo>
                  <a:lnTo>
                    <a:pt x="258927" y="0"/>
                  </a:lnTo>
                  <a:lnTo>
                    <a:pt x="258927" y="258927"/>
                  </a:lnTo>
                  <a:lnTo>
                    <a:pt x="0" y="258927"/>
                  </a:lnTo>
                  <a:lnTo>
                    <a:pt x="4165" y="305473"/>
                  </a:lnTo>
                  <a:lnTo>
                    <a:pt x="16192" y="349288"/>
                  </a:lnTo>
                  <a:lnTo>
                    <a:pt x="35344" y="389623"/>
                  </a:lnTo>
                  <a:lnTo>
                    <a:pt x="60896" y="425754"/>
                  </a:lnTo>
                  <a:lnTo>
                    <a:pt x="92100" y="456971"/>
                  </a:lnTo>
                  <a:lnTo>
                    <a:pt x="128244" y="482511"/>
                  </a:lnTo>
                  <a:lnTo>
                    <a:pt x="168579" y="501662"/>
                  </a:lnTo>
                  <a:lnTo>
                    <a:pt x="212394" y="513689"/>
                  </a:lnTo>
                  <a:lnTo>
                    <a:pt x="258940" y="517855"/>
                  </a:lnTo>
                  <a:lnTo>
                    <a:pt x="258940" y="258940"/>
                  </a:lnTo>
                  <a:lnTo>
                    <a:pt x="517855" y="258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045159" y="1369771"/>
              <a:ext cx="518159" cy="518159"/>
            </a:xfrm>
            <a:custGeom>
              <a:avLst/>
              <a:gdLst/>
              <a:ahLst/>
              <a:cxnLst/>
              <a:rect l="l" t="t" r="r" b="b"/>
              <a:pathLst>
                <a:path w="518159" h="518160">
                  <a:moveTo>
                    <a:pt x="258927" y="517867"/>
                  </a:moveTo>
                  <a:lnTo>
                    <a:pt x="305470" y="513696"/>
                  </a:lnTo>
                  <a:lnTo>
                    <a:pt x="349277" y="501668"/>
                  </a:lnTo>
                  <a:lnTo>
                    <a:pt x="389616" y="482516"/>
                  </a:lnTo>
                  <a:lnTo>
                    <a:pt x="425756" y="456971"/>
                  </a:lnTo>
                  <a:lnTo>
                    <a:pt x="456966" y="425764"/>
                  </a:lnTo>
                  <a:lnTo>
                    <a:pt x="482513" y="389626"/>
                  </a:lnTo>
                  <a:lnTo>
                    <a:pt x="501667" y="349288"/>
                  </a:lnTo>
                  <a:lnTo>
                    <a:pt x="513695" y="305482"/>
                  </a:lnTo>
                  <a:lnTo>
                    <a:pt x="517867" y="258940"/>
                  </a:lnTo>
                  <a:lnTo>
                    <a:pt x="513695" y="212397"/>
                  </a:lnTo>
                  <a:lnTo>
                    <a:pt x="501667" y="168590"/>
                  </a:lnTo>
                  <a:lnTo>
                    <a:pt x="482513" y="128251"/>
                  </a:lnTo>
                  <a:lnTo>
                    <a:pt x="456966" y="92111"/>
                  </a:lnTo>
                  <a:lnTo>
                    <a:pt x="425756" y="60901"/>
                  </a:lnTo>
                  <a:lnTo>
                    <a:pt x="389616" y="35354"/>
                  </a:lnTo>
                  <a:lnTo>
                    <a:pt x="349277" y="16200"/>
                  </a:lnTo>
                  <a:lnTo>
                    <a:pt x="305470" y="4172"/>
                  </a:lnTo>
                  <a:lnTo>
                    <a:pt x="258927" y="0"/>
                  </a:lnTo>
                  <a:lnTo>
                    <a:pt x="212384" y="4172"/>
                  </a:lnTo>
                  <a:lnTo>
                    <a:pt x="168579" y="16200"/>
                  </a:lnTo>
                  <a:lnTo>
                    <a:pt x="128241" y="35354"/>
                  </a:lnTo>
                  <a:lnTo>
                    <a:pt x="92103" y="60901"/>
                  </a:lnTo>
                  <a:lnTo>
                    <a:pt x="60896" y="92111"/>
                  </a:lnTo>
                  <a:lnTo>
                    <a:pt x="35351" y="128251"/>
                  </a:lnTo>
                  <a:lnTo>
                    <a:pt x="16199" y="168590"/>
                  </a:lnTo>
                  <a:lnTo>
                    <a:pt x="4171" y="212397"/>
                  </a:lnTo>
                  <a:lnTo>
                    <a:pt x="0" y="258940"/>
                  </a:lnTo>
                  <a:lnTo>
                    <a:pt x="4171" y="305482"/>
                  </a:lnTo>
                  <a:lnTo>
                    <a:pt x="16199" y="349288"/>
                  </a:lnTo>
                  <a:lnTo>
                    <a:pt x="35351" y="389626"/>
                  </a:lnTo>
                  <a:lnTo>
                    <a:pt x="60896" y="425764"/>
                  </a:lnTo>
                  <a:lnTo>
                    <a:pt x="92103" y="456971"/>
                  </a:lnTo>
                  <a:lnTo>
                    <a:pt x="128241" y="482516"/>
                  </a:lnTo>
                  <a:lnTo>
                    <a:pt x="168579" y="501668"/>
                  </a:lnTo>
                  <a:lnTo>
                    <a:pt x="212384" y="513696"/>
                  </a:lnTo>
                  <a:lnTo>
                    <a:pt x="258927" y="517867"/>
                  </a:lnTo>
                  <a:close/>
                </a:path>
              </a:pathLst>
            </a:custGeom>
            <a:ln w="12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81501" y="2934004"/>
              <a:ext cx="2369185" cy="2913380"/>
            </a:xfrm>
            <a:custGeom>
              <a:avLst/>
              <a:gdLst/>
              <a:ahLst/>
              <a:cxnLst/>
              <a:rect l="l" t="t" r="r" b="b"/>
              <a:pathLst>
                <a:path w="2369185" h="2913379">
                  <a:moveTo>
                    <a:pt x="795489" y="0"/>
                  </a:moveTo>
                  <a:lnTo>
                    <a:pt x="0" y="2463406"/>
                  </a:lnTo>
                </a:path>
                <a:path w="2369185" h="2913379">
                  <a:moveTo>
                    <a:pt x="2368804" y="510070"/>
                  </a:moveTo>
                  <a:lnTo>
                    <a:pt x="1600377" y="2912948"/>
                  </a:lnTo>
                </a:path>
              </a:pathLst>
            </a:custGeom>
            <a:ln w="34290">
              <a:solidFill>
                <a:srgbClr val="231F2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01730" y="2662491"/>
              <a:ext cx="462280" cy="150495"/>
            </a:xfrm>
            <a:custGeom>
              <a:avLst/>
              <a:gdLst/>
              <a:ahLst/>
              <a:cxnLst/>
              <a:rect l="l" t="t" r="r" b="b"/>
              <a:pathLst>
                <a:path w="462279" h="150494">
                  <a:moveTo>
                    <a:pt x="0" y="0"/>
                  </a:moveTo>
                  <a:lnTo>
                    <a:pt x="461733" y="150037"/>
                  </a:lnTo>
                </a:path>
              </a:pathLst>
            </a:custGeom>
            <a:ln w="38061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077263" y="2561450"/>
              <a:ext cx="356235" cy="329565"/>
            </a:xfrm>
            <a:custGeom>
              <a:avLst/>
              <a:gdLst/>
              <a:ahLst/>
              <a:cxnLst/>
              <a:rect l="l" t="t" r="r" b="b"/>
              <a:pathLst>
                <a:path w="356234" h="329564">
                  <a:moveTo>
                    <a:pt x="356120" y="146075"/>
                  </a:moveTo>
                  <a:lnTo>
                    <a:pt x="228142" y="0"/>
                  </a:lnTo>
                  <a:lnTo>
                    <a:pt x="0" y="328980"/>
                  </a:lnTo>
                  <a:lnTo>
                    <a:pt x="356120" y="1460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077263" y="1682915"/>
              <a:ext cx="695960" cy="1207770"/>
            </a:xfrm>
            <a:custGeom>
              <a:avLst/>
              <a:gdLst/>
              <a:ahLst/>
              <a:cxnLst/>
              <a:rect l="l" t="t" r="r" b="b"/>
              <a:pathLst>
                <a:path w="695959" h="1207770">
                  <a:moveTo>
                    <a:pt x="0" y="1207515"/>
                  </a:moveTo>
                  <a:lnTo>
                    <a:pt x="228142" y="878535"/>
                  </a:lnTo>
                  <a:lnTo>
                    <a:pt x="356120" y="1024610"/>
                  </a:lnTo>
                  <a:lnTo>
                    <a:pt x="0" y="1207515"/>
                  </a:lnTo>
                  <a:close/>
                </a:path>
                <a:path w="695959" h="1207770">
                  <a:moveTo>
                    <a:pt x="695388" y="0"/>
                  </a:moveTo>
                  <a:lnTo>
                    <a:pt x="684174" y="138328"/>
                  </a:lnTo>
                  <a:lnTo>
                    <a:pt x="657999" y="278536"/>
                  </a:lnTo>
                  <a:lnTo>
                    <a:pt x="618744" y="409384"/>
                  </a:lnTo>
                  <a:lnTo>
                    <a:pt x="568274" y="536498"/>
                  </a:lnTo>
                  <a:lnTo>
                    <a:pt x="506590" y="665454"/>
                  </a:lnTo>
                  <a:lnTo>
                    <a:pt x="429945" y="781380"/>
                  </a:lnTo>
                  <a:lnTo>
                    <a:pt x="343954" y="893521"/>
                  </a:lnTo>
                  <a:lnTo>
                    <a:pt x="292125" y="951572"/>
                  </a:lnTo>
                </a:path>
              </a:pathLst>
            </a:custGeom>
            <a:ln w="38061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53265" y="2465901"/>
              <a:ext cx="88963" cy="7007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909203" y="2969285"/>
              <a:ext cx="4790440" cy="3597275"/>
            </a:xfrm>
            <a:custGeom>
              <a:avLst/>
              <a:gdLst/>
              <a:ahLst/>
              <a:cxnLst/>
              <a:rect l="l" t="t" r="r" b="b"/>
              <a:pathLst>
                <a:path w="4790440" h="3597275">
                  <a:moveTo>
                    <a:pt x="805218" y="0"/>
                  </a:moveTo>
                  <a:lnTo>
                    <a:pt x="0" y="2500058"/>
                  </a:lnTo>
                </a:path>
                <a:path w="4790440" h="3597275">
                  <a:moveTo>
                    <a:pt x="4790211" y="512317"/>
                  </a:moveTo>
                  <a:lnTo>
                    <a:pt x="3794150" y="3596944"/>
                  </a:lnTo>
                </a:path>
              </a:pathLst>
            </a:custGeom>
            <a:ln w="17145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50311" y="3416223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317220" y="77787"/>
                  </a:moveTo>
                  <a:lnTo>
                    <a:pt x="77787" y="0"/>
                  </a:lnTo>
                  <a:lnTo>
                    <a:pt x="0" y="239420"/>
                  </a:lnTo>
                  <a:lnTo>
                    <a:pt x="239420" y="317207"/>
                  </a:lnTo>
                  <a:lnTo>
                    <a:pt x="317220" y="77787"/>
                  </a:lnTo>
                  <a:close/>
                </a:path>
              </a:pathLst>
            </a:custGeom>
            <a:solidFill>
              <a:srgbClr val="FEE7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50311" y="3416223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239420" y="317207"/>
                  </a:moveTo>
                  <a:lnTo>
                    <a:pt x="317220" y="77787"/>
                  </a:lnTo>
                  <a:lnTo>
                    <a:pt x="77787" y="0"/>
                  </a:lnTo>
                  <a:lnTo>
                    <a:pt x="0" y="239420"/>
                  </a:lnTo>
                  <a:lnTo>
                    <a:pt x="239420" y="317207"/>
                  </a:lnTo>
                  <a:close/>
                </a:path>
              </a:pathLst>
            </a:custGeom>
            <a:ln w="857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46954" y="5319147"/>
              <a:ext cx="197789" cy="10820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125268" y="5378005"/>
              <a:ext cx="1186815" cy="363220"/>
            </a:xfrm>
            <a:custGeom>
              <a:avLst/>
              <a:gdLst/>
              <a:ahLst/>
              <a:cxnLst/>
              <a:rect l="l" t="t" r="r" b="b"/>
              <a:pathLst>
                <a:path w="1186814" h="363220">
                  <a:moveTo>
                    <a:pt x="1186510" y="362762"/>
                  </a:moveTo>
                  <a:lnTo>
                    <a:pt x="0" y="0"/>
                  </a:lnTo>
                </a:path>
              </a:pathLst>
            </a:custGeom>
            <a:ln w="12687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11908" y="6374377"/>
              <a:ext cx="197789" cy="108292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306265" y="6049238"/>
              <a:ext cx="1225550" cy="374650"/>
            </a:xfrm>
            <a:custGeom>
              <a:avLst/>
              <a:gdLst/>
              <a:ahLst/>
              <a:cxnLst/>
              <a:rect l="l" t="t" r="r" b="b"/>
              <a:pathLst>
                <a:path w="1225550" h="374650">
                  <a:moveTo>
                    <a:pt x="0" y="0"/>
                  </a:moveTo>
                  <a:lnTo>
                    <a:pt x="1225143" y="374472"/>
                  </a:lnTo>
                </a:path>
              </a:pathLst>
            </a:custGeom>
            <a:ln w="12687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045879" y="4520425"/>
              <a:ext cx="3129280" cy="1007110"/>
            </a:xfrm>
            <a:custGeom>
              <a:avLst/>
              <a:gdLst/>
              <a:ahLst/>
              <a:cxnLst/>
              <a:rect l="l" t="t" r="r" b="b"/>
              <a:pathLst>
                <a:path w="3129279" h="1007110">
                  <a:moveTo>
                    <a:pt x="3128835" y="1006868"/>
                  </a:moveTo>
                  <a:lnTo>
                    <a:pt x="0" y="0"/>
                  </a:lnTo>
                </a:path>
              </a:pathLst>
            </a:custGeom>
            <a:ln w="34290">
              <a:solidFill>
                <a:srgbClr val="231F2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31959" y="5440521"/>
              <a:ext cx="201498" cy="20148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00483" y="4390612"/>
              <a:ext cx="201498" cy="20149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40674" y="5890063"/>
              <a:ext cx="201498" cy="20149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18384" y="3431063"/>
              <a:ext cx="201498" cy="20149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58341" y="2923381"/>
              <a:ext cx="201498" cy="20149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22313" y="5422538"/>
              <a:ext cx="201498" cy="201498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378292" y="1142695"/>
              <a:ext cx="8064500" cy="2626995"/>
            </a:xfrm>
            <a:custGeom>
              <a:avLst/>
              <a:gdLst/>
              <a:ahLst/>
              <a:cxnLst/>
              <a:rect l="l" t="t" r="r" b="b"/>
              <a:pathLst>
                <a:path w="8064500" h="2626995">
                  <a:moveTo>
                    <a:pt x="8064284" y="416229"/>
                  </a:moveTo>
                  <a:lnTo>
                    <a:pt x="8044383" y="209359"/>
                  </a:lnTo>
                  <a:lnTo>
                    <a:pt x="8011960" y="2489"/>
                  </a:lnTo>
                  <a:lnTo>
                    <a:pt x="7807566" y="0"/>
                  </a:lnTo>
                  <a:lnTo>
                    <a:pt x="7847457" y="184429"/>
                  </a:lnTo>
                  <a:lnTo>
                    <a:pt x="7867395" y="366382"/>
                  </a:lnTo>
                  <a:lnTo>
                    <a:pt x="7867395" y="555802"/>
                  </a:lnTo>
                  <a:lnTo>
                    <a:pt x="7852435" y="742734"/>
                  </a:lnTo>
                  <a:lnTo>
                    <a:pt x="7822526" y="927138"/>
                  </a:lnTo>
                  <a:lnTo>
                    <a:pt x="7772679" y="1104125"/>
                  </a:lnTo>
                  <a:lnTo>
                    <a:pt x="7705382" y="1273619"/>
                  </a:lnTo>
                  <a:lnTo>
                    <a:pt x="7623136" y="1443075"/>
                  </a:lnTo>
                  <a:lnTo>
                    <a:pt x="7520939" y="1597634"/>
                  </a:lnTo>
                  <a:lnTo>
                    <a:pt x="7406335" y="1749628"/>
                  </a:lnTo>
                  <a:lnTo>
                    <a:pt x="7281671" y="1886750"/>
                  </a:lnTo>
                  <a:lnTo>
                    <a:pt x="7137107" y="2006384"/>
                  </a:lnTo>
                  <a:lnTo>
                    <a:pt x="6987603" y="2121039"/>
                  </a:lnTo>
                  <a:lnTo>
                    <a:pt x="6823062" y="2213254"/>
                  </a:lnTo>
                  <a:lnTo>
                    <a:pt x="6658571" y="2290521"/>
                  </a:lnTo>
                  <a:lnTo>
                    <a:pt x="6476618" y="2352827"/>
                  </a:lnTo>
                  <a:lnTo>
                    <a:pt x="6302159" y="2397696"/>
                  </a:lnTo>
                  <a:lnTo>
                    <a:pt x="6110236" y="2425115"/>
                  </a:lnTo>
                  <a:lnTo>
                    <a:pt x="5925794" y="2435085"/>
                  </a:lnTo>
                  <a:lnTo>
                    <a:pt x="5923305" y="2435085"/>
                  </a:lnTo>
                  <a:lnTo>
                    <a:pt x="5743854" y="2425115"/>
                  </a:lnTo>
                  <a:lnTo>
                    <a:pt x="5551944" y="2397696"/>
                  </a:lnTo>
                  <a:lnTo>
                    <a:pt x="5377472" y="2352827"/>
                  </a:lnTo>
                  <a:lnTo>
                    <a:pt x="5290235" y="2327910"/>
                  </a:lnTo>
                  <a:lnTo>
                    <a:pt x="1186713" y="995387"/>
                  </a:lnTo>
                  <a:lnTo>
                    <a:pt x="1191691" y="995387"/>
                  </a:lnTo>
                  <a:lnTo>
                    <a:pt x="1067066" y="960462"/>
                  </a:lnTo>
                  <a:lnTo>
                    <a:pt x="932484" y="940562"/>
                  </a:lnTo>
                  <a:lnTo>
                    <a:pt x="810361" y="928090"/>
                  </a:lnTo>
                  <a:lnTo>
                    <a:pt x="0" y="928090"/>
                  </a:lnTo>
                  <a:lnTo>
                    <a:pt x="0" y="1124991"/>
                  </a:lnTo>
                  <a:lnTo>
                    <a:pt x="807872" y="1124991"/>
                  </a:lnTo>
                  <a:lnTo>
                    <a:pt x="969073" y="1137462"/>
                  </a:lnTo>
                  <a:lnTo>
                    <a:pt x="1121905" y="1177340"/>
                  </a:lnTo>
                  <a:lnTo>
                    <a:pt x="5225427" y="2514841"/>
                  </a:lnTo>
                  <a:lnTo>
                    <a:pt x="5427319" y="2564688"/>
                  </a:lnTo>
                  <a:lnTo>
                    <a:pt x="5629198" y="2607055"/>
                  </a:lnTo>
                  <a:lnTo>
                    <a:pt x="5836081" y="2626995"/>
                  </a:lnTo>
                  <a:lnTo>
                    <a:pt x="6040450" y="2622016"/>
                  </a:lnTo>
                  <a:lnTo>
                    <a:pt x="6247320" y="2602077"/>
                  </a:lnTo>
                  <a:lnTo>
                    <a:pt x="6449212" y="2564688"/>
                  </a:lnTo>
                  <a:lnTo>
                    <a:pt x="6651091" y="2504871"/>
                  </a:lnTo>
                  <a:lnTo>
                    <a:pt x="6840512" y="2422626"/>
                  </a:lnTo>
                  <a:lnTo>
                    <a:pt x="7027443" y="2322931"/>
                  </a:lnTo>
                  <a:lnTo>
                    <a:pt x="7196962" y="2210765"/>
                  </a:lnTo>
                  <a:lnTo>
                    <a:pt x="7361428" y="2081161"/>
                  </a:lnTo>
                  <a:lnTo>
                    <a:pt x="7505992" y="1931619"/>
                  </a:lnTo>
                  <a:lnTo>
                    <a:pt x="7640586" y="1772094"/>
                  </a:lnTo>
                  <a:lnTo>
                    <a:pt x="7755229" y="1600123"/>
                  </a:lnTo>
                  <a:lnTo>
                    <a:pt x="7852435" y="1420672"/>
                  </a:lnTo>
                  <a:lnTo>
                    <a:pt x="7934680" y="1228750"/>
                  </a:lnTo>
                  <a:lnTo>
                    <a:pt x="7996986" y="1029322"/>
                  </a:lnTo>
                  <a:lnTo>
                    <a:pt x="8039404" y="829970"/>
                  </a:lnTo>
                  <a:lnTo>
                    <a:pt x="8059305" y="623100"/>
                  </a:lnTo>
                  <a:lnTo>
                    <a:pt x="8064284" y="4162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304087" y="1110678"/>
              <a:ext cx="635" cy="2945765"/>
            </a:xfrm>
            <a:custGeom>
              <a:avLst/>
              <a:gdLst/>
              <a:ahLst/>
              <a:cxnLst/>
              <a:rect l="l" t="t" r="r" b="b"/>
              <a:pathLst>
                <a:path w="634" h="2945765">
                  <a:moveTo>
                    <a:pt x="25" y="0"/>
                  </a:moveTo>
                  <a:lnTo>
                    <a:pt x="0" y="2945549"/>
                  </a:lnTo>
                </a:path>
              </a:pathLst>
            </a:custGeom>
            <a:ln w="17145">
              <a:solidFill>
                <a:srgbClr val="EF4123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85932" y="3368108"/>
              <a:ext cx="226978" cy="226978"/>
            </a:xfrm>
            <a:prstGeom prst="rect">
              <a:avLst/>
            </a:prstGeom>
          </p:spPr>
        </p:pic>
      </p:grpSp>
      <p:grpSp>
        <p:nvGrpSpPr>
          <p:cNvPr id="59" name="object 59"/>
          <p:cNvGrpSpPr/>
          <p:nvPr/>
        </p:nvGrpSpPr>
        <p:grpSpPr>
          <a:xfrm>
            <a:off x="418706" y="1307731"/>
            <a:ext cx="694690" cy="884555"/>
            <a:chOff x="418706" y="1307731"/>
            <a:chExt cx="694690" cy="884555"/>
          </a:xfrm>
        </p:grpSpPr>
        <p:sp>
          <p:nvSpPr>
            <p:cNvPr id="60" name="object 60"/>
            <p:cNvSpPr/>
            <p:nvPr/>
          </p:nvSpPr>
          <p:spPr>
            <a:xfrm>
              <a:off x="460616" y="1890978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51" y="84696"/>
                  </a:moveTo>
                  <a:lnTo>
                    <a:pt x="212178" y="73342"/>
                  </a:lnTo>
                  <a:lnTo>
                    <a:pt x="172885" y="58508"/>
                  </a:lnTo>
                  <a:lnTo>
                    <a:pt x="137960" y="40170"/>
                  </a:lnTo>
                  <a:lnTo>
                    <a:pt x="100418" y="13093"/>
                  </a:lnTo>
                  <a:lnTo>
                    <a:pt x="92557" y="6985"/>
                  </a:lnTo>
                  <a:lnTo>
                    <a:pt x="85572" y="0"/>
                  </a:lnTo>
                  <a:lnTo>
                    <a:pt x="0" y="223520"/>
                  </a:lnTo>
                  <a:lnTo>
                    <a:pt x="108267" y="218287"/>
                  </a:lnTo>
                  <a:lnTo>
                    <a:pt x="190347" y="296862"/>
                  </a:lnTo>
                  <a:lnTo>
                    <a:pt x="271551" y="84696"/>
                  </a:lnTo>
                  <a:close/>
                </a:path>
                <a:path w="588644" h="301625">
                  <a:moveTo>
                    <a:pt x="588492" y="231381"/>
                  </a:moveTo>
                  <a:lnTo>
                    <a:pt x="509041" y="12230"/>
                  </a:lnTo>
                  <a:lnTo>
                    <a:pt x="502056" y="18338"/>
                  </a:lnTo>
                  <a:lnTo>
                    <a:pt x="486333" y="30568"/>
                  </a:lnTo>
                  <a:lnTo>
                    <a:pt x="476732" y="36677"/>
                  </a:lnTo>
                  <a:lnTo>
                    <a:pt x="466255" y="42786"/>
                  </a:lnTo>
                  <a:lnTo>
                    <a:pt x="455777" y="48031"/>
                  </a:lnTo>
                  <a:lnTo>
                    <a:pt x="444423" y="53263"/>
                  </a:lnTo>
                  <a:lnTo>
                    <a:pt x="432206" y="59372"/>
                  </a:lnTo>
                  <a:lnTo>
                    <a:pt x="392912" y="72466"/>
                  </a:lnTo>
                  <a:lnTo>
                    <a:pt x="349250" y="82080"/>
                  </a:lnTo>
                  <a:lnTo>
                    <a:pt x="333540" y="82956"/>
                  </a:lnTo>
                  <a:lnTo>
                    <a:pt x="317817" y="84696"/>
                  </a:lnTo>
                  <a:lnTo>
                    <a:pt x="397281" y="301231"/>
                  </a:lnTo>
                  <a:lnTo>
                    <a:pt x="479348" y="224396"/>
                  </a:lnTo>
                  <a:lnTo>
                    <a:pt x="588492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18706" y="1307731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70"/>
                  </a:moveTo>
                  <a:lnTo>
                    <a:pt x="0" y="316941"/>
                  </a:lnTo>
                  <a:lnTo>
                    <a:pt x="10477" y="367588"/>
                  </a:lnTo>
                  <a:lnTo>
                    <a:pt x="25323" y="367588"/>
                  </a:lnTo>
                  <a:lnTo>
                    <a:pt x="25323" y="331787"/>
                  </a:lnTo>
                  <a:lnTo>
                    <a:pt x="26200" y="319570"/>
                  </a:lnTo>
                  <a:close/>
                </a:path>
                <a:path w="694690" h="693419">
                  <a:moveTo>
                    <a:pt x="46278" y="461010"/>
                  </a:moveTo>
                  <a:lnTo>
                    <a:pt x="43662" y="455777"/>
                  </a:lnTo>
                  <a:lnTo>
                    <a:pt x="41910" y="449656"/>
                  </a:lnTo>
                  <a:lnTo>
                    <a:pt x="40170" y="444423"/>
                  </a:lnTo>
                  <a:lnTo>
                    <a:pt x="36677" y="432193"/>
                  </a:lnTo>
                  <a:lnTo>
                    <a:pt x="34925" y="426961"/>
                  </a:lnTo>
                  <a:lnTo>
                    <a:pt x="34048" y="420852"/>
                  </a:lnTo>
                  <a:lnTo>
                    <a:pt x="32308" y="415607"/>
                  </a:lnTo>
                  <a:lnTo>
                    <a:pt x="6985" y="420852"/>
                  </a:lnTo>
                  <a:lnTo>
                    <a:pt x="31432" y="466255"/>
                  </a:lnTo>
                  <a:lnTo>
                    <a:pt x="46278" y="461010"/>
                  </a:lnTo>
                  <a:close/>
                </a:path>
                <a:path w="694690" h="693419">
                  <a:moveTo>
                    <a:pt x="48895" y="226136"/>
                  </a:moveTo>
                  <a:lnTo>
                    <a:pt x="24447" y="216535"/>
                  </a:lnTo>
                  <a:lnTo>
                    <a:pt x="20078" y="268046"/>
                  </a:lnTo>
                  <a:lnTo>
                    <a:pt x="34048" y="271538"/>
                  </a:lnTo>
                  <a:lnTo>
                    <a:pt x="35801" y="266306"/>
                  </a:lnTo>
                  <a:lnTo>
                    <a:pt x="39293" y="254076"/>
                  </a:lnTo>
                  <a:lnTo>
                    <a:pt x="41033" y="248843"/>
                  </a:lnTo>
                  <a:lnTo>
                    <a:pt x="42786" y="242722"/>
                  </a:lnTo>
                  <a:lnTo>
                    <a:pt x="46278" y="232244"/>
                  </a:lnTo>
                  <a:lnTo>
                    <a:pt x="48895" y="226136"/>
                  </a:lnTo>
                  <a:close/>
                </a:path>
                <a:path w="694690" h="693419">
                  <a:moveTo>
                    <a:pt x="92557" y="544830"/>
                  </a:moveTo>
                  <a:lnTo>
                    <a:pt x="89065" y="539597"/>
                  </a:lnTo>
                  <a:lnTo>
                    <a:pt x="85572" y="535228"/>
                  </a:lnTo>
                  <a:lnTo>
                    <a:pt x="82080" y="529983"/>
                  </a:lnTo>
                  <a:lnTo>
                    <a:pt x="78587" y="525627"/>
                  </a:lnTo>
                  <a:lnTo>
                    <a:pt x="75095" y="520382"/>
                  </a:lnTo>
                  <a:lnTo>
                    <a:pt x="72478" y="515150"/>
                  </a:lnTo>
                  <a:lnTo>
                    <a:pt x="68973" y="509905"/>
                  </a:lnTo>
                  <a:lnTo>
                    <a:pt x="66357" y="504672"/>
                  </a:lnTo>
                  <a:lnTo>
                    <a:pt x="42786" y="517766"/>
                  </a:lnTo>
                  <a:lnTo>
                    <a:pt x="80327" y="553567"/>
                  </a:lnTo>
                  <a:lnTo>
                    <a:pt x="92557" y="544830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606"/>
                  </a:lnTo>
                  <a:lnTo>
                    <a:pt x="58496" y="174625"/>
                  </a:lnTo>
                  <a:lnTo>
                    <a:pt x="70726" y="182486"/>
                  </a:lnTo>
                  <a:lnTo>
                    <a:pt x="77711" y="172008"/>
                  </a:lnTo>
                  <a:lnTo>
                    <a:pt x="80327" y="166763"/>
                  </a:lnTo>
                  <a:lnTo>
                    <a:pt x="83820" y="162394"/>
                  </a:lnTo>
                  <a:lnTo>
                    <a:pt x="87312" y="157162"/>
                  </a:lnTo>
                  <a:lnTo>
                    <a:pt x="90805" y="152793"/>
                  </a:lnTo>
                  <a:lnTo>
                    <a:pt x="95173" y="148424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187"/>
                  </a:moveTo>
                  <a:lnTo>
                    <a:pt x="157162" y="607695"/>
                  </a:lnTo>
                  <a:lnTo>
                    <a:pt x="151930" y="603326"/>
                  </a:lnTo>
                  <a:lnTo>
                    <a:pt x="147561" y="599833"/>
                  </a:lnTo>
                  <a:lnTo>
                    <a:pt x="142328" y="596341"/>
                  </a:lnTo>
                  <a:lnTo>
                    <a:pt x="137960" y="592848"/>
                  </a:lnTo>
                  <a:lnTo>
                    <a:pt x="133591" y="588492"/>
                  </a:lnTo>
                  <a:lnTo>
                    <a:pt x="129222" y="585000"/>
                  </a:lnTo>
                  <a:lnTo>
                    <a:pt x="124866" y="580631"/>
                  </a:lnTo>
                  <a:lnTo>
                    <a:pt x="106527" y="599833"/>
                  </a:lnTo>
                  <a:lnTo>
                    <a:pt x="152806" y="623417"/>
                  </a:lnTo>
                  <a:lnTo>
                    <a:pt x="161531" y="611187"/>
                  </a:lnTo>
                  <a:close/>
                </a:path>
                <a:path w="694690" h="693419">
                  <a:moveTo>
                    <a:pt x="169392" y="78574"/>
                  </a:moveTo>
                  <a:lnTo>
                    <a:pt x="155422" y="57619"/>
                  </a:lnTo>
                  <a:lnTo>
                    <a:pt x="122237" y="96913"/>
                  </a:lnTo>
                  <a:lnTo>
                    <a:pt x="131851" y="108267"/>
                  </a:lnTo>
                  <a:lnTo>
                    <a:pt x="137083" y="103898"/>
                  </a:lnTo>
                  <a:lnTo>
                    <a:pt x="141452" y="100406"/>
                  </a:lnTo>
                  <a:lnTo>
                    <a:pt x="145808" y="96037"/>
                  </a:lnTo>
                  <a:lnTo>
                    <a:pt x="150177" y="92544"/>
                  </a:lnTo>
                  <a:lnTo>
                    <a:pt x="155422" y="89065"/>
                  </a:lnTo>
                  <a:lnTo>
                    <a:pt x="159791" y="85559"/>
                  </a:lnTo>
                  <a:lnTo>
                    <a:pt x="165023" y="82080"/>
                  </a:lnTo>
                  <a:lnTo>
                    <a:pt x="169392" y="78574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82" y="652221"/>
                  </a:lnTo>
                  <a:lnTo>
                    <a:pt x="235750" y="649605"/>
                  </a:lnTo>
                  <a:lnTo>
                    <a:pt x="230505" y="647865"/>
                  </a:lnTo>
                  <a:lnTo>
                    <a:pt x="224396" y="645236"/>
                  </a:lnTo>
                  <a:lnTo>
                    <a:pt x="219163" y="643496"/>
                  </a:lnTo>
                  <a:lnTo>
                    <a:pt x="213918" y="640880"/>
                  </a:lnTo>
                  <a:lnTo>
                    <a:pt x="207810" y="638251"/>
                  </a:lnTo>
                  <a:lnTo>
                    <a:pt x="202565" y="635635"/>
                  </a:lnTo>
                  <a:lnTo>
                    <a:pt x="191211" y="659218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093"/>
                  </a:lnTo>
                  <a:lnTo>
                    <a:pt x="206933" y="41033"/>
                  </a:lnTo>
                  <a:lnTo>
                    <a:pt x="212178" y="55003"/>
                  </a:lnTo>
                  <a:lnTo>
                    <a:pt x="218287" y="53263"/>
                  </a:lnTo>
                  <a:lnTo>
                    <a:pt x="228765" y="48018"/>
                  </a:lnTo>
                  <a:lnTo>
                    <a:pt x="234873" y="46278"/>
                  </a:lnTo>
                  <a:lnTo>
                    <a:pt x="240118" y="43649"/>
                  </a:lnTo>
                  <a:lnTo>
                    <a:pt x="245351" y="41910"/>
                  </a:lnTo>
                  <a:lnTo>
                    <a:pt x="251460" y="40157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83"/>
                  </a:moveTo>
                  <a:lnTo>
                    <a:pt x="329171" y="669683"/>
                  </a:lnTo>
                  <a:lnTo>
                    <a:pt x="323938" y="668820"/>
                  </a:lnTo>
                  <a:lnTo>
                    <a:pt x="317817" y="667943"/>
                  </a:lnTo>
                  <a:lnTo>
                    <a:pt x="311708" y="667943"/>
                  </a:lnTo>
                  <a:lnTo>
                    <a:pt x="305600" y="667067"/>
                  </a:lnTo>
                  <a:lnTo>
                    <a:pt x="300355" y="666203"/>
                  </a:lnTo>
                  <a:lnTo>
                    <a:pt x="294246" y="665327"/>
                  </a:lnTo>
                  <a:lnTo>
                    <a:pt x="289877" y="691515"/>
                  </a:lnTo>
                  <a:lnTo>
                    <a:pt x="340525" y="684530"/>
                  </a:lnTo>
                  <a:lnTo>
                    <a:pt x="341401" y="669683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83" y="13970"/>
                  </a:lnTo>
                  <a:lnTo>
                    <a:pt x="304723" y="28816"/>
                  </a:lnTo>
                  <a:lnTo>
                    <a:pt x="316953" y="27063"/>
                  </a:lnTo>
                  <a:lnTo>
                    <a:pt x="323062" y="27063"/>
                  </a:lnTo>
                  <a:lnTo>
                    <a:pt x="329171" y="26187"/>
                  </a:lnTo>
                  <a:lnTo>
                    <a:pt x="352742" y="26187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55" y="671436"/>
                  </a:moveTo>
                  <a:lnTo>
                    <a:pt x="436562" y="657466"/>
                  </a:lnTo>
                  <a:lnTo>
                    <a:pt x="430453" y="659218"/>
                  </a:lnTo>
                  <a:lnTo>
                    <a:pt x="425221" y="660082"/>
                  </a:lnTo>
                  <a:lnTo>
                    <a:pt x="419100" y="661835"/>
                  </a:lnTo>
                  <a:lnTo>
                    <a:pt x="412991" y="662698"/>
                  </a:lnTo>
                  <a:lnTo>
                    <a:pt x="406882" y="664451"/>
                  </a:lnTo>
                  <a:lnTo>
                    <a:pt x="401637" y="665327"/>
                  </a:lnTo>
                  <a:lnTo>
                    <a:pt x="389420" y="667067"/>
                  </a:lnTo>
                  <a:lnTo>
                    <a:pt x="392912" y="693267"/>
                  </a:lnTo>
                  <a:lnTo>
                    <a:pt x="440055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09"/>
                  </a:lnTo>
                  <a:lnTo>
                    <a:pt x="401637" y="30556"/>
                  </a:lnTo>
                  <a:lnTo>
                    <a:pt x="406882" y="31432"/>
                  </a:lnTo>
                  <a:lnTo>
                    <a:pt x="412991" y="33172"/>
                  </a:lnTo>
                  <a:lnTo>
                    <a:pt x="419100" y="34048"/>
                  </a:lnTo>
                  <a:lnTo>
                    <a:pt x="424345" y="34925"/>
                  </a:lnTo>
                  <a:lnTo>
                    <a:pt x="430453" y="36664"/>
                  </a:lnTo>
                  <a:lnTo>
                    <a:pt x="435698" y="38417"/>
                  </a:lnTo>
                  <a:lnTo>
                    <a:pt x="441807" y="40157"/>
                  </a:lnTo>
                  <a:lnTo>
                    <a:pt x="447040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60" y="629526"/>
                  </a:moveTo>
                  <a:lnTo>
                    <a:pt x="523011" y="617296"/>
                  </a:lnTo>
                  <a:lnTo>
                    <a:pt x="518642" y="619925"/>
                  </a:lnTo>
                  <a:lnTo>
                    <a:pt x="513397" y="623417"/>
                  </a:lnTo>
                  <a:lnTo>
                    <a:pt x="508165" y="626033"/>
                  </a:lnTo>
                  <a:lnTo>
                    <a:pt x="502920" y="629526"/>
                  </a:lnTo>
                  <a:lnTo>
                    <a:pt x="487210" y="637387"/>
                  </a:lnTo>
                  <a:lnTo>
                    <a:pt x="481101" y="640003"/>
                  </a:lnTo>
                  <a:lnTo>
                    <a:pt x="492442" y="663575"/>
                  </a:lnTo>
                  <a:lnTo>
                    <a:pt x="530860" y="629526"/>
                  </a:lnTo>
                  <a:close/>
                </a:path>
                <a:path w="694690" h="693419">
                  <a:moveTo>
                    <a:pt x="548322" y="63741"/>
                  </a:moveTo>
                  <a:lnTo>
                    <a:pt x="499427" y="47155"/>
                  </a:lnTo>
                  <a:lnTo>
                    <a:pt x="491578" y="60248"/>
                  </a:lnTo>
                  <a:lnTo>
                    <a:pt x="497687" y="63741"/>
                  </a:lnTo>
                  <a:lnTo>
                    <a:pt x="508165" y="68973"/>
                  </a:lnTo>
                  <a:lnTo>
                    <a:pt x="512533" y="72466"/>
                  </a:lnTo>
                  <a:lnTo>
                    <a:pt x="517766" y="75082"/>
                  </a:lnTo>
                  <a:lnTo>
                    <a:pt x="528243" y="82080"/>
                  </a:lnTo>
                  <a:lnTo>
                    <a:pt x="532612" y="85559"/>
                  </a:lnTo>
                  <a:lnTo>
                    <a:pt x="548322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08" y="557923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53" y="579755"/>
                  </a:lnTo>
                  <a:lnTo>
                    <a:pt x="565785" y="583247"/>
                  </a:lnTo>
                  <a:lnTo>
                    <a:pt x="561428" y="587616"/>
                  </a:lnTo>
                  <a:lnTo>
                    <a:pt x="578891" y="606831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41" y="136207"/>
                  </a:moveTo>
                  <a:lnTo>
                    <a:pt x="580631" y="105651"/>
                  </a:lnTo>
                  <a:lnTo>
                    <a:pt x="570153" y="116128"/>
                  </a:lnTo>
                  <a:lnTo>
                    <a:pt x="583247" y="129222"/>
                  </a:lnTo>
                  <a:lnTo>
                    <a:pt x="586740" y="133591"/>
                  </a:lnTo>
                  <a:lnTo>
                    <a:pt x="591108" y="137947"/>
                  </a:lnTo>
                  <a:lnTo>
                    <a:pt x="598093" y="146685"/>
                  </a:lnTo>
                  <a:lnTo>
                    <a:pt x="601586" y="151930"/>
                  </a:lnTo>
                  <a:lnTo>
                    <a:pt x="622541" y="136207"/>
                  </a:lnTo>
                  <a:close/>
                </a:path>
                <a:path w="694690" h="693419">
                  <a:moveTo>
                    <a:pt x="657466" y="476732"/>
                  </a:moveTo>
                  <a:lnTo>
                    <a:pt x="643496" y="470611"/>
                  </a:lnTo>
                  <a:lnTo>
                    <a:pt x="641756" y="476732"/>
                  </a:lnTo>
                  <a:lnTo>
                    <a:pt x="628650" y="502920"/>
                  </a:lnTo>
                  <a:lnTo>
                    <a:pt x="625157" y="508165"/>
                  </a:lnTo>
                  <a:lnTo>
                    <a:pt x="622541" y="513397"/>
                  </a:lnTo>
                  <a:lnTo>
                    <a:pt x="645248" y="527367"/>
                  </a:lnTo>
                  <a:lnTo>
                    <a:pt x="657466" y="476732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78"/>
                  </a:lnTo>
                  <a:lnTo>
                    <a:pt x="628650" y="192087"/>
                  </a:lnTo>
                  <a:lnTo>
                    <a:pt x="631278" y="198196"/>
                  </a:lnTo>
                  <a:lnTo>
                    <a:pt x="634771" y="203441"/>
                  </a:lnTo>
                  <a:lnTo>
                    <a:pt x="636511" y="208673"/>
                  </a:lnTo>
                  <a:lnTo>
                    <a:pt x="641756" y="219151"/>
                  </a:lnTo>
                  <a:lnTo>
                    <a:pt x="643496" y="224396"/>
                  </a:lnTo>
                  <a:lnTo>
                    <a:pt x="646112" y="230505"/>
                  </a:lnTo>
                  <a:lnTo>
                    <a:pt x="647865" y="235737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81913" y="379806"/>
                  </a:lnTo>
                  <a:lnTo>
                    <a:pt x="667080" y="378066"/>
                  </a:lnTo>
                  <a:lnTo>
                    <a:pt x="665327" y="390283"/>
                  </a:lnTo>
                  <a:lnTo>
                    <a:pt x="664451" y="401637"/>
                  </a:lnTo>
                  <a:lnTo>
                    <a:pt x="661835" y="412991"/>
                  </a:lnTo>
                  <a:lnTo>
                    <a:pt x="659218" y="425208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75805" y="279400"/>
                  </a:lnTo>
                  <a:lnTo>
                    <a:pt x="661835" y="282016"/>
                  </a:lnTo>
                  <a:lnTo>
                    <a:pt x="664451" y="294246"/>
                  </a:lnTo>
                  <a:lnTo>
                    <a:pt x="665327" y="305600"/>
                  </a:lnTo>
                  <a:lnTo>
                    <a:pt x="667080" y="317817"/>
                  </a:lnTo>
                  <a:lnTo>
                    <a:pt x="667943" y="329171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18706" y="1307731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07"/>
                  </a:moveTo>
                  <a:lnTo>
                    <a:pt x="29692" y="403390"/>
                  </a:lnTo>
                  <a:lnTo>
                    <a:pt x="27940" y="392036"/>
                  </a:lnTo>
                  <a:lnTo>
                    <a:pt x="26200" y="367588"/>
                  </a:lnTo>
                  <a:lnTo>
                    <a:pt x="10477" y="368465"/>
                  </a:lnTo>
                  <a:lnTo>
                    <a:pt x="6985" y="420852"/>
                  </a:lnTo>
                  <a:lnTo>
                    <a:pt x="32308" y="415607"/>
                  </a:lnTo>
                  <a:close/>
                </a:path>
                <a:path w="694690" h="693419">
                  <a:moveTo>
                    <a:pt x="34048" y="272415"/>
                  </a:moveTo>
                  <a:lnTo>
                    <a:pt x="20078" y="268046"/>
                  </a:lnTo>
                  <a:lnTo>
                    <a:pt x="0" y="316941"/>
                  </a:lnTo>
                  <a:lnTo>
                    <a:pt x="26200" y="319570"/>
                  </a:lnTo>
                  <a:lnTo>
                    <a:pt x="27940" y="308216"/>
                  </a:lnTo>
                  <a:lnTo>
                    <a:pt x="31432" y="283768"/>
                  </a:lnTo>
                  <a:lnTo>
                    <a:pt x="34048" y="272415"/>
                  </a:lnTo>
                  <a:close/>
                </a:path>
                <a:path w="694690" h="693419">
                  <a:moveTo>
                    <a:pt x="66357" y="505536"/>
                  </a:moveTo>
                  <a:lnTo>
                    <a:pt x="63741" y="499427"/>
                  </a:lnTo>
                  <a:lnTo>
                    <a:pt x="60248" y="494195"/>
                  </a:lnTo>
                  <a:lnTo>
                    <a:pt x="52387" y="478472"/>
                  </a:lnTo>
                  <a:lnTo>
                    <a:pt x="50647" y="472363"/>
                  </a:lnTo>
                  <a:lnTo>
                    <a:pt x="48018" y="467118"/>
                  </a:lnTo>
                  <a:lnTo>
                    <a:pt x="46278" y="461010"/>
                  </a:lnTo>
                  <a:lnTo>
                    <a:pt x="31432" y="466255"/>
                  </a:lnTo>
                  <a:lnTo>
                    <a:pt x="42786" y="517766"/>
                  </a:lnTo>
                  <a:lnTo>
                    <a:pt x="66357" y="505536"/>
                  </a:lnTo>
                  <a:close/>
                </a:path>
                <a:path w="694690" h="693419">
                  <a:moveTo>
                    <a:pt x="70726" y="183349"/>
                  </a:moveTo>
                  <a:lnTo>
                    <a:pt x="57632" y="175501"/>
                  </a:lnTo>
                  <a:lnTo>
                    <a:pt x="24447" y="216535"/>
                  </a:lnTo>
                  <a:lnTo>
                    <a:pt x="48895" y="226136"/>
                  </a:lnTo>
                  <a:lnTo>
                    <a:pt x="51511" y="220903"/>
                  </a:lnTo>
                  <a:lnTo>
                    <a:pt x="53263" y="214782"/>
                  </a:lnTo>
                  <a:lnTo>
                    <a:pt x="56756" y="209550"/>
                  </a:lnTo>
                  <a:lnTo>
                    <a:pt x="58496" y="204317"/>
                  </a:lnTo>
                  <a:lnTo>
                    <a:pt x="61988" y="199072"/>
                  </a:lnTo>
                  <a:lnTo>
                    <a:pt x="67233" y="188595"/>
                  </a:lnTo>
                  <a:lnTo>
                    <a:pt x="70726" y="183349"/>
                  </a:lnTo>
                  <a:close/>
                </a:path>
                <a:path w="694690" h="693419">
                  <a:moveTo>
                    <a:pt x="124866" y="580631"/>
                  </a:moveTo>
                  <a:lnTo>
                    <a:pt x="120497" y="577138"/>
                  </a:lnTo>
                  <a:lnTo>
                    <a:pt x="116128" y="572770"/>
                  </a:lnTo>
                  <a:lnTo>
                    <a:pt x="111760" y="567537"/>
                  </a:lnTo>
                  <a:lnTo>
                    <a:pt x="108267" y="563168"/>
                  </a:lnTo>
                  <a:lnTo>
                    <a:pt x="99542" y="554431"/>
                  </a:lnTo>
                  <a:lnTo>
                    <a:pt x="96050" y="550075"/>
                  </a:lnTo>
                  <a:lnTo>
                    <a:pt x="92557" y="544830"/>
                  </a:lnTo>
                  <a:lnTo>
                    <a:pt x="80327" y="553567"/>
                  </a:lnTo>
                  <a:lnTo>
                    <a:pt x="106527" y="599833"/>
                  </a:lnTo>
                  <a:lnTo>
                    <a:pt x="124866" y="580631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13"/>
                  </a:lnTo>
                  <a:lnTo>
                    <a:pt x="78587" y="126606"/>
                  </a:lnTo>
                  <a:lnTo>
                    <a:pt x="97790" y="143192"/>
                  </a:lnTo>
                  <a:lnTo>
                    <a:pt x="106527" y="134467"/>
                  </a:lnTo>
                  <a:lnTo>
                    <a:pt x="110020" y="130098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32" y="633018"/>
                  </a:lnTo>
                  <a:lnTo>
                    <a:pt x="186855" y="627773"/>
                  </a:lnTo>
                  <a:lnTo>
                    <a:pt x="181610" y="624293"/>
                  </a:lnTo>
                  <a:lnTo>
                    <a:pt x="177253" y="620788"/>
                  </a:lnTo>
                  <a:lnTo>
                    <a:pt x="172008" y="618172"/>
                  </a:lnTo>
                  <a:lnTo>
                    <a:pt x="161531" y="611187"/>
                  </a:lnTo>
                  <a:lnTo>
                    <a:pt x="152806" y="623417"/>
                  </a:lnTo>
                  <a:lnTo>
                    <a:pt x="191211" y="659218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57" y="41910"/>
                  </a:lnTo>
                  <a:lnTo>
                    <a:pt x="155422" y="56756"/>
                  </a:lnTo>
                  <a:lnTo>
                    <a:pt x="169392" y="78574"/>
                  </a:lnTo>
                  <a:lnTo>
                    <a:pt x="174625" y="75082"/>
                  </a:lnTo>
                  <a:lnTo>
                    <a:pt x="185102" y="69850"/>
                  </a:lnTo>
                  <a:lnTo>
                    <a:pt x="190347" y="66357"/>
                  </a:lnTo>
                  <a:lnTo>
                    <a:pt x="200825" y="61112"/>
                  </a:lnTo>
                  <a:lnTo>
                    <a:pt x="206933" y="58496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27"/>
                  </a:moveTo>
                  <a:lnTo>
                    <a:pt x="282028" y="663575"/>
                  </a:lnTo>
                  <a:lnTo>
                    <a:pt x="276783" y="661835"/>
                  </a:lnTo>
                  <a:lnTo>
                    <a:pt x="270675" y="660082"/>
                  </a:lnTo>
                  <a:lnTo>
                    <a:pt x="264566" y="659218"/>
                  </a:lnTo>
                  <a:lnTo>
                    <a:pt x="258445" y="657466"/>
                  </a:lnTo>
                  <a:lnTo>
                    <a:pt x="253212" y="655713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77" y="691515"/>
                  </a:lnTo>
                  <a:lnTo>
                    <a:pt x="294246" y="665327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83" y="13970"/>
                  </a:lnTo>
                  <a:lnTo>
                    <a:pt x="249720" y="13093"/>
                  </a:lnTo>
                  <a:lnTo>
                    <a:pt x="256705" y="38417"/>
                  </a:lnTo>
                  <a:lnTo>
                    <a:pt x="268922" y="34925"/>
                  </a:lnTo>
                  <a:lnTo>
                    <a:pt x="275043" y="34048"/>
                  </a:lnTo>
                  <a:lnTo>
                    <a:pt x="280276" y="32308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67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83"/>
                  </a:lnTo>
                  <a:lnTo>
                    <a:pt x="341401" y="669683"/>
                  </a:lnTo>
                  <a:lnTo>
                    <a:pt x="341401" y="684530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09"/>
                  </a:moveTo>
                  <a:lnTo>
                    <a:pt x="353618" y="0"/>
                  </a:lnTo>
                  <a:lnTo>
                    <a:pt x="352742" y="26187"/>
                  </a:lnTo>
                  <a:lnTo>
                    <a:pt x="364096" y="26187"/>
                  </a:lnTo>
                  <a:lnTo>
                    <a:pt x="370205" y="27063"/>
                  </a:lnTo>
                  <a:lnTo>
                    <a:pt x="376326" y="27063"/>
                  </a:lnTo>
                  <a:lnTo>
                    <a:pt x="400773" y="30556"/>
                  </a:lnTo>
                  <a:lnTo>
                    <a:pt x="403390" y="15709"/>
                  </a:lnTo>
                  <a:close/>
                </a:path>
                <a:path w="694690" h="693419">
                  <a:moveTo>
                    <a:pt x="492442" y="663575"/>
                  </a:moveTo>
                  <a:lnTo>
                    <a:pt x="481101" y="640003"/>
                  </a:lnTo>
                  <a:lnTo>
                    <a:pt x="470623" y="645236"/>
                  </a:lnTo>
                  <a:lnTo>
                    <a:pt x="465378" y="646988"/>
                  </a:lnTo>
                  <a:lnTo>
                    <a:pt x="459270" y="649605"/>
                  </a:lnTo>
                  <a:lnTo>
                    <a:pt x="454025" y="651357"/>
                  </a:lnTo>
                  <a:lnTo>
                    <a:pt x="447916" y="653097"/>
                  </a:lnTo>
                  <a:lnTo>
                    <a:pt x="442683" y="654850"/>
                  </a:lnTo>
                  <a:lnTo>
                    <a:pt x="436562" y="656590"/>
                  </a:lnTo>
                  <a:lnTo>
                    <a:pt x="440055" y="671436"/>
                  </a:lnTo>
                  <a:lnTo>
                    <a:pt x="492442" y="663575"/>
                  </a:lnTo>
                  <a:close/>
                </a:path>
                <a:path w="694690" h="693419">
                  <a:moveTo>
                    <a:pt x="498563" y="47155"/>
                  </a:moveTo>
                  <a:lnTo>
                    <a:pt x="455777" y="17462"/>
                  </a:lnTo>
                  <a:lnTo>
                    <a:pt x="447040" y="41910"/>
                  </a:lnTo>
                  <a:lnTo>
                    <a:pt x="453161" y="43649"/>
                  </a:lnTo>
                  <a:lnTo>
                    <a:pt x="459270" y="46278"/>
                  </a:lnTo>
                  <a:lnTo>
                    <a:pt x="464502" y="48018"/>
                  </a:lnTo>
                  <a:lnTo>
                    <a:pt x="469747" y="50634"/>
                  </a:lnTo>
                  <a:lnTo>
                    <a:pt x="475856" y="53263"/>
                  </a:lnTo>
                  <a:lnTo>
                    <a:pt x="481101" y="55003"/>
                  </a:lnTo>
                  <a:lnTo>
                    <a:pt x="491578" y="60248"/>
                  </a:lnTo>
                  <a:lnTo>
                    <a:pt x="498563" y="47155"/>
                  </a:lnTo>
                  <a:close/>
                </a:path>
                <a:path w="694690" h="693419">
                  <a:moveTo>
                    <a:pt x="578891" y="606831"/>
                  </a:moveTo>
                  <a:lnTo>
                    <a:pt x="561428" y="587616"/>
                  </a:lnTo>
                  <a:lnTo>
                    <a:pt x="557060" y="591985"/>
                  </a:lnTo>
                  <a:lnTo>
                    <a:pt x="552691" y="595477"/>
                  </a:lnTo>
                  <a:lnTo>
                    <a:pt x="547458" y="598970"/>
                  </a:lnTo>
                  <a:lnTo>
                    <a:pt x="543090" y="602462"/>
                  </a:lnTo>
                  <a:lnTo>
                    <a:pt x="537845" y="606831"/>
                  </a:lnTo>
                  <a:lnTo>
                    <a:pt x="533488" y="609447"/>
                  </a:lnTo>
                  <a:lnTo>
                    <a:pt x="523011" y="616432"/>
                  </a:lnTo>
                  <a:lnTo>
                    <a:pt x="531736" y="629526"/>
                  </a:lnTo>
                  <a:lnTo>
                    <a:pt x="578891" y="606831"/>
                  </a:lnTo>
                  <a:close/>
                </a:path>
                <a:path w="694690" h="693419">
                  <a:moveTo>
                    <a:pt x="580631" y="105651"/>
                  </a:moveTo>
                  <a:lnTo>
                    <a:pt x="548322" y="63741"/>
                  </a:lnTo>
                  <a:lnTo>
                    <a:pt x="532612" y="85559"/>
                  </a:lnTo>
                  <a:lnTo>
                    <a:pt x="537845" y="89065"/>
                  </a:lnTo>
                  <a:lnTo>
                    <a:pt x="542213" y="92544"/>
                  </a:lnTo>
                  <a:lnTo>
                    <a:pt x="547458" y="96037"/>
                  </a:lnTo>
                  <a:lnTo>
                    <a:pt x="557060" y="103898"/>
                  </a:lnTo>
                  <a:lnTo>
                    <a:pt x="561428" y="108267"/>
                  </a:lnTo>
                  <a:lnTo>
                    <a:pt x="565785" y="111760"/>
                  </a:lnTo>
                  <a:lnTo>
                    <a:pt x="570153" y="116128"/>
                  </a:lnTo>
                  <a:lnTo>
                    <a:pt x="580631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41" y="136207"/>
                  </a:lnTo>
                  <a:lnTo>
                    <a:pt x="601586" y="151930"/>
                  </a:lnTo>
                  <a:lnTo>
                    <a:pt x="605955" y="156286"/>
                  </a:lnTo>
                  <a:lnTo>
                    <a:pt x="609447" y="161531"/>
                  </a:lnTo>
                  <a:lnTo>
                    <a:pt x="612063" y="166763"/>
                  </a:lnTo>
                  <a:lnTo>
                    <a:pt x="615556" y="171132"/>
                  </a:lnTo>
                  <a:lnTo>
                    <a:pt x="619048" y="177241"/>
                  </a:lnTo>
                  <a:lnTo>
                    <a:pt x="622541" y="181610"/>
                  </a:lnTo>
                  <a:lnTo>
                    <a:pt x="625157" y="186855"/>
                  </a:lnTo>
                  <a:lnTo>
                    <a:pt x="628650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67"/>
                  </a:moveTo>
                  <a:lnTo>
                    <a:pt x="622541" y="513397"/>
                  </a:lnTo>
                  <a:lnTo>
                    <a:pt x="619925" y="518642"/>
                  </a:lnTo>
                  <a:lnTo>
                    <a:pt x="612940" y="529120"/>
                  </a:lnTo>
                  <a:lnTo>
                    <a:pt x="609447" y="533476"/>
                  </a:lnTo>
                  <a:lnTo>
                    <a:pt x="605955" y="538721"/>
                  </a:lnTo>
                  <a:lnTo>
                    <a:pt x="602462" y="543090"/>
                  </a:lnTo>
                  <a:lnTo>
                    <a:pt x="598093" y="548322"/>
                  </a:lnTo>
                  <a:lnTo>
                    <a:pt x="594601" y="552691"/>
                  </a:lnTo>
                  <a:lnTo>
                    <a:pt x="605955" y="562292"/>
                  </a:lnTo>
                  <a:lnTo>
                    <a:pt x="645248" y="527367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88" y="227012"/>
                  </a:lnTo>
                  <a:lnTo>
                    <a:pt x="647865" y="235737"/>
                  </a:lnTo>
                  <a:lnTo>
                    <a:pt x="650481" y="240982"/>
                  </a:lnTo>
                  <a:lnTo>
                    <a:pt x="653973" y="253199"/>
                  </a:lnTo>
                  <a:lnTo>
                    <a:pt x="655726" y="258445"/>
                  </a:lnTo>
                  <a:lnTo>
                    <a:pt x="659218" y="270675"/>
                  </a:lnTo>
                  <a:lnTo>
                    <a:pt x="660095" y="275907"/>
                  </a:lnTo>
                  <a:lnTo>
                    <a:pt x="661835" y="282016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59218" y="425208"/>
                  </a:lnTo>
                  <a:lnTo>
                    <a:pt x="657466" y="430453"/>
                  </a:lnTo>
                  <a:lnTo>
                    <a:pt x="653973" y="442671"/>
                  </a:lnTo>
                  <a:lnTo>
                    <a:pt x="652233" y="447916"/>
                  </a:lnTo>
                  <a:lnTo>
                    <a:pt x="650481" y="454025"/>
                  </a:lnTo>
                  <a:lnTo>
                    <a:pt x="648741" y="459270"/>
                  </a:lnTo>
                  <a:lnTo>
                    <a:pt x="646112" y="465378"/>
                  </a:lnTo>
                  <a:lnTo>
                    <a:pt x="643496" y="470611"/>
                  </a:lnTo>
                  <a:lnTo>
                    <a:pt x="657466" y="476732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67943" y="329171"/>
                  </a:lnTo>
                  <a:lnTo>
                    <a:pt x="668820" y="341388"/>
                  </a:lnTo>
                  <a:lnTo>
                    <a:pt x="668820" y="353618"/>
                  </a:lnTo>
                  <a:lnTo>
                    <a:pt x="667080" y="378066"/>
                  </a:lnTo>
                  <a:lnTo>
                    <a:pt x="681913" y="379806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 rot="1020000">
            <a:off x="2650220" y="4740614"/>
            <a:ext cx="565081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5"/>
              </a:lnSpc>
            </a:pPr>
            <a:r>
              <a:rPr sz="2150" b="1" spc="80" dirty="0">
                <a:solidFill>
                  <a:srgbClr val="231F20"/>
                </a:solidFill>
                <a:latin typeface="Gill Sans MT"/>
                <a:cs typeface="Gill Sans MT"/>
              </a:rPr>
              <a:t>200</a:t>
            </a:r>
            <a:endParaRPr sz="2150">
              <a:latin typeface="Gill Sans MT"/>
              <a:cs typeface="Gill Sans MT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©2000</a:t>
            </a:r>
            <a:r>
              <a:rPr spc="75" dirty="0"/>
              <a:t> </a:t>
            </a:r>
            <a:r>
              <a:rPr spc="-10" dirty="0"/>
              <a:t>HOSCH</a:t>
            </a:r>
          </a:p>
        </p:txBody>
      </p:sp>
      <p:sp>
        <p:nvSpPr>
          <p:cNvPr id="79" name="object 79"/>
          <p:cNvSpPr txBox="1"/>
          <p:nvPr/>
        </p:nvSpPr>
        <p:spPr>
          <a:xfrm>
            <a:off x="9145213" y="7295115"/>
            <a:ext cx="120205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4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II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0822T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20000626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64" name="object 64"/>
          <p:cNvSpPr txBox="1"/>
          <p:nvPr/>
        </p:nvSpPr>
        <p:spPr>
          <a:xfrm rot="1020000">
            <a:off x="5300711" y="5578287"/>
            <a:ext cx="556773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5"/>
              </a:lnSpc>
            </a:pPr>
            <a:r>
              <a:rPr sz="2150" b="1" spc="50" dirty="0">
                <a:solidFill>
                  <a:srgbClr val="231F20"/>
                </a:solidFill>
                <a:latin typeface="Gill Sans MT"/>
                <a:cs typeface="Gill Sans MT"/>
              </a:rPr>
              <a:t>100</a:t>
            </a:r>
            <a:endParaRPr sz="2150">
              <a:latin typeface="Gill Sans MT"/>
              <a:cs typeface="Gill Sans MT"/>
            </a:endParaRPr>
          </a:p>
        </p:txBody>
      </p:sp>
      <p:sp>
        <p:nvSpPr>
          <p:cNvPr id="65" name="object 65"/>
          <p:cNvSpPr txBox="1"/>
          <p:nvPr/>
        </p:nvSpPr>
        <p:spPr>
          <a:xfrm rot="1020000">
            <a:off x="6250149" y="5475241"/>
            <a:ext cx="162916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90"/>
              </a:lnSpc>
            </a:pPr>
            <a:r>
              <a:rPr sz="1100" b="1" spc="-50" dirty="0">
                <a:solidFill>
                  <a:srgbClr val="231F20"/>
                </a:solidFill>
                <a:latin typeface="Gill Sans MT"/>
                <a:cs typeface="Gill Sans MT"/>
              </a:rPr>
              <a:t>1</a:t>
            </a:r>
            <a:endParaRPr sz="1100">
              <a:latin typeface="Gill Sans MT"/>
              <a:cs typeface="Gill Sans MT"/>
            </a:endParaRPr>
          </a:p>
        </p:txBody>
      </p:sp>
      <p:sp>
        <p:nvSpPr>
          <p:cNvPr id="66" name="object 66"/>
          <p:cNvSpPr txBox="1"/>
          <p:nvPr/>
        </p:nvSpPr>
        <p:spPr>
          <a:xfrm rot="1020000">
            <a:off x="2918664" y="4425340"/>
            <a:ext cx="162916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90"/>
              </a:lnSpc>
            </a:pPr>
            <a:r>
              <a:rPr sz="1100" b="1" spc="-50" dirty="0">
                <a:solidFill>
                  <a:srgbClr val="231F20"/>
                </a:solidFill>
                <a:latin typeface="Gill Sans MT"/>
                <a:cs typeface="Gill Sans MT"/>
              </a:rPr>
              <a:t>1</a:t>
            </a:r>
            <a:endParaRPr sz="1100">
              <a:latin typeface="Gill Sans MT"/>
              <a:cs typeface="Gill Sans MT"/>
            </a:endParaRPr>
          </a:p>
        </p:txBody>
      </p:sp>
      <p:sp>
        <p:nvSpPr>
          <p:cNvPr id="67" name="object 67"/>
          <p:cNvSpPr txBox="1"/>
          <p:nvPr/>
        </p:nvSpPr>
        <p:spPr>
          <a:xfrm rot="1020000">
            <a:off x="5058866" y="5924798"/>
            <a:ext cx="162916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90"/>
              </a:lnSpc>
            </a:pPr>
            <a:r>
              <a:rPr sz="1100" b="1" spc="-50" dirty="0">
                <a:solidFill>
                  <a:srgbClr val="231F20"/>
                </a:solidFill>
                <a:latin typeface="Gill Sans MT"/>
                <a:cs typeface="Gill Sans MT"/>
              </a:rPr>
              <a:t>2</a:t>
            </a:r>
            <a:endParaRPr sz="1100">
              <a:latin typeface="Gill Sans MT"/>
              <a:cs typeface="Gill Sans MT"/>
            </a:endParaRPr>
          </a:p>
        </p:txBody>
      </p:sp>
      <p:sp>
        <p:nvSpPr>
          <p:cNvPr id="68" name="object 68"/>
          <p:cNvSpPr txBox="1"/>
          <p:nvPr/>
        </p:nvSpPr>
        <p:spPr>
          <a:xfrm rot="1020000">
            <a:off x="5836578" y="3465802"/>
            <a:ext cx="162916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90"/>
              </a:lnSpc>
            </a:pPr>
            <a:r>
              <a:rPr sz="1100" b="1" spc="-50" dirty="0">
                <a:solidFill>
                  <a:srgbClr val="231F20"/>
                </a:solidFill>
                <a:latin typeface="Gill Sans MT"/>
                <a:cs typeface="Gill Sans MT"/>
              </a:rPr>
              <a:t>2</a:t>
            </a:r>
            <a:endParaRPr sz="1100">
              <a:latin typeface="Gill Sans MT"/>
              <a:cs typeface="Gill Sans MT"/>
            </a:endParaRPr>
          </a:p>
        </p:txBody>
      </p:sp>
      <p:sp>
        <p:nvSpPr>
          <p:cNvPr id="69" name="object 69"/>
          <p:cNvSpPr txBox="1"/>
          <p:nvPr/>
        </p:nvSpPr>
        <p:spPr>
          <a:xfrm rot="1020000">
            <a:off x="4276531" y="2958123"/>
            <a:ext cx="162916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90"/>
              </a:lnSpc>
            </a:pPr>
            <a:r>
              <a:rPr sz="1100" b="1" spc="-50" dirty="0">
                <a:solidFill>
                  <a:srgbClr val="231F20"/>
                </a:solidFill>
                <a:latin typeface="Gill Sans MT"/>
                <a:cs typeface="Gill Sans MT"/>
              </a:rPr>
              <a:t>3</a:t>
            </a:r>
            <a:endParaRPr sz="1100">
              <a:latin typeface="Gill Sans MT"/>
              <a:cs typeface="Gill Sans MT"/>
            </a:endParaRPr>
          </a:p>
        </p:txBody>
      </p:sp>
      <p:sp>
        <p:nvSpPr>
          <p:cNvPr id="70" name="object 70"/>
          <p:cNvSpPr txBox="1"/>
          <p:nvPr/>
        </p:nvSpPr>
        <p:spPr>
          <a:xfrm rot="1020000">
            <a:off x="3440496" y="5457281"/>
            <a:ext cx="162916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90"/>
              </a:lnSpc>
            </a:pPr>
            <a:r>
              <a:rPr sz="1100" b="1" spc="-50" dirty="0">
                <a:solidFill>
                  <a:srgbClr val="231F20"/>
                </a:solidFill>
                <a:latin typeface="Gill Sans MT"/>
                <a:cs typeface="Gill Sans MT"/>
              </a:rPr>
              <a:t>3</a:t>
            </a:r>
            <a:endParaRPr sz="1100">
              <a:latin typeface="Gill Sans MT"/>
              <a:cs typeface="Gill Sans MT"/>
            </a:endParaRPr>
          </a:p>
        </p:txBody>
      </p:sp>
      <p:sp>
        <p:nvSpPr>
          <p:cNvPr id="71" name="object 71"/>
          <p:cNvSpPr txBox="1"/>
          <p:nvPr/>
        </p:nvSpPr>
        <p:spPr>
          <a:xfrm rot="1020000">
            <a:off x="3265584" y="3476434"/>
            <a:ext cx="513177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05"/>
              </a:lnSpc>
            </a:pPr>
            <a:r>
              <a:rPr sz="3225" b="1" spc="-240" baseline="-5167" dirty="0">
                <a:solidFill>
                  <a:srgbClr val="231F20"/>
                </a:solidFill>
                <a:latin typeface="Gill Sans MT"/>
                <a:cs typeface="Gill Sans MT"/>
              </a:rPr>
              <a:t>A</a:t>
            </a:r>
            <a:r>
              <a:rPr sz="3225" b="1" spc="-22" baseline="-5167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2150" b="1" spc="229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endParaRPr sz="2150">
              <a:latin typeface="Gill Sans MT"/>
              <a:cs typeface="Gill Sans MT"/>
            </a:endParaRPr>
          </a:p>
        </p:txBody>
      </p:sp>
      <p:sp>
        <p:nvSpPr>
          <p:cNvPr id="72" name="object 72"/>
          <p:cNvSpPr txBox="1"/>
          <p:nvPr/>
        </p:nvSpPr>
        <p:spPr>
          <a:xfrm rot="1020000">
            <a:off x="3190785" y="5934861"/>
            <a:ext cx="1162494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</a:pPr>
            <a:r>
              <a:rPr sz="3225" b="1" baseline="1291" dirty="0">
                <a:solidFill>
                  <a:srgbClr val="231F20"/>
                </a:solidFill>
                <a:latin typeface="Gill Sans MT"/>
                <a:cs typeface="Gill Sans MT"/>
              </a:rPr>
              <a:t>min.</a:t>
            </a:r>
            <a:r>
              <a:rPr sz="3225" b="1" spc="-120" baseline="1291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2150" b="1" spc="60" dirty="0">
                <a:solidFill>
                  <a:srgbClr val="231F20"/>
                </a:solidFill>
                <a:latin typeface="Gill Sans MT"/>
                <a:cs typeface="Gill Sans MT"/>
              </a:rPr>
              <a:t>350</a:t>
            </a:r>
            <a:endParaRPr sz="2150">
              <a:latin typeface="Gill Sans MT"/>
              <a:cs typeface="Gill Sans MT"/>
            </a:endParaRPr>
          </a:p>
        </p:txBody>
      </p:sp>
      <p:graphicFrame>
        <p:nvGraphicFramePr>
          <p:cNvPr id="73" name="object 73"/>
          <p:cNvGraphicFramePr>
            <a:graphicFrameLocks noGrp="1"/>
          </p:cNvGraphicFramePr>
          <p:nvPr/>
        </p:nvGraphicFramePr>
        <p:xfrm>
          <a:off x="7271042" y="5801042"/>
          <a:ext cx="3060700" cy="1042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705">
                <a:tc rowSpan="2">
                  <a:txBody>
                    <a:bodyPr/>
                    <a:lstStyle/>
                    <a:p>
                      <a:pPr marL="636270" marR="615315" indent="-13335">
                        <a:lnSpc>
                          <a:spcPct val="101899"/>
                        </a:lnSpc>
                        <a:spcBef>
                          <a:spcPts val="135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Additional</a:t>
                      </a:r>
                      <a:r>
                        <a:rPr sz="900" b="1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dimensions</a:t>
                      </a:r>
                      <a:r>
                        <a:rPr sz="900" b="1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for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special</a:t>
                      </a:r>
                      <a:r>
                        <a:rPr sz="900" b="1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blades</a:t>
                      </a:r>
                      <a:r>
                        <a:rPr sz="900" b="1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900" b="1" spc="19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/</a:t>
                      </a:r>
                      <a:r>
                        <a:rPr sz="900" b="1" spc="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elements</a:t>
                      </a:r>
                      <a:endParaRPr sz="900">
                        <a:latin typeface="Gill Sans MT"/>
                        <a:cs typeface="Gill Sans MT"/>
                      </a:endParaRPr>
                    </a:p>
                  </a:txBody>
                  <a:tcPr marL="0" marR="0" marT="1714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6E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10"/>
                        </a:spcBef>
                      </a:pPr>
                      <a:r>
                        <a:rPr sz="1100" b="1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A*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714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6E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[mm]</a:t>
                      </a:r>
                      <a:endParaRPr sz="700">
                        <a:latin typeface="Gill Sans MT"/>
                        <a:cs typeface="Gill Sans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 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Z-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shaped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long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+</a:t>
                      </a:r>
                      <a:r>
                        <a:rPr sz="1100" spc="-5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V-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shaped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long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28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Z-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shaped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8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short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30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V-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shaped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8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short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60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4" name="object 74"/>
          <p:cNvGraphicFramePr>
            <a:graphicFrameLocks noGrp="1"/>
          </p:cNvGraphicFramePr>
          <p:nvPr/>
        </p:nvGraphicFramePr>
        <p:xfrm>
          <a:off x="8711031" y="4295038"/>
          <a:ext cx="1619250" cy="1221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05">
                <a:tc gridSpan="3">
                  <a:txBody>
                    <a:bodyPr/>
                    <a:lstStyle/>
                    <a:p>
                      <a:pPr marL="4679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900" b="1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Dimensions*</a:t>
                      </a:r>
                      <a:endParaRPr sz="900">
                        <a:latin typeface="Gill Sans MT"/>
                        <a:cs typeface="Gill Sans MT"/>
                      </a:endParaRPr>
                    </a:p>
                  </a:txBody>
                  <a:tcPr marL="0" marR="0" marT="139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6E7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05">
                <a:tc rowSpan="2" gridSpan="2">
                  <a:txBody>
                    <a:bodyPr/>
                    <a:lstStyle/>
                    <a:p>
                      <a:pPr marL="31115" marR="1435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800" spc="-7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For</a:t>
                      </a:r>
                      <a:r>
                        <a:rPr sz="8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type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7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long </a:t>
                      </a:r>
                      <a:r>
                        <a:rPr sz="8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elements</a:t>
                      </a:r>
                      <a:r>
                        <a:rPr sz="800" spc="-5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and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normal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blades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429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6E7E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10"/>
                        </a:spcBef>
                      </a:pPr>
                      <a:r>
                        <a:rPr sz="1100" b="1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A*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1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6E7E8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[mm]</a:t>
                      </a:r>
                      <a:endParaRPr sz="700">
                        <a:latin typeface="Gill Sans MT"/>
                        <a:cs typeface="Gill Sans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3175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48mm)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5560" marB="0"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225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15875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B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60mm)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5560" marB="0"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230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19685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76mm)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5560" marB="0"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240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5080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D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101mm)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5560" marB="0"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250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5" name="object 75"/>
          <p:cNvSpPr txBox="1"/>
          <p:nvPr/>
        </p:nvSpPr>
        <p:spPr>
          <a:xfrm>
            <a:off x="631046" y="1372260"/>
            <a:ext cx="2698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90" dirty="0">
                <a:latin typeface="Gill Sans MT"/>
                <a:cs typeface="Gill Sans MT"/>
              </a:rPr>
              <a:t>1</a:t>
            </a:r>
            <a:endParaRPr sz="3200">
              <a:latin typeface="Gill Sans MT"/>
              <a:cs typeface="Gill Sans MT"/>
            </a:endParaRPr>
          </a:p>
        </p:txBody>
      </p:sp>
      <p:sp>
        <p:nvSpPr>
          <p:cNvPr id="76" name="object 7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dirty="0"/>
              <a:t>Scraper</a:t>
            </a:r>
            <a:r>
              <a:rPr spc="-114" dirty="0"/>
              <a:t> </a:t>
            </a:r>
            <a:r>
              <a:rPr spc="-50" dirty="0"/>
              <a:t>Type</a:t>
            </a:r>
            <a:r>
              <a:rPr spc="-114" dirty="0"/>
              <a:t> </a:t>
            </a:r>
            <a:r>
              <a:rPr dirty="0"/>
              <a:t>B6</a:t>
            </a:r>
            <a:r>
              <a:rPr spc="-110" dirty="0"/>
              <a:t> </a:t>
            </a:r>
            <a:r>
              <a:rPr dirty="0"/>
              <a:t>+</a:t>
            </a:r>
            <a:r>
              <a:rPr spc="-114" dirty="0"/>
              <a:t> </a:t>
            </a:r>
            <a:r>
              <a:rPr spc="-20" dirty="0"/>
              <a:t>PEM*</a:t>
            </a:r>
            <a:r>
              <a:rPr spc="-110" dirty="0"/>
              <a:t> </a:t>
            </a:r>
            <a:r>
              <a:rPr spc="-50" dirty="0"/>
              <a:t>- </a:t>
            </a:r>
            <a:r>
              <a:rPr spc="-75" dirty="0"/>
              <a:t>Determine</a:t>
            </a:r>
            <a:r>
              <a:rPr spc="-60" dirty="0"/>
              <a:t> </a:t>
            </a:r>
            <a:r>
              <a:rPr spc="-10" dirty="0"/>
              <a:t>mounting</a:t>
            </a:r>
            <a:r>
              <a:rPr spc="-55" dirty="0"/>
              <a:t> </a:t>
            </a:r>
            <a:r>
              <a:rPr spc="65" dirty="0"/>
              <a:t>range</a:t>
            </a:r>
          </a:p>
        </p:txBody>
      </p:sp>
      <p:sp>
        <p:nvSpPr>
          <p:cNvPr id="77" name="object 77"/>
          <p:cNvSpPr txBox="1"/>
          <p:nvPr/>
        </p:nvSpPr>
        <p:spPr>
          <a:xfrm>
            <a:off x="347008" y="6819315"/>
            <a:ext cx="69405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90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r>
              <a:rPr sz="600" spc="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Parallel</a:t>
            </a:r>
            <a:r>
              <a:rPr sz="600" spc="3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elasto-</a:t>
            </a:r>
            <a:r>
              <a:rPr sz="600" spc="-35" dirty="0">
                <a:solidFill>
                  <a:srgbClr val="231F20"/>
                </a:solidFill>
                <a:latin typeface="Gill Sans MT"/>
                <a:cs typeface="Gill Sans MT"/>
              </a:rPr>
              <a:t>mount</a:t>
            </a:r>
            <a:endParaRPr sz="600">
              <a:latin typeface="Gill Sans MT"/>
              <a:cs typeface="Gill Sans MT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5F24858-89ED-99F8-6233-B20BB9EF752C}"/>
              </a:ext>
            </a:extLst>
          </p:cNvPr>
          <p:cNvGrpSpPr/>
          <p:nvPr/>
        </p:nvGrpSpPr>
        <p:grpSpPr>
          <a:xfrm>
            <a:off x="7734934" y="349251"/>
            <a:ext cx="2717165" cy="817393"/>
            <a:chOff x="7734934" y="309245"/>
            <a:chExt cx="2717166" cy="897807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DE799F9-BBF2-740E-0820-65DAB9AF97AC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2" name="Picture 81" descr="A close-up of a logo&#10;&#10;AI-generated content may be incorrect.">
              <a:extLst>
                <a:ext uri="{FF2B5EF4-FFF2-40B4-BE49-F238E27FC236}">
                  <a16:creationId xmlns:a16="http://schemas.microsoft.com/office/drawing/2014/main" id="{5ECBC785-45D6-F89F-3827-E0BAD172E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3498" y="309245"/>
              <a:ext cx="1771123" cy="897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9061" y="1263840"/>
            <a:ext cx="9915525" cy="5505450"/>
            <a:chOff x="419061" y="1263840"/>
            <a:chExt cx="9915525" cy="5505450"/>
          </a:xfrm>
        </p:grpSpPr>
        <p:sp>
          <p:nvSpPr>
            <p:cNvPr id="3" name="object 3"/>
            <p:cNvSpPr/>
            <p:nvPr/>
          </p:nvSpPr>
          <p:spPr>
            <a:xfrm>
              <a:off x="460984" y="1890978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38" y="84696"/>
                  </a:moveTo>
                  <a:lnTo>
                    <a:pt x="212166" y="73342"/>
                  </a:lnTo>
                  <a:lnTo>
                    <a:pt x="172872" y="58508"/>
                  </a:lnTo>
                  <a:lnTo>
                    <a:pt x="137947" y="40170"/>
                  </a:lnTo>
                  <a:lnTo>
                    <a:pt x="100406" y="13106"/>
                  </a:lnTo>
                  <a:lnTo>
                    <a:pt x="92544" y="6985"/>
                  </a:lnTo>
                  <a:lnTo>
                    <a:pt x="85559" y="0"/>
                  </a:lnTo>
                  <a:lnTo>
                    <a:pt x="0" y="223520"/>
                  </a:lnTo>
                  <a:lnTo>
                    <a:pt x="108267" y="218287"/>
                  </a:lnTo>
                  <a:lnTo>
                    <a:pt x="190334" y="296875"/>
                  </a:lnTo>
                  <a:lnTo>
                    <a:pt x="271538" y="84696"/>
                  </a:lnTo>
                  <a:close/>
                </a:path>
                <a:path w="588644" h="301625">
                  <a:moveTo>
                    <a:pt x="588479" y="231381"/>
                  </a:moveTo>
                  <a:lnTo>
                    <a:pt x="509028" y="12230"/>
                  </a:lnTo>
                  <a:lnTo>
                    <a:pt x="502043" y="18338"/>
                  </a:lnTo>
                  <a:lnTo>
                    <a:pt x="486333" y="30568"/>
                  </a:lnTo>
                  <a:lnTo>
                    <a:pt x="476719" y="36677"/>
                  </a:lnTo>
                  <a:lnTo>
                    <a:pt x="466242" y="42786"/>
                  </a:lnTo>
                  <a:lnTo>
                    <a:pt x="455764" y="48031"/>
                  </a:lnTo>
                  <a:lnTo>
                    <a:pt x="444411" y="53263"/>
                  </a:lnTo>
                  <a:lnTo>
                    <a:pt x="432193" y="59372"/>
                  </a:lnTo>
                  <a:lnTo>
                    <a:pt x="392899" y="72478"/>
                  </a:lnTo>
                  <a:lnTo>
                    <a:pt x="349250" y="82080"/>
                  </a:lnTo>
                  <a:lnTo>
                    <a:pt x="333527" y="82956"/>
                  </a:lnTo>
                  <a:lnTo>
                    <a:pt x="317817" y="84696"/>
                  </a:lnTo>
                  <a:lnTo>
                    <a:pt x="397268" y="301231"/>
                  </a:lnTo>
                  <a:lnTo>
                    <a:pt x="479336" y="224396"/>
                  </a:lnTo>
                  <a:lnTo>
                    <a:pt x="588479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9061" y="1307731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70"/>
                  </a:moveTo>
                  <a:lnTo>
                    <a:pt x="0" y="316941"/>
                  </a:lnTo>
                  <a:lnTo>
                    <a:pt x="10490" y="367588"/>
                  </a:lnTo>
                  <a:lnTo>
                    <a:pt x="25323" y="367588"/>
                  </a:lnTo>
                  <a:lnTo>
                    <a:pt x="25323" y="331787"/>
                  </a:lnTo>
                  <a:lnTo>
                    <a:pt x="26200" y="319570"/>
                  </a:lnTo>
                  <a:close/>
                </a:path>
                <a:path w="694690" h="693419">
                  <a:moveTo>
                    <a:pt x="46278" y="461010"/>
                  </a:moveTo>
                  <a:lnTo>
                    <a:pt x="43662" y="455777"/>
                  </a:lnTo>
                  <a:lnTo>
                    <a:pt x="41922" y="449668"/>
                  </a:lnTo>
                  <a:lnTo>
                    <a:pt x="40170" y="444423"/>
                  </a:lnTo>
                  <a:lnTo>
                    <a:pt x="36677" y="432206"/>
                  </a:lnTo>
                  <a:lnTo>
                    <a:pt x="34925" y="426961"/>
                  </a:lnTo>
                  <a:lnTo>
                    <a:pt x="34061" y="420852"/>
                  </a:lnTo>
                  <a:lnTo>
                    <a:pt x="32308" y="415607"/>
                  </a:lnTo>
                  <a:lnTo>
                    <a:pt x="6997" y="420852"/>
                  </a:lnTo>
                  <a:lnTo>
                    <a:pt x="31445" y="466255"/>
                  </a:lnTo>
                  <a:lnTo>
                    <a:pt x="46278" y="461010"/>
                  </a:lnTo>
                  <a:close/>
                </a:path>
                <a:path w="694690" h="693419">
                  <a:moveTo>
                    <a:pt x="48907" y="226136"/>
                  </a:moveTo>
                  <a:lnTo>
                    <a:pt x="24460" y="216535"/>
                  </a:lnTo>
                  <a:lnTo>
                    <a:pt x="20091" y="268058"/>
                  </a:lnTo>
                  <a:lnTo>
                    <a:pt x="34061" y="271538"/>
                  </a:lnTo>
                  <a:lnTo>
                    <a:pt x="35801" y="266306"/>
                  </a:lnTo>
                  <a:lnTo>
                    <a:pt x="39293" y="254076"/>
                  </a:lnTo>
                  <a:lnTo>
                    <a:pt x="41046" y="248843"/>
                  </a:lnTo>
                  <a:lnTo>
                    <a:pt x="42786" y="242735"/>
                  </a:lnTo>
                  <a:lnTo>
                    <a:pt x="46278" y="232257"/>
                  </a:lnTo>
                  <a:lnTo>
                    <a:pt x="48907" y="226136"/>
                  </a:lnTo>
                  <a:close/>
                </a:path>
                <a:path w="694690" h="693419">
                  <a:moveTo>
                    <a:pt x="92557" y="544830"/>
                  </a:moveTo>
                  <a:lnTo>
                    <a:pt x="89065" y="539597"/>
                  </a:lnTo>
                  <a:lnTo>
                    <a:pt x="85572" y="535228"/>
                  </a:lnTo>
                  <a:lnTo>
                    <a:pt x="82080" y="529996"/>
                  </a:lnTo>
                  <a:lnTo>
                    <a:pt x="78587" y="525627"/>
                  </a:lnTo>
                  <a:lnTo>
                    <a:pt x="75095" y="520382"/>
                  </a:lnTo>
                  <a:lnTo>
                    <a:pt x="72478" y="515150"/>
                  </a:lnTo>
                  <a:lnTo>
                    <a:pt x="68986" y="509905"/>
                  </a:lnTo>
                  <a:lnTo>
                    <a:pt x="66370" y="504672"/>
                  </a:lnTo>
                  <a:lnTo>
                    <a:pt x="42786" y="517766"/>
                  </a:lnTo>
                  <a:lnTo>
                    <a:pt x="80340" y="553567"/>
                  </a:lnTo>
                  <a:lnTo>
                    <a:pt x="92557" y="544830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606"/>
                  </a:lnTo>
                  <a:lnTo>
                    <a:pt x="58508" y="174625"/>
                  </a:lnTo>
                  <a:lnTo>
                    <a:pt x="70726" y="182486"/>
                  </a:lnTo>
                  <a:lnTo>
                    <a:pt x="77711" y="172008"/>
                  </a:lnTo>
                  <a:lnTo>
                    <a:pt x="80340" y="166763"/>
                  </a:lnTo>
                  <a:lnTo>
                    <a:pt x="83832" y="162407"/>
                  </a:lnTo>
                  <a:lnTo>
                    <a:pt x="87312" y="157162"/>
                  </a:lnTo>
                  <a:lnTo>
                    <a:pt x="90817" y="152806"/>
                  </a:lnTo>
                  <a:lnTo>
                    <a:pt x="95173" y="148437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187"/>
                  </a:moveTo>
                  <a:lnTo>
                    <a:pt x="157162" y="607695"/>
                  </a:lnTo>
                  <a:lnTo>
                    <a:pt x="151930" y="603338"/>
                  </a:lnTo>
                  <a:lnTo>
                    <a:pt x="147561" y="599846"/>
                  </a:lnTo>
                  <a:lnTo>
                    <a:pt x="142328" y="596353"/>
                  </a:lnTo>
                  <a:lnTo>
                    <a:pt x="137960" y="592861"/>
                  </a:lnTo>
                  <a:lnTo>
                    <a:pt x="133591" y="588492"/>
                  </a:lnTo>
                  <a:lnTo>
                    <a:pt x="129235" y="585000"/>
                  </a:lnTo>
                  <a:lnTo>
                    <a:pt x="124866" y="580631"/>
                  </a:lnTo>
                  <a:lnTo>
                    <a:pt x="106527" y="599846"/>
                  </a:lnTo>
                  <a:lnTo>
                    <a:pt x="152806" y="623417"/>
                  </a:lnTo>
                  <a:lnTo>
                    <a:pt x="161531" y="611187"/>
                  </a:lnTo>
                  <a:close/>
                </a:path>
                <a:path w="694690" h="693419">
                  <a:moveTo>
                    <a:pt x="169392" y="78587"/>
                  </a:moveTo>
                  <a:lnTo>
                    <a:pt x="155422" y="57632"/>
                  </a:lnTo>
                  <a:lnTo>
                    <a:pt x="122237" y="96913"/>
                  </a:lnTo>
                  <a:lnTo>
                    <a:pt x="131851" y="108267"/>
                  </a:lnTo>
                  <a:lnTo>
                    <a:pt x="137083" y="103898"/>
                  </a:lnTo>
                  <a:lnTo>
                    <a:pt x="141452" y="100406"/>
                  </a:lnTo>
                  <a:lnTo>
                    <a:pt x="145821" y="96050"/>
                  </a:lnTo>
                  <a:lnTo>
                    <a:pt x="150190" y="92557"/>
                  </a:lnTo>
                  <a:lnTo>
                    <a:pt x="155422" y="89065"/>
                  </a:lnTo>
                  <a:lnTo>
                    <a:pt x="159791" y="85572"/>
                  </a:lnTo>
                  <a:lnTo>
                    <a:pt x="165023" y="82080"/>
                  </a:lnTo>
                  <a:lnTo>
                    <a:pt x="169392" y="78587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95" y="652233"/>
                  </a:lnTo>
                  <a:lnTo>
                    <a:pt x="235750" y="649605"/>
                  </a:lnTo>
                  <a:lnTo>
                    <a:pt x="230517" y="647865"/>
                  </a:lnTo>
                  <a:lnTo>
                    <a:pt x="224396" y="645248"/>
                  </a:lnTo>
                  <a:lnTo>
                    <a:pt x="219163" y="643496"/>
                  </a:lnTo>
                  <a:lnTo>
                    <a:pt x="213918" y="640880"/>
                  </a:lnTo>
                  <a:lnTo>
                    <a:pt x="207810" y="638263"/>
                  </a:lnTo>
                  <a:lnTo>
                    <a:pt x="202577" y="635635"/>
                  </a:lnTo>
                  <a:lnTo>
                    <a:pt x="191223" y="659218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093"/>
                  </a:lnTo>
                  <a:lnTo>
                    <a:pt x="206933" y="41033"/>
                  </a:lnTo>
                  <a:lnTo>
                    <a:pt x="212178" y="55003"/>
                  </a:lnTo>
                  <a:lnTo>
                    <a:pt x="218287" y="53263"/>
                  </a:lnTo>
                  <a:lnTo>
                    <a:pt x="228765" y="48018"/>
                  </a:lnTo>
                  <a:lnTo>
                    <a:pt x="234873" y="46278"/>
                  </a:lnTo>
                  <a:lnTo>
                    <a:pt x="240118" y="43662"/>
                  </a:lnTo>
                  <a:lnTo>
                    <a:pt x="245351" y="41910"/>
                  </a:lnTo>
                  <a:lnTo>
                    <a:pt x="251472" y="40170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96"/>
                  </a:moveTo>
                  <a:lnTo>
                    <a:pt x="329171" y="669696"/>
                  </a:lnTo>
                  <a:lnTo>
                    <a:pt x="323938" y="668820"/>
                  </a:lnTo>
                  <a:lnTo>
                    <a:pt x="317830" y="667943"/>
                  </a:lnTo>
                  <a:lnTo>
                    <a:pt x="311708" y="667943"/>
                  </a:lnTo>
                  <a:lnTo>
                    <a:pt x="305600" y="667067"/>
                  </a:lnTo>
                  <a:lnTo>
                    <a:pt x="300367" y="666203"/>
                  </a:lnTo>
                  <a:lnTo>
                    <a:pt x="294246" y="665327"/>
                  </a:lnTo>
                  <a:lnTo>
                    <a:pt x="289890" y="691515"/>
                  </a:lnTo>
                  <a:lnTo>
                    <a:pt x="340525" y="684530"/>
                  </a:lnTo>
                  <a:lnTo>
                    <a:pt x="341401" y="669696"/>
                  </a:lnTo>
                  <a:close/>
                </a:path>
                <a:path w="694690" h="693419">
                  <a:moveTo>
                    <a:pt x="353631" y="0"/>
                  </a:moveTo>
                  <a:lnTo>
                    <a:pt x="302983" y="13970"/>
                  </a:lnTo>
                  <a:lnTo>
                    <a:pt x="304723" y="28816"/>
                  </a:lnTo>
                  <a:lnTo>
                    <a:pt x="316953" y="27063"/>
                  </a:lnTo>
                  <a:lnTo>
                    <a:pt x="323062" y="27063"/>
                  </a:lnTo>
                  <a:lnTo>
                    <a:pt x="329171" y="26200"/>
                  </a:lnTo>
                  <a:lnTo>
                    <a:pt x="352755" y="26200"/>
                  </a:lnTo>
                  <a:lnTo>
                    <a:pt x="353631" y="0"/>
                  </a:lnTo>
                  <a:close/>
                </a:path>
                <a:path w="694690" h="693419">
                  <a:moveTo>
                    <a:pt x="440067" y="671436"/>
                  </a:moveTo>
                  <a:lnTo>
                    <a:pt x="436575" y="657466"/>
                  </a:lnTo>
                  <a:lnTo>
                    <a:pt x="430453" y="659218"/>
                  </a:lnTo>
                  <a:lnTo>
                    <a:pt x="425221" y="660082"/>
                  </a:lnTo>
                  <a:lnTo>
                    <a:pt x="419112" y="661835"/>
                  </a:lnTo>
                  <a:lnTo>
                    <a:pt x="412991" y="662711"/>
                  </a:lnTo>
                  <a:lnTo>
                    <a:pt x="406882" y="664451"/>
                  </a:lnTo>
                  <a:lnTo>
                    <a:pt x="401650" y="665327"/>
                  </a:lnTo>
                  <a:lnTo>
                    <a:pt x="389420" y="667067"/>
                  </a:lnTo>
                  <a:lnTo>
                    <a:pt x="392912" y="693267"/>
                  </a:lnTo>
                  <a:lnTo>
                    <a:pt x="440067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22"/>
                  </a:lnTo>
                  <a:lnTo>
                    <a:pt x="401650" y="30556"/>
                  </a:lnTo>
                  <a:lnTo>
                    <a:pt x="406882" y="31432"/>
                  </a:lnTo>
                  <a:lnTo>
                    <a:pt x="412991" y="33185"/>
                  </a:lnTo>
                  <a:lnTo>
                    <a:pt x="419112" y="34048"/>
                  </a:lnTo>
                  <a:lnTo>
                    <a:pt x="424345" y="34925"/>
                  </a:lnTo>
                  <a:lnTo>
                    <a:pt x="430453" y="36677"/>
                  </a:lnTo>
                  <a:lnTo>
                    <a:pt x="435698" y="38417"/>
                  </a:lnTo>
                  <a:lnTo>
                    <a:pt x="441807" y="40170"/>
                  </a:lnTo>
                  <a:lnTo>
                    <a:pt x="447052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72" y="629526"/>
                  </a:moveTo>
                  <a:lnTo>
                    <a:pt x="523011" y="617308"/>
                  </a:lnTo>
                  <a:lnTo>
                    <a:pt x="518642" y="619925"/>
                  </a:lnTo>
                  <a:lnTo>
                    <a:pt x="513410" y="623417"/>
                  </a:lnTo>
                  <a:lnTo>
                    <a:pt x="508165" y="626033"/>
                  </a:lnTo>
                  <a:lnTo>
                    <a:pt x="502932" y="629526"/>
                  </a:lnTo>
                  <a:lnTo>
                    <a:pt x="487210" y="637387"/>
                  </a:lnTo>
                  <a:lnTo>
                    <a:pt x="481101" y="640003"/>
                  </a:lnTo>
                  <a:lnTo>
                    <a:pt x="492455" y="663575"/>
                  </a:lnTo>
                  <a:lnTo>
                    <a:pt x="530872" y="629526"/>
                  </a:lnTo>
                  <a:close/>
                </a:path>
                <a:path w="694690" h="693419">
                  <a:moveTo>
                    <a:pt x="548335" y="63741"/>
                  </a:moveTo>
                  <a:lnTo>
                    <a:pt x="499440" y="47155"/>
                  </a:lnTo>
                  <a:lnTo>
                    <a:pt x="491578" y="60248"/>
                  </a:lnTo>
                  <a:lnTo>
                    <a:pt x="497687" y="63741"/>
                  </a:lnTo>
                  <a:lnTo>
                    <a:pt x="508165" y="68973"/>
                  </a:lnTo>
                  <a:lnTo>
                    <a:pt x="512533" y="72466"/>
                  </a:lnTo>
                  <a:lnTo>
                    <a:pt x="517766" y="75095"/>
                  </a:lnTo>
                  <a:lnTo>
                    <a:pt x="528256" y="82080"/>
                  </a:lnTo>
                  <a:lnTo>
                    <a:pt x="532612" y="85572"/>
                  </a:lnTo>
                  <a:lnTo>
                    <a:pt x="548335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21" y="557936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66" y="579755"/>
                  </a:lnTo>
                  <a:lnTo>
                    <a:pt x="565797" y="583247"/>
                  </a:lnTo>
                  <a:lnTo>
                    <a:pt x="561428" y="587616"/>
                  </a:lnTo>
                  <a:lnTo>
                    <a:pt x="578891" y="606831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54" y="136207"/>
                  </a:moveTo>
                  <a:lnTo>
                    <a:pt x="580644" y="105651"/>
                  </a:lnTo>
                  <a:lnTo>
                    <a:pt x="570166" y="116128"/>
                  </a:lnTo>
                  <a:lnTo>
                    <a:pt x="583260" y="129222"/>
                  </a:lnTo>
                  <a:lnTo>
                    <a:pt x="586752" y="133591"/>
                  </a:lnTo>
                  <a:lnTo>
                    <a:pt x="591121" y="137960"/>
                  </a:lnTo>
                  <a:lnTo>
                    <a:pt x="598106" y="146685"/>
                  </a:lnTo>
                  <a:lnTo>
                    <a:pt x="601599" y="151930"/>
                  </a:lnTo>
                  <a:lnTo>
                    <a:pt x="622554" y="136207"/>
                  </a:lnTo>
                  <a:close/>
                </a:path>
                <a:path w="694690" h="693419">
                  <a:moveTo>
                    <a:pt x="657479" y="476732"/>
                  </a:moveTo>
                  <a:lnTo>
                    <a:pt x="643509" y="470623"/>
                  </a:lnTo>
                  <a:lnTo>
                    <a:pt x="641756" y="476732"/>
                  </a:lnTo>
                  <a:lnTo>
                    <a:pt x="628662" y="502920"/>
                  </a:lnTo>
                  <a:lnTo>
                    <a:pt x="625170" y="508165"/>
                  </a:lnTo>
                  <a:lnTo>
                    <a:pt x="622554" y="513397"/>
                  </a:lnTo>
                  <a:lnTo>
                    <a:pt x="645248" y="527367"/>
                  </a:lnTo>
                  <a:lnTo>
                    <a:pt x="657479" y="476732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78"/>
                  </a:lnTo>
                  <a:lnTo>
                    <a:pt x="628662" y="192087"/>
                  </a:lnTo>
                  <a:lnTo>
                    <a:pt x="631278" y="198208"/>
                  </a:lnTo>
                  <a:lnTo>
                    <a:pt x="634771" y="203441"/>
                  </a:lnTo>
                  <a:lnTo>
                    <a:pt x="636524" y="208673"/>
                  </a:lnTo>
                  <a:lnTo>
                    <a:pt x="641756" y="219151"/>
                  </a:lnTo>
                  <a:lnTo>
                    <a:pt x="643509" y="224396"/>
                  </a:lnTo>
                  <a:lnTo>
                    <a:pt x="646125" y="230505"/>
                  </a:lnTo>
                  <a:lnTo>
                    <a:pt x="647865" y="235750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81913" y="379818"/>
                  </a:lnTo>
                  <a:lnTo>
                    <a:pt x="667080" y="378066"/>
                  </a:lnTo>
                  <a:lnTo>
                    <a:pt x="665327" y="390296"/>
                  </a:lnTo>
                  <a:lnTo>
                    <a:pt x="664451" y="401637"/>
                  </a:lnTo>
                  <a:lnTo>
                    <a:pt x="661835" y="412991"/>
                  </a:lnTo>
                  <a:lnTo>
                    <a:pt x="659218" y="425221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75805" y="279400"/>
                  </a:lnTo>
                  <a:lnTo>
                    <a:pt x="661835" y="282016"/>
                  </a:lnTo>
                  <a:lnTo>
                    <a:pt x="664451" y="294246"/>
                  </a:lnTo>
                  <a:lnTo>
                    <a:pt x="665327" y="305600"/>
                  </a:lnTo>
                  <a:lnTo>
                    <a:pt x="667080" y="317817"/>
                  </a:lnTo>
                  <a:lnTo>
                    <a:pt x="667956" y="329171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9061" y="1307731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07"/>
                  </a:moveTo>
                  <a:lnTo>
                    <a:pt x="29692" y="403390"/>
                  </a:lnTo>
                  <a:lnTo>
                    <a:pt x="27952" y="392036"/>
                  </a:lnTo>
                  <a:lnTo>
                    <a:pt x="26200" y="367588"/>
                  </a:lnTo>
                  <a:lnTo>
                    <a:pt x="10490" y="368465"/>
                  </a:lnTo>
                  <a:lnTo>
                    <a:pt x="6997" y="420852"/>
                  </a:lnTo>
                  <a:lnTo>
                    <a:pt x="32308" y="415607"/>
                  </a:lnTo>
                  <a:close/>
                </a:path>
                <a:path w="694690" h="693419">
                  <a:moveTo>
                    <a:pt x="34061" y="272415"/>
                  </a:moveTo>
                  <a:lnTo>
                    <a:pt x="20091" y="268058"/>
                  </a:lnTo>
                  <a:lnTo>
                    <a:pt x="0" y="316941"/>
                  </a:lnTo>
                  <a:lnTo>
                    <a:pt x="26200" y="319570"/>
                  </a:lnTo>
                  <a:lnTo>
                    <a:pt x="27952" y="308216"/>
                  </a:lnTo>
                  <a:lnTo>
                    <a:pt x="31445" y="283768"/>
                  </a:lnTo>
                  <a:lnTo>
                    <a:pt x="34061" y="272415"/>
                  </a:lnTo>
                  <a:close/>
                </a:path>
                <a:path w="694690" h="693419">
                  <a:moveTo>
                    <a:pt x="66370" y="505548"/>
                  </a:moveTo>
                  <a:lnTo>
                    <a:pt x="63741" y="499427"/>
                  </a:lnTo>
                  <a:lnTo>
                    <a:pt x="60248" y="494195"/>
                  </a:lnTo>
                  <a:lnTo>
                    <a:pt x="52387" y="478472"/>
                  </a:lnTo>
                  <a:lnTo>
                    <a:pt x="50647" y="472363"/>
                  </a:lnTo>
                  <a:lnTo>
                    <a:pt x="48031" y="467131"/>
                  </a:lnTo>
                  <a:lnTo>
                    <a:pt x="46278" y="461010"/>
                  </a:lnTo>
                  <a:lnTo>
                    <a:pt x="31445" y="466255"/>
                  </a:lnTo>
                  <a:lnTo>
                    <a:pt x="42786" y="517766"/>
                  </a:lnTo>
                  <a:lnTo>
                    <a:pt x="66370" y="505548"/>
                  </a:lnTo>
                  <a:close/>
                </a:path>
                <a:path w="694690" h="693419">
                  <a:moveTo>
                    <a:pt x="70726" y="183362"/>
                  </a:moveTo>
                  <a:lnTo>
                    <a:pt x="57632" y="175501"/>
                  </a:lnTo>
                  <a:lnTo>
                    <a:pt x="24460" y="216535"/>
                  </a:lnTo>
                  <a:lnTo>
                    <a:pt x="48907" y="226136"/>
                  </a:lnTo>
                  <a:lnTo>
                    <a:pt x="51523" y="220903"/>
                  </a:lnTo>
                  <a:lnTo>
                    <a:pt x="53263" y="214795"/>
                  </a:lnTo>
                  <a:lnTo>
                    <a:pt x="56756" y="209550"/>
                  </a:lnTo>
                  <a:lnTo>
                    <a:pt x="58508" y="204317"/>
                  </a:lnTo>
                  <a:lnTo>
                    <a:pt x="62001" y="199072"/>
                  </a:lnTo>
                  <a:lnTo>
                    <a:pt x="67233" y="188595"/>
                  </a:lnTo>
                  <a:lnTo>
                    <a:pt x="70726" y="183362"/>
                  </a:lnTo>
                  <a:close/>
                </a:path>
                <a:path w="694690" h="693419">
                  <a:moveTo>
                    <a:pt x="124866" y="580631"/>
                  </a:moveTo>
                  <a:lnTo>
                    <a:pt x="120497" y="577138"/>
                  </a:lnTo>
                  <a:lnTo>
                    <a:pt x="116128" y="572770"/>
                  </a:lnTo>
                  <a:lnTo>
                    <a:pt x="111772" y="567537"/>
                  </a:lnTo>
                  <a:lnTo>
                    <a:pt x="108280" y="563168"/>
                  </a:lnTo>
                  <a:lnTo>
                    <a:pt x="99542" y="554443"/>
                  </a:lnTo>
                  <a:lnTo>
                    <a:pt x="96050" y="550075"/>
                  </a:lnTo>
                  <a:lnTo>
                    <a:pt x="92557" y="544830"/>
                  </a:lnTo>
                  <a:lnTo>
                    <a:pt x="80340" y="553567"/>
                  </a:lnTo>
                  <a:lnTo>
                    <a:pt x="106527" y="599846"/>
                  </a:lnTo>
                  <a:lnTo>
                    <a:pt x="124866" y="580631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13"/>
                  </a:lnTo>
                  <a:lnTo>
                    <a:pt x="78587" y="126606"/>
                  </a:lnTo>
                  <a:lnTo>
                    <a:pt x="97802" y="143192"/>
                  </a:lnTo>
                  <a:lnTo>
                    <a:pt x="106527" y="134467"/>
                  </a:lnTo>
                  <a:lnTo>
                    <a:pt x="110020" y="130098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32" y="633018"/>
                  </a:lnTo>
                  <a:lnTo>
                    <a:pt x="186855" y="627786"/>
                  </a:lnTo>
                  <a:lnTo>
                    <a:pt x="181622" y="624293"/>
                  </a:lnTo>
                  <a:lnTo>
                    <a:pt x="177253" y="620801"/>
                  </a:lnTo>
                  <a:lnTo>
                    <a:pt x="172008" y="618172"/>
                  </a:lnTo>
                  <a:lnTo>
                    <a:pt x="161531" y="611187"/>
                  </a:lnTo>
                  <a:lnTo>
                    <a:pt x="152806" y="623417"/>
                  </a:lnTo>
                  <a:lnTo>
                    <a:pt x="191223" y="659218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70" y="41910"/>
                  </a:lnTo>
                  <a:lnTo>
                    <a:pt x="155422" y="56756"/>
                  </a:lnTo>
                  <a:lnTo>
                    <a:pt x="169392" y="78587"/>
                  </a:lnTo>
                  <a:lnTo>
                    <a:pt x="174625" y="75095"/>
                  </a:lnTo>
                  <a:lnTo>
                    <a:pt x="185115" y="69850"/>
                  </a:lnTo>
                  <a:lnTo>
                    <a:pt x="190347" y="66357"/>
                  </a:lnTo>
                  <a:lnTo>
                    <a:pt x="200825" y="61125"/>
                  </a:lnTo>
                  <a:lnTo>
                    <a:pt x="206933" y="58496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27"/>
                  </a:moveTo>
                  <a:lnTo>
                    <a:pt x="282028" y="663575"/>
                  </a:lnTo>
                  <a:lnTo>
                    <a:pt x="276783" y="661835"/>
                  </a:lnTo>
                  <a:lnTo>
                    <a:pt x="270675" y="660082"/>
                  </a:lnTo>
                  <a:lnTo>
                    <a:pt x="264566" y="659218"/>
                  </a:lnTo>
                  <a:lnTo>
                    <a:pt x="258457" y="657466"/>
                  </a:lnTo>
                  <a:lnTo>
                    <a:pt x="253212" y="655726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90" y="691515"/>
                  </a:lnTo>
                  <a:lnTo>
                    <a:pt x="294246" y="665327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83" y="13970"/>
                  </a:lnTo>
                  <a:lnTo>
                    <a:pt x="249720" y="13093"/>
                  </a:lnTo>
                  <a:lnTo>
                    <a:pt x="256705" y="38417"/>
                  </a:lnTo>
                  <a:lnTo>
                    <a:pt x="268935" y="34925"/>
                  </a:lnTo>
                  <a:lnTo>
                    <a:pt x="275043" y="34048"/>
                  </a:lnTo>
                  <a:lnTo>
                    <a:pt x="280276" y="32308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67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96"/>
                  </a:lnTo>
                  <a:lnTo>
                    <a:pt x="341401" y="669696"/>
                  </a:lnTo>
                  <a:lnTo>
                    <a:pt x="341401" y="684530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22"/>
                  </a:moveTo>
                  <a:lnTo>
                    <a:pt x="353631" y="0"/>
                  </a:lnTo>
                  <a:lnTo>
                    <a:pt x="352755" y="26200"/>
                  </a:lnTo>
                  <a:lnTo>
                    <a:pt x="364096" y="26200"/>
                  </a:lnTo>
                  <a:lnTo>
                    <a:pt x="370217" y="27063"/>
                  </a:lnTo>
                  <a:lnTo>
                    <a:pt x="376326" y="27063"/>
                  </a:lnTo>
                  <a:lnTo>
                    <a:pt x="400773" y="30556"/>
                  </a:lnTo>
                  <a:lnTo>
                    <a:pt x="403390" y="15722"/>
                  </a:lnTo>
                  <a:close/>
                </a:path>
                <a:path w="694690" h="693419">
                  <a:moveTo>
                    <a:pt x="492455" y="663575"/>
                  </a:moveTo>
                  <a:lnTo>
                    <a:pt x="481101" y="640003"/>
                  </a:lnTo>
                  <a:lnTo>
                    <a:pt x="470623" y="645248"/>
                  </a:lnTo>
                  <a:lnTo>
                    <a:pt x="465378" y="646988"/>
                  </a:lnTo>
                  <a:lnTo>
                    <a:pt x="459270" y="649605"/>
                  </a:lnTo>
                  <a:lnTo>
                    <a:pt x="454037" y="651357"/>
                  </a:lnTo>
                  <a:lnTo>
                    <a:pt x="447916" y="653097"/>
                  </a:lnTo>
                  <a:lnTo>
                    <a:pt x="442683" y="654850"/>
                  </a:lnTo>
                  <a:lnTo>
                    <a:pt x="436575" y="656590"/>
                  </a:lnTo>
                  <a:lnTo>
                    <a:pt x="440067" y="671436"/>
                  </a:lnTo>
                  <a:lnTo>
                    <a:pt x="492455" y="663575"/>
                  </a:lnTo>
                  <a:close/>
                </a:path>
                <a:path w="694690" h="693419">
                  <a:moveTo>
                    <a:pt x="498563" y="47155"/>
                  </a:moveTo>
                  <a:lnTo>
                    <a:pt x="455777" y="17462"/>
                  </a:lnTo>
                  <a:lnTo>
                    <a:pt x="447052" y="41910"/>
                  </a:lnTo>
                  <a:lnTo>
                    <a:pt x="453161" y="43662"/>
                  </a:lnTo>
                  <a:lnTo>
                    <a:pt x="459270" y="46278"/>
                  </a:lnTo>
                  <a:lnTo>
                    <a:pt x="464515" y="48018"/>
                  </a:lnTo>
                  <a:lnTo>
                    <a:pt x="469747" y="50647"/>
                  </a:lnTo>
                  <a:lnTo>
                    <a:pt x="475869" y="53263"/>
                  </a:lnTo>
                  <a:lnTo>
                    <a:pt x="481101" y="55003"/>
                  </a:lnTo>
                  <a:lnTo>
                    <a:pt x="491578" y="60248"/>
                  </a:lnTo>
                  <a:lnTo>
                    <a:pt x="498563" y="47155"/>
                  </a:lnTo>
                  <a:close/>
                </a:path>
                <a:path w="694690" h="693419">
                  <a:moveTo>
                    <a:pt x="578891" y="606831"/>
                  </a:moveTo>
                  <a:lnTo>
                    <a:pt x="561428" y="587616"/>
                  </a:lnTo>
                  <a:lnTo>
                    <a:pt x="557060" y="591985"/>
                  </a:lnTo>
                  <a:lnTo>
                    <a:pt x="552704" y="595477"/>
                  </a:lnTo>
                  <a:lnTo>
                    <a:pt x="547458" y="598970"/>
                  </a:lnTo>
                  <a:lnTo>
                    <a:pt x="543090" y="602462"/>
                  </a:lnTo>
                  <a:lnTo>
                    <a:pt x="537857" y="606831"/>
                  </a:lnTo>
                  <a:lnTo>
                    <a:pt x="533488" y="609447"/>
                  </a:lnTo>
                  <a:lnTo>
                    <a:pt x="523011" y="616432"/>
                  </a:lnTo>
                  <a:lnTo>
                    <a:pt x="531736" y="629526"/>
                  </a:lnTo>
                  <a:lnTo>
                    <a:pt x="578891" y="606831"/>
                  </a:lnTo>
                  <a:close/>
                </a:path>
                <a:path w="694690" h="693419">
                  <a:moveTo>
                    <a:pt x="580644" y="105651"/>
                  </a:moveTo>
                  <a:lnTo>
                    <a:pt x="548335" y="63741"/>
                  </a:lnTo>
                  <a:lnTo>
                    <a:pt x="532612" y="85572"/>
                  </a:lnTo>
                  <a:lnTo>
                    <a:pt x="537857" y="89065"/>
                  </a:lnTo>
                  <a:lnTo>
                    <a:pt x="542213" y="92557"/>
                  </a:lnTo>
                  <a:lnTo>
                    <a:pt x="547458" y="96050"/>
                  </a:lnTo>
                  <a:lnTo>
                    <a:pt x="551827" y="99542"/>
                  </a:lnTo>
                  <a:lnTo>
                    <a:pt x="557060" y="103898"/>
                  </a:lnTo>
                  <a:lnTo>
                    <a:pt x="561428" y="108267"/>
                  </a:lnTo>
                  <a:lnTo>
                    <a:pt x="565797" y="111760"/>
                  </a:lnTo>
                  <a:lnTo>
                    <a:pt x="570166" y="116128"/>
                  </a:lnTo>
                  <a:lnTo>
                    <a:pt x="580644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54" y="136207"/>
                  </a:lnTo>
                  <a:lnTo>
                    <a:pt x="601599" y="151930"/>
                  </a:lnTo>
                  <a:lnTo>
                    <a:pt x="605955" y="156286"/>
                  </a:lnTo>
                  <a:lnTo>
                    <a:pt x="609447" y="161531"/>
                  </a:lnTo>
                  <a:lnTo>
                    <a:pt x="612063" y="166763"/>
                  </a:lnTo>
                  <a:lnTo>
                    <a:pt x="615569" y="171132"/>
                  </a:lnTo>
                  <a:lnTo>
                    <a:pt x="619061" y="177241"/>
                  </a:lnTo>
                  <a:lnTo>
                    <a:pt x="622554" y="181610"/>
                  </a:lnTo>
                  <a:lnTo>
                    <a:pt x="625170" y="186855"/>
                  </a:lnTo>
                  <a:lnTo>
                    <a:pt x="628662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67"/>
                  </a:moveTo>
                  <a:lnTo>
                    <a:pt x="622554" y="513397"/>
                  </a:lnTo>
                  <a:lnTo>
                    <a:pt x="619925" y="518642"/>
                  </a:lnTo>
                  <a:lnTo>
                    <a:pt x="612940" y="529120"/>
                  </a:lnTo>
                  <a:lnTo>
                    <a:pt x="609447" y="533488"/>
                  </a:lnTo>
                  <a:lnTo>
                    <a:pt x="605955" y="538721"/>
                  </a:lnTo>
                  <a:lnTo>
                    <a:pt x="602462" y="543090"/>
                  </a:lnTo>
                  <a:lnTo>
                    <a:pt x="598106" y="548322"/>
                  </a:lnTo>
                  <a:lnTo>
                    <a:pt x="594601" y="552691"/>
                  </a:lnTo>
                  <a:lnTo>
                    <a:pt x="605955" y="562292"/>
                  </a:lnTo>
                  <a:lnTo>
                    <a:pt x="645248" y="527367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88" y="227012"/>
                  </a:lnTo>
                  <a:lnTo>
                    <a:pt x="647865" y="235750"/>
                  </a:lnTo>
                  <a:lnTo>
                    <a:pt x="650494" y="240982"/>
                  </a:lnTo>
                  <a:lnTo>
                    <a:pt x="653986" y="253212"/>
                  </a:lnTo>
                  <a:lnTo>
                    <a:pt x="655726" y="258445"/>
                  </a:lnTo>
                  <a:lnTo>
                    <a:pt x="659218" y="270675"/>
                  </a:lnTo>
                  <a:lnTo>
                    <a:pt x="660095" y="275907"/>
                  </a:lnTo>
                  <a:lnTo>
                    <a:pt x="661835" y="282016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59218" y="425221"/>
                  </a:lnTo>
                  <a:lnTo>
                    <a:pt x="657479" y="430453"/>
                  </a:lnTo>
                  <a:lnTo>
                    <a:pt x="653986" y="442683"/>
                  </a:lnTo>
                  <a:lnTo>
                    <a:pt x="652233" y="447916"/>
                  </a:lnTo>
                  <a:lnTo>
                    <a:pt x="650494" y="454025"/>
                  </a:lnTo>
                  <a:lnTo>
                    <a:pt x="648741" y="459270"/>
                  </a:lnTo>
                  <a:lnTo>
                    <a:pt x="646125" y="465378"/>
                  </a:lnTo>
                  <a:lnTo>
                    <a:pt x="643509" y="470623"/>
                  </a:lnTo>
                  <a:lnTo>
                    <a:pt x="657479" y="476732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67956" y="329171"/>
                  </a:lnTo>
                  <a:lnTo>
                    <a:pt x="668820" y="341388"/>
                  </a:lnTo>
                  <a:lnTo>
                    <a:pt x="668820" y="353618"/>
                  </a:lnTo>
                  <a:lnTo>
                    <a:pt x="667080" y="378066"/>
                  </a:lnTo>
                  <a:lnTo>
                    <a:pt x="681913" y="379818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14206" y="4298213"/>
              <a:ext cx="1620520" cy="504190"/>
            </a:xfrm>
            <a:custGeom>
              <a:avLst/>
              <a:gdLst/>
              <a:ahLst/>
              <a:cxnLst/>
              <a:rect l="l" t="t" r="r" b="b"/>
              <a:pathLst>
                <a:path w="1620520" h="504189">
                  <a:moveTo>
                    <a:pt x="1187996" y="180009"/>
                  </a:moveTo>
                  <a:lnTo>
                    <a:pt x="0" y="180009"/>
                  </a:lnTo>
                  <a:lnTo>
                    <a:pt x="0" y="504012"/>
                  </a:lnTo>
                  <a:lnTo>
                    <a:pt x="1187996" y="504012"/>
                  </a:lnTo>
                  <a:lnTo>
                    <a:pt x="1187996" y="180009"/>
                  </a:lnTo>
                  <a:close/>
                </a:path>
                <a:path w="1620520" h="504189">
                  <a:moveTo>
                    <a:pt x="1619999" y="0"/>
                  </a:moveTo>
                  <a:lnTo>
                    <a:pt x="0" y="0"/>
                  </a:lnTo>
                  <a:lnTo>
                    <a:pt x="0" y="179997"/>
                  </a:lnTo>
                  <a:lnTo>
                    <a:pt x="1619999" y="179997"/>
                  </a:lnTo>
                  <a:lnTo>
                    <a:pt x="1619999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67702" y="1290821"/>
              <a:ext cx="5322963" cy="43709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54264" y="2544419"/>
              <a:ext cx="1068705" cy="1068705"/>
            </a:xfrm>
            <a:custGeom>
              <a:avLst/>
              <a:gdLst/>
              <a:ahLst/>
              <a:cxnLst/>
              <a:rect l="l" t="t" r="r" b="b"/>
              <a:pathLst>
                <a:path w="1068705" h="1068704">
                  <a:moveTo>
                    <a:pt x="1068082" y="534034"/>
                  </a:moveTo>
                  <a:lnTo>
                    <a:pt x="1065900" y="485428"/>
                  </a:lnTo>
                  <a:lnTo>
                    <a:pt x="1059478" y="438043"/>
                  </a:lnTo>
                  <a:lnTo>
                    <a:pt x="1049005" y="392069"/>
                  </a:lnTo>
                  <a:lnTo>
                    <a:pt x="1034671" y="347695"/>
                  </a:lnTo>
                  <a:lnTo>
                    <a:pt x="1016662" y="305109"/>
                  </a:lnTo>
                  <a:lnTo>
                    <a:pt x="995169" y="264500"/>
                  </a:lnTo>
                  <a:lnTo>
                    <a:pt x="970379" y="226056"/>
                  </a:lnTo>
                  <a:lnTo>
                    <a:pt x="942480" y="189966"/>
                  </a:lnTo>
                  <a:lnTo>
                    <a:pt x="911663" y="156417"/>
                  </a:lnTo>
                  <a:lnTo>
                    <a:pt x="878114" y="125600"/>
                  </a:lnTo>
                  <a:lnTo>
                    <a:pt x="842023" y="97702"/>
                  </a:lnTo>
                  <a:lnTo>
                    <a:pt x="803578" y="72913"/>
                  </a:lnTo>
                  <a:lnTo>
                    <a:pt x="762968" y="51419"/>
                  </a:lnTo>
                  <a:lnTo>
                    <a:pt x="720380" y="33411"/>
                  </a:lnTo>
                  <a:lnTo>
                    <a:pt x="676005" y="19076"/>
                  </a:lnTo>
                  <a:lnTo>
                    <a:pt x="630030" y="8604"/>
                  </a:lnTo>
                  <a:lnTo>
                    <a:pt x="582643" y="2182"/>
                  </a:lnTo>
                  <a:lnTo>
                    <a:pt x="534035" y="0"/>
                  </a:lnTo>
                  <a:lnTo>
                    <a:pt x="485428" y="2182"/>
                  </a:lnTo>
                  <a:lnTo>
                    <a:pt x="438043" y="8604"/>
                  </a:lnTo>
                  <a:lnTo>
                    <a:pt x="392069" y="19076"/>
                  </a:lnTo>
                  <a:lnTo>
                    <a:pt x="347695" y="33411"/>
                  </a:lnTo>
                  <a:lnTo>
                    <a:pt x="305109" y="51419"/>
                  </a:lnTo>
                  <a:lnTo>
                    <a:pt x="264500" y="72913"/>
                  </a:lnTo>
                  <a:lnTo>
                    <a:pt x="226056" y="97702"/>
                  </a:lnTo>
                  <a:lnTo>
                    <a:pt x="189966" y="125600"/>
                  </a:lnTo>
                  <a:lnTo>
                    <a:pt x="156417" y="156417"/>
                  </a:lnTo>
                  <a:lnTo>
                    <a:pt x="125600" y="189966"/>
                  </a:lnTo>
                  <a:lnTo>
                    <a:pt x="97702" y="226056"/>
                  </a:lnTo>
                  <a:lnTo>
                    <a:pt x="72913" y="264500"/>
                  </a:lnTo>
                  <a:lnTo>
                    <a:pt x="51419" y="305109"/>
                  </a:lnTo>
                  <a:lnTo>
                    <a:pt x="33411" y="347695"/>
                  </a:lnTo>
                  <a:lnTo>
                    <a:pt x="19076" y="392069"/>
                  </a:lnTo>
                  <a:lnTo>
                    <a:pt x="8604" y="438043"/>
                  </a:lnTo>
                  <a:lnTo>
                    <a:pt x="2182" y="485428"/>
                  </a:lnTo>
                  <a:lnTo>
                    <a:pt x="0" y="534034"/>
                  </a:lnTo>
                  <a:lnTo>
                    <a:pt x="2182" y="582643"/>
                  </a:lnTo>
                  <a:lnTo>
                    <a:pt x="8604" y="630030"/>
                  </a:lnTo>
                  <a:lnTo>
                    <a:pt x="19076" y="676005"/>
                  </a:lnTo>
                  <a:lnTo>
                    <a:pt x="33411" y="720380"/>
                  </a:lnTo>
                  <a:lnTo>
                    <a:pt x="51419" y="762968"/>
                  </a:lnTo>
                  <a:lnTo>
                    <a:pt x="72913" y="803578"/>
                  </a:lnTo>
                  <a:lnTo>
                    <a:pt x="97702" y="842023"/>
                  </a:lnTo>
                  <a:lnTo>
                    <a:pt x="125600" y="878114"/>
                  </a:lnTo>
                  <a:lnTo>
                    <a:pt x="156417" y="911663"/>
                  </a:lnTo>
                  <a:lnTo>
                    <a:pt x="189966" y="942480"/>
                  </a:lnTo>
                  <a:lnTo>
                    <a:pt x="226056" y="970379"/>
                  </a:lnTo>
                  <a:lnTo>
                    <a:pt x="264500" y="995169"/>
                  </a:lnTo>
                  <a:lnTo>
                    <a:pt x="305109" y="1016662"/>
                  </a:lnTo>
                  <a:lnTo>
                    <a:pt x="347695" y="1034671"/>
                  </a:lnTo>
                  <a:lnTo>
                    <a:pt x="392069" y="1049005"/>
                  </a:lnTo>
                  <a:lnTo>
                    <a:pt x="438043" y="1059478"/>
                  </a:lnTo>
                  <a:lnTo>
                    <a:pt x="485428" y="1065900"/>
                  </a:lnTo>
                  <a:lnTo>
                    <a:pt x="534035" y="1068082"/>
                  </a:lnTo>
                  <a:lnTo>
                    <a:pt x="582643" y="1065900"/>
                  </a:lnTo>
                  <a:lnTo>
                    <a:pt x="630030" y="1059478"/>
                  </a:lnTo>
                  <a:lnTo>
                    <a:pt x="676005" y="1049005"/>
                  </a:lnTo>
                  <a:lnTo>
                    <a:pt x="720380" y="1034671"/>
                  </a:lnTo>
                  <a:lnTo>
                    <a:pt x="762968" y="1016662"/>
                  </a:lnTo>
                  <a:lnTo>
                    <a:pt x="803578" y="995169"/>
                  </a:lnTo>
                  <a:lnTo>
                    <a:pt x="842023" y="970379"/>
                  </a:lnTo>
                  <a:lnTo>
                    <a:pt x="878114" y="942480"/>
                  </a:lnTo>
                  <a:lnTo>
                    <a:pt x="911663" y="911663"/>
                  </a:lnTo>
                  <a:lnTo>
                    <a:pt x="942480" y="878114"/>
                  </a:lnTo>
                  <a:lnTo>
                    <a:pt x="970379" y="842023"/>
                  </a:lnTo>
                  <a:lnTo>
                    <a:pt x="995169" y="803578"/>
                  </a:lnTo>
                  <a:lnTo>
                    <a:pt x="1016662" y="762968"/>
                  </a:lnTo>
                  <a:lnTo>
                    <a:pt x="1034671" y="720380"/>
                  </a:lnTo>
                  <a:lnTo>
                    <a:pt x="1049005" y="676005"/>
                  </a:lnTo>
                  <a:lnTo>
                    <a:pt x="1059478" y="630030"/>
                  </a:lnTo>
                  <a:lnTo>
                    <a:pt x="1065900" y="582643"/>
                  </a:lnTo>
                  <a:lnTo>
                    <a:pt x="1068082" y="534034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54264" y="2544419"/>
              <a:ext cx="1068705" cy="1068705"/>
            </a:xfrm>
            <a:custGeom>
              <a:avLst/>
              <a:gdLst/>
              <a:ahLst/>
              <a:cxnLst/>
              <a:rect l="l" t="t" r="r" b="b"/>
              <a:pathLst>
                <a:path w="1068705" h="1068704">
                  <a:moveTo>
                    <a:pt x="534035" y="1068082"/>
                  </a:moveTo>
                  <a:lnTo>
                    <a:pt x="485428" y="1065900"/>
                  </a:lnTo>
                  <a:lnTo>
                    <a:pt x="438043" y="1059478"/>
                  </a:lnTo>
                  <a:lnTo>
                    <a:pt x="392069" y="1049005"/>
                  </a:lnTo>
                  <a:lnTo>
                    <a:pt x="347695" y="1034671"/>
                  </a:lnTo>
                  <a:lnTo>
                    <a:pt x="305109" y="1016662"/>
                  </a:lnTo>
                  <a:lnTo>
                    <a:pt x="264500" y="995169"/>
                  </a:lnTo>
                  <a:lnTo>
                    <a:pt x="226056" y="970379"/>
                  </a:lnTo>
                  <a:lnTo>
                    <a:pt x="189966" y="942480"/>
                  </a:lnTo>
                  <a:lnTo>
                    <a:pt x="156417" y="911663"/>
                  </a:lnTo>
                  <a:lnTo>
                    <a:pt x="125600" y="878114"/>
                  </a:lnTo>
                  <a:lnTo>
                    <a:pt x="97702" y="842023"/>
                  </a:lnTo>
                  <a:lnTo>
                    <a:pt x="72913" y="803578"/>
                  </a:lnTo>
                  <a:lnTo>
                    <a:pt x="51419" y="762968"/>
                  </a:lnTo>
                  <a:lnTo>
                    <a:pt x="33411" y="720380"/>
                  </a:lnTo>
                  <a:lnTo>
                    <a:pt x="19076" y="676005"/>
                  </a:lnTo>
                  <a:lnTo>
                    <a:pt x="8604" y="630030"/>
                  </a:lnTo>
                  <a:lnTo>
                    <a:pt x="2182" y="582643"/>
                  </a:lnTo>
                  <a:lnTo>
                    <a:pt x="0" y="534034"/>
                  </a:lnTo>
                  <a:lnTo>
                    <a:pt x="2182" y="485428"/>
                  </a:lnTo>
                  <a:lnTo>
                    <a:pt x="8604" y="438043"/>
                  </a:lnTo>
                  <a:lnTo>
                    <a:pt x="19076" y="392069"/>
                  </a:lnTo>
                  <a:lnTo>
                    <a:pt x="33411" y="347695"/>
                  </a:lnTo>
                  <a:lnTo>
                    <a:pt x="51419" y="305109"/>
                  </a:lnTo>
                  <a:lnTo>
                    <a:pt x="72913" y="264500"/>
                  </a:lnTo>
                  <a:lnTo>
                    <a:pt x="97702" y="226056"/>
                  </a:lnTo>
                  <a:lnTo>
                    <a:pt x="125600" y="189966"/>
                  </a:lnTo>
                  <a:lnTo>
                    <a:pt x="156417" y="156417"/>
                  </a:lnTo>
                  <a:lnTo>
                    <a:pt x="189966" y="125600"/>
                  </a:lnTo>
                  <a:lnTo>
                    <a:pt x="226056" y="97702"/>
                  </a:lnTo>
                  <a:lnTo>
                    <a:pt x="264500" y="72913"/>
                  </a:lnTo>
                  <a:lnTo>
                    <a:pt x="305109" y="51419"/>
                  </a:lnTo>
                  <a:lnTo>
                    <a:pt x="347695" y="33411"/>
                  </a:lnTo>
                  <a:lnTo>
                    <a:pt x="392069" y="19076"/>
                  </a:lnTo>
                  <a:lnTo>
                    <a:pt x="438043" y="8604"/>
                  </a:lnTo>
                  <a:lnTo>
                    <a:pt x="485428" y="2182"/>
                  </a:lnTo>
                  <a:lnTo>
                    <a:pt x="534035" y="0"/>
                  </a:lnTo>
                  <a:lnTo>
                    <a:pt x="582643" y="2182"/>
                  </a:lnTo>
                  <a:lnTo>
                    <a:pt x="630030" y="8604"/>
                  </a:lnTo>
                  <a:lnTo>
                    <a:pt x="676005" y="19076"/>
                  </a:lnTo>
                  <a:lnTo>
                    <a:pt x="720380" y="33411"/>
                  </a:lnTo>
                  <a:lnTo>
                    <a:pt x="762968" y="51419"/>
                  </a:lnTo>
                  <a:lnTo>
                    <a:pt x="803578" y="72913"/>
                  </a:lnTo>
                  <a:lnTo>
                    <a:pt x="842023" y="97702"/>
                  </a:lnTo>
                  <a:lnTo>
                    <a:pt x="878114" y="125600"/>
                  </a:lnTo>
                  <a:lnTo>
                    <a:pt x="911663" y="156417"/>
                  </a:lnTo>
                  <a:lnTo>
                    <a:pt x="942480" y="189966"/>
                  </a:lnTo>
                  <a:lnTo>
                    <a:pt x="970379" y="226056"/>
                  </a:lnTo>
                  <a:lnTo>
                    <a:pt x="995169" y="264500"/>
                  </a:lnTo>
                  <a:lnTo>
                    <a:pt x="1016662" y="305109"/>
                  </a:lnTo>
                  <a:lnTo>
                    <a:pt x="1034671" y="347695"/>
                  </a:lnTo>
                  <a:lnTo>
                    <a:pt x="1049005" y="392069"/>
                  </a:lnTo>
                  <a:lnTo>
                    <a:pt x="1059478" y="438043"/>
                  </a:lnTo>
                  <a:lnTo>
                    <a:pt x="1065900" y="485428"/>
                  </a:lnTo>
                  <a:lnTo>
                    <a:pt x="1068082" y="534034"/>
                  </a:lnTo>
                  <a:lnTo>
                    <a:pt x="1065900" y="582643"/>
                  </a:lnTo>
                  <a:lnTo>
                    <a:pt x="1059478" y="630030"/>
                  </a:lnTo>
                  <a:lnTo>
                    <a:pt x="1049005" y="676005"/>
                  </a:lnTo>
                  <a:lnTo>
                    <a:pt x="1034671" y="720380"/>
                  </a:lnTo>
                  <a:lnTo>
                    <a:pt x="1016662" y="762968"/>
                  </a:lnTo>
                  <a:lnTo>
                    <a:pt x="995169" y="803578"/>
                  </a:lnTo>
                  <a:lnTo>
                    <a:pt x="970379" y="842023"/>
                  </a:lnTo>
                  <a:lnTo>
                    <a:pt x="942480" y="878114"/>
                  </a:lnTo>
                  <a:lnTo>
                    <a:pt x="911663" y="911663"/>
                  </a:lnTo>
                  <a:lnTo>
                    <a:pt x="878114" y="942480"/>
                  </a:lnTo>
                  <a:lnTo>
                    <a:pt x="842023" y="970379"/>
                  </a:lnTo>
                  <a:lnTo>
                    <a:pt x="803578" y="995169"/>
                  </a:lnTo>
                  <a:lnTo>
                    <a:pt x="762968" y="1016662"/>
                  </a:lnTo>
                  <a:lnTo>
                    <a:pt x="720380" y="1034671"/>
                  </a:lnTo>
                  <a:lnTo>
                    <a:pt x="676005" y="1049005"/>
                  </a:lnTo>
                  <a:lnTo>
                    <a:pt x="630030" y="1059478"/>
                  </a:lnTo>
                  <a:lnTo>
                    <a:pt x="582643" y="1065900"/>
                  </a:lnTo>
                  <a:lnTo>
                    <a:pt x="534035" y="1068082"/>
                  </a:lnTo>
                  <a:close/>
                </a:path>
              </a:pathLst>
            </a:custGeom>
            <a:ln w="139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88299" y="30784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07668" y="2597823"/>
              <a:ext cx="961390" cy="961390"/>
            </a:xfrm>
            <a:custGeom>
              <a:avLst/>
              <a:gdLst/>
              <a:ahLst/>
              <a:cxnLst/>
              <a:rect l="l" t="t" r="r" b="b"/>
              <a:pathLst>
                <a:path w="961389" h="961389">
                  <a:moveTo>
                    <a:pt x="961275" y="480631"/>
                  </a:moveTo>
                  <a:lnTo>
                    <a:pt x="958794" y="431490"/>
                  </a:lnTo>
                  <a:lnTo>
                    <a:pt x="951510" y="383768"/>
                  </a:lnTo>
                  <a:lnTo>
                    <a:pt x="939667" y="337707"/>
                  </a:lnTo>
                  <a:lnTo>
                    <a:pt x="923504" y="293549"/>
                  </a:lnTo>
                  <a:lnTo>
                    <a:pt x="903265" y="251535"/>
                  </a:lnTo>
                  <a:lnTo>
                    <a:pt x="879189" y="211907"/>
                  </a:lnTo>
                  <a:lnTo>
                    <a:pt x="851520" y="174906"/>
                  </a:lnTo>
                  <a:lnTo>
                    <a:pt x="820499" y="140774"/>
                  </a:lnTo>
                  <a:lnTo>
                    <a:pt x="786367" y="109753"/>
                  </a:lnTo>
                  <a:lnTo>
                    <a:pt x="749365" y="82085"/>
                  </a:lnTo>
                  <a:lnTo>
                    <a:pt x="709736" y="58010"/>
                  </a:lnTo>
                  <a:lnTo>
                    <a:pt x="667721" y="37770"/>
                  </a:lnTo>
                  <a:lnTo>
                    <a:pt x="623561" y="21608"/>
                  </a:lnTo>
                  <a:lnTo>
                    <a:pt x="577498" y="9764"/>
                  </a:lnTo>
                  <a:lnTo>
                    <a:pt x="529775" y="2481"/>
                  </a:lnTo>
                  <a:lnTo>
                    <a:pt x="480631" y="0"/>
                  </a:lnTo>
                  <a:lnTo>
                    <a:pt x="431490" y="2481"/>
                  </a:lnTo>
                  <a:lnTo>
                    <a:pt x="383768" y="9764"/>
                  </a:lnTo>
                  <a:lnTo>
                    <a:pt x="337707" y="21608"/>
                  </a:lnTo>
                  <a:lnTo>
                    <a:pt x="293549" y="37770"/>
                  </a:lnTo>
                  <a:lnTo>
                    <a:pt x="251535" y="58010"/>
                  </a:lnTo>
                  <a:lnTo>
                    <a:pt x="211907" y="82085"/>
                  </a:lnTo>
                  <a:lnTo>
                    <a:pt x="174906" y="109753"/>
                  </a:lnTo>
                  <a:lnTo>
                    <a:pt x="140774" y="140774"/>
                  </a:lnTo>
                  <a:lnTo>
                    <a:pt x="109753" y="174906"/>
                  </a:lnTo>
                  <a:lnTo>
                    <a:pt x="82085" y="211907"/>
                  </a:lnTo>
                  <a:lnTo>
                    <a:pt x="58010" y="251535"/>
                  </a:lnTo>
                  <a:lnTo>
                    <a:pt x="37770" y="293549"/>
                  </a:lnTo>
                  <a:lnTo>
                    <a:pt x="21608" y="337707"/>
                  </a:lnTo>
                  <a:lnTo>
                    <a:pt x="9764" y="383768"/>
                  </a:lnTo>
                  <a:lnTo>
                    <a:pt x="2481" y="431490"/>
                  </a:lnTo>
                  <a:lnTo>
                    <a:pt x="0" y="480631"/>
                  </a:lnTo>
                  <a:lnTo>
                    <a:pt x="2481" y="529772"/>
                  </a:lnTo>
                  <a:lnTo>
                    <a:pt x="9764" y="577495"/>
                  </a:lnTo>
                  <a:lnTo>
                    <a:pt x="21608" y="623556"/>
                  </a:lnTo>
                  <a:lnTo>
                    <a:pt x="37770" y="667715"/>
                  </a:lnTo>
                  <a:lnTo>
                    <a:pt x="58010" y="709730"/>
                  </a:lnTo>
                  <a:lnTo>
                    <a:pt x="82085" y="749359"/>
                  </a:lnTo>
                  <a:lnTo>
                    <a:pt x="109753" y="786361"/>
                  </a:lnTo>
                  <a:lnTo>
                    <a:pt x="140774" y="820494"/>
                  </a:lnTo>
                  <a:lnTo>
                    <a:pt x="174906" y="851516"/>
                  </a:lnTo>
                  <a:lnTo>
                    <a:pt x="211907" y="879186"/>
                  </a:lnTo>
                  <a:lnTo>
                    <a:pt x="251535" y="903262"/>
                  </a:lnTo>
                  <a:lnTo>
                    <a:pt x="293549" y="923502"/>
                  </a:lnTo>
                  <a:lnTo>
                    <a:pt x="337707" y="939666"/>
                  </a:lnTo>
                  <a:lnTo>
                    <a:pt x="383768" y="951510"/>
                  </a:lnTo>
                  <a:lnTo>
                    <a:pt x="431490" y="958794"/>
                  </a:lnTo>
                  <a:lnTo>
                    <a:pt x="480631" y="961275"/>
                  </a:lnTo>
                  <a:lnTo>
                    <a:pt x="529775" y="958794"/>
                  </a:lnTo>
                  <a:lnTo>
                    <a:pt x="577498" y="951510"/>
                  </a:lnTo>
                  <a:lnTo>
                    <a:pt x="623561" y="939666"/>
                  </a:lnTo>
                  <a:lnTo>
                    <a:pt x="667721" y="923502"/>
                  </a:lnTo>
                  <a:lnTo>
                    <a:pt x="709736" y="903262"/>
                  </a:lnTo>
                  <a:lnTo>
                    <a:pt x="749365" y="879186"/>
                  </a:lnTo>
                  <a:lnTo>
                    <a:pt x="786367" y="851516"/>
                  </a:lnTo>
                  <a:lnTo>
                    <a:pt x="820499" y="820494"/>
                  </a:lnTo>
                  <a:lnTo>
                    <a:pt x="851520" y="786361"/>
                  </a:lnTo>
                  <a:lnTo>
                    <a:pt x="879189" y="749359"/>
                  </a:lnTo>
                  <a:lnTo>
                    <a:pt x="903265" y="709730"/>
                  </a:lnTo>
                  <a:lnTo>
                    <a:pt x="923504" y="667715"/>
                  </a:lnTo>
                  <a:lnTo>
                    <a:pt x="939667" y="623556"/>
                  </a:lnTo>
                  <a:lnTo>
                    <a:pt x="951510" y="577495"/>
                  </a:lnTo>
                  <a:lnTo>
                    <a:pt x="958794" y="529772"/>
                  </a:lnTo>
                  <a:lnTo>
                    <a:pt x="961275" y="480631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07668" y="2597823"/>
              <a:ext cx="961390" cy="961390"/>
            </a:xfrm>
            <a:custGeom>
              <a:avLst/>
              <a:gdLst/>
              <a:ahLst/>
              <a:cxnLst/>
              <a:rect l="l" t="t" r="r" b="b"/>
              <a:pathLst>
                <a:path w="961389" h="961389">
                  <a:moveTo>
                    <a:pt x="480631" y="961275"/>
                  </a:moveTo>
                  <a:lnTo>
                    <a:pt x="431490" y="958794"/>
                  </a:lnTo>
                  <a:lnTo>
                    <a:pt x="383768" y="951510"/>
                  </a:lnTo>
                  <a:lnTo>
                    <a:pt x="337707" y="939666"/>
                  </a:lnTo>
                  <a:lnTo>
                    <a:pt x="293549" y="923502"/>
                  </a:lnTo>
                  <a:lnTo>
                    <a:pt x="251535" y="903262"/>
                  </a:lnTo>
                  <a:lnTo>
                    <a:pt x="211907" y="879186"/>
                  </a:lnTo>
                  <a:lnTo>
                    <a:pt x="174906" y="851516"/>
                  </a:lnTo>
                  <a:lnTo>
                    <a:pt x="140774" y="820494"/>
                  </a:lnTo>
                  <a:lnTo>
                    <a:pt x="109753" y="786361"/>
                  </a:lnTo>
                  <a:lnTo>
                    <a:pt x="82085" y="749359"/>
                  </a:lnTo>
                  <a:lnTo>
                    <a:pt x="58010" y="709730"/>
                  </a:lnTo>
                  <a:lnTo>
                    <a:pt x="37770" y="667715"/>
                  </a:lnTo>
                  <a:lnTo>
                    <a:pt x="21608" y="623556"/>
                  </a:lnTo>
                  <a:lnTo>
                    <a:pt x="9764" y="577495"/>
                  </a:lnTo>
                  <a:lnTo>
                    <a:pt x="2481" y="529772"/>
                  </a:lnTo>
                  <a:lnTo>
                    <a:pt x="0" y="480631"/>
                  </a:lnTo>
                  <a:lnTo>
                    <a:pt x="2481" y="431490"/>
                  </a:lnTo>
                  <a:lnTo>
                    <a:pt x="9764" y="383768"/>
                  </a:lnTo>
                  <a:lnTo>
                    <a:pt x="21608" y="337707"/>
                  </a:lnTo>
                  <a:lnTo>
                    <a:pt x="37770" y="293549"/>
                  </a:lnTo>
                  <a:lnTo>
                    <a:pt x="58010" y="251535"/>
                  </a:lnTo>
                  <a:lnTo>
                    <a:pt x="82085" y="211907"/>
                  </a:lnTo>
                  <a:lnTo>
                    <a:pt x="109753" y="174906"/>
                  </a:lnTo>
                  <a:lnTo>
                    <a:pt x="140774" y="140774"/>
                  </a:lnTo>
                  <a:lnTo>
                    <a:pt x="174906" y="109753"/>
                  </a:lnTo>
                  <a:lnTo>
                    <a:pt x="211907" y="82085"/>
                  </a:lnTo>
                  <a:lnTo>
                    <a:pt x="251535" y="58010"/>
                  </a:lnTo>
                  <a:lnTo>
                    <a:pt x="293549" y="37770"/>
                  </a:lnTo>
                  <a:lnTo>
                    <a:pt x="337707" y="21608"/>
                  </a:lnTo>
                  <a:lnTo>
                    <a:pt x="383768" y="9764"/>
                  </a:lnTo>
                  <a:lnTo>
                    <a:pt x="431490" y="2481"/>
                  </a:lnTo>
                  <a:lnTo>
                    <a:pt x="480631" y="0"/>
                  </a:lnTo>
                  <a:lnTo>
                    <a:pt x="529775" y="2481"/>
                  </a:lnTo>
                  <a:lnTo>
                    <a:pt x="577498" y="9764"/>
                  </a:lnTo>
                  <a:lnTo>
                    <a:pt x="623561" y="21608"/>
                  </a:lnTo>
                  <a:lnTo>
                    <a:pt x="667721" y="37770"/>
                  </a:lnTo>
                  <a:lnTo>
                    <a:pt x="709736" y="58010"/>
                  </a:lnTo>
                  <a:lnTo>
                    <a:pt x="749365" y="82085"/>
                  </a:lnTo>
                  <a:lnTo>
                    <a:pt x="786367" y="109753"/>
                  </a:lnTo>
                  <a:lnTo>
                    <a:pt x="820499" y="140774"/>
                  </a:lnTo>
                  <a:lnTo>
                    <a:pt x="851520" y="174906"/>
                  </a:lnTo>
                  <a:lnTo>
                    <a:pt x="879189" y="211907"/>
                  </a:lnTo>
                  <a:lnTo>
                    <a:pt x="903265" y="251535"/>
                  </a:lnTo>
                  <a:lnTo>
                    <a:pt x="923504" y="293549"/>
                  </a:lnTo>
                  <a:lnTo>
                    <a:pt x="939667" y="337707"/>
                  </a:lnTo>
                  <a:lnTo>
                    <a:pt x="951510" y="383768"/>
                  </a:lnTo>
                  <a:lnTo>
                    <a:pt x="958794" y="431490"/>
                  </a:lnTo>
                  <a:lnTo>
                    <a:pt x="961275" y="480631"/>
                  </a:lnTo>
                  <a:lnTo>
                    <a:pt x="958794" y="529772"/>
                  </a:lnTo>
                  <a:lnTo>
                    <a:pt x="951510" y="577495"/>
                  </a:lnTo>
                  <a:lnTo>
                    <a:pt x="939667" y="623556"/>
                  </a:lnTo>
                  <a:lnTo>
                    <a:pt x="923504" y="667715"/>
                  </a:lnTo>
                  <a:lnTo>
                    <a:pt x="903265" y="709730"/>
                  </a:lnTo>
                  <a:lnTo>
                    <a:pt x="879189" y="749359"/>
                  </a:lnTo>
                  <a:lnTo>
                    <a:pt x="851520" y="786361"/>
                  </a:lnTo>
                  <a:lnTo>
                    <a:pt x="820499" y="820494"/>
                  </a:lnTo>
                  <a:lnTo>
                    <a:pt x="786367" y="851516"/>
                  </a:lnTo>
                  <a:lnTo>
                    <a:pt x="749365" y="879186"/>
                  </a:lnTo>
                  <a:lnTo>
                    <a:pt x="709736" y="903262"/>
                  </a:lnTo>
                  <a:lnTo>
                    <a:pt x="667721" y="923502"/>
                  </a:lnTo>
                  <a:lnTo>
                    <a:pt x="623561" y="939666"/>
                  </a:lnTo>
                  <a:lnTo>
                    <a:pt x="577498" y="951510"/>
                  </a:lnTo>
                  <a:lnTo>
                    <a:pt x="529775" y="958794"/>
                  </a:lnTo>
                  <a:lnTo>
                    <a:pt x="480631" y="961275"/>
                  </a:lnTo>
                  <a:close/>
                </a:path>
              </a:pathLst>
            </a:custGeom>
            <a:ln w="139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88299" y="30784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0749" y="2410904"/>
              <a:ext cx="1335405" cy="1335405"/>
            </a:xfrm>
            <a:custGeom>
              <a:avLst/>
              <a:gdLst/>
              <a:ahLst/>
              <a:cxnLst/>
              <a:rect l="l" t="t" r="r" b="b"/>
              <a:pathLst>
                <a:path w="1335405" h="1335404">
                  <a:moveTo>
                    <a:pt x="1335112" y="667550"/>
                  </a:moveTo>
                  <a:lnTo>
                    <a:pt x="0" y="667550"/>
                  </a:lnTo>
                </a:path>
                <a:path w="1335405" h="1335404">
                  <a:moveTo>
                    <a:pt x="667550" y="0"/>
                  </a:moveTo>
                  <a:lnTo>
                    <a:pt x="667550" y="1335112"/>
                  </a:lnTo>
                </a:path>
              </a:pathLst>
            </a:custGeom>
            <a:ln w="6972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4183" y="2799365"/>
              <a:ext cx="145796" cy="19231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5894" y="2936049"/>
              <a:ext cx="284822" cy="28481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545894" y="2936049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17" y="284822"/>
                  </a:moveTo>
                  <a:lnTo>
                    <a:pt x="187425" y="277561"/>
                  </a:lnTo>
                  <a:lnTo>
                    <a:pt x="226516" y="257343"/>
                  </a:lnTo>
                  <a:lnTo>
                    <a:pt x="257344" y="226513"/>
                  </a:lnTo>
                  <a:lnTo>
                    <a:pt x="277562" y="187418"/>
                  </a:lnTo>
                  <a:lnTo>
                    <a:pt x="284822" y="142405"/>
                  </a:lnTo>
                  <a:lnTo>
                    <a:pt x="277562" y="97397"/>
                  </a:lnTo>
                  <a:lnTo>
                    <a:pt x="257344" y="58306"/>
                  </a:lnTo>
                  <a:lnTo>
                    <a:pt x="226516" y="27478"/>
                  </a:lnTo>
                  <a:lnTo>
                    <a:pt x="187425" y="7260"/>
                  </a:lnTo>
                  <a:lnTo>
                    <a:pt x="142417" y="0"/>
                  </a:lnTo>
                  <a:lnTo>
                    <a:pt x="97404" y="7260"/>
                  </a:lnTo>
                  <a:lnTo>
                    <a:pt x="58309" y="27478"/>
                  </a:lnTo>
                  <a:lnTo>
                    <a:pt x="27479" y="58306"/>
                  </a:lnTo>
                  <a:lnTo>
                    <a:pt x="7260" y="97397"/>
                  </a:lnTo>
                  <a:lnTo>
                    <a:pt x="0" y="142405"/>
                  </a:lnTo>
                  <a:lnTo>
                    <a:pt x="7260" y="187418"/>
                  </a:lnTo>
                  <a:lnTo>
                    <a:pt x="27479" y="226513"/>
                  </a:lnTo>
                  <a:lnTo>
                    <a:pt x="58309" y="257343"/>
                  </a:lnTo>
                  <a:lnTo>
                    <a:pt x="97404" y="277561"/>
                  </a:lnTo>
                  <a:lnTo>
                    <a:pt x="142417" y="284822"/>
                  </a:lnTo>
                  <a:close/>
                </a:path>
              </a:pathLst>
            </a:custGeom>
            <a:ln w="139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15055" y="3269488"/>
              <a:ext cx="812800" cy="2518410"/>
            </a:xfrm>
            <a:custGeom>
              <a:avLst/>
              <a:gdLst/>
              <a:ahLst/>
              <a:cxnLst/>
              <a:rect l="l" t="t" r="r" b="b"/>
              <a:pathLst>
                <a:path w="812800" h="2518410">
                  <a:moveTo>
                    <a:pt x="812685" y="0"/>
                  </a:moveTo>
                  <a:lnTo>
                    <a:pt x="0" y="2517863"/>
                  </a:lnTo>
                </a:path>
              </a:pathLst>
            </a:custGeom>
            <a:ln w="28282">
              <a:solidFill>
                <a:srgbClr val="EF4123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94949" y="2970822"/>
              <a:ext cx="508000" cy="165100"/>
            </a:xfrm>
            <a:custGeom>
              <a:avLst/>
              <a:gdLst/>
              <a:ahLst/>
              <a:cxnLst/>
              <a:rect l="l" t="t" r="r" b="b"/>
              <a:pathLst>
                <a:path w="508000" h="165100">
                  <a:moveTo>
                    <a:pt x="0" y="0"/>
                  </a:moveTo>
                  <a:lnTo>
                    <a:pt x="507898" y="165036"/>
                  </a:lnTo>
                </a:path>
              </a:pathLst>
            </a:custGeom>
            <a:ln w="41871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097976" y="2859684"/>
              <a:ext cx="391795" cy="361950"/>
            </a:xfrm>
            <a:custGeom>
              <a:avLst/>
              <a:gdLst/>
              <a:ahLst/>
              <a:cxnLst/>
              <a:rect l="l" t="t" r="r" b="b"/>
              <a:pathLst>
                <a:path w="391795" h="361950">
                  <a:moveTo>
                    <a:pt x="391718" y="160680"/>
                  </a:moveTo>
                  <a:lnTo>
                    <a:pt x="250964" y="0"/>
                  </a:lnTo>
                  <a:lnTo>
                    <a:pt x="0" y="361861"/>
                  </a:lnTo>
                  <a:lnTo>
                    <a:pt x="391718" y="160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97976" y="1893303"/>
              <a:ext cx="765175" cy="1328420"/>
            </a:xfrm>
            <a:custGeom>
              <a:avLst/>
              <a:gdLst/>
              <a:ahLst/>
              <a:cxnLst/>
              <a:rect l="l" t="t" r="r" b="b"/>
              <a:pathLst>
                <a:path w="765175" h="1328420">
                  <a:moveTo>
                    <a:pt x="0" y="1328242"/>
                  </a:moveTo>
                  <a:lnTo>
                    <a:pt x="250964" y="966381"/>
                  </a:lnTo>
                  <a:lnTo>
                    <a:pt x="391718" y="1127061"/>
                  </a:lnTo>
                  <a:lnTo>
                    <a:pt x="0" y="1328242"/>
                  </a:lnTo>
                  <a:close/>
                </a:path>
                <a:path w="765175" h="1328420">
                  <a:moveTo>
                    <a:pt x="764921" y="0"/>
                  </a:moveTo>
                  <a:lnTo>
                    <a:pt x="752589" y="152158"/>
                  </a:lnTo>
                  <a:lnTo>
                    <a:pt x="723785" y="306387"/>
                  </a:lnTo>
                  <a:lnTo>
                    <a:pt x="680618" y="450316"/>
                  </a:lnTo>
                  <a:lnTo>
                    <a:pt x="625094" y="590143"/>
                  </a:lnTo>
                  <a:lnTo>
                    <a:pt x="557237" y="731989"/>
                  </a:lnTo>
                  <a:lnTo>
                    <a:pt x="472935" y="859497"/>
                  </a:lnTo>
                  <a:lnTo>
                    <a:pt x="378345" y="982853"/>
                  </a:lnTo>
                  <a:lnTo>
                    <a:pt x="322656" y="1045248"/>
                  </a:lnTo>
                  <a:lnTo>
                    <a:pt x="321335" y="1046721"/>
                  </a:lnTo>
                </a:path>
              </a:pathLst>
            </a:custGeom>
            <a:ln w="41871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1679" y="2754572"/>
              <a:ext cx="97853" cy="7707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287545" y="6415290"/>
              <a:ext cx="349250" cy="349250"/>
            </a:xfrm>
            <a:custGeom>
              <a:avLst/>
              <a:gdLst/>
              <a:ahLst/>
              <a:cxnLst/>
              <a:rect l="l" t="t" r="r" b="b"/>
              <a:pathLst>
                <a:path w="349250" h="349250">
                  <a:moveTo>
                    <a:pt x="348932" y="85572"/>
                  </a:moveTo>
                  <a:lnTo>
                    <a:pt x="85572" y="0"/>
                  </a:lnTo>
                  <a:lnTo>
                    <a:pt x="0" y="263359"/>
                  </a:lnTo>
                  <a:lnTo>
                    <a:pt x="263359" y="348932"/>
                  </a:lnTo>
                  <a:lnTo>
                    <a:pt x="348932" y="85572"/>
                  </a:lnTo>
                  <a:close/>
                </a:path>
              </a:pathLst>
            </a:custGeom>
            <a:solidFill>
              <a:srgbClr val="FEE7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87545" y="6415290"/>
              <a:ext cx="349250" cy="349250"/>
            </a:xfrm>
            <a:custGeom>
              <a:avLst/>
              <a:gdLst/>
              <a:ahLst/>
              <a:cxnLst/>
              <a:rect l="l" t="t" r="r" b="b"/>
              <a:pathLst>
                <a:path w="349250" h="349250">
                  <a:moveTo>
                    <a:pt x="263359" y="348932"/>
                  </a:moveTo>
                  <a:lnTo>
                    <a:pt x="348932" y="85572"/>
                  </a:lnTo>
                  <a:lnTo>
                    <a:pt x="85572" y="0"/>
                  </a:lnTo>
                  <a:lnTo>
                    <a:pt x="0" y="263359"/>
                  </a:lnTo>
                  <a:lnTo>
                    <a:pt x="263359" y="348932"/>
                  </a:lnTo>
                  <a:close/>
                </a:path>
              </a:pathLst>
            </a:custGeom>
            <a:ln w="942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15056" y="5755481"/>
              <a:ext cx="221640" cy="22164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87500" y="5858617"/>
              <a:ext cx="221640" cy="22165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1810" y="5984614"/>
              <a:ext cx="221640" cy="22165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01457" y="6324987"/>
              <a:ext cx="217360" cy="12205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796574" y="6393040"/>
              <a:ext cx="263525" cy="85725"/>
            </a:xfrm>
            <a:custGeom>
              <a:avLst/>
              <a:gdLst/>
              <a:ahLst/>
              <a:cxnLst/>
              <a:rect l="l" t="t" r="r" b="b"/>
              <a:pathLst>
                <a:path w="263525" h="85725">
                  <a:moveTo>
                    <a:pt x="263334" y="85623"/>
                  </a:moveTo>
                  <a:lnTo>
                    <a:pt x="0" y="0"/>
                  </a:lnTo>
                </a:path>
              </a:pathLst>
            </a:custGeom>
            <a:ln w="13957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02017" y="6162706"/>
              <a:ext cx="427799" cy="14843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975440" y="3830535"/>
              <a:ext cx="782955" cy="2451735"/>
            </a:xfrm>
            <a:custGeom>
              <a:avLst/>
              <a:gdLst/>
              <a:ahLst/>
              <a:cxnLst/>
              <a:rect l="l" t="t" r="r" b="b"/>
              <a:pathLst>
                <a:path w="782954" h="2451735">
                  <a:moveTo>
                    <a:pt x="782916" y="0"/>
                  </a:moveTo>
                  <a:lnTo>
                    <a:pt x="0" y="2451303"/>
                  </a:lnTo>
                </a:path>
              </a:pathLst>
            </a:custGeom>
            <a:ln w="28282">
              <a:solidFill>
                <a:srgbClr val="EF4123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27549" y="3648684"/>
              <a:ext cx="861060" cy="2668270"/>
            </a:xfrm>
            <a:custGeom>
              <a:avLst/>
              <a:gdLst/>
              <a:ahLst/>
              <a:cxnLst/>
              <a:rect l="l" t="t" r="r" b="b"/>
              <a:pathLst>
                <a:path w="861060" h="2668270">
                  <a:moveTo>
                    <a:pt x="860628" y="0"/>
                  </a:moveTo>
                  <a:lnTo>
                    <a:pt x="0" y="2667762"/>
                  </a:lnTo>
                </a:path>
              </a:pathLst>
            </a:custGeom>
            <a:ln w="37719">
              <a:solidFill>
                <a:srgbClr val="231F2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58188" y="5309457"/>
              <a:ext cx="132626" cy="13262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89493" y="4698320"/>
              <a:ext cx="221640" cy="22164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34453" y="1299057"/>
              <a:ext cx="8865870" cy="2889885"/>
            </a:xfrm>
            <a:custGeom>
              <a:avLst/>
              <a:gdLst/>
              <a:ahLst/>
              <a:cxnLst/>
              <a:rect l="l" t="t" r="r" b="b"/>
              <a:pathLst>
                <a:path w="8865870" h="2889885">
                  <a:moveTo>
                    <a:pt x="8865362" y="457847"/>
                  </a:moveTo>
                  <a:lnTo>
                    <a:pt x="8843454" y="230301"/>
                  </a:lnTo>
                  <a:lnTo>
                    <a:pt x="8807780" y="2743"/>
                  </a:lnTo>
                  <a:lnTo>
                    <a:pt x="8582977" y="0"/>
                  </a:lnTo>
                  <a:lnTo>
                    <a:pt x="8626843" y="202882"/>
                  </a:lnTo>
                  <a:lnTo>
                    <a:pt x="8648776" y="403021"/>
                  </a:lnTo>
                  <a:lnTo>
                    <a:pt x="8648776" y="611390"/>
                  </a:lnTo>
                  <a:lnTo>
                    <a:pt x="8632317" y="817003"/>
                  </a:lnTo>
                  <a:lnTo>
                    <a:pt x="8599424" y="1019848"/>
                  </a:lnTo>
                  <a:lnTo>
                    <a:pt x="8544585" y="1214539"/>
                  </a:lnTo>
                  <a:lnTo>
                    <a:pt x="8470569" y="1400962"/>
                  </a:lnTo>
                  <a:lnTo>
                    <a:pt x="8380095" y="1587360"/>
                  </a:lnTo>
                  <a:lnTo>
                    <a:pt x="8267687" y="1757375"/>
                  </a:lnTo>
                  <a:lnTo>
                    <a:pt x="8141614" y="1924570"/>
                  </a:lnTo>
                  <a:lnTo>
                    <a:pt x="8004492" y="2075395"/>
                  </a:lnTo>
                  <a:lnTo>
                    <a:pt x="7845475" y="2207005"/>
                  </a:lnTo>
                  <a:lnTo>
                    <a:pt x="7681010" y="2333116"/>
                  </a:lnTo>
                  <a:lnTo>
                    <a:pt x="7500023" y="2434551"/>
                  </a:lnTo>
                  <a:lnTo>
                    <a:pt x="7319086" y="2519540"/>
                  </a:lnTo>
                  <a:lnTo>
                    <a:pt x="7118946" y="2588082"/>
                  </a:lnTo>
                  <a:lnTo>
                    <a:pt x="6927037" y="2637434"/>
                  </a:lnTo>
                  <a:lnTo>
                    <a:pt x="6715937" y="2667596"/>
                  </a:lnTo>
                  <a:lnTo>
                    <a:pt x="6513055" y="2678556"/>
                  </a:lnTo>
                  <a:lnTo>
                    <a:pt x="6510312" y="2678556"/>
                  </a:lnTo>
                  <a:lnTo>
                    <a:pt x="6312915" y="2667596"/>
                  </a:lnTo>
                  <a:lnTo>
                    <a:pt x="6101816" y="2637434"/>
                  </a:lnTo>
                  <a:lnTo>
                    <a:pt x="5909894" y="2588082"/>
                  </a:lnTo>
                  <a:lnTo>
                    <a:pt x="5813945" y="2560675"/>
                  </a:lnTo>
                  <a:lnTo>
                    <a:pt x="1300137" y="1094930"/>
                  </a:lnTo>
                  <a:lnTo>
                    <a:pt x="1305610" y="1094930"/>
                  </a:lnTo>
                  <a:lnTo>
                    <a:pt x="1168539" y="1056500"/>
                  </a:lnTo>
                  <a:lnTo>
                    <a:pt x="1020483" y="1034605"/>
                  </a:lnTo>
                  <a:lnTo>
                    <a:pt x="886142" y="1020902"/>
                  </a:lnTo>
                  <a:lnTo>
                    <a:pt x="0" y="1020902"/>
                  </a:lnTo>
                  <a:lnTo>
                    <a:pt x="0" y="1237488"/>
                  </a:lnTo>
                  <a:lnTo>
                    <a:pt x="883412" y="1237488"/>
                  </a:lnTo>
                  <a:lnTo>
                    <a:pt x="1060729" y="1251204"/>
                  </a:lnTo>
                  <a:lnTo>
                    <a:pt x="1228852" y="1295057"/>
                  </a:lnTo>
                  <a:lnTo>
                    <a:pt x="5742660" y="2766288"/>
                  </a:lnTo>
                  <a:lnTo>
                    <a:pt x="5964732" y="2821127"/>
                  </a:lnTo>
                  <a:lnTo>
                    <a:pt x="6186792" y="2867736"/>
                  </a:lnTo>
                  <a:lnTo>
                    <a:pt x="6414350" y="2889669"/>
                  </a:lnTo>
                  <a:lnTo>
                    <a:pt x="6639166" y="2884182"/>
                  </a:lnTo>
                  <a:lnTo>
                    <a:pt x="6866724" y="2862249"/>
                  </a:lnTo>
                  <a:lnTo>
                    <a:pt x="7088797" y="2821127"/>
                  </a:lnTo>
                  <a:lnTo>
                    <a:pt x="7310856" y="2755315"/>
                  </a:lnTo>
                  <a:lnTo>
                    <a:pt x="7519225" y="2664853"/>
                  </a:lnTo>
                  <a:lnTo>
                    <a:pt x="7724838" y="2555189"/>
                  </a:lnTo>
                  <a:lnTo>
                    <a:pt x="7911312" y="2431808"/>
                  </a:lnTo>
                  <a:lnTo>
                    <a:pt x="8092224" y="2289251"/>
                  </a:lnTo>
                  <a:lnTo>
                    <a:pt x="8251240" y="2124760"/>
                  </a:lnTo>
                  <a:lnTo>
                    <a:pt x="8399284" y="1949284"/>
                  </a:lnTo>
                  <a:lnTo>
                    <a:pt x="8525395" y="1760118"/>
                  </a:lnTo>
                  <a:lnTo>
                    <a:pt x="8632317" y="1562722"/>
                  </a:lnTo>
                  <a:lnTo>
                    <a:pt x="8722791" y="1351610"/>
                  </a:lnTo>
                  <a:lnTo>
                    <a:pt x="8791333" y="1132255"/>
                  </a:lnTo>
                  <a:lnTo>
                    <a:pt x="8837980" y="912964"/>
                  </a:lnTo>
                  <a:lnTo>
                    <a:pt x="8859875" y="685406"/>
                  </a:lnTo>
                  <a:lnTo>
                    <a:pt x="8865362" y="4578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57538" y="3746983"/>
              <a:ext cx="249673" cy="24968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847869" y="1263840"/>
              <a:ext cx="4910455" cy="3152140"/>
            </a:xfrm>
            <a:custGeom>
              <a:avLst/>
              <a:gdLst/>
              <a:ahLst/>
              <a:cxnLst/>
              <a:rect l="l" t="t" r="r" b="b"/>
              <a:pathLst>
                <a:path w="4910455" h="3152140">
                  <a:moveTo>
                    <a:pt x="0" y="569836"/>
                  </a:moveTo>
                  <a:lnTo>
                    <a:pt x="4910340" y="569836"/>
                  </a:lnTo>
                </a:path>
                <a:path w="4910455" h="3152140">
                  <a:moveTo>
                    <a:pt x="2399665" y="0"/>
                  </a:moveTo>
                  <a:lnTo>
                    <a:pt x="2399639" y="3151606"/>
                  </a:lnTo>
                </a:path>
              </a:pathLst>
            </a:custGeom>
            <a:ln w="18859">
              <a:solidFill>
                <a:srgbClr val="EF4123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840736" y="4724361"/>
              <a:ext cx="3288029" cy="1068705"/>
            </a:xfrm>
            <a:custGeom>
              <a:avLst/>
              <a:gdLst/>
              <a:ahLst/>
              <a:cxnLst/>
              <a:rect l="l" t="t" r="r" b="b"/>
              <a:pathLst>
                <a:path w="3288029" h="1068704">
                  <a:moveTo>
                    <a:pt x="0" y="0"/>
                  </a:moveTo>
                  <a:lnTo>
                    <a:pt x="3287991" y="1068349"/>
                  </a:lnTo>
                </a:path>
              </a:pathLst>
            </a:custGeom>
            <a:ln w="37719">
              <a:solidFill>
                <a:srgbClr val="231F2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92650" y="4935816"/>
              <a:ext cx="450850" cy="1386840"/>
            </a:xfrm>
            <a:custGeom>
              <a:avLst/>
              <a:gdLst/>
              <a:ahLst/>
              <a:cxnLst/>
              <a:rect l="l" t="t" r="r" b="b"/>
              <a:pathLst>
                <a:path w="450850" h="1386839">
                  <a:moveTo>
                    <a:pt x="450519" y="0"/>
                  </a:moveTo>
                  <a:lnTo>
                    <a:pt x="0" y="1386509"/>
                  </a:lnTo>
                </a:path>
              </a:pathLst>
            </a:custGeom>
            <a:ln w="37718">
              <a:solidFill>
                <a:srgbClr val="231F2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24324" y="5965291"/>
              <a:ext cx="112395" cy="36195"/>
            </a:xfrm>
            <a:custGeom>
              <a:avLst/>
              <a:gdLst/>
              <a:ahLst/>
              <a:cxnLst/>
              <a:rect l="l" t="t" r="r" b="b"/>
              <a:pathLst>
                <a:path w="112395" h="36195">
                  <a:moveTo>
                    <a:pt x="112153" y="0"/>
                  </a:moveTo>
                  <a:lnTo>
                    <a:pt x="0" y="36004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524324" y="5965291"/>
              <a:ext cx="112395" cy="36195"/>
            </a:xfrm>
            <a:custGeom>
              <a:avLst/>
              <a:gdLst/>
              <a:ahLst/>
              <a:cxnLst/>
              <a:rect l="l" t="t" r="r" b="b"/>
              <a:pathLst>
                <a:path w="112395" h="36195">
                  <a:moveTo>
                    <a:pt x="112153" y="0"/>
                  </a:moveTo>
                  <a:lnTo>
                    <a:pt x="0" y="36004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744478" y="5929287"/>
              <a:ext cx="72390" cy="72390"/>
            </a:xfrm>
            <a:custGeom>
              <a:avLst/>
              <a:gdLst/>
              <a:ahLst/>
              <a:cxnLst/>
              <a:rect l="l" t="t" r="r" b="b"/>
              <a:pathLst>
                <a:path w="72389" h="72389">
                  <a:moveTo>
                    <a:pt x="71996" y="71996"/>
                  </a:moveTo>
                  <a:lnTo>
                    <a:pt x="0" y="0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744478" y="5929287"/>
              <a:ext cx="72390" cy="72390"/>
            </a:xfrm>
            <a:custGeom>
              <a:avLst/>
              <a:gdLst/>
              <a:ahLst/>
              <a:cxnLst/>
              <a:rect l="l" t="t" r="r" b="b"/>
              <a:pathLst>
                <a:path w="72389" h="72389">
                  <a:moveTo>
                    <a:pt x="0" y="0"/>
                  </a:moveTo>
                  <a:lnTo>
                    <a:pt x="71996" y="71996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13483" y="3428650"/>
              <a:ext cx="221653" cy="221640"/>
            </a:xfrm>
            <a:prstGeom prst="rect">
              <a:avLst/>
            </a:prstGeom>
          </p:spPr>
        </p:pic>
      </p:grpSp>
      <p:pic>
        <p:nvPicPr>
          <p:cNvPr id="45" name="object 4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45162" y="4555991"/>
            <a:ext cx="221640" cy="221640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631407" y="1372260"/>
            <a:ext cx="2698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90" dirty="0">
                <a:latin typeface="Gill Sans MT"/>
                <a:cs typeface="Gill Sans MT"/>
              </a:rPr>
              <a:t>2</a:t>
            </a:r>
            <a:endParaRPr sz="3200">
              <a:latin typeface="Gill Sans MT"/>
              <a:cs typeface="Gill Sans MT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©2000</a:t>
            </a:r>
            <a:r>
              <a:rPr spc="75" dirty="0"/>
              <a:t> </a:t>
            </a:r>
            <a:r>
              <a:rPr spc="-10" dirty="0"/>
              <a:t>HOSCH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9145213" y="7295115"/>
            <a:ext cx="120205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4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II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0823T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20000626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47" name="object 47"/>
          <p:cNvSpPr txBox="1"/>
          <p:nvPr/>
        </p:nvSpPr>
        <p:spPr>
          <a:xfrm rot="1020000">
            <a:off x="6235178" y="5794309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1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48" name="object 48"/>
          <p:cNvSpPr txBox="1"/>
          <p:nvPr/>
        </p:nvSpPr>
        <p:spPr>
          <a:xfrm rot="1020000">
            <a:off x="2565270" y="4594824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1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49" name="object 49"/>
          <p:cNvSpPr txBox="1"/>
          <p:nvPr/>
        </p:nvSpPr>
        <p:spPr>
          <a:xfrm rot="1020000">
            <a:off x="4307619" y="5897445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4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50" name="object 50"/>
          <p:cNvSpPr txBox="1"/>
          <p:nvPr/>
        </p:nvSpPr>
        <p:spPr>
          <a:xfrm rot="1020000">
            <a:off x="4801922" y="6023444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5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51" name="object 51"/>
          <p:cNvSpPr txBox="1"/>
          <p:nvPr/>
        </p:nvSpPr>
        <p:spPr>
          <a:xfrm rot="1020000">
            <a:off x="5009603" y="4737137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5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52" name="object 52"/>
          <p:cNvSpPr txBox="1"/>
          <p:nvPr/>
        </p:nvSpPr>
        <p:spPr>
          <a:xfrm rot="1020000">
            <a:off x="5333590" y="3467464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4</a:t>
            </a:r>
            <a:endParaRPr sz="1200">
              <a:latin typeface="Gill Sans MT"/>
              <a:cs typeface="Gill Sans MT"/>
            </a:endParaRPr>
          </a:p>
        </p:txBody>
      </p: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7271042" y="5801042"/>
          <a:ext cx="3060700" cy="1042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705">
                <a:tc rowSpan="2">
                  <a:txBody>
                    <a:bodyPr/>
                    <a:lstStyle/>
                    <a:p>
                      <a:pPr marL="636270" marR="615315" indent="-13335">
                        <a:lnSpc>
                          <a:spcPct val="101899"/>
                        </a:lnSpc>
                        <a:spcBef>
                          <a:spcPts val="135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Additional</a:t>
                      </a:r>
                      <a:r>
                        <a:rPr sz="900" b="1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dimensions</a:t>
                      </a:r>
                      <a:r>
                        <a:rPr sz="900" b="1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for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special</a:t>
                      </a:r>
                      <a:r>
                        <a:rPr sz="900" b="1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blades</a:t>
                      </a:r>
                      <a:r>
                        <a:rPr sz="900" b="1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900" b="1" spc="19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/</a:t>
                      </a:r>
                      <a:r>
                        <a:rPr sz="900" b="1" spc="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elements</a:t>
                      </a:r>
                      <a:endParaRPr sz="900">
                        <a:latin typeface="Gill Sans MT"/>
                        <a:cs typeface="Gill Sans MT"/>
                      </a:endParaRPr>
                    </a:p>
                  </a:txBody>
                  <a:tcPr marL="0" marR="0" marT="1714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6E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10"/>
                        </a:spcBef>
                      </a:pPr>
                      <a:r>
                        <a:rPr sz="1100" b="1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B*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714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6E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[mm]</a:t>
                      </a:r>
                      <a:endParaRPr sz="700">
                        <a:latin typeface="Gill Sans MT"/>
                        <a:cs typeface="Gill Sans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 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Z-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shaped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long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39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V-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shaped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long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41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Z-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shaped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8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short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7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V-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shaped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8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short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11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8711031" y="4295038"/>
          <a:ext cx="1619250" cy="1221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05">
                <a:tc gridSpan="3">
                  <a:txBody>
                    <a:bodyPr/>
                    <a:lstStyle/>
                    <a:p>
                      <a:pPr marL="4679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900" b="1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Dimensions*</a:t>
                      </a:r>
                      <a:endParaRPr sz="900">
                        <a:latin typeface="Gill Sans MT"/>
                        <a:cs typeface="Gill Sans MT"/>
                      </a:endParaRPr>
                    </a:p>
                  </a:txBody>
                  <a:tcPr marL="0" marR="0" marT="139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05">
                <a:tc rowSpan="2" gridSpan="2">
                  <a:txBody>
                    <a:bodyPr/>
                    <a:lstStyle/>
                    <a:p>
                      <a:pPr marL="31115" marR="1435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800" spc="-7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For</a:t>
                      </a:r>
                      <a:r>
                        <a:rPr sz="8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type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7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long </a:t>
                      </a:r>
                      <a:r>
                        <a:rPr sz="8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elements</a:t>
                      </a:r>
                      <a:r>
                        <a:rPr sz="800" spc="-5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and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normal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blades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429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10"/>
                        </a:spcBef>
                      </a:pPr>
                      <a:r>
                        <a:rPr sz="1100" b="1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B*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1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[mm]</a:t>
                      </a:r>
                      <a:endParaRPr sz="700">
                        <a:latin typeface="Gill Sans MT"/>
                        <a:cs typeface="Gill Sans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3175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48mm)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5560" marB="0"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8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15875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B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60mm)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5560" marB="0"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8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19685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76mm)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5560" marB="0"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8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5080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D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101mm)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5560" marB="0"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8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5" name="object 55"/>
          <p:cNvSpPr txBox="1"/>
          <p:nvPr/>
        </p:nvSpPr>
        <p:spPr>
          <a:xfrm rot="1020000">
            <a:off x="4305708" y="6496849"/>
            <a:ext cx="506989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25"/>
              </a:lnSpc>
            </a:pPr>
            <a:r>
              <a:rPr sz="2350" b="1" spc="160" dirty="0">
                <a:solidFill>
                  <a:srgbClr val="231F20"/>
                </a:solidFill>
                <a:latin typeface="Gill Sans MT"/>
                <a:cs typeface="Gill Sans MT"/>
              </a:rPr>
              <a:t>B</a:t>
            </a:r>
            <a:r>
              <a:rPr sz="3600" b="1" spc="240" baseline="-3472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endParaRPr sz="3600" baseline="-3472">
              <a:latin typeface="Gill Sans MT"/>
              <a:cs typeface="Gill Sans MT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065" marR="5080">
              <a:lnSpc>
                <a:spcPct val="100699"/>
              </a:lnSpc>
              <a:spcBef>
                <a:spcPts val="80"/>
              </a:spcBef>
            </a:pPr>
            <a:r>
              <a:rPr dirty="0"/>
              <a:t>Scraper</a:t>
            </a:r>
            <a:r>
              <a:rPr spc="-114" dirty="0"/>
              <a:t> </a:t>
            </a:r>
            <a:r>
              <a:rPr spc="-50" dirty="0"/>
              <a:t>Type</a:t>
            </a:r>
            <a:r>
              <a:rPr spc="-114" dirty="0"/>
              <a:t> </a:t>
            </a:r>
            <a:r>
              <a:rPr dirty="0"/>
              <a:t>B6</a:t>
            </a:r>
            <a:r>
              <a:rPr spc="-110" dirty="0"/>
              <a:t> </a:t>
            </a:r>
            <a:r>
              <a:rPr dirty="0"/>
              <a:t>+</a:t>
            </a:r>
            <a:r>
              <a:rPr spc="-114" dirty="0"/>
              <a:t> </a:t>
            </a:r>
            <a:r>
              <a:rPr spc="-20" dirty="0"/>
              <a:t>PEM*</a:t>
            </a:r>
            <a:r>
              <a:rPr spc="-110" dirty="0"/>
              <a:t> </a:t>
            </a:r>
            <a:r>
              <a:rPr spc="-50" dirty="0"/>
              <a:t>- </a:t>
            </a:r>
            <a:r>
              <a:rPr spc="-229" dirty="0"/>
              <a:t>Locate</a:t>
            </a:r>
            <a:r>
              <a:rPr spc="-245" dirty="0"/>
              <a:t> </a:t>
            </a:r>
            <a:r>
              <a:rPr spc="-215" dirty="0"/>
              <a:t>center</a:t>
            </a:r>
            <a:r>
              <a:rPr spc="-245" dirty="0"/>
              <a:t> </a:t>
            </a:r>
            <a:r>
              <a:rPr spc="-170" dirty="0"/>
              <a:t>point</a:t>
            </a:r>
            <a:r>
              <a:rPr spc="-245" dirty="0"/>
              <a:t> </a:t>
            </a:r>
            <a:r>
              <a:rPr spc="-50" dirty="0"/>
              <a:t>of</a:t>
            </a:r>
            <a:r>
              <a:rPr spc="-245" dirty="0"/>
              <a:t> </a:t>
            </a:r>
            <a:r>
              <a:rPr spc="-190" dirty="0"/>
              <a:t>midsection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347009" y="6819315"/>
            <a:ext cx="69469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90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r>
              <a:rPr sz="600" spc="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Parallel</a:t>
            </a:r>
            <a:r>
              <a:rPr sz="600" spc="3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elasto-</a:t>
            </a:r>
            <a:r>
              <a:rPr sz="600" spc="-35" dirty="0">
                <a:solidFill>
                  <a:srgbClr val="231F20"/>
                </a:solidFill>
                <a:latin typeface="Gill Sans MT"/>
                <a:cs typeface="Gill Sans MT"/>
              </a:rPr>
              <a:t>mount</a:t>
            </a:r>
            <a:endParaRPr sz="600">
              <a:latin typeface="Gill Sans MT"/>
              <a:cs typeface="Gill Sans MT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8609812-4853-F8C4-BCB6-2761FBD78312}"/>
              </a:ext>
            </a:extLst>
          </p:cNvPr>
          <p:cNvGrpSpPr/>
          <p:nvPr/>
        </p:nvGrpSpPr>
        <p:grpSpPr>
          <a:xfrm>
            <a:off x="7734934" y="349251"/>
            <a:ext cx="2717165" cy="817393"/>
            <a:chOff x="7734934" y="309245"/>
            <a:chExt cx="2717166" cy="897807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14161C9-4FFC-B86F-E45D-E78694DBE364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2" name="Picture 61" descr="A close-up of a logo&#10;&#10;AI-generated content may be incorrect.">
              <a:extLst>
                <a:ext uri="{FF2B5EF4-FFF2-40B4-BE49-F238E27FC236}">
                  <a16:creationId xmlns:a16="http://schemas.microsoft.com/office/drawing/2014/main" id="{8674B746-5CDD-842D-7794-3D7365934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3498" y="309245"/>
              <a:ext cx="1771123" cy="897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0616" y="1162202"/>
            <a:ext cx="6741795" cy="5596255"/>
            <a:chOff x="1630616" y="1162202"/>
            <a:chExt cx="6741795" cy="5596255"/>
          </a:xfrm>
        </p:grpSpPr>
        <p:sp>
          <p:nvSpPr>
            <p:cNvPr id="3" name="object 3"/>
            <p:cNvSpPr/>
            <p:nvPr/>
          </p:nvSpPr>
          <p:spPr>
            <a:xfrm>
              <a:off x="1763890" y="2330132"/>
              <a:ext cx="922655" cy="922655"/>
            </a:xfrm>
            <a:custGeom>
              <a:avLst/>
              <a:gdLst/>
              <a:ahLst/>
              <a:cxnLst/>
              <a:rect l="l" t="t" r="r" b="b"/>
              <a:pathLst>
                <a:path w="922655" h="922654">
                  <a:moveTo>
                    <a:pt x="922426" y="461213"/>
                  </a:moveTo>
                  <a:lnTo>
                    <a:pt x="920045" y="414058"/>
                  </a:lnTo>
                  <a:lnTo>
                    <a:pt x="913055" y="368265"/>
                  </a:lnTo>
                  <a:lnTo>
                    <a:pt x="901690" y="324066"/>
                  </a:lnTo>
                  <a:lnTo>
                    <a:pt x="886180" y="281692"/>
                  </a:lnTo>
                  <a:lnTo>
                    <a:pt x="866758" y="241375"/>
                  </a:lnTo>
                  <a:lnTo>
                    <a:pt x="843655" y="203348"/>
                  </a:lnTo>
                  <a:lnTo>
                    <a:pt x="817104" y="167842"/>
                  </a:lnTo>
                  <a:lnTo>
                    <a:pt x="787336" y="135089"/>
                  </a:lnTo>
                  <a:lnTo>
                    <a:pt x="754583" y="105321"/>
                  </a:lnTo>
                  <a:lnTo>
                    <a:pt x="719077" y="78770"/>
                  </a:lnTo>
                  <a:lnTo>
                    <a:pt x="681050" y="55667"/>
                  </a:lnTo>
                  <a:lnTo>
                    <a:pt x="640734" y="36245"/>
                  </a:lnTo>
                  <a:lnTo>
                    <a:pt x="598360" y="20736"/>
                  </a:lnTo>
                  <a:lnTo>
                    <a:pt x="554160" y="9370"/>
                  </a:lnTo>
                  <a:lnTo>
                    <a:pt x="508367" y="2381"/>
                  </a:lnTo>
                  <a:lnTo>
                    <a:pt x="461213" y="0"/>
                  </a:lnTo>
                  <a:lnTo>
                    <a:pt x="414058" y="2381"/>
                  </a:lnTo>
                  <a:lnTo>
                    <a:pt x="368265" y="9370"/>
                  </a:lnTo>
                  <a:lnTo>
                    <a:pt x="324066" y="20736"/>
                  </a:lnTo>
                  <a:lnTo>
                    <a:pt x="281692" y="36245"/>
                  </a:lnTo>
                  <a:lnTo>
                    <a:pt x="241375" y="55667"/>
                  </a:lnTo>
                  <a:lnTo>
                    <a:pt x="203348" y="78770"/>
                  </a:lnTo>
                  <a:lnTo>
                    <a:pt x="167842" y="105321"/>
                  </a:lnTo>
                  <a:lnTo>
                    <a:pt x="135089" y="135089"/>
                  </a:lnTo>
                  <a:lnTo>
                    <a:pt x="105321" y="167842"/>
                  </a:lnTo>
                  <a:lnTo>
                    <a:pt x="78770" y="203348"/>
                  </a:lnTo>
                  <a:lnTo>
                    <a:pt x="55667" y="241375"/>
                  </a:lnTo>
                  <a:lnTo>
                    <a:pt x="36245" y="281692"/>
                  </a:lnTo>
                  <a:lnTo>
                    <a:pt x="20736" y="324066"/>
                  </a:lnTo>
                  <a:lnTo>
                    <a:pt x="9370" y="368265"/>
                  </a:lnTo>
                  <a:lnTo>
                    <a:pt x="2381" y="414058"/>
                  </a:lnTo>
                  <a:lnTo>
                    <a:pt x="0" y="461213"/>
                  </a:lnTo>
                  <a:lnTo>
                    <a:pt x="2381" y="508370"/>
                  </a:lnTo>
                  <a:lnTo>
                    <a:pt x="9370" y="554164"/>
                  </a:lnTo>
                  <a:lnTo>
                    <a:pt x="20736" y="598364"/>
                  </a:lnTo>
                  <a:lnTo>
                    <a:pt x="36245" y="640739"/>
                  </a:lnTo>
                  <a:lnTo>
                    <a:pt x="55667" y="681056"/>
                  </a:lnTo>
                  <a:lnTo>
                    <a:pt x="78770" y="719083"/>
                  </a:lnTo>
                  <a:lnTo>
                    <a:pt x="105321" y="754588"/>
                  </a:lnTo>
                  <a:lnTo>
                    <a:pt x="135089" y="787341"/>
                  </a:lnTo>
                  <a:lnTo>
                    <a:pt x="167842" y="817108"/>
                  </a:lnTo>
                  <a:lnTo>
                    <a:pt x="203348" y="843659"/>
                  </a:lnTo>
                  <a:lnTo>
                    <a:pt x="241375" y="866761"/>
                  </a:lnTo>
                  <a:lnTo>
                    <a:pt x="281692" y="886182"/>
                  </a:lnTo>
                  <a:lnTo>
                    <a:pt x="324066" y="901691"/>
                  </a:lnTo>
                  <a:lnTo>
                    <a:pt x="368265" y="913056"/>
                  </a:lnTo>
                  <a:lnTo>
                    <a:pt x="414058" y="920045"/>
                  </a:lnTo>
                  <a:lnTo>
                    <a:pt x="461213" y="922426"/>
                  </a:lnTo>
                  <a:lnTo>
                    <a:pt x="508367" y="920045"/>
                  </a:lnTo>
                  <a:lnTo>
                    <a:pt x="554160" y="913056"/>
                  </a:lnTo>
                  <a:lnTo>
                    <a:pt x="598360" y="901691"/>
                  </a:lnTo>
                  <a:lnTo>
                    <a:pt x="640734" y="886182"/>
                  </a:lnTo>
                  <a:lnTo>
                    <a:pt x="681050" y="866761"/>
                  </a:lnTo>
                  <a:lnTo>
                    <a:pt x="719077" y="843659"/>
                  </a:lnTo>
                  <a:lnTo>
                    <a:pt x="754583" y="817108"/>
                  </a:lnTo>
                  <a:lnTo>
                    <a:pt x="787336" y="787341"/>
                  </a:lnTo>
                  <a:lnTo>
                    <a:pt x="817104" y="754588"/>
                  </a:lnTo>
                  <a:lnTo>
                    <a:pt x="843655" y="719083"/>
                  </a:lnTo>
                  <a:lnTo>
                    <a:pt x="866758" y="681056"/>
                  </a:lnTo>
                  <a:lnTo>
                    <a:pt x="886180" y="640739"/>
                  </a:lnTo>
                  <a:lnTo>
                    <a:pt x="901690" y="598364"/>
                  </a:lnTo>
                  <a:lnTo>
                    <a:pt x="913055" y="554164"/>
                  </a:lnTo>
                  <a:lnTo>
                    <a:pt x="920045" y="508370"/>
                  </a:lnTo>
                  <a:lnTo>
                    <a:pt x="922426" y="461213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63890" y="2330132"/>
              <a:ext cx="922655" cy="922655"/>
            </a:xfrm>
            <a:custGeom>
              <a:avLst/>
              <a:gdLst/>
              <a:ahLst/>
              <a:cxnLst/>
              <a:rect l="l" t="t" r="r" b="b"/>
              <a:pathLst>
                <a:path w="922655" h="922654">
                  <a:moveTo>
                    <a:pt x="461213" y="922426"/>
                  </a:moveTo>
                  <a:lnTo>
                    <a:pt x="414058" y="920045"/>
                  </a:lnTo>
                  <a:lnTo>
                    <a:pt x="368265" y="913056"/>
                  </a:lnTo>
                  <a:lnTo>
                    <a:pt x="324066" y="901691"/>
                  </a:lnTo>
                  <a:lnTo>
                    <a:pt x="281692" y="886182"/>
                  </a:lnTo>
                  <a:lnTo>
                    <a:pt x="241375" y="866761"/>
                  </a:lnTo>
                  <a:lnTo>
                    <a:pt x="203348" y="843659"/>
                  </a:lnTo>
                  <a:lnTo>
                    <a:pt x="167842" y="817108"/>
                  </a:lnTo>
                  <a:lnTo>
                    <a:pt x="135089" y="787341"/>
                  </a:lnTo>
                  <a:lnTo>
                    <a:pt x="105321" y="754588"/>
                  </a:lnTo>
                  <a:lnTo>
                    <a:pt x="78770" y="719083"/>
                  </a:lnTo>
                  <a:lnTo>
                    <a:pt x="55667" y="681056"/>
                  </a:lnTo>
                  <a:lnTo>
                    <a:pt x="36245" y="640739"/>
                  </a:lnTo>
                  <a:lnTo>
                    <a:pt x="20736" y="598364"/>
                  </a:lnTo>
                  <a:lnTo>
                    <a:pt x="9370" y="554164"/>
                  </a:lnTo>
                  <a:lnTo>
                    <a:pt x="2381" y="508370"/>
                  </a:lnTo>
                  <a:lnTo>
                    <a:pt x="0" y="461213"/>
                  </a:lnTo>
                  <a:lnTo>
                    <a:pt x="2381" y="414058"/>
                  </a:lnTo>
                  <a:lnTo>
                    <a:pt x="9370" y="368265"/>
                  </a:lnTo>
                  <a:lnTo>
                    <a:pt x="20736" y="324066"/>
                  </a:lnTo>
                  <a:lnTo>
                    <a:pt x="36245" y="281692"/>
                  </a:lnTo>
                  <a:lnTo>
                    <a:pt x="55667" y="241375"/>
                  </a:lnTo>
                  <a:lnTo>
                    <a:pt x="78770" y="203348"/>
                  </a:lnTo>
                  <a:lnTo>
                    <a:pt x="105321" y="167842"/>
                  </a:lnTo>
                  <a:lnTo>
                    <a:pt x="135089" y="135089"/>
                  </a:lnTo>
                  <a:lnTo>
                    <a:pt x="167842" y="105321"/>
                  </a:lnTo>
                  <a:lnTo>
                    <a:pt x="203348" y="78770"/>
                  </a:lnTo>
                  <a:lnTo>
                    <a:pt x="241375" y="55667"/>
                  </a:lnTo>
                  <a:lnTo>
                    <a:pt x="281692" y="36245"/>
                  </a:lnTo>
                  <a:lnTo>
                    <a:pt x="324066" y="20736"/>
                  </a:lnTo>
                  <a:lnTo>
                    <a:pt x="368265" y="9370"/>
                  </a:lnTo>
                  <a:lnTo>
                    <a:pt x="414058" y="2381"/>
                  </a:lnTo>
                  <a:lnTo>
                    <a:pt x="461213" y="0"/>
                  </a:lnTo>
                  <a:lnTo>
                    <a:pt x="508367" y="2381"/>
                  </a:lnTo>
                  <a:lnTo>
                    <a:pt x="554160" y="9370"/>
                  </a:lnTo>
                  <a:lnTo>
                    <a:pt x="598360" y="20736"/>
                  </a:lnTo>
                  <a:lnTo>
                    <a:pt x="640734" y="36245"/>
                  </a:lnTo>
                  <a:lnTo>
                    <a:pt x="681050" y="55667"/>
                  </a:lnTo>
                  <a:lnTo>
                    <a:pt x="719077" y="78770"/>
                  </a:lnTo>
                  <a:lnTo>
                    <a:pt x="754583" y="105321"/>
                  </a:lnTo>
                  <a:lnTo>
                    <a:pt x="787336" y="135089"/>
                  </a:lnTo>
                  <a:lnTo>
                    <a:pt x="817104" y="167842"/>
                  </a:lnTo>
                  <a:lnTo>
                    <a:pt x="843655" y="203348"/>
                  </a:lnTo>
                  <a:lnTo>
                    <a:pt x="866758" y="241375"/>
                  </a:lnTo>
                  <a:lnTo>
                    <a:pt x="886180" y="281692"/>
                  </a:lnTo>
                  <a:lnTo>
                    <a:pt x="901690" y="324066"/>
                  </a:lnTo>
                  <a:lnTo>
                    <a:pt x="913055" y="368265"/>
                  </a:lnTo>
                  <a:lnTo>
                    <a:pt x="920045" y="414058"/>
                  </a:lnTo>
                  <a:lnTo>
                    <a:pt x="922426" y="461213"/>
                  </a:lnTo>
                  <a:lnTo>
                    <a:pt x="920045" y="508370"/>
                  </a:lnTo>
                  <a:lnTo>
                    <a:pt x="913055" y="554164"/>
                  </a:lnTo>
                  <a:lnTo>
                    <a:pt x="901690" y="598364"/>
                  </a:lnTo>
                  <a:lnTo>
                    <a:pt x="886180" y="640739"/>
                  </a:lnTo>
                  <a:lnTo>
                    <a:pt x="866758" y="681056"/>
                  </a:lnTo>
                  <a:lnTo>
                    <a:pt x="843655" y="719083"/>
                  </a:lnTo>
                  <a:lnTo>
                    <a:pt x="817104" y="754588"/>
                  </a:lnTo>
                  <a:lnTo>
                    <a:pt x="787336" y="787341"/>
                  </a:lnTo>
                  <a:lnTo>
                    <a:pt x="754583" y="817108"/>
                  </a:lnTo>
                  <a:lnTo>
                    <a:pt x="719077" y="843659"/>
                  </a:lnTo>
                  <a:lnTo>
                    <a:pt x="681050" y="866761"/>
                  </a:lnTo>
                  <a:lnTo>
                    <a:pt x="640734" y="886182"/>
                  </a:lnTo>
                  <a:lnTo>
                    <a:pt x="598360" y="901691"/>
                  </a:lnTo>
                  <a:lnTo>
                    <a:pt x="554160" y="913056"/>
                  </a:lnTo>
                  <a:lnTo>
                    <a:pt x="508367" y="920045"/>
                  </a:lnTo>
                  <a:lnTo>
                    <a:pt x="461213" y="922426"/>
                  </a:lnTo>
                  <a:close/>
                </a:path>
              </a:pathLst>
            </a:custGeom>
            <a:ln w="12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25103" y="279134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10016" y="2376258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173" y="415086"/>
                  </a:moveTo>
                  <a:lnTo>
                    <a:pt x="827380" y="366680"/>
                  </a:lnTo>
                  <a:lnTo>
                    <a:pt x="819210" y="319914"/>
                  </a:lnTo>
                  <a:lnTo>
                    <a:pt x="805973" y="275099"/>
                  </a:lnTo>
                  <a:lnTo>
                    <a:pt x="787981" y="232546"/>
                  </a:lnTo>
                  <a:lnTo>
                    <a:pt x="765546" y="192568"/>
                  </a:lnTo>
                  <a:lnTo>
                    <a:pt x="738980" y="155475"/>
                  </a:lnTo>
                  <a:lnTo>
                    <a:pt x="708593" y="121580"/>
                  </a:lnTo>
                  <a:lnTo>
                    <a:pt x="674697" y="91193"/>
                  </a:lnTo>
                  <a:lnTo>
                    <a:pt x="637605" y="64626"/>
                  </a:lnTo>
                  <a:lnTo>
                    <a:pt x="597626" y="42191"/>
                  </a:lnTo>
                  <a:lnTo>
                    <a:pt x="555074" y="24200"/>
                  </a:lnTo>
                  <a:lnTo>
                    <a:pt x="510258" y="10963"/>
                  </a:lnTo>
                  <a:lnTo>
                    <a:pt x="463492" y="2792"/>
                  </a:lnTo>
                  <a:lnTo>
                    <a:pt x="415086" y="0"/>
                  </a:lnTo>
                  <a:lnTo>
                    <a:pt x="366678" y="2792"/>
                  </a:lnTo>
                  <a:lnTo>
                    <a:pt x="319910" y="10963"/>
                  </a:lnTo>
                  <a:lnTo>
                    <a:pt x="275094" y="24200"/>
                  </a:lnTo>
                  <a:lnTo>
                    <a:pt x="232541" y="42191"/>
                  </a:lnTo>
                  <a:lnTo>
                    <a:pt x="192562" y="64626"/>
                  </a:lnTo>
                  <a:lnTo>
                    <a:pt x="155470" y="91193"/>
                  </a:lnTo>
                  <a:lnTo>
                    <a:pt x="121575" y="121580"/>
                  </a:lnTo>
                  <a:lnTo>
                    <a:pt x="91189" y="155475"/>
                  </a:lnTo>
                  <a:lnTo>
                    <a:pt x="64623" y="192568"/>
                  </a:lnTo>
                  <a:lnTo>
                    <a:pt x="42189" y="232546"/>
                  </a:lnTo>
                  <a:lnTo>
                    <a:pt x="24198" y="275099"/>
                  </a:lnTo>
                  <a:lnTo>
                    <a:pt x="10962" y="319914"/>
                  </a:lnTo>
                  <a:lnTo>
                    <a:pt x="2792" y="366680"/>
                  </a:lnTo>
                  <a:lnTo>
                    <a:pt x="0" y="415086"/>
                  </a:lnTo>
                  <a:lnTo>
                    <a:pt x="2792" y="463494"/>
                  </a:lnTo>
                  <a:lnTo>
                    <a:pt x="10962" y="510262"/>
                  </a:lnTo>
                  <a:lnTo>
                    <a:pt x="24198" y="555079"/>
                  </a:lnTo>
                  <a:lnTo>
                    <a:pt x="42189" y="597632"/>
                  </a:lnTo>
                  <a:lnTo>
                    <a:pt x="64623" y="637610"/>
                  </a:lnTo>
                  <a:lnTo>
                    <a:pt x="91189" y="674703"/>
                  </a:lnTo>
                  <a:lnTo>
                    <a:pt x="121575" y="708598"/>
                  </a:lnTo>
                  <a:lnTo>
                    <a:pt x="155470" y="738984"/>
                  </a:lnTo>
                  <a:lnTo>
                    <a:pt x="192562" y="765549"/>
                  </a:lnTo>
                  <a:lnTo>
                    <a:pt x="232541" y="787983"/>
                  </a:lnTo>
                  <a:lnTo>
                    <a:pt x="275094" y="805974"/>
                  </a:lnTo>
                  <a:lnTo>
                    <a:pt x="319910" y="819210"/>
                  </a:lnTo>
                  <a:lnTo>
                    <a:pt x="366678" y="827381"/>
                  </a:lnTo>
                  <a:lnTo>
                    <a:pt x="415086" y="830173"/>
                  </a:lnTo>
                  <a:lnTo>
                    <a:pt x="463492" y="827381"/>
                  </a:lnTo>
                  <a:lnTo>
                    <a:pt x="510258" y="819210"/>
                  </a:lnTo>
                  <a:lnTo>
                    <a:pt x="555074" y="805974"/>
                  </a:lnTo>
                  <a:lnTo>
                    <a:pt x="597626" y="787983"/>
                  </a:lnTo>
                  <a:lnTo>
                    <a:pt x="637605" y="765549"/>
                  </a:lnTo>
                  <a:lnTo>
                    <a:pt x="674697" y="738984"/>
                  </a:lnTo>
                  <a:lnTo>
                    <a:pt x="708593" y="708598"/>
                  </a:lnTo>
                  <a:lnTo>
                    <a:pt x="738980" y="674703"/>
                  </a:lnTo>
                  <a:lnTo>
                    <a:pt x="765546" y="637610"/>
                  </a:lnTo>
                  <a:lnTo>
                    <a:pt x="787981" y="597632"/>
                  </a:lnTo>
                  <a:lnTo>
                    <a:pt x="805973" y="555079"/>
                  </a:lnTo>
                  <a:lnTo>
                    <a:pt x="819210" y="510262"/>
                  </a:lnTo>
                  <a:lnTo>
                    <a:pt x="827380" y="463494"/>
                  </a:lnTo>
                  <a:lnTo>
                    <a:pt x="830173" y="415086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10016" y="2376258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415086" y="830173"/>
                  </a:moveTo>
                  <a:lnTo>
                    <a:pt x="366678" y="827381"/>
                  </a:lnTo>
                  <a:lnTo>
                    <a:pt x="319910" y="819210"/>
                  </a:lnTo>
                  <a:lnTo>
                    <a:pt x="275094" y="805974"/>
                  </a:lnTo>
                  <a:lnTo>
                    <a:pt x="232541" y="787983"/>
                  </a:lnTo>
                  <a:lnTo>
                    <a:pt x="192562" y="765549"/>
                  </a:lnTo>
                  <a:lnTo>
                    <a:pt x="155470" y="738984"/>
                  </a:lnTo>
                  <a:lnTo>
                    <a:pt x="121575" y="708598"/>
                  </a:lnTo>
                  <a:lnTo>
                    <a:pt x="91189" y="674703"/>
                  </a:lnTo>
                  <a:lnTo>
                    <a:pt x="64623" y="637610"/>
                  </a:lnTo>
                  <a:lnTo>
                    <a:pt x="42189" y="597632"/>
                  </a:lnTo>
                  <a:lnTo>
                    <a:pt x="24198" y="555079"/>
                  </a:lnTo>
                  <a:lnTo>
                    <a:pt x="10962" y="510262"/>
                  </a:lnTo>
                  <a:lnTo>
                    <a:pt x="2792" y="463494"/>
                  </a:lnTo>
                  <a:lnTo>
                    <a:pt x="0" y="415086"/>
                  </a:lnTo>
                  <a:lnTo>
                    <a:pt x="2792" y="366680"/>
                  </a:lnTo>
                  <a:lnTo>
                    <a:pt x="10962" y="319914"/>
                  </a:lnTo>
                  <a:lnTo>
                    <a:pt x="24198" y="275099"/>
                  </a:lnTo>
                  <a:lnTo>
                    <a:pt x="42189" y="232546"/>
                  </a:lnTo>
                  <a:lnTo>
                    <a:pt x="64623" y="192568"/>
                  </a:lnTo>
                  <a:lnTo>
                    <a:pt x="91189" y="155475"/>
                  </a:lnTo>
                  <a:lnTo>
                    <a:pt x="121575" y="121580"/>
                  </a:lnTo>
                  <a:lnTo>
                    <a:pt x="155470" y="91193"/>
                  </a:lnTo>
                  <a:lnTo>
                    <a:pt x="192562" y="64626"/>
                  </a:lnTo>
                  <a:lnTo>
                    <a:pt x="232541" y="42191"/>
                  </a:lnTo>
                  <a:lnTo>
                    <a:pt x="275094" y="24200"/>
                  </a:lnTo>
                  <a:lnTo>
                    <a:pt x="319910" y="10963"/>
                  </a:lnTo>
                  <a:lnTo>
                    <a:pt x="366678" y="2792"/>
                  </a:lnTo>
                  <a:lnTo>
                    <a:pt x="415086" y="0"/>
                  </a:lnTo>
                  <a:lnTo>
                    <a:pt x="463492" y="2792"/>
                  </a:lnTo>
                  <a:lnTo>
                    <a:pt x="510258" y="10963"/>
                  </a:lnTo>
                  <a:lnTo>
                    <a:pt x="555074" y="24200"/>
                  </a:lnTo>
                  <a:lnTo>
                    <a:pt x="597626" y="42191"/>
                  </a:lnTo>
                  <a:lnTo>
                    <a:pt x="637605" y="64626"/>
                  </a:lnTo>
                  <a:lnTo>
                    <a:pt x="674697" y="91193"/>
                  </a:lnTo>
                  <a:lnTo>
                    <a:pt x="708593" y="121580"/>
                  </a:lnTo>
                  <a:lnTo>
                    <a:pt x="738980" y="155475"/>
                  </a:lnTo>
                  <a:lnTo>
                    <a:pt x="765546" y="192568"/>
                  </a:lnTo>
                  <a:lnTo>
                    <a:pt x="787981" y="232546"/>
                  </a:lnTo>
                  <a:lnTo>
                    <a:pt x="805973" y="275099"/>
                  </a:lnTo>
                  <a:lnTo>
                    <a:pt x="819210" y="319914"/>
                  </a:lnTo>
                  <a:lnTo>
                    <a:pt x="827380" y="366680"/>
                  </a:lnTo>
                  <a:lnTo>
                    <a:pt x="830173" y="415086"/>
                  </a:lnTo>
                  <a:lnTo>
                    <a:pt x="827380" y="463494"/>
                  </a:lnTo>
                  <a:lnTo>
                    <a:pt x="819210" y="510262"/>
                  </a:lnTo>
                  <a:lnTo>
                    <a:pt x="805973" y="555079"/>
                  </a:lnTo>
                  <a:lnTo>
                    <a:pt x="787981" y="597632"/>
                  </a:lnTo>
                  <a:lnTo>
                    <a:pt x="765546" y="637610"/>
                  </a:lnTo>
                  <a:lnTo>
                    <a:pt x="738980" y="674703"/>
                  </a:lnTo>
                  <a:lnTo>
                    <a:pt x="708593" y="708598"/>
                  </a:lnTo>
                  <a:lnTo>
                    <a:pt x="674697" y="738984"/>
                  </a:lnTo>
                  <a:lnTo>
                    <a:pt x="637605" y="765549"/>
                  </a:lnTo>
                  <a:lnTo>
                    <a:pt x="597626" y="787983"/>
                  </a:lnTo>
                  <a:lnTo>
                    <a:pt x="555074" y="805974"/>
                  </a:lnTo>
                  <a:lnTo>
                    <a:pt x="510258" y="819210"/>
                  </a:lnTo>
                  <a:lnTo>
                    <a:pt x="463492" y="827381"/>
                  </a:lnTo>
                  <a:lnTo>
                    <a:pt x="415086" y="830173"/>
                  </a:lnTo>
                  <a:close/>
                </a:path>
              </a:pathLst>
            </a:custGeom>
            <a:ln w="12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25103" y="279134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8587" y="2214829"/>
              <a:ext cx="1153160" cy="1153160"/>
            </a:xfrm>
            <a:custGeom>
              <a:avLst/>
              <a:gdLst/>
              <a:ahLst/>
              <a:cxnLst/>
              <a:rect l="l" t="t" r="r" b="b"/>
              <a:pathLst>
                <a:path w="1153160" h="1153160">
                  <a:moveTo>
                    <a:pt x="1153033" y="576516"/>
                  </a:moveTo>
                  <a:lnTo>
                    <a:pt x="0" y="576516"/>
                  </a:lnTo>
                </a:path>
                <a:path w="1153160" h="1153160">
                  <a:moveTo>
                    <a:pt x="576516" y="0"/>
                  </a:moveTo>
                  <a:lnTo>
                    <a:pt x="576516" y="1153033"/>
                  </a:lnTo>
                </a:path>
              </a:pathLst>
            </a:custGeom>
            <a:ln w="6019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5625" y="2550318"/>
              <a:ext cx="125907" cy="16607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338093" y="2320467"/>
              <a:ext cx="379730" cy="201930"/>
            </a:xfrm>
            <a:custGeom>
              <a:avLst/>
              <a:gdLst/>
              <a:ahLst/>
              <a:cxnLst/>
              <a:rect l="l" t="t" r="r" b="b"/>
              <a:pathLst>
                <a:path w="379729" h="201930">
                  <a:moveTo>
                    <a:pt x="0" y="0"/>
                  </a:moveTo>
                  <a:lnTo>
                    <a:pt x="379399" y="26289"/>
                  </a:lnTo>
                  <a:lnTo>
                    <a:pt x="322389" y="201739"/>
                  </a:lnTo>
                  <a:lnTo>
                    <a:pt x="0" y="0"/>
                  </a:lnTo>
                  <a:close/>
                </a:path>
              </a:pathLst>
            </a:custGeom>
            <a:ln w="36156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2116" y="2668358"/>
              <a:ext cx="245973" cy="24597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102116" y="2668358"/>
              <a:ext cx="246379" cy="246379"/>
            </a:xfrm>
            <a:custGeom>
              <a:avLst/>
              <a:gdLst/>
              <a:ahLst/>
              <a:cxnLst/>
              <a:rect l="l" t="t" r="r" b="b"/>
              <a:pathLst>
                <a:path w="246380" h="246380">
                  <a:moveTo>
                    <a:pt x="122986" y="245973"/>
                  </a:moveTo>
                  <a:lnTo>
                    <a:pt x="170857" y="236308"/>
                  </a:lnTo>
                  <a:lnTo>
                    <a:pt x="209950" y="209950"/>
                  </a:lnTo>
                  <a:lnTo>
                    <a:pt x="236308" y="170857"/>
                  </a:lnTo>
                  <a:lnTo>
                    <a:pt x="245973" y="122986"/>
                  </a:lnTo>
                  <a:lnTo>
                    <a:pt x="236308" y="75116"/>
                  </a:lnTo>
                  <a:lnTo>
                    <a:pt x="209950" y="36023"/>
                  </a:lnTo>
                  <a:lnTo>
                    <a:pt x="170857" y="9665"/>
                  </a:lnTo>
                  <a:lnTo>
                    <a:pt x="122986" y="0"/>
                  </a:lnTo>
                  <a:lnTo>
                    <a:pt x="75116" y="9665"/>
                  </a:lnTo>
                  <a:lnTo>
                    <a:pt x="36023" y="36023"/>
                  </a:lnTo>
                  <a:lnTo>
                    <a:pt x="9665" y="75116"/>
                  </a:lnTo>
                  <a:lnTo>
                    <a:pt x="0" y="122986"/>
                  </a:lnTo>
                  <a:lnTo>
                    <a:pt x="9665" y="170862"/>
                  </a:lnTo>
                  <a:lnTo>
                    <a:pt x="36023" y="209954"/>
                  </a:lnTo>
                  <a:lnTo>
                    <a:pt x="75116" y="236309"/>
                  </a:lnTo>
                  <a:lnTo>
                    <a:pt x="122986" y="245973"/>
                  </a:lnTo>
                  <a:close/>
                </a:path>
              </a:pathLst>
            </a:custGeom>
            <a:ln w="12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88981" y="2434475"/>
              <a:ext cx="438784" cy="142875"/>
            </a:xfrm>
            <a:custGeom>
              <a:avLst/>
              <a:gdLst/>
              <a:ahLst/>
              <a:cxnLst/>
              <a:rect l="l" t="t" r="r" b="b"/>
              <a:pathLst>
                <a:path w="438785" h="142875">
                  <a:moveTo>
                    <a:pt x="0" y="0"/>
                  </a:moveTo>
                  <a:lnTo>
                    <a:pt x="438632" y="142519"/>
                  </a:lnTo>
                </a:path>
              </a:pathLst>
            </a:custGeom>
            <a:ln w="36156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3014" y="2511634"/>
              <a:ext cx="84505" cy="6657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13934" y="1200410"/>
              <a:ext cx="3903086" cy="555785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760089" y="1162202"/>
              <a:ext cx="4612640" cy="2596515"/>
            </a:xfrm>
            <a:custGeom>
              <a:avLst/>
              <a:gdLst/>
              <a:ahLst/>
              <a:cxnLst/>
              <a:rect l="l" t="t" r="r" b="b"/>
              <a:pathLst>
                <a:path w="4612640" h="2596515">
                  <a:moveTo>
                    <a:pt x="4612119" y="290220"/>
                  </a:moveTo>
                  <a:lnTo>
                    <a:pt x="0" y="290220"/>
                  </a:lnTo>
                </a:path>
                <a:path w="4612640" h="2596515">
                  <a:moveTo>
                    <a:pt x="2306066" y="2596273"/>
                  </a:moveTo>
                  <a:lnTo>
                    <a:pt x="2306078" y="0"/>
                  </a:lnTo>
                </a:path>
              </a:pathLst>
            </a:custGeom>
            <a:ln w="16281">
              <a:solidFill>
                <a:srgbClr val="EF4123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41402" y="6223584"/>
              <a:ext cx="301625" cy="301625"/>
            </a:xfrm>
            <a:custGeom>
              <a:avLst/>
              <a:gdLst/>
              <a:ahLst/>
              <a:cxnLst/>
              <a:rect l="l" t="t" r="r" b="b"/>
              <a:pathLst>
                <a:path w="301625" h="301625">
                  <a:moveTo>
                    <a:pt x="301345" y="73901"/>
                  </a:moveTo>
                  <a:lnTo>
                    <a:pt x="73913" y="0"/>
                  </a:lnTo>
                  <a:lnTo>
                    <a:pt x="0" y="227444"/>
                  </a:lnTo>
                  <a:lnTo>
                    <a:pt x="227444" y="301345"/>
                  </a:lnTo>
                  <a:lnTo>
                    <a:pt x="301345" y="73901"/>
                  </a:lnTo>
                  <a:close/>
                </a:path>
              </a:pathLst>
            </a:custGeom>
            <a:solidFill>
              <a:srgbClr val="FEE7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41402" y="6223584"/>
              <a:ext cx="301625" cy="301625"/>
            </a:xfrm>
            <a:custGeom>
              <a:avLst/>
              <a:gdLst/>
              <a:ahLst/>
              <a:cxnLst/>
              <a:rect l="l" t="t" r="r" b="b"/>
              <a:pathLst>
                <a:path w="301625" h="301625">
                  <a:moveTo>
                    <a:pt x="227444" y="301345"/>
                  </a:moveTo>
                  <a:lnTo>
                    <a:pt x="301345" y="73901"/>
                  </a:lnTo>
                  <a:lnTo>
                    <a:pt x="73913" y="0"/>
                  </a:lnTo>
                  <a:lnTo>
                    <a:pt x="0" y="227444"/>
                  </a:lnTo>
                  <a:lnTo>
                    <a:pt x="227444" y="301345"/>
                  </a:lnTo>
                  <a:close/>
                </a:path>
              </a:pathLst>
            </a:custGeom>
            <a:ln w="601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64731" y="4636528"/>
              <a:ext cx="301625" cy="301625"/>
            </a:xfrm>
            <a:custGeom>
              <a:avLst/>
              <a:gdLst/>
              <a:ahLst/>
              <a:cxnLst/>
              <a:rect l="l" t="t" r="r" b="b"/>
              <a:pathLst>
                <a:path w="301625" h="301625">
                  <a:moveTo>
                    <a:pt x="301345" y="73901"/>
                  </a:moveTo>
                  <a:lnTo>
                    <a:pt x="73901" y="0"/>
                  </a:lnTo>
                  <a:lnTo>
                    <a:pt x="0" y="227444"/>
                  </a:lnTo>
                  <a:lnTo>
                    <a:pt x="227444" y="301345"/>
                  </a:lnTo>
                  <a:lnTo>
                    <a:pt x="301345" y="73901"/>
                  </a:lnTo>
                  <a:close/>
                </a:path>
              </a:pathLst>
            </a:custGeom>
            <a:solidFill>
              <a:srgbClr val="FEE7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64731" y="4636528"/>
              <a:ext cx="301625" cy="301625"/>
            </a:xfrm>
            <a:custGeom>
              <a:avLst/>
              <a:gdLst/>
              <a:ahLst/>
              <a:cxnLst/>
              <a:rect l="l" t="t" r="r" b="b"/>
              <a:pathLst>
                <a:path w="301625" h="301625">
                  <a:moveTo>
                    <a:pt x="227444" y="301345"/>
                  </a:moveTo>
                  <a:lnTo>
                    <a:pt x="301345" y="73901"/>
                  </a:lnTo>
                  <a:lnTo>
                    <a:pt x="73901" y="0"/>
                  </a:lnTo>
                  <a:lnTo>
                    <a:pt x="0" y="227444"/>
                  </a:lnTo>
                  <a:lnTo>
                    <a:pt x="227444" y="301345"/>
                  </a:lnTo>
                  <a:close/>
                </a:path>
              </a:pathLst>
            </a:custGeom>
            <a:ln w="601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68619" y="4461522"/>
              <a:ext cx="301625" cy="301625"/>
            </a:xfrm>
            <a:custGeom>
              <a:avLst/>
              <a:gdLst/>
              <a:ahLst/>
              <a:cxnLst/>
              <a:rect l="l" t="t" r="r" b="b"/>
              <a:pathLst>
                <a:path w="301625" h="301625">
                  <a:moveTo>
                    <a:pt x="301345" y="73901"/>
                  </a:moveTo>
                  <a:lnTo>
                    <a:pt x="73901" y="0"/>
                  </a:lnTo>
                  <a:lnTo>
                    <a:pt x="0" y="227444"/>
                  </a:lnTo>
                  <a:lnTo>
                    <a:pt x="227444" y="301345"/>
                  </a:lnTo>
                  <a:lnTo>
                    <a:pt x="301345" y="73901"/>
                  </a:lnTo>
                  <a:close/>
                </a:path>
              </a:pathLst>
            </a:custGeom>
            <a:solidFill>
              <a:srgbClr val="FEE7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68619" y="4461522"/>
              <a:ext cx="301625" cy="301625"/>
            </a:xfrm>
            <a:custGeom>
              <a:avLst/>
              <a:gdLst/>
              <a:ahLst/>
              <a:cxnLst/>
              <a:rect l="l" t="t" r="r" b="b"/>
              <a:pathLst>
                <a:path w="301625" h="301625">
                  <a:moveTo>
                    <a:pt x="227444" y="301345"/>
                  </a:moveTo>
                  <a:lnTo>
                    <a:pt x="301345" y="73901"/>
                  </a:lnTo>
                  <a:lnTo>
                    <a:pt x="73901" y="0"/>
                  </a:lnTo>
                  <a:lnTo>
                    <a:pt x="0" y="227444"/>
                  </a:lnTo>
                  <a:lnTo>
                    <a:pt x="227444" y="301345"/>
                  </a:lnTo>
                  <a:close/>
                </a:path>
              </a:pathLst>
            </a:custGeom>
            <a:ln w="601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30616" y="1213688"/>
              <a:ext cx="6467475" cy="2272665"/>
            </a:xfrm>
            <a:custGeom>
              <a:avLst/>
              <a:gdLst/>
              <a:ahLst/>
              <a:cxnLst/>
              <a:rect l="l" t="t" r="r" b="b"/>
              <a:pathLst>
                <a:path w="6467475" h="2272665">
                  <a:moveTo>
                    <a:pt x="6467030" y="172427"/>
                  </a:moveTo>
                  <a:lnTo>
                    <a:pt x="6450431" y="0"/>
                  </a:lnTo>
                  <a:lnTo>
                    <a:pt x="6266268" y="0"/>
                  </a:lnTo>
                  <a:lnTo>
                    <a:pt x="6279984" y="125082"/>
                  </a:lnTo>
                  <a:lnTo>
                    <a:pt x="6279984" y="305028"/>
                  </a:lnTo>
                  <a:lnTo>
                    <a:pt x="6265773" y="482600"/>
                  </a:lnTo>
                  <a:lnTo>
                    <a:pt x="6237363" y="657783"/>
                  </a:lnTo>
                  <a:lnTo>
                    <a:pt x="6190005" y="825919"/>
                  </a:lnTo>
                  <a:lnTo>
                    <a:pt x="6126073" y="986929"/>
                  </a:lnTo>
                  <a:lnTo>
                    <a:pt x="6047943" y="1147889"/>
                  </a:lnTo>
                  <a:lnTo>
                    <a:pt x="5950864" y="1294726"/>
                  </a:lnTo>
                  <a:lnTo>
                    <a:pt x="5841987" y="1439125"/>
                  </a:lnTo>
                  <a:lnTo>
                    <a:pt x="5723559" y="1569377"/>
                  </a:lnTo>
                  <a:lnTo>
                    <a:pt x="5586247" y="1683029"/>
                  </a:lnTo>
                  <a:lnTo>
                    <a:pt x="5444210" y="1791944"/>
                  </a:lnTo>
                  <a:lnTo>
                    <a:pt x="5287911" y="1879549"/>
                  </a:lnTo>
                  <a:lnTo>
                    <a:pt x="5131638" y="1952955"/>
                  </a:lnTo>
                  <a:lnTo>
                    <a:pt x="4958791" y="2012149"/>
                  </a:lnTo>
                  <a:lnTo>
                    <a:pt x="4793056" y="2054758"/>
                  </a:lnTo>
                  <a:lnTo>
                    <a:pt x="4610747" y="2080806"/>
                  </a:lnTo>
                  <a:lnTo>
                    <a:pt x="4433163" y="2090280"/>
                  </a:lnTo>
                  <a:lnTo>
                    <a:pt x="4262691" y="2080806"/>
                  </a:lnTo>
                  <a:lnTo>
                    <a:pt x="4080382" y="2054758"/>
                  </a:lnTo>
                  <a:lnTo>
                    <a:pt x="3914635" y="2012149"/>
                  </a:lnTo>
                  <a:lnTo>
                    <a:pt x="3831767" y="1988464"/>
                  </a:lnTo>
                  <a:lnTo>
                    <a:pt x="893546" y="986536"/>
                  </a:lnTo>
                  <a:lnTo>
                    <a:pt x="898270" y="986536"/>
                  </a:lnTo>
                  <a:lnTo>
                    <a:pt x="779881" y="953350"/>
                  </a:lnTo>
                  <a:lnTo>
                    <a:pt x="652030" y="934440"/>
                  </a:lnTo>
                  <a:lnTo>
                    <a:pt x="536016" y="922604"/>
                  </a:lnTo>
                  <a:lnTo>
                    <a:pt x="0" y="922604"/>
                  </a:lnTo>
                  <a:lnTo>
                    <a:pt x="0" y="1109649"/>
                  </a:lnTo>
                  <a:lnTo>
                    <a:pt x="533653" y="1109649"/>
                  </a:lnTo>
                  <a:lnTo>
                    <a:pt x="686790" y="1121498"/>
                  </a:lnTo>
                  <a:lnTo>
                    <a:pt x="831976" y="1159370"/>
                  </a:lnTo>
                  <a:lnTo>
                    <a:pt x="3770210" y="2166048"/>
                  </a:lnTo>
                  <a:lnTo>
                    <a:pt x="3961993" y="2213394"/>
                  </a:lnTo>
                  <a:lnTo>
                    <a:pt x="4153776" y="2253653"/>
                  </a:lnTo>
                  <a:lnTo>
                    <a:pt x="4350296" y="2272588"/>
                  </a:lnTo>
                  <a:lnTo>
                    <a:pt x="4544453" y="2267851"/>
                  </a:lnTo>
                  <a:lnTo>
                    <a:pt x="4740973" y="2248916"/>
                  </a:lnTo>
                  <a:lnTo>
                    <a:pt x="4932756" y="2213394"/>
                  </a:lnTo>
                  <a:lnTo>
                    <a:pt x="5124538" y="2156574"/>
                  </a:lnTo>
                  <a:lnTo>
                    <a:pt x="5304485" y="2078443"/>
                  </a:lnTo>
                  <a:lnTo>
                    <a:pt x="5482069" y="1983739"/>
                  </a:lnTo>
                  <a:lnTo>
                    <a:pt x="5643105" y="1877187"/>
                  </a:lnTo>
                  <a:lnTo>
                    <a:pt x="5799340" y="1754060"/>
                  </a:lnTo>
                  <a:lnTo>
                    <a:pt x="5936665" y="1611998"/>
                  </a:lnTo>
                  <a:lnTo>
                    <a:pt x="6064516" y="1460461"/>
                  </a:lnTo>
                  <a:lnTo>
                    <a:pt x="6173431" y="1297089"/>
                  </a:lnTo>
                  <a:lnTo>
                    <a:pt x="6265773" y="1126617"/>
                  </a:lnTo>
                  <a:lnTo>
                    <a:pt x="6343904" y="944308"/>
                  </a:lnTo>
                  <a:lnTo>
                    <a:pt x="6403098" y="754849"/>
                  </a:lnTo>
                  <a:lnTo>
                    <a:pt x="6443383" y="565467"/>
                  </a:lnTo>
                  <a:lnTo>
                    <a:pt x="6462293" y="368947"/>
                  </a:lnTo>
                  <a:lnTo>
                    <a:pt x="6467030" y="172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52248" y="3333635"/>
              <a:ext cx="655955" cy="213360"/>
            </a:xfrm>
            <a:custGeom>
              <a:avLst/>
              <a:gdLst/>
              <a:ahLst/>
              <a:cxnLst/>
              <a:rect l="l" t="t" r="r" b="b"/>
              <a:pathLst>
                <a:path w="655954" h="213360">
                  <a:moveTo>
                    <a:pt x="0" y="0"/>
                  </a:moveTo>
                  <a:lnTo>
                    <a:pt x="655535" y="213004"/>
                  </a:lnTo>
                </a:path>
              </a:pathLst>
            </a:custGeom>
            <a:ln w="24104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31548" y="3200006"/>
              <a:ext cx="287655" cy="252729"/>
            </a:xfrm>
            <a:custGeom>
              <a:avLst/>
              <a:gdLst/>
              <a:ahLst/>
              <a:cxnLst/>
              <a:rect l="l" t="t" r="r" b="b"/>
              <a:pathLst>
                <a:path w="287654" h="252729">
                  <a:moveTo>
                    <a:pt x="287502" y="74663"/>
                  </a:moveTo>
                  <a:lnTo>
                    <a:pt x="57708" y="0"/>
                  </a:lnTo>
                  <a:lnTo>
                    <a:pt x="0" y="177634"/>
                  </a:lnTo>
                  <a:lnTo>
                    <a:pt x="11607" y="178491"/>
                  </a:lnTo>
                  <a:lnTo>
                    <a:pt x="40478" y="182980"/>
                  </a:lnTo>
                  <a:lnTo>
                    <a:pt x="77688" y="193981"/>
                  </a:lnTo>
                  <a:lnTo>
                    <a:pt x="114312" y="214376"/>
                  </a:lnTo>
                  <a:lnTo>
                    <a:pt x="141134" y="234499"/>
                  </a:lnTo>
                  <a:lnTo>
                    <a:pt x="162104" y="245156"/>
                  </a:lnTo>
                  <a:lnTo>
                    <a:pt x="188048" y="249900"/>
                  </a:lnTo>
                  <a:lnTo>
                    <a:pt x="229793" y="252285"/>
                  </a:lnTo>
                  <a:lnTo>
                    <a:pt x="287502" y="746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31548" y="3200006"/>
              <a:ext cx="287655" cy="252729"/>
            </a:xfrm>
            <a:custGeom>
              <a:avLst/>
              <a:gdLst/>
              <a:ahLst/>
              <a:cxnLst/>
              <a:rect l="l" t="t" r="r" b="b"/>
              <a:pathLst>
                <a:path w="287654" h="252729">
                  <a:moveTo>
                    <a:pt x="287502" y="74663"/>
                  </a:moveTo>
                  <a:lnTo>
                    <a:pt x="229793" y="252285"/>
                  </a:lnTo>
                  <a:lnTo>
                    <a:pt x="188048" y="249900"/>
                  </a:lnTo>
                  <a:lnTo>
                    <a:pt x="162104" y="245156"/>
                  </a:lnTo>
                  <a:lnTo>
                    <a:pt x="141134" y="234499"/>
                  </a:lnTo>
                  <a:lnTo>
                    <a:pt x="114312" y="214376"/>
                  </a:lnTo>
                  <a:lnTo>
                    <a:pt x="77688" y="193981"/>
                  </a:lnTo>
                  <a:lnTo>
                    <a:pt x="40478" y="182980"/>
                  </a:lnTo>
                  <a:lnTo>
                    <a:pt x="11607" y="178491"/>
                  </a:lnTo>
                  <a:lnTo>
                    <a:pt x="0" y="177634"/>
                  </a:lnTo>
                  <a:lnTo>
                    <a:pt x="57708" y="0"/>
                  </a:lnTo>
                </a:path>
              </a:pathLst>
            </a:custGeom>
            <a:ln w="60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82590" y="2985706"/>
              <a:ext cx="1068705" cy="421005"/>
            </a:xfrm>
            <a:custGeom>
              <a:avLst/>
              <a:gdLst/>
              <a:ahLst/>
              <a:cxnLst/>
              <a:rect l="l" t="t" r="r" b="b"/>
              <a:pathLst>
                <a:path w="1068704" h="421004">
                  <a:moveTo>
                    <a:pt x="1068438" y="338467"/>
                  </a:moveTo>
                  <a:lnTo>
                    <a:pt x="26695" y="0"/>
                  </a:lnTo>
                  <a:lnTo>
                    <a:pt x="0" y="82168"/>
                  </a:lnTo>
                  <a:lnTo>
                    <a:pt x="1041730" y="420636"/>
                  </a:lnTo>
                  <a:lnTo>
                    <a:pt x="1068438" y="338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82590" y="2985706"/>
              <a:ext cx="1068705" cy="421005"/>
            </a:xfrm>
            <a:custGeom>
              <a:avLst/>
              <a:gdLst/>
              <a:ahLst/>
              <a:cxnLst/>
              <a:rect l="l" t="t" r="r" b="b"/>
              <a:pathLst>
                <a:path w="1068704" h="421004">
                  <a:moveTo>
                    <a:pt x="0" y="82168"/>
                  </a:moveTo>
                  <a:lnTo>
                    <a:pt x="1041730" y="420636"/>
                  </a:lnTo>
                  <a:lnTo>
                    <a:pt x="1068438" y="338467"/>
                  </a:lnTo>
                  <a:lnTo>
                    <a:pt x="26695" y="0"/>
                  </a:lnTo>
                  <a:lnTo>
                    <a:pt x="0" y="82168"/>
                  </a:lnTo>
                </a:path>
              </a:pathLst>
            </a:custGeom>
            <a:ln w="60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6941" y="3307016"/>
              <a:ext cx="239369" cy="14546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682147" y="2916618"/>
              <a:ext cx="1131570" cy="3482975"/>
            </a:xfrm>
            <a:custGeom>
              <a:avLst/>
              <a:gdLst/>
              <a:ahLst/>
              <a:cxnLst/>
              <a:rect l="l" t="t" r="r" b="b"/>
              <a:pathLst>
                <a:path w="1131570" h="3482975">
                  <a:moveTo>
                    <a:pt x="0" y="3482936"/>
                  </a:moveTo>
                  <a:lnTo>
                    <a:pt x="1130973" y="0"/>
                  </a:lnTo>
                </a:path>
              </a:pathLst>
            </a:custGeom>
            <a:ln w="32575">
              <a:solidFill>
                <a:srgbClr val="231F2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32747" y="3068749"/>
              <a:ext cx="119448" cy="11694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301834" y="4070515"/>
              <a:ext cx="3661410" cy="1189990"/>
            </a:xfrm>
            <a:custGeom>
              <a:avLst/>
              <a:gdLst/>
              <a:ahLst/>
              <a:cxnLst/>
              <a:rect l="l" t="t" r="r" b="b"/>
              <a:pathLst>
                <a:path w="3661409" h="1189989">
                  <a:moveTo>
                    <a:pt x="0" y="0"/>
                  </a:moveTo>
                  <a:lnTo>
                    <a:pt x="3660940" y="1189545"/>
                  </a:lnTo>
                </a:path>
              </a:pathLst>
            </a:custGeom>
            <a:ln w="32575">
              <a:solidFill>
                <a:srgbClr val="231F2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80626" y="4641937"/>
              <a:ext cx="119454" cy="11693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981488" y="3708920"/>
              <a:ext cx="469265" cy="1415415"/>
            </a:xfrm>
            <a:custGeom>
              <a:avLst/>
              <a:gdLst/>
              <a:ahLst/>
              <a:cxnLst/>
              <a:rect l="l" t="t" r="r" b="b"/>
              <a:pathLst>
                <a:path w="469264" h="1415414">
                  <a:moveTo>
                    <a:pt x="469201" y="0"/>
                  </a:moveTo>
                  <a:lnTo>
                    <a:pt x="0" y="1415186"/>
                  </a:lnTo>
                </a:path>
              </a:pathLst>
            </a:custGeom>
            <a:ln w="32575">
              <a:solidFill>
                <a:srgbClr val="231F2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66499" y="4312410"/>
              <a:ext cx="119453" cy="11694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67513" y="4000874"/>
              <a:ext cx="221640" cy="22164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95966" y="5195081"/>
              <a:ext cx="221653" cy="22164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29484" y="2712408"/>
              <a:ext cx="221640" cy="22164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27645" y="6434220"/>
              <a:ext cx="221640" cy="22164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17867" y="5150237"/>
              <a:ext cx="221653" cy="22164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89710" y="3458254"/>
              <a:ext cx="221640" cy="221640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415404" y="1307731"/>
            <a:ext cx="694690" cy="884555"/>
            <a:chOff x="415404" y="1307731"/>
            <a:chExt cx="694690" cy="884555"/>
          </a:xfrm>
        </p:grpSpPr>
        <p:sp>
          <p:nvSpPr>
            <p:cNvPr id="44" name="object 44"/>
            <p:cNvSpPr/>
            <p:nvPr/>
          </p:nvSpPr>
          <p:spPr>
            <a:xfrm>
              <a:off x="457314" y="1890978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38" y="84696"/>
                  </a:moveTo>
                  <a:lnTo>
                    <a:pt x="212166" y="73355"/>
                  </a:lnTo>
                  <a:lnTo>
                    <a:pt x="172872" y="58508"/>
                  </a:lnTo>
                  <a:lnTo>
                    <a:pt x="137947" y="40170"/>
                  </a:lnTo>
                  <a:lnTo>
                    <a:pt x="100406" y="13106"/>
                  </a:lnTo>
                  <a:lnTo>
                    <a:pt x="92544" y="6985"/>
                  </a:lnTo>
                  <a:lnTo>
                    <a:pt x="85559" y="0"/>
                  </a:lnTo>
                  <a:lnTo>
                    <a:pt x="0" y="223532"/>
                  </a:lnTo>
                  <a:lnTo>
                    <a:pt x="108267" y="218287"/>
                  </a:lnTo>
                  <a:lnTo>
                    <a:pt x="190334" y="296875"/>
                  </a:lnTo>
                  <a:lnTo>
                    <a:pt x="271538" y="84696"/>
                  </a:lnTo>
                  <a:close/>
                </a:path>
                <a:path w="588644" h="301625">
                  <a:moveTo>
                    <a:pt x="588479" y="231381"/>
                  </a:moveTo>
                  <a:lnTo>
                    <a:pt x="509028" y="12230"/>
                  </a:lnTo>
                  <a:lnTo>
                    <a:pt x="502043" y="18338"/>
                  </a:lnTo>
                  <a:lnTo>
                    <a:pt x="486333" y="30568"/>
                  </a:lnTo>
                  <a:lnTo>
                    <a:pt x="476719" y="36677"/>
                  </a:lnTo>
                  <a:lnTo>
                    <a:pt x="466242" y="42786"/>
                  </a:lnTo>
                  <a:lnTo>
                    <a:pt x="455764" y="48031"/>
                  </a:lnTo>
                  <a:lnTo>
                    <a:pt x="444423" y="53263"/>
                  </a:lnTo>
                  <a:lnTo>
                    <a:pt x="432193" y="59372"/>
                  </a:lnTo>
                  <a:lnTo>
                    <a:pt x="392899" y="72478"/>
                  </a:lnTo>
                  <a:lnTo>
                    <a:pt x="349250" y="82080"/>
                  </a:lnTo>
                  <a:lnTo>
                    <a:pt x="333527" y="82956"/>
                  </a:lnTo>
                  <a:lnTo>
                    <a:pt x="317817" y="84696"/>
                  </a:lnTo>
                  <a:lnTo>
                    <a:pt x="397268" y="301231"/>
                  </a:lnTo>
                  <a:lnTo>
                    <a:pt x="479348" y="224396"/>
                  </a:lnTo>
                  <a:lnTo>
                    <a:pt x="588479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15404" y="1307731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187" y="319570"/>
                  </a:moveTo>
                  <a:lnTo>
                    <a:pt x="0" y="316953"/>
                  </a:lnTo>
                  <a:lnTo>
                    <a:pt x="10477" y="367588"/>
                  </a:lnTo>
                  <a:lnTo>
                    <a:pt x="25311" y="367588"/>
                  </a:lnTo>
                  <a:lnTo>
                    <a:pt x="25311" y="331787"/>
                  </a:lnTo>
                  <a:lnTo>
                    <a:pt x="26187" y="319570"/>
                  </a:lnTo>
                  <a:close/>
                </a:path>
                <a:path w="694690" h="693419">
                  <a:moveTo>
                    <a:pt x="46266" y="461010"/>
                  </a:moveTo>
                  <a:lnTo>
                    <a:pt x="43649" y="455777"/>
                  </a:lnTo>
                  <a:lnTo>
                    <a:pt x="41910" y="449668"/>
                  </a:lnTo>
                  <a:lnTo>
                    <a:pt x="40157" y="444423"/>
                  </a:lnTo>
                  <a:lnTo>
                    <a:pt x="36664" y="432206"/>
                  </a:lnTo>
                  <a:lnTo>
                    <a:pt x="34925" y="426961"/>
                  </a:lnTo>
                  <a:lnTo>
                    <a:pt x="34048" y="420852"/>
                  </a:lnTo>
                  <a:lnTo>
                    <a:pt x="32296" y="415607"/>
                  </a:lnTo>
                  <a:lnTo>
                    <a:pt x="6985" y="420852"/>
                  </a:lnTo>
                  <a:lnTo>
                    <a:pt x="31432" y="466255"/>
                  </a:lnTo>
                  <a:lnTo>
                    <a:pt x="46266" y="461010"/>
                  </a:lnTo>
                  <a:close/>
                </a:path>
                <a:path w="694690" h="693419">
                  <a:moveTo>
                    <a:pt x="48895" y="226148"/>
                  </a:moveTo>
                  <a:lnTo>
                    <a:pt x="24447" y="216535"/>
                  </a:lnTo>
                  <a:lnTo>
                    <a:pt x="20078" y="268058"/>
                  </a:lnTo>
                  <a:lnTo>
                    <a:pt x="34048" y="271551"/>
                  </a:lnTo>
                  <a:lnTo>
                    <a:pt x="35788" y="266306"/>
                  </a:lnTo>
                  <a:lnTo>
                    <a:pt x="39281" y="254088"/>
                  </a:lnTo>
                  <a:lnTo>
                    <a:pt x="41033" y="248843"/>
                  </a:lnTo>
                  <a:lnTo>
                    <a:pt x="42773" y="242735"/>
                  </a:lnTo>
                  <a:lnTo>
                    <a:pt x="46266" y="232257"/>
                  </a:lnTo>
                  <a:lnTo>
                    <a:pt x="48895" y="226148"/>
                  </a:lnTo>
                  <a:close/>
                </a:path>
                <a:path w="694690" h="693419">
                  <a:moveTo>
                    <a:pt x="92544" y="544842"/>
                  </a:moveTo>
                  <a:lnTo>
                    <a:pt x="89052" y="539597"/>
                  </a:lnTo>
                  <a:lnTo>
                    <a:pt x="85559" y="535228"/>
                  </a:lnTo>
                  <a:lnTo>
                    <a:pt x="82067" y="529996"/>
                  </a:lnTo>
                  <a:lnTo>
                    <a:pt x="78574" y="525627"/>
                  </a:lnTo>
                  <a:lnTo>
                    <a:pt x="75082" y="520382"/>
                  </a:lnTo>
                  <a:lnTo>
                    <a:pt x="72466" y="515150"/>
                  </a:lnTo>
                  <a:lnTo>
                    <a:pt x="68973" y="509917"/>
                  </a:lnTo>
                  <a:lnTo>
                    <a:pt x="66357" y="504672"/>
                  </a:lnTo>
                  <a:lnTo>
                    <a:pt x="42773" y="517766"/>
                  </a:lnTo>
                  <a:lnTo>
                    <a:pt x="80327" y="553567"/>
                  </a:lnTo>
                  <a:lnTo>
                    <a:pt x="92544" y="544842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74" y="126606"/>
                  </a:lnTo>
                  <a:lnTo>
                    <a:pt x="58496" y="174625"/>
                  </a:lnTo>
                  <a:lnTo>
                    <a:pt x="70713" y="182486"/>
                  </a:lnTo>
                  <a:lnTo>
                    <a:pt x="77698" y="172008"/>
                  </a:lnTo>
                  <a:lnTo>
                    <a:pt x="80327" y="166776"/>
                  </a:lnTo>
                  <a:lnTo>
                    <a:pt x="83820" y="162407"/>
                  </a:lnTo>
                  <a:lnTo>
                    <a:pt x="87312" y="157162"/>
                  </a:lnTo>
                  <a:lnTo>
                    <a:pt x="90805" y="152806"/>
                  </a:lnTo>
                  <a:lnTo>
                    <a:pt x="95161" y="148437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18" y="611200"/>
                  </a:moveTo>
                  <a:lnTo>
                    <a:pt x="151917" y="603338"/>
                  </a:lnTo>
                  <a:lnTo>
                    <a:pt x="147548" y="599846"/>
                  </a:lnTo>
                  <a:lnTo>
                    <a:pt x="142316" y="596353"/>
                  </a:lnTo>
                  <a:lnTo>
                    <a:pt x="137947" y="592861"/>
                  </a:lnTo>
                  <a:lnTo>
                    <a:pt x="133591" y="588492"/>
                  </a:lnTo>
                  <a:lnTo>
                    <a:pt x="129222" y="585000"/>
                  </a:lnTo>
                  <a:lnTo>
                    <a:pt x="124853" y="580631"/>
                  </a:lnTo>
                  <a:lnTo>
                    <a:pt x="106514" y="599846"/>
                  </a:lnTo>
                  <a:lnTo>
                    <a:pt x="152793" y="623417"/>
                  </a:lnTo>
                  <a:lnTo>
                    <a:pt x="161518" y="611200"/>
                  </a:lnTo>
                  <a:close/>
                </a:path>
                <a:path w="694690" h="693419">
                  <a:moveTo>
                    <a:pt x="169379" y="78587"/>
                  </a:moveTo>
                  <a:lnTo>
                    <a:pt x="155409" y="57632"/>
                  </a:lnTo>
                  <a:lnTo>
                    <a:pt x="122237" y="96926"/>
                  </a:lnTo>
                  <a:lnTo>
                    <a:pt x="131838" y="108267"/>
                  </a:lnTo>
                  <a:lnTo>
                    <a:pt x="137071" y="103911"/>
                  </a:lnTo>
                  <a:lnTo>
                    <a:pt x="141439" y="100406"/>
                  </a:lnTo>
                  <a:lnTo>
                    <a:pt x="145808" y="96050"/>
                  </a:lnTo>
                  <a:lnTo>
                    <a:pt x="150177" y="92557"/>
                  </a:lnTo>
                  <a:lnTo>
                    <a:pt x="155409" y="89065"/>
                  </a:lnTo>
                  <a:lnTo>
                    <a:pt x="159778" y="85572"/>
                  </a:lnTo>
                  <a:lnTo>
                    <a:pt x="165011" y="82080"/>
                  </a:lnTo>
                  <a:lnTo>
                    <a:pt x="169379" y="78587"/>
                  </a:lnTo>
                  <a:close/>
                </a:path>
                <a:path w="694690" h="693419">
                  <a:moveTo>
                    <a:pt x="247091" y="653973"/>
                  </a:moveTo>
                  <a:lnTo>
                    <a:pt x="240982" y="652233"/>
                  </a:lnTo>
                  <a:lnTo>
                    <a:pt x="235737" y="649617"/>
                  </a:lnTo>
                  <a:lnTo>
                    <a:pt x="230505" y="647865"/>
                  </a:lnTo>
                  <a:lnTo>
                    <a:pt x="224383" y="645248"/>
                  </a:lnTo>
                  <a:lnTo>
                    <a:pt x="219151" y="643496"/>
                  </a:lnTo>
                  <a:lnTo>
                    <a:pt x="213906" y="640880"/>
                  </a:lnTo>
                  <a:lnTo>
                    <a:pt x="207797" y="638263"/>
                  </a:lnTo>
                  <a:lnTo>
                    <a:pt x="202565" y="635635"/>
                  </a:lnTo>
                  <a:lnTo>
                    <a:pt x="191211" y="659218"/>
                  </a:lnTo>
                  <a:lnTo>
                    <a:pt x="241846" y="667943"/>
                  </a:lnTo>
                  <a:lnTo>
                    <a:pt x="247091" y="653973"/>
                  </a:lnTo>
                  <a:close/>
                </a:path>
                <a:path w="694690" h="693419">
                  <a:moveTo>
                    <a:pt x="256692" y="38417"/>
                  </a:moveTo>
                  <a:lnTo>
                    <a:pt x="249707" y="13093"/>
                  </a:lnTo>
                  <a:lnTo>
                    <a:pt x="206921" y="41033"/>
                  </a:lnTo>
                  <a:lnTo>
                    <a:pt x="212166" y="55016"/>
                  </a:lnTo>
                  <a:lnTo>
                    <a:pt x="218274" y="53263"/>
                  </a:lnTo>
                  <a:lnTo>
                    <a:pt x="228752" y="48018"/>
                  </a:lnTo>
                  <a:lnTo>
                    <a:pt x="234861" y="46278"/>
                  </a:lnTo>
                  <a:lnTo>
                    <a:pt x="240106" y="43662"/>
                  </a:lnTo>
                  <a:lnTo>
                    <a:pt x="245351" y="41910"/>
                  </a:lnTo>
                  <a:lnTo>
                    <a:pt x="251460" y="40170"/>
                  </a:lnTo>
                  <a:lnTo>
                    <a:pt x="256692" y="38417"/>
                  </a:lnTo>
                  <a:close/>
                </a:path>
                <a:path w="694690" h="693419">
                  <a:moveTo>
                    <a:pt x="341388" y="669696"/>
                  </a:moveTo>
                  <a:lnTo>
                    <a:pt x="329171" y="669696"/>
                  </a:lnTo>
                  <a:lnTo>
                    <a:pt x="323926" y="668820"/>
                  </a:lnTo>
                  <a:lnTo>
                    <a:pt x="317817" y="667943"/>
                  </a:lnTo>
                  <a:lnTo>
                    <a:pt x="311708" y="667943"/>
                  </a:lnTo>
                  <a:lnTo>
                    <a:pt x="305587" y="667080"/>
                  </a:lnTo>
                  <a:lnTo>
                    <a:pt x="300355" y="666203"/>
                  </a:lnTo>
                  <a:lnTo>
                    <a:pt x="294233" y="665327"/>
                  </a:lnTo>
                  <a:lnTo>
                    <a:pt x="289877" y="691527"/>
                  </a:lnTo>
                  <a:lnTo>
                    <a:pt x="340512" y="684542"/>
                  </a:lnTo>
                  <a:lnTo>
                    <a:pt x="341388" y="669696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71" y="13970"/>
                  </a:lnTo>
                  <a:lnTo>
                    <a:pt x="304723" y="28816"/>
                  </a:lnTo>
                  <a:lnTo>
                    <a:pt x="316941" y="27076"/>
                  </a:lnTo>
                  <a:lnTo>
                    <a:pt x="323049" y="27076"/>
                  </a:lnTo>
                  <a:lnTo>
                    <a:pt x="329171" y="26200"/>
                  </a:lnTo>
                  <a:lnTo>
                    <a:pt x="352742" y="26200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55" y="671436"/>
                  </a:moveTo>
                  <a:lnTo>
                    <a:pt x="436562" y="657466"/>
                  </a:lnTo>
                  <a:lnTo>
                    <a:pt x="430453" y="659218"/>
                  </a:lnTo>
                  <a:lnTo>
                    <a:pt x="425208" y="660082"/>
                  </a:lnTo>
                  <a:lnTo>
                    <a:pt x="419100" y="661835"/>
                  </a:lnTo>
                  <a:lnTo>
                    <a:pt x="412991" y="662711"/>
                  </a:lnTo>
                  <a:lnTo>
                    <a:pt x="406869" y="664451"/>
                  </a:lnTo>
                  <a:lnTo>
                    <a:pt x="401637" y="665327"/>
                  </a:lnTo>
                  <a:lnTo>
                    <a:pt x="389407" y="667080"/>
                  </a:lnTo>
                  <a:lnTo>
                    <a:pt x="392899" y="693267"/>
                  </a:lnTo>
                  <a:lnTo>
                    <a:pt x="440055" y="671436"/>
                  </a:lnTo>
                  <a:close/>
                </a:path>
                <a:path w="694690" h="693419">
                  <a:moveTo>
                    <a:pt x="455764" y="17462"/>
                  </a:moveTo>
                  <a:lnTo>
                    <a:pt x="404253" y="15722"/>
                  </a:lnTo>
                  <a:lnTo>
                    <a:pt x="401637" y="30556"/>
                  </a:lnTo>
                  <a:lnTo>
                    <a:pt x="406869" y="31432"/>
                  </a:lnTo>
                  <a:lnTo>
                    <a:pt x="412991" y="33185"/>
                  </a:lnTo>
                  <a:lnTo>
                    <a:pt x="419100" y="34061"/>
                  </a:lnTo>
                  <a:lnTo>
                    <a:pt x="424332" y="34925"/>
                  </a:lnTo>
                  <a:lnTo>
                    <a:pt x="430453" y="36677"/>
                  </a:lnTo>
                  <a:lnTo>
                    <a:pt x="435686" y="38417"/>
                  </a:lnTo>
                  <a:lnTo>
                    <a:pt x="441794" y="40170"/>
                  </a:lnTo>
                  <a:lnTo>
                    <a:pt x="447040" y="41910"/>
                  </a:lnTo>
                  <a:lnTo>
                    <a:pt x="455764" y="17462"/>
                  </a:lnTo>
                  <a:close/>
                </a:path>
                <a:path w="694690" h="693419">
                  <a:moveTo>
                    <a:pt x="530860" y="629526"/>
                  </a:moveTo>
                  <a:lnTo>
                    <a:pt x="522998" y="617308"/>
                  </a:lnTo>
                  <a:lnTo>
                    <a:pt x="518629" y="619925"/>
                  </a:lnTo>
                  <a:lnTo>
                    <a:pt x="513397" y="623417"/>
                  </a:lnTo>
                  <a:lnTo>
                    <a:pt x="508152" y="626033"/>
                  </a:lnTo>
                  <a:lnTo>
                    <a:pt x="502920" y="629526"/>
                  </a:lnTo>
                  <a:lnTo>
                    <a:pt x="487197" y="637387"/>
                  </a:lnTo>
                  <a:lnTo>
                    <a:pt x="481088" y="640003"/>
                  </a:lnTo>
                  <a:lnTo>
                    <a:pt x="492442" y="663587"/>
                  </a:lnTo>
                  <a:lnTo>
                    <a:pt x="530860" y="629526"/>
                  </a:lnTo>
                  <a:close/>
                </a:path>
                <a:path w="694690" h="693419">
                  <a:moveTo>
                    <a:pt x="548322" y="63741"/>
                  </a:moveTo>
                  <a:lnTo>
                    <a:pt x="499427" y="47155"/>
                  </a:lnTo>
                  <a:lnTo>
                    <a:pt x="491566" y="60248"/>
                  </a:lnTo>
                  <a:lnTo>
                    <a:pt x="497674" y="63741"/>
                  </a:lnTo>
                  <a:lnTo>
                    <a:pt x="508152" y="68986"/>
                  </a:lnTo>
                  <a:lnTo>
                    <a:pt x="512521" y="72478"/>
                  </a:lnTo>
                  <a:lnTo>
                    <a:pt x="517766" y="75095"/>
                  </a:lnTo>
                  <a:lnTo>
                    <a:pt x="528243" y="82080"/>
                  </a:lnTo>
                  <a:lnTo>
                    <a:pt x="532599" y="85572"/>
                  </a:lnTo>
                  <a:lnTo>
                    <a:pt x="548322" y="63741"/>
                  </a:lnTo>
                  <a:close/>
                </a:path>
                <a:path w="694690" h="693419">
                  <a:moveTo>
                    <a:pt x="605942" y="563168"/>
                  </a:moveTo>
                  <a:lnTo>
                    <a:pt x="594601" y="552691"/>
                  </a:lnTo>
                  <a:lnTo>
                    <a:pt x="591108" y="557936"/>
                  </a:lnTo>
                  <a:lnTo>
                    <a:pt x="582371" y="566661"/>
                  </a:lnTo>
                  <a:lnTo>
                    <a:pt x="578878" y="571030"/>
                  </a:lnTo>
                  <a:lnTo>
                    <a:pt x="570153" y="579767"/>
                  </a:lnTo>
                  <a:lnTo>
                    <a:pt x="565785" y="583247"/>
                  </a:lnTo>
                  <a:lnTo>
                    <a:pt x="561416" y="587616"/>
                  </a:lnTo>
                  <a:lnTo>
                    <a:pt x="578878" y="606831"/>
                  </a:lnTo>
                  <a:lnTo>
                    <a:pt x="605942" y="563168"/>
                  </a:lnTo>
                  <a:close/>
                </a:path>
                <a:path w="694690" h="693419">
                  <a:moveTo>
                    <a:pt x="622541" y="136207"/>
                  </a:moveTo>
                  <a:lnTo>
                    <a:pt x="580631" y="105651"/>
                  </a:lnTo>
                  <a:lnTo>
                    <a:pt x="570153" y="116128"/>
                  </a:lnTo>
                  <a:lnTo>
                    <a:pt x="583247" y="129222"/>
                  </a:lnTo>
                  <a:lnTo>
                    <a:pt x="586740" y="133591"/>
                  </a:lnTo>
                  <a:lnTo>
                    <a:pt x="591108" y="137960"/>
                  </a:lnTo>
                  <a:lnTo>
                    <a:pt x="598093" y="146685"/>
                  </a:lnTo>
                  <a:lnTo>
                    <a:pt x="601586" y="151930"/>
                  </a:lnTo>
                  <a:lnTo>
                    <a:pt x="622541" y="136207"/>
                  </a:lnTo>
                  <a:close/>
                </a:path>
                <a:path w="694690" h="693419">
                  <a:moveTo>
                    <a:pt x="657466" y="476732"/>
                  </a:moveTo>
                  <a:lnTo>
                    <a:pt x="643496" y="470623"/>
                  </a:lnTo>
                  <a:lnTo>
                    <a:pt x="641743" y="476732"/>
                  </a:lnTo>
                  <a:lnTo>
                    <a:pt x="628650" y="502920"/>
                  </a:lnTo>
                  <a:lnTo>
                    <a:pt x="625157" y="508165"/>
                  </a:lnTo>
                  <a:lnTo>
                    <a:pt x="622541" y="513397"/>
                  </a:lnTo>
                  <a:lnTo>
                    <a:pt x="645236" y="527380"/>
                  </a:lnTo>
                  <a:lnTo>
                    <a:pt x="657466" y="476732"/>
                  </a:lnTo>
                  <a:close/>
                </a:path>
                <a:path w="694690" h="693419">
                  <a:moveTo>
                    <a:pt x="673176" y="227012"/>
                  </a:moveTo>
                  <a:lnTo>
                    <a:pt x="641743" y="185978"/>
                  </a:lnTo>
                  <a:lnTo>
                    <a:pt x="628650" y="192087"/>
                  </a:lnTo>
                  <a:lnTo>
                    <a:pt x="631266" y="198208"/>
                  </a:lnTo>
                  <a:lnTo>
                    <a:pt x="634758" y="203441"/>
                  </a:lnTo>
                  <a:lnTo>
                    <a:pt x="636511" y="208686"/>
                  </a:lnTo>
                  <a:lnTo>
                    <a:pt x="641743" y="219163"/>
                  </a:lnTo>
                  <a:lnTo>
                    <a:pt x="643496" y="224396"/>
                  </a:lnTo>
                  <a:lnTo>
                    <a:pt x="646112" y="230505"/>
                  </a:lnTo>
                  <a:lnTo>
                    <a:pt x="647852" y="235750"/>
                  </a:lnTo>
                  <a:lnTo>
                    <a:pt x="673176" y="227012"/>
                  </a:lnTo>
                  <a:close/>
                </a:path>
                <a:path w="694690" h="693419">
                  <a:moveTo>
                    <a:pt x="684530" y="431330"/>
                  </a:moveTo>
                  <a:lnTo>
                    <a:pt x="681913" y="379818"/>
                  </a:lnTo>
                  <a:lnTo>
                    <a:pt x="667067" y="378066"/>
                  </a:lnTo>
                  <a:lnTo>
                    <a:pt x="665327" y="390296"/>
                  </a:lnTo>
                  <a:lnTo>
                    <a:pt x="664451" y="401637"/>
                  </a:lnTo>
                  <a:lnTo>
                    <a:pt x="661822" y="412991"/>
                  </a:lnTo>
                  <a:lnTo>
                    <a:pt x="659206" y="425221"/>
                  </a:lnTo>
                  <a:lnTo>
                    <a:pt x="684530" y="431330"/>
                  </a:lnTo>
                  <a:close/>
                </a:path>
                <a:path w="694690" h="693419">
                  <a:moveTo>
                    <a:pt x="694131" y="328295"/>
                  </a:moveTo>
                  <a:lnTo>
                    <a:pt x="675805" y="279400"/>
                  </a:lnTo>
                  <a:lnTo>
                    <a:pt x="661822" y="282028"/>
                  </a:lnTo>
                  <a:lnTo>
                    <a:pt x="664451" y="294246"/>
                  </a:lnTo>
                  <a:lnTo>
                    <a:pt x="665327" y="305600"/>
                  </a:lnTo>
                  <a:lnTo>
                    <a:pt x="667067" y="317817"/>
                  </a:lnTo>
                  <a:lnTo>
                    <a:pt x="667943" y="329171"/>
                  </a:lnTo>
                  <a:lnTo>
                    <a:pt x="694131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15404" y="1307731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296" y="415607"/>
                  </a:moveTo>
                  <a:lnTo>
                    <a:pt x="29679" y="403390"/>
                  </a:lnTo>
                  <a:lnTo>
                    <a:pt x="27940" y="392036"/>
                  </a:lnTo>
                  <a:lnTo>
                    <a:pt x="26187" y="367588"/>
                  </a:lnTo>
                  <a:lnTo>
                    <a:pt x="10477" y="368465"/>
                  </a:lnTo>
                  <a:lnTo>
                    <a:pt x="6985" y="420852"/>
                  </a:lnTo>
                  <a:lnTo>
                    <a:pt x="32296" y="415607"/>
                  </a:lnTo>
                  <a:close/>
                </a:path>
                <a:path w="694690" h="693419">
                  <a:moveTo>
                    <a:pt x="34048" y="272415"/>
                  </a:moveTo>
                  <a:lnTo>
                    <a:pt x="20078" y="268058"/>
                  </a:lnTo>
                  <a:lnTo>
                    <a:pt x="0" y="316953"/>
                  </a:lnTo>
                  <a:lnTo>
                    <a:pt x="26187" y="319570"/>
                  </a:lnTo>
                  <a:lnTo>
                    <a:pt x="27940" y="308216"/>
                  </a:lnTo>
                  <a:lnTo>
                    <a:pt x="31432" y="283768"/>
                  </a:lnTo>
                  <a:lnTo>
                    <a:pt x="34048" y="272415"/>
                  </a:lnTo>
                  <a:close/>
                </a:path>
                <a:path w="694690" h="693419">
                  <a:moveTo>
                    <a:pt x="66357" y="505548"/>
                  </a:moveTo>
                  <a:lnTo>
                    <a:pt x="63728" y="499440"/>
                  </a:lnTo>
                  <a:lnTo>
                    <a:pt x="60236" y="494195"/>
                  </a:lnTo>
                  <a:lnTo>
                    <a:pt x="52387" y="478472"/>
                  </a:lnTo>
                  <a:lnTo>
                    <a:pt x="50634" y="472363"/>
                  </a:lnTo>
                  <a:lnTo>
                    <a:pt x="48018" y="467131"/>
                  </a:lnTo>
                  <a:lnTo>
                    <a:pt x="46266" y="461010"/>
                  </a:lnTo>
                  <a:lnTo>
                    <a:pt x="31432" y="466255"/>
                  </a:lnTo>
                  <a:lnTo>
                    <a:pt x="42773" y="517766"/>
                  </a:lnTo>
                  <a:lnTo>
                    <a:pt x="66357" y="505548"/>
                  </a:lnTo>
                  <a:close/>
                </a:path>
                <a:path w="694690" h="693419">
                  <a:moveTo>
                    <a:pt x="70713" y="183362"/>
                  </a:moveTo>
                  <a:lnTo>
                    <a:pt x="57619" y="175501"/>
                  </a:lnTo>
                  <a:lnTo>
                    <a:pt x="24447" y="216535"/>
                  </a:lnTo>
                  <a:lnTo>
                    <a:pt x="48895" y="226148"/>
                  </a:lnTo>
                  <a:lnTo>
                    <a:pt x="51511" y="220903"/>
                  </a:lnTo>
                  <a:lnTo>
                    <a:pt x="53251" y="214795"/>
                  </a:lnTo>
                  <a:lnTo>
                    <a:pt x="56743" y="209550"/>
                  </a:lnTo>
                  <a:lnTo>
                    <a:pt x="58496" y="204317"/>
                  </a:lnTo>
                  <a:lnTo>
                    <a:pt x="61988" y="199072"/>
                  </a:lnTo>
                  <a:lnTo>
                    <a:pt x="67221" y="188595"/>
                  </a:lnTo>
                  <a:lnTo>
                    <a:pt x="70713" y="183362"/>
                  </a:lnTo>
                  <a:close/>
                </a:path>
                <a:path w="694690" h="693419">
                  <a:moveTo>
                    <a:pt x="124853" y="580631"/>
                  </a:moveTo>
                  <a:lnTo>
                    <a:pt x="120484" y="577138"/>
                  </a:lnTo>
                  <a:lnTo>
                    <a:pt x="116128" y="572770"/>
                  </a:lnTo>
                  <a:lnTo>
                    <a:pt x="111760" y="567537"/>
                  </a:lnTo>
                  <a:lnTo>
                    <a:pt x="108267" y="563168"/>
                  </a:lnTo>
                  <a:lnTo>
                    <a:pt x="99529" y="554443"/>
                  </a:lnTo>
                  <a:lnTo>
                    <a:pt x="96037" y="550075"/>
                  </a:lnTo>
                  <a:lnTo>
                    <a:pt x="92544" y="544842"/>
                  </a:lnTo>
                  <a:lnTo>
                    <a:pt x="80327" y="553567"/>
                  </a:lnTo>
                  <a:lnTo>
                    <a:pt x="106514" y="599846"/>
                  </a:lnTo>
                  <a:lnTo>
                    <a:pt x="124853" y="580631"/>
                  </a:lnTo>
                  <a:close/>
                </a:path>
                <a:path w="694690" h="693419">
                  <a:moveTo>
                    <a:pt x="131838" y="108267"/>
                  </a:moveTo>
                  <a:lnTo>
                    <a:pt x="122237" y="96926"/>
                  </a:lnTo>
                  <a:lnTo>
                    <a:pt x="78574" y="126606"/>
                  </a:lnTo>
                  <a:lnTo>
                    <a:pt x="97790" y="143192"/>
                  </a:lnTo>
                  <a:lnTo>
                    <a:pt x="106514" y="134467"/>
                  </a:lnTo>
                  <a:lnTo>
                    <a:pt x="110007" y="130098"/>
                  </a:lnTo>
                  <a:lnTo>
                    <a:pt x="131838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19" y="633018"/>
                  </a:lnTo>
                  <a:lnTo>
                    <a:pt x="186842" y="627786"/>
                  </a:lnTo>
                  <a:lnTo>
                    <a:pt x="181610" y="624293"/>
                  </a:lnTo>
                  <a:lnTo>
                    <a:pt x="177241" y="620801"/>
                  </a:lnTo>
                  <a:lnTo>
                    <a:pt x="171996" y="618172"/>
                  </a:lnTo>
                  <a:lnTo>
                    <a:pt x="161518" y="611200"/>
                  </a:lnTo>
                  <a:lnTo>
                    <a:pt x="152793" y="623417"/>
                  </a:lnTo>
                  <a:lnTo>
                    <a:pt x="191211" y="659218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66" y="55880"/>
                  </a:moveTo>
                  <a:lnTo>
                    <a:pt x="206057" y="41910"/>
                  </a:lnTo>
                  <a:lnTo>
                    <a:pt x="155409" y="56756"/>
                  </a:lnTo>
                  <a:lnTo>
                    <a:pt x="169379" y="78587"/>
                  </a:lnTo>
                  <a:lnTo>
                    <a:pt x="174625" y="75095"/>
                  </a:lnTo>
                  <a:lnTo>
                    <a:pt x="185102" y="69850"/>
                  </a:lnTo>
                  <a:lnTo>
                    <a:pt x="190334" y="66357"/>
                  </a:lnTo>
                  <a:lnTo>
                    <a:pt x="200812" y="61125"/>
                  </a:lnTo>
                  <a:lnTo>
                    <a:pt x="206921" y="58496"/>
                  </a:lnTo>
                  <a:lnTo>
                    <a:pt x="212166" y="55880"/>
                  </a:lnTo>
                  <a:close/>
                </a:path>
                <a:path w="694690" h="693419">
                  <a:moveTo>
                    <a:pt x="294233" y="665327"/>
                  </a:moveTo>
                  <a:lnTo>
                    <a:pt x="282016" y="663587"/>
                  </a:lnTo>
                  <a:lnTo>
                    <a:pt x="276771" y="661835"/>
                  </a:lnTo>
                  <a:lnTo>
                    <a:pt x="270662" y="660082"/>
                  </a:lnTo>
                  <a:lnTo>
                    <a:pt x="264553" y="659218"/>
                  </a:lnTo>
                  <a:lnTo>
                    <a:pt x="258445" y="657466"/>
                  </a:lnTo>
                  <a:lnTo>
                    <a:pt x="253199" y="655726"/>
                  </a:lnTo>
                  <a:lnTo>
                    <a:pt x="247091" y="653973"/>
                  </a:lnTo>
                  <a:lnTo>
                    <a:pt x="241846" y="667943"/>
                  </a:lnTo>
                  <a:lnTo>
                    <a:pt x="289877" y="691527"/>
                  </a:lnTo>
                  <a:lnTo>
                    <a:pt x="294233" y="665327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71" y="13970"/>
                  </a:lnTo>
                  <a:lnTo>
                    <a:pt x="249707" y="13093"/>
                  </a:lnTo>
                  <a:lnTo>
                    <a:pt x="256692" y="38417"/>
                  </a:lnTo>
                  <a:lnTo>
                    <a:pt x="268922" y="34925"/>
                  </a:lnTo>
                  <a:lnTo>
                    <a:pt x="275031" y="34061"/>
                  </a:lnTo>
                  <a:lnTo>
                    <a:pt x="280276" y="32308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899" y="693267"/>
                  </a:moveTo>
                  <a:lnTo>
                    <a:pt x="389407" y="667080"/>
                  </a:lnTo>
                  <a:lnTo>
                    <a:pt x="383298" y="667943"/>
                  </a:lnTo>
                  <a:lnTo>
                    <a:pt x="378066" y="667943"/>
                  </a:lnTo>
                  <a:lnTo>
                    <a:pt x="365836" y="669696"/>
                  </a:lnTo>
                  <a:lnTo>
                    <a:pt x="341388" y="669696"/>
                  </a:lnTo>
                  <a:lnTo>
                    <a:pt x="341388" y="684542"/>
                  </a:lnTo>
                  <a:lnTo>
                    <a:pt x="392899" y="693267"/>
                  </a:lnTo>
                  <a:close/>
                </a:path>
                <a:path w="694690" h="693419">
                  <a:moveTo>
                    <a:pt x="403377" y="15722"/>
                  </a:moveTo>
                  <a:lnTo>
                    <a:pt x="353618" y="0"/>
                  </a:lnTo>
                  <a:lnTo>
                    <a:pt x="352742" y="26200"/>
                  </a:lnTo>
                  <a:lnTo>
                    <a:pt x="364096" y="26200"/>
                  </a:lnTo>
                  <a:lnTo>
                    <a:pt x="370205" y="27076"/>
                  </a:lnTo>
                  <a:lnTo>
                    <a:pt x="376313" y="27076"/>
                  </a:lnTo>
                  <a:lnTo>
                    <a:pt x="400761" y="30556"/>
                  </a:lnTo>
                  <a:lnTo>
                    <a:pt x="403377" y="15722"/>
                  </a:lnTo>
                  <a:close/>
                </a:path>
                <a:path w="694690" h="693419">
                  <a:moveTo>
                    <a:pt x="492442" y="663587"/>
                  </a:moveTo>
                  <a:lnTo>
                    <a:pt x="481088" y="640003"/>
                  </a:lnTo>
                  <a:lnTo>
                    <a:pt x="470611" y="645248"/>
                  </a:lnTo>
                  <a:lnTo>
                    <a:pt x="465378" y="646988"/>
                  </a:lnTo>
                  <a:lnTo>
                    <a:pt x="459257" y="649617"/>
                  </a:lnTo>
                  <a:lnTo>
                    <a:pt x="454025" y="651357"/>
                  </a:lnTo>
                  <a:lnTo>
                    <a:pt x="447916" y="653097"/>
                  </a:lnTo>
                  <a:lnTo>
                    <a:pt x="442671" y="654850"/>
                  </a:lnTo>
                  <a:lnTo>
                    <a:pt x="436562" y="656602"/>
                  </a:lnTo>
                  <a:lnTo>
                    <a:pt x="440055" y="671436"/>
                  </a:lnTo>
                  <a:lnTo>
                    <a:pt x="492442" y="663587"/>
                  </a:lnTo>
                  <a:close/>
                </a:path>
                <a:path w="694690" h="693419">
                  <a:moveTo>
                    <a:pt x="498551" y="47155"/>
                  </a:moveTo>
                  <a:lnTo>
                    <a:pt x="455764" y="17462"/>
                  </a:lnTo>
                  <a:lnTo>
                    <a:pt x="447040" y="41910"/>
                  </a:lnTo>
                  <a:lnTo>
                    <a:pt x="453148" y="43662"/>
                  </a:lnTo>
                  <a:lnTo>
                    <a:pt x="459257" y="46278"/>
                  </a:lnTo>
                  <a:lnTo>
                    <a:pt x="464502" y="48018"/>
                  </a:lnTo>
                  <a:lnTo>
                    <a:pt x="469734" y="50647"/>
                  </a:lnTo>
                  <a:lnTo>
                    <a:pt x="475856" y="53263"/>
                  </a:lnTo>
                  <a:lnTo>
                    <a:pt x="481088" y="55016"/>
                  </a:lnTo>
                  <a:lnTo>
                    <a:pt x="491566" y="60248"/>
                  </a:lnTo>
                  <a:lnTo>
                    <a:pt x="498551" y="47155"/>
                  </a:lnTo>
                  <a:close/>
                </a:path>
                <a:path w="694690" h="693419">
                  <a:moveTo>
                    <a:pt x="578878" y="606831"/>
                  </a:moveTo>
                  <a:lnTo>
                    <a:pt x="561416" y="587616"/>
                  </a:lnTo>
                  <a:lnTo>
                    <a:pt x="557047" y="591985"/>
                  </a:lnTo>
                  <a:lnTo>
                    <a:pt x="552691" y="595477"/>
                  </a:lnTo>
                  <a:lnTo>
                    <a:pt x="547446" y="598970"/>
                  </a:lnTo>
                  <a:lnTo>
                    <a:pt x="543077" y="602462"/>
                  </a:lnTo>
                  <a:lnTo>
                    <a:pt x="537845" y="606831"/>
                  </a:lnTo>
                  <a:lnTo>
                    <a:pt x="533476" y="609447"/>
                  </a:lnTo>
                  <a:lnTo>
                    <a:pt x="522998" y="616432"/>
                  </a:lnTo>
                  <a:lnTo>
                    <a:pt x="531736" y="629526"/>
                  </a:lnTo>
                  <a:lnTo>
                    <a:pt x="578878" y="606831"/>
                  </a:lnTo>
                  <a:close/>
                </a:path>
                <a:path w="694690" h="693419">
                  <a:moveTo>
                    <a:pt x="580631" y="105651"/>
                  </a:moveTo>
                  <a:lnTo>
                    <a:pt x="548322" y="63741"/>
                  </a:lnTo>
                  <a:lnTo>
                    <a:pt x="532599" y="85572"/>
                  </a:lnTo>
                  <a:lnTo>
                    <a:pt x="537845" y="89065"/>
                  </a:lnTo>
                  <a:lnTo>
                    <a:pt x="542213" y="92557"/>
                  </a:lnTo>
                  <a:lnTo>
                    <a:pt x="547446" y="96050"/>
                  </a:lnTo>
                  <a:lnTo>
                    <a:pt x="551815" y="99542"/>
                  </a:lnTo>
                  <a:lnTo>
                    <a:pt x="557047" y="103911"/>
                  </a:lnTo>
                  <a:lnTo>
                    <a:pt x="561416" y="108267"/>
                  </a:lnTo>
                  <a:lnTo>
                    <a:pt x="565785" y="111760"/>
                  </a:lnTo>
                  <a:lnTo>
                    <a:pt x="570153" y="116128"/>
                  </a:lnTo>
                  <a:lnTo>
                    <a:pt x="580631" y="105651"/>
                  </a:lnTo>
                  <a:close/>
                </a:path>
                <a:path w="694690" h="693419">
                  <a:moveTo>
                    <a:pt x="641743" y="185102"/>
                  </a:moveTo>
                  <a:lnTo>
                    <a:pt x="622541" y="136207"/>
                  </a:lnTo>
                  <a:lnTo>
                    <a:pt x="601586" y="151930"/>
                  </a:lnTo>
                  <a:lnTo>
                    <a:pt x="605942" y="156298"/>
                  </a:lnTo>
                  <a:lnTo>
                    <a:pt x="609434" y="161531"/>
                  </a:lnTo>
                  <a:lnTo>
                    <a:pt x="612063" y="166776"/>
                  </a:lnTo>
                  <a:lnTo>
                    <a:pt x="615556" y="171132"/>
                  </a:lnTo>
                  <a:lnTo>
                    <a:pt x="619048" y="177253"/>
                  </a:lnTo>
                  <a:lnTo>
                    <a:pt x="622541" y="181610"/>
                  </a:lnTo>
                  <a:lnTo>
                    <a:pt x="625157" y="186855"/>
                  </a:lnTo>
                  <a:lnTo>
                    <a:pt x="628650" y="192087"/>
                  </a:lnTo>
                  <a:lnTo>
                    <a:pt x="641743" y="185102"/>
                  </a:lnTo>
                  <a:close/>
                </a:path>
                <a:path w="694690" h="693419">
                  <a:moveTo>
                    <a:pt x="645236" y="527380"/>
                  </a:moveTo>
                  <a:lnTo>
                    <a:pt x="622541" y="513397"/>
                  </a:lnTo>
                  <a:lnTo>
                    <a:pt x="619912" y="518642"/>
                  </a:lnTo>
                  <a:lnTo>
                    <a:pt x="612927" y="529120"/>
                  </a:lnTo>
                  <a:lnTo>
                    <a:pt x="609434" y="533488"/>
                  </a:lnTo>
                  <a:lnTo>
                    <a:pt x="605942" y="538721"/>
                  </a:lnTo>
                  <a:lnTo>
                    <a:pt x="602449" y="543090"/>
                  </a:lnTo>
                  <a:lnTo>
                    <a:pt x="598093" y="548322"/>
                  </a:lnTo>
                  <a:lnTo>
                    <a:pt x="594601" y="552691"/>
                  </a:lnTo>
                  <a:lnTo>
                    <a:pt x="605942" y="562305"/>
                  </a:lnTo>
                  <a:lnTo>
                    <a:pt x="645236" y="527380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76" y="227012"/>
                  </a:lnTo>
                  <a:lnTo>
                    <a:pt x="647852" y="235750"/>
                  </a:lnTo>
                  <a:lnTo>
                    <a:pt x="650481" y="240982"/>
                  </a:lnTo>
                  <a:lnTo>
                    <a:pt x="653973" y="253212"/>
                  </a:lnTo>
                  <a:lnTo>
                    <a:pt x="655713" y="258445"/>
                  </a:lnTo>
                  <a:lnTo>
                    <a:pt x="659206" y="270675"/>
                  </a:lnTo>
                  <a:lnTo>
                    <a:pt x="660082" y="275907"/>
                  </a:lnTo>
                  <a:lnTo>
                    <a:pt x="661822" y="282028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30" y="431330"/>
                  </a:moveTo>
                  <a:lnTo>
                    <a:pt x="659206" y="425221"/>
                  </a:lnTo>
                  <a:lnTo>
                    <a:pt x="657466" y="430453"/>
                  </a:lnTo>
                  <a:lnTo>
                    <a:pt x="653973" y="442683"/>
                  </a:lnTo>
                  <a:lnTo>
                    <a:pt x="652221" y="447916"/>
                  </a:lnTo>
                  <a:lnTo>
                    <a:pt x="650481" y="454025"/>
                  </a:lnTo>
                  <a:lnTo>
                    <a:pt x="648728" y="459270"/>
                  </a:lnTo>
                  <a:lnTo>
                    <a:pt x="646112" y="465378"/>
                  </a:lnTo>
                  <a:lnTo>
                    <a:pt x="643496" y="470623"/>
                  </a:lnTo>
                  <a:lnTo>
                    <a:pt x="657466" y="476732"/>
                  </a:lnTo>
                  <a:lnTo>
                    <a:pt x="684530" y="431330"/>
                  </a:lnTo>
                  <a:close/>
                </a:path>
                <a:path w="694690" h="693419">
                  <a:moveTo>
                    <a:pt x="694131" y="328295"/>
                  </a:moveTo>
                  <a:lnTo>
                    <a:pt x="667943" y="329171"/>
                  </a:lnTo>
                  <a:lnTo>
                    <a:pt x="668807" y="341401"/>
                  </a:lnTo>
                  <a:lnTo>
                    <a:pt x="668807" y="353618"/>
                  </a:lnTo>
                  <a:lnTo>
                    <a:pt x="667067" y="378066"/>
                  </a:lnTo>
                  <a:lnTo>
                    <a:pt x="681913" y="379818"/>
                  </a:lnTo>
                  <a:lnTo>
                    <a:pt x="694131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 rot="1020000">
            <a:off x="3287635" y="4039702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1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49859" y="7295121"/>
            <a:ext cx="52514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10" dirty="0">
                <a:latin typeface="Gill Sans MT"/>
                <a:cs typeface="Gill Sans MT"/>
              </a:rPr>
              <a:t>©2000</a:t>
            </a:r>
            <a:r>
              <a:rPr sz="600" spc="75" dirty="0">
                <a:latin typeface="Gill Sans MT"/>
                <a:cs typeface="Gill Sans MT"/>
              </a:rPr>
              <a:t> </a:t>
            </a:r>
            <a:r>
              <a:rPr sz="600" spc="-10" dirty="0">
                <a:latin typeface="Gill Sans MT"/>
                <a:cs typeface="Gill Sans MT"/>
              </a:rPr>
              <a:t>HOSCH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146355" y="7295115"/>
            <a:ext cx="120078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4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II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4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0824T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4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20000626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4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48" name="object 48"/>
          <p:cNvSpPr txBox="1"/>
          <p:nvPr/>
        </p:nvSpPr>
        <p:spPr>
          <a:xfrm rot="1020000">
            <a:off x="7016100" y="5233896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1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49" name="object 49"/>
          <p:cNvSpPr txBox="1"/>
          <p:nvPr/>
        </p:nvSpPr>
        <p:spPr>
          <a:xfrm rot="1020000">
            <a:off x="5749596" y="2751233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6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50" name="object 50"/>
          <p:cNvSpPr txBox="1"/>
          <p:nvPr/>
        </p:nvSpPr>
        <p:spPr>
          <a:xfrm rot="1020000">
            <a:off x="4547758" y="6473042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6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51" name="object 51"/>
          <p:cNvSpPr txBox="1"/>
          <p:nvPr/>
        </p:nvSpPr>
        <p:spPr>
          <a:xfrm rot="1020000">
            <a:off x="3837978" y="5189064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5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52" name="object 52"/>
          <p:cNvSpPr txBox="1"/>
          <p:nvPr/>
        </p:nvSpPr>
        <p:spPr>
          <a:xfrm rot="1020000">
            <a:off x="4409806" y="3497066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5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27738" y="1372260"/>
            <a:ext cx="2698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90" dirty="0">
                <a:latin typeface="Gill Sans MT"/>
                <a:cs typeface="Gill Sans MT"/>
              </a:rPr>
              <a:t>3</a:t>
            </a:r>
            <a:endParaRPr sz="3200">
              <a:latin typeface="Gill Sans MT"/>
              <a:cs typeface="Gill Sans MT"/>
            </a:endParaRPr>
          </a:p>
        </p:txBody>
      </p:sp>
      <p:sp>
        <p:nvSpPr>
          <p:cNvPr id="54" name="object 54"/>
          <p:cNvSpPr txBox="1"/>
          <p:nvPr/>
        </p:nvSpPr>
        <p:spPr>
          <a:xfrm rot="1020000">
            <a:off x="4317816" y="5229601"/>
            <a:ext cx="303188" cy="26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9"/>
              </a:lnSpc>
            </a:pPr>
            <a:r>
              <a:rPr sz="2050" b="1" spc="-430" dirty="0">
                <a:solidFill>
                  <a:srgbClr val="231F20"/>
                </a:solidFill>
                <a:latin typeface="Gill Sans MT"/>
                <a:cs typeface="Gill Sans MT"/>
              </a:rPr>
              <a:t>C</a:t>
            </a:r>
            <a:endParaRPr sz="2050">
              <a:latin typeface="Gill Sans MT"/>
              <a:cs typeface="Gill Sans MT"/>
            </a:endParaRPr>
          </a:p>
        </p:txBody>
      </p:sp>
      <p:sp>
        <p:nvSpPr>
          <p:cNvPr id="55" name="object 55"/>
          <p:cNvSpPr txBox="1"/>
          <p:nvPr/>
        </p:nvSpPr>
        <p:spPr>
          <a:xfrm rot="17340000">
            <a:off x="5405981" y="5937728"/>
            <a:ext cx="292790" cy="26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9"/>
              </a:lnSpc>
            </a:pPr>
            <a:r>
              <a:rPr sz="2050" b="1" spc="-350" dirty="0">
                <a:solidFill>
                  <a:srgbClr val="231F20"/>
                </a:solidFill>
                <a:latin typeface="Gill Sans MT"/>
                <a:cs typeface="Gill Sans MT"/>
              </a:rPr>
              <a:t>E</a:t>
            </a:r>
            <a:endParaRPr sz="2050">
              <a:latin typeface="Gill Sans MT"/>
              <a:cs typeface="Gill Sans MT"/>
            </a:endParaRPr>
          </a:p>
        </p:txBody>
      </p:sp>
      <p:sp>
        <p:nvSpPr>
          <p:cNvPr id="56" name="object 56"/>
          <p:cNvSpPr txBox="1"/>
          <p:nvPr/>
        </p:nvSpPr>
        <p:spPr>
          <a:xfrm rot="17340000">
            <a:off x="5447696" y="5548163"/>
            <a:ext cx="526445" cy="26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50"/>
              </a:lnSpc>
            </a:pPr>
            <a:r>
              <a:rPr sz="2050" b="1" spc="-60" dirty="0">
                <a:solidFill>
                  <a:srgbClr val="231F20"/>
                </a:solidFill>
                <a:latin typeface="Gill Sans MT"/>
                <a:cs typeface="Gill Sans MT"/>
              </a:rPr>
              <a:t>min</a:t>
            </a:r>
            <a:endParaRPr sz="2050">
              <a:latin typeface="Gill Sans MT"/>
              <a:cs typeface="Gill Sans MT"/>
            </a:endParaRPr>
          </a:p>
        </p:txBody>
      </p:sp>
      <p:sp>
        <p:nvSpPr>
          <p:cNvPr id="57" name="object 57"/>
          <p:cNvSpPr txBox="1"/>
          <p:nvPr/>
        </p:nvSpPr>
        <p:spPr>
          <a:xfrm rot="17340000">
            <a:off x="6040254" y="6259066"/>
            <a:ext cx="292790" cy="26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9"/>
              </a:lnSpc>
            </a:pPr>
            <a:r>
              <a:rPr sz="2050" b="1" spc="-350" dirty="0">
                <a:solidFill>
                  <a:srgbClr val="231F20"/>
                </a:solidFill>
                <a:latin typeface="Gill Sans MT"/>
                <a:cs typeface="Gill Sans MT"/>
              </a:rPr>
              <a:t>E</a:t>
            </a:r>
            <a:endParaRPr sz="2050">
              <a:latin typeface="Gill Sans MT"/>
              <a:cs typeface="Gill Sans MT"/>
            </a:endParaRPr>
          </a:p>
        </p:txBody>
      </p:sp>
      <p:sp>
        <p:nvSpPr>
          <p:cNvPr id="58" name="object 58"/>
          <p:cNvSpPr txBox="1"/>
          <p:nvPr/>
        </p:nvSpPr>
        <p:spPr>
          <a:xfrm rot="17340000">
            <a:off x="6050724" y="5817529"/>
            <a:ext cx="623654" cy="26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50"/>
              </a:lnSpc>
            </a:pPr>
            <a:r>
              <a:rPr sz="2050" b="1" spc="40" dirty="0">
                <a:solidFill>
                  <a:srgbClr val="231F20"/>
                </a:solidFill>
                <a:latin typeface="Gill Sans MT"/>
                <a:cs typeface="Gill Sans MT"/>
              </a:rPr>
              <a:t>max</a:t>
            </a:r>
            <a:endParaRPr sz="2050">
              <a:latin typeface="Gill Sans MT"/>
              <a:cs typeface="Gill Sans MT"/>
            </a:endParaRPr>
          </a:p>
        </p:txBody>
      </p:sp>
      <p:sp>
        <p:nvSpPr>
          <p:cNvPr id="59" name="object 59"/>
          <p:cNvSpPr txBox="1"/>
          <p:nvPr/>
        </p:nvSpPr>
        <p:spPr>
          <a:xfrm rot="17340000">
            <a:off x="6557901" y="4661391"/>
            <a:ext cx="320883" cy="26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2050" b="1" spc="-225" dirty="0">
                <a:solidFill>
                  <a:srgbClr val="231F20"/>
                </a:solidFill>
                <a:latin typeface="Gill Sans MT"/>
                <a:cs typeface="Gill Sans MT"/>
              </a:rPr>
              <a:t>D</a:t>
            </a:r>
            <a:endParaRPr sz="2050">
              <a:latin typeface="Gill Sans MT"/>
              <a:cs typeface="Gill Sans MT"/>
            </a:endParaRPr>
          </a:p>
        </p:txBody>
      </p:sp>
      <p:sp>
        <p:nvSpPr>
          <p:cNvPr id="60" name="object 60"/>
          <p:cNvSpPr txBox="1"/>
          <p:nvPr/>
        </p:nvSpPr>
        <p:spPr>
          <a:xfrm rot="17340000">
            <a:off x="6590488" y="4194099"/>
            <a:ext cx="623654" cy="26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50"/>
              </a:lnSpc>
            </a:pPr>
            <a:r>
              <a:rPr sz="2050" b="1" spc="40" dirty="0">
                <a:solidFill>
                  <a:srgbClr val="231F20"/>
                </a:solidFill>
                <a:latin typeface="Gill Sans MT"/>
                <a:cs typeface="Gill Sans MT"/>
              </a:rPr>
              <a:t>max</a:t>
            </a:r>
            <a:endParaRPr sz="2050">
              <a:latin typeface="Gill Sans MT"/>
              <a:cs typeface="Gill Sans MT"/>
            </a:endParaRPr>
          </a:p>
        </p:txBody>
      </p:sp>
      <p:sp>
        <p:nvSpPr>
          <p:cNvPr id="61" name="object 61"/>
          <p:cNvSpPr txBox="1"/>
          <p:nvPr/>
        </p:nvSpPr>
        <p:spPr>
          <a:xfrm rot="17340000">
            <a:off x="5870629" y="4487060"/>
            <a:ext cx="320883" cy="26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2050" b="1" spc="-225" dirty="0">
                <a:solidFill>
                  <a:srgbClr val="231F20"/>
                </a:solidFill>
                <a:latin typeface="Gill Sans MT"/>
                <a:cs typeface="Gill Sans MT"/>
              </a:rPr>
              <a:t>D</a:t>
            </a:r>
            <a:endParaRPr sz="2050">
              <a:latin typeface="Gill Sans MT"/>
              <a:cs typeface="Gill Sans MT"/>
            </a:endParaRPr>
          </a:p>
        </p:txBody>
      </p:sp>
      <p:sp>
        <p:nvSpPr>
          <p:cNvPr id="62" name="object 62"/>
          <p:cNvSpPr txBox="1"/>
          <p:nvPr/>
        </p:nvSpPr>
        <p:spPr>
          <a:xfrm rot="17340000">
            <a:off x="5934462" y="4071741"/>
            <a:ext cx="526445" cy="26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50"/>
              </a:lnSpc>
            </a:pPr>
            <a:r>
              <a:rPr sz="2050" b="1" spc="-60" dirty="0">
                <a:solidFill>
                  <a:srgbClr val="231F20"/>
                </a:solidFill>
                <a:latin typeface="Gill Sans MT"/>
                <a:cs typeface="Gill Sans MT"/>
              </a:rPr>
              <a:t>min</a:t>
            </a:r>
            <a:endParaRPr sz="2050">
              <a:latin typeface="Gill Sans MT"/>
              <a:cs typeface="Gill Sans MT"/>
            </a:endParaRPr>
          </a:p>
        </p:txBody>
      </p:sp>
      <p:sp>
        <p:nvSpPr>
          <p:cNvPr id="63" name="object 63"/>
          <p:cNvSpPr txBox="1"/>
          <p:nvPr/>
        </p:nvSpPr>
        <p:spPr>
          <a:xfrm rot="1080000">
            <a:off x="4472325" y="5228414"/>
            <a:ext cx="355454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85"/>
              </a:lnSpc>
            </a:pPr>
            <a:r>
              <a:rPr sz="2400" b="1" spc="265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64" name="object 64"/>
          <p:cNvSpPr txBox="1"/>
          <p:nvPr/>
        </p:nvSpPr>
        <p:spPr>
          <a:xfrm rot="1080000">
            <a:off x="5307110" y="5749613"/>
            <a:ext cx="355454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85"/>
              </a:lnSpc>
            </a:pPr>
            <a:r>
              <a:rPr sz="2400" b="1" spc="265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65" name="object 65"/>
          <p:cNvSpPr txBox="1"/>
          <p:nvPr/>
        </p:nvSpPr>
        <p:spPr>
          <a:xfrm rot="1080000">
            <a:off x="5793099" y="4309623"/>
            <a:ext cx="355454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85"/>
              </a:lnSpc>
            </a:pPr>
            <a:r>
              <a:rPr sz="2400" b="1" spc="265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66" name="object 66"/>
          <p:cNvSpPr txBox="1"/>
          <p:nvPr/>
        </p:nvSpPr>
        <p:spPr>
          <a:xfrm rot="1080000">
            <a:off x="6495095" y="4489620"/>
            <a:ext cx="355454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85"/>
              </a:lnSpc>
            </a:pPr>
            <a:r>
              <a:rPr sz="2400" b="1" spc="265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67" name="object 67"/>
          <p:cNvSpPr txBox="1"/>
          <p:nvPr/>
        </p:nvSpPr>
        <p:spPr>
          <a:xfrm rot="1080000">
            <a:off x="5973103" y="6055602"/>
            <a:ext cx="355454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85"/>
              </a:lnSpc>
            </a:pPr>
            <a:r>
              <a:rPr sz="2400" b="1" spc="265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title"/>
          </p:nvPr>
        </p:nvSpPr>
        <p:spPr>
          <a:xfrm>
            <a:off x="349413" y="458722"/>
            <a:ext cx="3636645" cy="759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dirty="0"/>
              <a:t>Scraper</a:t>
            </a:r>
            <a:r>
              <a:rPr spc="-114" dirty="0"/>
              <a:t> </a:t>
            </a:r>
            <a:r>
              <a:rPr spc="-50" dirty="0"/>
              <a:t>Type</a:t>
            </a:r>
            <a:r>
              <a:rPr spc="-114" dirty="0"/>
              <a:t> </a:t>
            </a:r>
            <a:r>
              <a:rPr dirty="0"/>
              <a:t>B6</a:t>
            </a:r>
            <a:r>
              <a:rPr spc="-110" dirty="0"/>
              <a:t> </a:t>
            </a:r>
            <a:r>
              <a:rPr dirty="0"/>
              <a:t>+</a:t>
            </a:r>
            <a:r>
              <a:rPr spc="-114" dirty="0"/>
              <a:t> </a:t>
            </a:r>
            <a:r>
              <a:rPr spc="-20" dirty="0"/>
              <a:t>PEM*</a:t>
            </a:r>
            <a:r>
              <a:rPr spc="-110" dirty="0"/>
              <a:t> </a:t>
            </a:r>
            <a:r>
              <a:rPr spc="-105" dirty="0"/>
              <a:t>- </a:t>
            </a:r>
            <a:r>
              <a:rPr spc="-60" dirty="0"/>
              <a:t>Select</a:t>
            </a:r>
            <a:r>
              <a:rPr spc="50" dirty="0"/>
              <a:t> </a:t>
            </a:r>
            <a:r>
              <a:rPr dirty="0"/>
              <a:t>spindle</a:t>
            </a:r>
            <a:r>
              <a:rPr spc="55" dirty="0"/>
              <a:t> </a:t>
            </a:r>
            <a:r>
              <a:rPr spc="-10" dirty="0"/>
              <a:t>position</a:t>
            </a:r>
          </a:p>
        </p:txBody>
      </p:sp>
      <p:graphicFrame>
        <p:nvGraphicFramePr>
          <p:cNvPr id="69" name="object 69"/>
          <p:cNvGraphicFramePr>
            <a:graphicFrameLocks noGrp="1"/>
          </p:cNvGraphicFramePr>
          <p:nvPr/>
        </p:nvGraphicFramePr>
        <p:xfrm>
          <a:off x="7506868" y="5621045"/>
          <a:ext cx="2823844" cy="1221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8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9705"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900" b="1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Dimensions*</a:t>
                      </a:r>
                      <a:endParaRPr sz="900">
                        <a:latin typeface="Gill Sans MT"/>
                        <a:cs typeface="Gill Sans MT"/>
                      </a:endParaRPr>
                    </a:p>
                  </a:txBody>
                  <a:tcPr marL="0" marR="0" marT="139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6E7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05">
                <a:tc rowSpan="2">
                  <a:txBody>
                    <a:bodyPr/>
                    <a:lstStyle/>
                    <a:p>
                      <a:pPr marL="31115" marR="1435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800" spc="-7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For</a:t>
                      </a:r>
                      <a:r>
                        <a:rPr sz="8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type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7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long </a:t>
                      </a:r>
                      <a:r>
                        <a:rPr sz="8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elements</a:t>
                      </a:r>
                      <a:r>
                        <a:rPr sz="800" spc="-5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and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normal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blades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429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6E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10"/>
                        </a:spcBef>
                      </a:pPr>
                      <a:r>
                        <a:rPr sz="1100" b="1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10"/>
                        </a:spcBef>
                      </a:pPr>
                      <a:r>
                        <a:rPr sz="1100" b="1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D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10"/>
                        </a:spcBef>
                      </a:pPr>
                      <a:r>
                        <a:rPr sz="1100" b="1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6E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[mm]</a:t>
                      </a:r>
                      <a:endParaRPr sz="700">
                        <a:latin typeface="Gill Sans MT"/>
                        <a:cs typeface="Gill Sans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[mm]</a:t>
                      </a:r>
                      <a:endParaRPr sz="700">
                        <a:latin typeface="Gill Sans MT"/>
                        <a:cs typeface="Gill Sans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[mm]</a:t>
                      </a:r>
                      <a:endParaRPr sz="700">
                        <a:latin typeface="Gill Sans MT"/>
                        <a:cs typeface="Gill Sans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31115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sz="1100" b="1" spc="34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48mm)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210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155</a:t>
                      </a:r>
                      <a:r>
                        <a:rPr sz="11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295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5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75</a:t>
                      </a:r>
                      <a:r>
                        <a:rPr sz="11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215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B</a:t>
                      </a:r>
                      <a:r>
                        <a:rPr sz="1100" b="1" spc="43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60mm)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200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160</a:t>
                      </a:r>
                      <a:r>
                        <a:rPr sz="11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370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5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60</a:t>
                      </a:r>
                      <a:r>
                        <a:rPr sz="11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270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7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r>
                        <a:rPr sz="1100" b="1" spc="36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76mm)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220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160</a:t>
                      </a:r>
                      <a:r>
                        <a:rPr sz="1100" spc="-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13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370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5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60</a:t>
                      </a:r>
                      <a:r>
                        <a:rPr sz="11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270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7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D</a:t>
                      </a:r>
                      <a:r>
                        <a:rPr sz="1100" b="1" spc="33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101mm)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240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195</a:t>
                      </a:r>
                      <a:r>
                        <a:rPr sz="11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405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5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80</a:t>
                      </a:r>
                      <a:r>
                        <a:rPr sz="11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290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0" name="object 70"/>
          <p:cNvSpPr txBox="1"/>
          <p:nvPr/>
        </p:nvSpPr>
        <p:spPr>
          <a:xfrm>
            <a:off x="347008" y="6819315"/>
            <a:ext cx="69405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90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r>
              <a:rPr sz="600" spc="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Parallel</a:t>
            </a:r>
            <a:r>
              <a:rPr sz="600" spc="3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elasto-</a:t>
            </a:r>
            <a:r>
              <a:rPr sz="600" spc="-35" dirty="0">
                <a:solidFill>
                  <a:srgbClr val="231F20"/>
                </a:solidFill>
                <a:latin typeface="Gill Sans MT"/>
                <a:cs typeface="Gill Sans MT"/>
              </a:rPr>
              <a:t>mount</a:t>
            </a:r>
            <a:endParaRPr sz="600">
              <a:latin typeface="Gill Sans MT"/>
              <a:cs typeface="Gill Sans MT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5EEC062-B09B-A141-05B6-EBFC3542FD66}"/>
              </a:ext>
            </a:extLst>
          </p:cNvPr>
          <p:cNvGrpSpPr/>
          <p:nvPr/>
        </p:nvGrpSpPr>
        <p:grpSpPr>
          <a:xfrm>
            <a:off x="7734934" y="349251"/>
            <a:ext cx="2717165" cy="817393"/>
            <a:chOff x="7734934" y="309245"/>
            <a:chExt cx="2717166" cy="897807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57DA758-7384-749E-DF28-C168D2AA4B78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5" name="Picture 74" descr="A close-up of a logo&#10;&#10;AI-generated content may be incorrect.">
              <a:extLst>
                <a:ext uri="{FF2B5EF4-FFF2-40B4-BE49-F238E27FC236}">
                  <a16:creationId xmlns:a16="http://schemas.microsoft.com/office/drawing/2014/main" id="{F1920C09-97AF-45DF-7DA2-023D1335A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3498" y="309245"/>
              <a:ext cx="1771123" cy="897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08683" y="1182687"/>
            <a:ext cx="7684134" cy="5462905"/>
            <a:chOff x="1408683" y="1182687"/>
            <a:chExt cx="7684134" cy="5462905"/>
          </a:xfrm>
        </p:grpSpPr>
        <p:sp>
          <p:nvSpPr>
            <p:cNvPr id="3" name="object 3"/>
            <p:cNvSpPr/>
            <p:nvPr/>
          </p:nvSpPr>
          <p:spPr>
            <a:xfrm>
              <a:off x="3325418" y="5134216"/>
              <a:ext cx="2635885" cy="1239520"/>
            </a:xfrm>
            <a:custGeom>
              <a:avLst/>
              <a:gdLst/>
              <a:ahLst/>
              <a:cxnLst/>
              <a:rect l="l" t="t" r="r" b="b"/>
              <a:pathLst>
                <a:path w="2635885" h="1239520">
                  <a:moveTo>
                    <a:pt x="1990788" y="584187"/>
                  </a:moveTo>
                  <a:lnTo>
                    <a:pt x="2635338" y="792518"/>
                  </a:lnTo>
                </a:path>
                <a:path w="2635885" h="1239520">
                  <a:moveTo>
                    <a:pt x="1990788" y="584187"/>
                  </a:moveTo>
                  <a:lnTo>
                    <a:pt x="1777974" y="1239151"/>
                  </a:lnTo>
                </a:path>
                <a:path w="2635885" h="1239520">
                  <a:moveTo>
                    <a:pt x="212826" y="0"/>
                  </a:moveTo>
                  <a:lnTo>
                    <a:pt x="0" y="654964"/>
                  </a:lnTo>
                </a:path>
              </a:pathLst>
            </a:custGeom>
            <a:ln w="12052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34956" y="2930715"/>
              <a:ext cx="2499360" cy="2788285"/>
            </a:xfrm>
            <a:custGeom>
              <a:avLst/>
              <a:gdLst/>
              <a:ahLst/>
              <a:cxnLst/>
              <a:rect l="l" t="t" r="r" b="b"/>
              <a:pathLst>
                <a:path w="2499360" h="2788285">
                  <a:moveTo>
                    <a:pt x="2498979" y="578777"/>
                  </a:moveTo>
                  <a:lnTo>
                    <a:pt x="717727" y="0"/>
                  </a:lnTo>
                  <a:lnTo>
                    <a:pt x="0" y="2208911"/>
                  </a:lnTo>
                  <a:lnTo>
                    <a:pt x="1781251" y="2787688"/>
                  </a:lnTo>
                  <a:lnTo>
                    <a:pt x="2498979" y="578777"/>
                  </a:lnTo>
                  <a:close/>
                </a:path>
              </a:pathLst>
            </a:custGeom>
            <a:solidFill>
              <a:srgbClr val="F0F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34956" y="2930715"/>
              <a:ext cx="2499360" cy="2788285"/>
            </a:xfrm>
            <a:custGeom>
              <a:avLst/>
              <a:gdLst/>
              <a:ahLst/>
              <a:cxnLst/>
              <a:rect l="l" t="t" r="r" b="b"/>
              <a:pathLst>
                <a:path w="2499360" h="2788285">
                  <a:moveTo>
                    <a:pt x="717727" y="0"/>
                  </a:moveTo>
                  <a:lnTo>
                    <a:pt x="0" y="2208911"/>
                  </a:lnTo>
                  <a:lnTo>
                    <a:pt x="1781251" y="2787688"/>
                  </a:lnTo>
                  <a:lnTo>
                    <a:pt x="2498979" y="578777"/>
                  </a:lnTo>
                  <a:lnTo>
                    <a:pt x="717727" y="0"/>
                  </a:lnTo>
                  <a:close/>
                </a:path>
              </a:pathLst>
            </a:custGeom>
            <a:ln w="325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00141" y="3400958"/>
              <a:ext cx="1254760" cy="392430"/>
            </a:xfrm>
            <a:custGeom>
              <a:avLst/>
              <a:gdLst/>
              <a:ahLst/>
              <a:cxnLst/>
              <a:rect l="l" t="t" r="r" b="b"/>
              <a:pathLst>
                <a:path w="1254759" h="392429">
                  <a:moveTo>
                    <a:pt x="0" y="0"/>
                  </a:moveTo>
                  <a:lnTo>
                    <a:pt x="1254315" y="391845"/>
                  </a:lnTo>
                </a:path>
              </a:pathLst>
            </a:custGeom>
            <a:ln w="12052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313" y="5775394"/>
              <a:ext cx="187718" cy="10541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90810" y="5834151"/>
              <a:ext cx="525780" cy="170815"/>
            </a:xfrm>
            <a:custGeom>
              <a:avLst/>
              <a:gdLst/>
              <a:ahLst/>
              <a:cxnLst/>
              <a:rect l="l" t="t" r="r" b="b"/>
              <a:pathLst>
                <a:path w="525779" h="170814">
                  <a:moveTo>
                    <a:pt x="525437" y="170776"/>
                  </a:moveTo>
                  <a:lnTo>
                    <a:pt x="0" y="0"/>
                  </a:lnTo>
                </a:path>
              </a:pathLst>
            </a:custGeom>
            <a:ln w="12052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97051" y="5958262"/>
              <a:ext cx="187705" cy="1054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16457" y="6065920"/>
              <a:ext cx="187705" cy="10541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84954" y="6124689"/>
              <a:ext cx="553085" cy="179705"/>
            </a:xfrm>
            <a:custGeom>
              <a:avLst/>
              <a:gdLst/>
              <a:ahLst/>
              <a:cxnLst/>
              <a:rect l="l" t="t" r="r" b="b"/>
              <a:pathLst>
                <a:path w="553085" h="179704">
                  <a:moveTo>
                    <a:pt x="552526" y="179527"/>
                  </a:moveTo>
                  <a:lnTo>
                    <a:pt x="0" y="0"/>
                  </a:lnTo>
                </a:path>
              </a:pathLst>
            </a:custGeom>
            <a:ln w="12052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18246" y="6257575"/>
              <a:ext cx="187705" cy="1054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41354" y="1213103"/>
              <a:ext cx="3689985" cy="2306955"/>
            </a:xfrm>
            <a:custGeom>
              <a:avLst/>
              <a:gdLst/>
              <a:ahLst/>
              <a:cxnLst/>
              <a:rect l="l" t="t" r="r" b="b"/>
              <a:pathLst>
                <a:path w="3689984" h="2306954">
                  <a:moveTo>
                    <a:pt x="3689654" y="461695"/>
                  </a:moveTo>
                  <a:lnTo>
                    <a:pt x="3689051" y="407089"/>
                  </a:lnTo>
                  <a:lnTo>
                    <a:pt x="3687191" y="353997"/>
                  </a:lnTo>
                  <a:lnTo>
                    <a:pt x="3683996" y="302124"/>
                  </a:lnTo>
                  <a:lnTo>
                    <a:pt x="3679387" y="251176"/>
                  </a:lnTo>
                  <a:lnTo>
                    <a:pt x="3673288" y="200858"/>
                  </a:lnTo>
                  <a:lnTo>
                    <a:pt x="3665620" y="150875"/>
                  </a:lnTo>
                  <a:lnTo>
                    <a:pt x="3656306" y="100935"/>
                  </a:lnTo>
                  <a:lnTo>
                    <a:pt x="3645268" y="50741"/>
                  </a:lnTo>
                  <a:lnTo>
                    <a:pt x="3632428" y="0"/>
                  </a:lnTo>
                  <a:lnTo>
                    <a:pt x="39344" y="80911"/>
                  </a:lnTo>
                  <a:lnTo>
                    <a:pt x="30248" y="127197"/>
                  </a:lnTo>
                  <a:lnTo>
                    <a:pt x="22315" y="173890"/>
                  </a:lnTo>
                  <a:lnTo>
                    <a:pt x="15560" y="220973"/>
                  </a:lnTo>
                  <a:lnTo>
                    <a:pt x="9999" y="268431"/>
                  </a:lnTo>
                  <a:lnTo>
                    <a:pt x="5647" y="316249"/>
                  </a:lnTo>
                  <a:lnTo>
                    <a:pt x="2520" y="364409"/>
                  </a:lnTo>
                  <a:lnTo>
                    <a:pt x="632" y="412897"/>
                  </a:lnTo>
                  <a:lnTo>
                    <a:pt x="0" y="461695"/>
                  </a:lnTo>
                  <a:lnTo>
                    <a:pt x="621" y="510064"/>
                  </a:lnTo>
                  <a:lnTo>
                    <a:pt x="2477" y="558126"/>
                  </a:lnTo>
                  <a:lnTo>
                    <a:pt x="5550" y="605866"/>
                  </a:lnTo>
                  <a:lnTo>
                    <a:pt x="9827" y="653269"/>
                  </a:lnTo>
                  <a:lnTo>
                    <a:pt x="15291" y="700319"/>
                  </a:lnTo>
                  <a:lnTo>
                    <a:pt x="21928" y="747002"/>
                  </a:lnTo>
                  <a:lnTo>
                    <a:pt x="29723" y="793302"/>
                  </a:lnTo>
                  <a:lnTo>
                    <a:pt x="38659" y="839204"/>
                  </a:lnTo>
                  <a:lnTo>
                    <a:pt x="48723" y="884693"/>
                  </a:lnTo>
                  <a:lnTo>
                    <a:pt x="59899" y="929754"/>
                  </a:lnTo>
                  <a:lnTo>
                    <a:pt x="72172" y="974371"/>
                  </a:lnTo>
                  <a:lnTo>
                    <a:pt x="85526" y="1018530"/>
                  </a:lnTo>
                  <a:lnTo>
                    <a:pt x="99946" y="1062215"/>
                  </a:lnTo>
                  <a:lnTo>
                    <a:pt x="115418" y="1105410"/>
                  </a:lnTo>
                  <a:lnTo>
                    <a:pt x="131926" y="1148102"/>
                  </a:lnTo>
                  <a:lnTo>
                    <a:pt x="149454" y="1190274"/>
                  </a:lnTo>
                  <a:lnTo>
                    <a:pt x="167988" y="1231911"/>
                  </a:lnTo>
                  <a:lnTo>
                    <a:pt x="187512" y="1272998"/>
                  </a:lnTo>
                  <a:lnTo>
                    <a:pt x="208012" y="1313521"/>
                  </a:lnTo>
                  <a:lnTo>
                    <a:pt x="229471" y="1353463"/>
                  </a:lnTo>
                  <a:lnTo>
                    <a:pt x="251875" y="1392809"/>
                  </a:lnTo>
                  <a:lnTo>
                    <a:pt x="275209" y="1431546"/>
                  </a:lnTo>
                  <a:lnTo>
                    <a:pt x="299458" y="1469656"/>
                  </a:lnTo>
                  <a:lnTo>
                    <a:pt x="324605" y="1507125"/>
                  </a:lnTo>
                  <a:lnTo>
                    <a:pt x="350637" y="1543938"/>
                  </a:lnTo>
                  <a:lnTo>
                    <a:pt x="377537" y="1580080"/>
                  </a:lnTo>
                  <a:lnTo>
                    <a:pt x="405291" y="1615535"/>
                  </a:lnTo>
                  <a:lnTo>
                    <a:pt x="433884" y="1650289"/>
                  </a:lnTo>
                  <a:lnTo>
                    <a:pt x="463300" y="1684326"/>
                  </a:lnTo>
                  <a:lnTo>
                    <a:pt x="493524" y="1717630"/>
                  </a:lnTo>
                  <a:lnTo>
                    <a:pt x="524541" y="1750187"/>
                  </a:lnTo>
                  <a:lnTo>
                    <a:pt x="556335" y="1781982"/>
                  </a:lnTo>
                  <a:lnTo>
                    <a:pt x="588892" y="1812998"/>
                  </a:lnTo>
                  <a:lnTo>
                    <a:pt x="622197" y="1843222"/>
                  </a:lnTo>
                  <a:lnTo>
                    <a:pt x="656233" y="1872638"/>
                  </a:lnTo>
                  <a:lnTo>
                    <a:pt x="690987" y="1901231"/>
                  </a:lnTo>
                  <a:lnTo>
                    <a:pt x="726442" y="1928985"/>
                  </a:lnTo>
                  <a:lnTo>
                    <a:pt x="762584" y="1955885"/>
                  </a:lnTo>
                  <a:lnTo>
                    <a:pt x="799397" y="1981917"/>
                  </a:lnTo>
                  <a:lnTo>
                    <a:pt x="836866" y="2007065"/>
                  </a:lnTo>
                  <a:lnTo>
                    <a:pt x="874977" y="2031313"/>
                  </a:lnTo>
                  <a:lnTo>
                    <a:pt x="913713" y="2054647"/>
                  </a:lnTo>
                  <a:lnTo>
                    <a:pt x="953059" y="2077051"/>
                  </a:lnTo>
                  <a:lnTo>
                    <a:pt x="993002" y="2098511"/>
                  </a:lnTo>
                  <a:lnTo>
                    <a:pt x="1033524" y="2119010"/>
                  </a:lnTo>
                  <a:lnTo>
                    <a:pt x="1074611" y="2138534"/>
                  </a:lnTo>
                  <a:lnTo>
                    <a:pt x="1116249" y="2157068"/>
                  </a:lnTo>
                  <a:lnTo>
                    <a:pt x="1158421" y="2174597"/>
                  </a:lnTo>
                  <a:lnTo>
                    <a:pt x="1201112" y="2191104"/>
                  </a:lnTo>
                  <a:lnTo>
                    <a:pt x="1244308" y="2206576"/>
                  </a:lnTo>
                  <a:lnTo>
                    <a:pt x="1287992" y="2220996"/>
                  </a:lnTo>
                  <a:lnTo>
                    <a:pt x="1332151" y="2234350"/>
                  </a:lnTo>
                  <a:lnTo>
                    <a:pt x="1376768" y="2246623"/>
                  </a:lnTo>
                  <a:lnTo>
                    <a:pt x="1421829" y="2257799"/>
                  </a:lnTo>
                  <a:lnTo>
                    <a:pt x="1467318" y="2267863"/>
                  </a:lnTo>
                  <a:lnTo>
                    <a:pt x="1513220" y="2276800"/>
                  </a:lnTo>
                  <a:lnTo>
                    <a:pt x="1559520" y="2284594"/>
                  </a:lnTo>
                  <a:lnTo>
                    <a:pt x="1606203" y="2291231"/>
                  </a:lnTo>
                  <a:lnTo>
                    <a:pt x="1653254" y="2296696"/>
                  </a:lnTo>
                  <a:lnTo>
                    <a:pt x="1700656" y="2300972"/>
                  </a:lnTo>
                  <a:lnTo>
                    <a:pt x="1748396" y="2304046"/>
                  </a:lnTo>
                  <a:lnTo>
                    <a:pt x="1796458" y="2305901"/>
                  </a:lnTo>
                  <a:lnTo>
                    <a:pt x="1844827" y="2306523"/>
                  </a:lnTo>
                  <a:lnTo>
                    <a:pt x="1893196" y="2305901"/>
                  </a:lnTo>
                  <a:lnTo>
                    <a:pt x="1941258" y="2304046"/>
                  </a:lnTo>
                  <a:lnTo>
                    <a:pt x="1988997" y="2300972"/>
                  </a:lnTo>
                  <a:lnTo>
                    <a:pt x="2036400" y="2296696"/>
                  </a:lnTo>
                  <a:lnTo>
                    <a:pt x="2083451" y="2291231"/>
                  </a:lnTo>
                  <a:lnTo>
                    <a:pt x="2130134" y="2284594"/>
                  </a:lnTo>
                  <a:lnTo>
                    <a:pt x="2176434" y="2276800"/>
                  </a:lnTo>
                  <a:lnTo>
                    <a:pt x="2222336" y="2267863"/>
                  </a:lnTo>
                  <a:lnTo>
                    <a:pt x="2267825" y="2257799"/>
                  </a:lnTo>
                  <a:lnTo>
                    <a:pt x="2312886" y="2246623"/>
                  </a:lnTo>
                  <a:lnTo>
                    <a:pt x="2357503" y="2234350"/>
                  </a:lnTo>
                  <a:lnTo>
                    <a:pt x="2401662" y="2220996"/>
                  </a:lnTo>
                  <a:lnTo>
                    <a:pt x="2445346" y="2206576"/>
                  </a:lnTo>
                  <a:lnTo>
                    <a:pt x="2488542" y="2191104"/>
                  </a:lnTo>
                  <a:lnTo>
                    <a:pt x="2531233" y="2174597"/>
                  </a:lnTo>
                  <a:lnTo>
                    <a:pt x="2573405" y="2157068"/>
                  </a:lnTo>
                  <a:lnTo>
                    <a:pt x="2615042" y="2138534"/>
                  </a:lnTo>
                  <a:lnTo>
                    <a:pt x="2656130" y="2119010"/>
                  </a:lnTo>
                  <a:lnTo>
                    <a:pt x="2696652" y="2098511"/>
                  </a:lnTo>
                  <a:lnTo>
                    <a:pt x="2736594" y="2077051"/>
                  </a:lnTo>
                  <a:lnTo>
                    <a:pt x="2775941" y="2054647"/>
                  </a:lnTo>
                  <a:lnTo>
                    <a:pt x="2814677" y="2031313"/>
                  </a:lnTo>
                  <a:lnTo>
                    <a:pt x="2852788" y="2007065"/>
                  </a:lnTo>
                  <a:lnTo>
                    <a:pt x="2890257" y="1981917"/>
                  </a:lnTo>
                  <a:lnTo>
                    <a:pt x="2927070" y="1955885"/>
                  </a:lnTo>
                  <a:lnTo>
                    <a:pt x="2963212" y="1928985"/>
                  </a:lnTo>
                  <a:lnTo>
                    <a:pt x="2998667" y="1901231"/>
                  </a:lnTo>
                  <a:lnTo>
                    <a:pt x="3033421" y="1872638"/>
                  </a:lnTo>
                  <a:lnTo>
                    <a:pt x="3067457" y="1843222"/>
                  </a:lnTo>
                  <a:lnTo>
                    <a:pt x="3100762" y="1812998"/>
                  </a:lnTo>
                  <a:lnTo>
                    <a:pt x="3133319" y="1781982"/>
                  </a:lnTo>
                  <a:lnTo>
                    <a:pt x="3165113" y="1750187"/>
                  </a:lnTo>
                  <a:lnTo>
                    <a:pt x="3196130" y="1717630"/>
                  </a:lnTo>
                  <a:lnTo>
                    <a:pt x="3226354" y="1684326"/>
                  </a:lnTo>
                  <a:lnTo>
                    <a:pt x="3255770" y="1650289"/>
                  </a:lnTo>
                  <a:lnTo>
                    <a:pt x="3284362" y="1615535"/>
                  </a:lnTo>
                  <a:lnTo>
                    <a:pt x="3312117" y="1580080"/>
                  </a:lnTo>
                  <a:lnTo>
                    <a:pt x="3339017" y="1543938"/>
                  </a:lnTo>
                  <a:lnTo>
                    <a:pt x="3365049" y="1507125"/>
                  </a:lnTo>
                  <a:lnTo>
                    <a:pt x="3390196" y="1469656"/>
                  </a:lnTo>
                  <a:lnTo>
                    <a:pt x="3414445" y="1431546"/>
                  </a:lnTo>
                  <a:lnTo>
                    <a:pt x="3437778" y="1392809"/>
                  </a:lnTo>
                  <a:lnTo>
                    <a:pt x="3460183" y="1353463"/>
                  </a:lnTo>
                  <a:lnTo>
                    <a:pt x="3481642" y="1313521"/>
                  </a:lnTo>
                  <a:lnTo>
                    <a:pt x="3502142" y="1272998"/>
                  </a:lnTo>
                  <a:lnTo>
                    <a:pt x="3521666" y="1231911"/>
                  </a:lnTo>
                  <a:lnTo>
                    <a:pt x="3540200" y="1190274"/>
                  </a:lnTo>
                  <a:lnTo>
                    <a:pt x="3557728" y="1148102"/>
                  </a:lnTo>
                  <a:lnTo>
                    <a:pt x="3574236" y="1105410"/>
                  </a:lnTo>
                  <a:lnTo>
                    <a:pt x="3589707" y="1062215"/>
                  </a:lnTo>
                  <a:lnTo>
                    <a:pt x="3604128" y="1018530"/>
                  </a:lnTo>
                  <a:lnTo>
                    <a:pt x="3617482" y="974371"/>
                  </a:lnTo>
                  <a:lnTo>
                    <a:pt x="3629755" y="929754"/>
                  </a:lnTo>
                  <a:lnTo>
                    <a:pt x="3640930" y="884693"/>
                  </a:lnTo>
                  <a:lnTo>
                    <a:pt x="3650994" y="839204"/>
                  </a:lnTo>
                  <a:lnTo>
                    <a:pt x="3659931" y="793302"/>
                  </a:lnTo>
                  <a:lnTo>
                    <a:pt x="3667726" y="747002"/>
                  </a:lnTo>
                  <a:lnTo>
                    <a:pt x="3674363" y="700319"/>
                  </a:lnTo>
                  <a:lnTo>
                    <a:pt x="3679827" y="653269"/>
                  </a:lnTo>
                  <a:lnTo>
                    <a:pt x="3684104" y="605866"/>
                  </a:lnTo>
                  <a:lnTo>
                    <a:pt x="3687177" y="558126"/>
                  </a:lnTo>
                  <a:lnTo>
                    <a:pt x="3689033" y="510064"/>
                  </a:lnTo>
                  <a:lnTo>
                    <a:pt x="3689654" y="461695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41354" y="1213103"/>
              <a:ext cx="3689985" cy="2306955"/>
            </a:xfrm>
            <a:custGeom>
              <a:avLst/>
              <a:gdLst/>
              <a:ahLst/>
              <a:cxnLst/>
              <a:rect l="l" t="t" r="r" b="b"/>
              <a:pathLst>
                <a:path w="3689984" h="2306954">
                  <a:moveTo>
                    <a:pt x="3632428" y="0"/>
                  </a:moveTo>
                  <a:lnTo>
                    <a:pt x="3645268" y="50741"/>
                  </a:lnTo>
                  <a:lnTo>
                    <a:pt x="3656306" y="100935"/>
                  </a:lnTo>
                  <a:lnTo>
                    <a:pt x="3665620" y="150875"/>
                  </a:lnTo>
                  <a:lnTo>
                    <a:pt x="3673288" y="200858"/>
                  </a:lnTo>
                  <a:lnTo>
                    <a:pt x="3679387" y="251176"/>
                  </a:lnTo>
                  <a:lnTo>
                    <a:pt x="3683996" y="302124"/>
                  </a:lnTo>
                  <a:lnTo>
                    <a:pt x="3687191" y="353997"/>
                  </a:lnTo>
                  <a:lnTo>
                    <a:pt x="3689051" y="407089"/>
                  </a:lnTo>
                  <a:lnTo>
                    <a:pt x="3689654" y="461695"/>
                  </a:lnTo>
                  <a:lnTo>
                    <a:pt x="3689033" y="510064"/>
                  </a:lnTo>
                  <a:lnTo>
                    <a:pt x="3687177" y="558126"/>
                  </a:lnTo>
                  <a:lnTo>
                    <a:pt x="3684104" y="605866"/>
                  </a:lnTo>
                  <a:lnTo>
                    <a:pt x="3679827" y="653269"/>
                  </a:lnTo>
                  <a:lnTo>
                    <a:pt x="3674363" y="700319"/>
                  </a:lnTo>
                  <a:lnTo>
                    <a:pt x="3667726" y="747002"/>
                  </a:lnTo>
                  <a:lnTo>
                    <a:pt x="3659931" y="793302"/>
                  </a:lnTo>
                  <a:lnTo>
                    <a:pt x="3650994" y="839204"/>
                  </a:lnTo>
                  <a:lnTo>
                    <a:pt x="3640930" y="884693"/>
                  </a:lnTo>
                  <a:lnTo>
                    <a:pt x="3629755" y="929754"/>
                  </a:lnTo>
                  <a:lnTo>
                    <a:pt x="3617482" y="974371"/>
                  </a:lnTo>
                  <a:lnTo>
                    <a:pt x="3604128" y="1018530"/>
                  </a:lnTo>
                  <a:lnTo>
                    <a:pt x="3589707" y="1062215"/>
                  </a:lnTo>
                  <a:lnTo>
                    <a:pt x="3574236" y="1105410"/>
                  </a:lnTo>
                  <a:lnTo>
                    <a:pt x="3557728" y="1148102"/>
                  </a:lnTo>
                  <a:lnTo>
                    <a:pt x="3540200" y="1190274"/>
                  </a:lnTo>
                  <a:lnTo>
                    <a:pt x="3521666" y="1231911"/>
                  </a:lnTo>
                  <a:lnTo>
                    <a:pt x="3502142" y="1272998"/>
                  </a:lnTo>
                  <a:lnTo>
                    <a:pt x="3481642" y="1313521"/>
                  </a:lnTo>
                  <a:lnTo>
                    <a:pt x="3460183" y="1353463"/>
                  </a:lnTo>
                  <a:lnTo>
                    <a:pt x="3437778" y="1392809"/>
                  </a:lnTo>
                  <a:lnTo>
                    <a:pt x="3414445" y="1431546"/>
                  </a:lnTo>
                  <a:lnTo>
                    <a:pt x="3390196" y="1469656"/>
                  </a:lnTo>
                  <a:lnTo>
                    <a:pt x="3365049" y="1507125"/>
                  </a:lnTo>
                  <a:lnTo>
                    <a:pt x="3339017" y="1543938"/>
                  </a:lnTo>
                  <a:lnTo>
                    <a:pt x="3312117" y="1580080"/>
                  </a:lnTo>
                  <a:lnTo>
                    <a:pt x="3284362" y="1615535"/>
                  </a:lnTo>
                  <a:lnTo>
                    <a:pt x="3255770" y="1650289"/>
                  </a:lnTo>
                  <a:lnTo>
                    <a:pt x="3226354" y="1684326"/>
                  </a:lnTo>
                  <a:lnTo>
                    <a:pt x="3196130" y="1717630"/>
                  </a:lnTo>
                  <a:lnTo>
                    <a:pt x="3165113" y="1750187"/>
                  </a:lnTo>
                  <a:lnTo>
                    <a:pt x="3133319" y="1781982"/>
                  </a:lnTo>
                  <a:lnTo>
                    <a:pt x="3100762" y="1812998"/>
                  </a:lnTo>
                  <a:lnTo>
                    <a:pt x="3067457" y="1843222"/>
                  </a:lnTo>
                  <a:lnTo>
                    <a:pt x="3033421" y="1872638"/>
                  </a:lnTo>
                  <a:lnTo>
                    <a:pt x="2998667" y="1901231"/>
                  </a:lnTo>
                  <a:lnTo>
                    <a:pt x="2963212" y="1928985"/>
                  </a:lnTo>
                  <a:lnTo>
                    <a:pt x="2927070" y="1955885"/>
                  </a:lnTo>
                  <a:lnTo>
                    <a:pt x="2890257" y="1981917"/>
                  </a:lnTo>
                  <a:lnTo>
                    <a:pt x="2852788" y="2007065"/>
                  </a:lnTo>
                  <a:lnTo>
                    <a:pt x="2814677" y="2031313"/>
                  </a:lnTo>
                  <a:lnTo>
                    <a:pt x="2775941" y="2054647"/>
                  </a:lnTo>
                  <a:lnTo>
                    <a:pt x="2736594" y="2077051"/>
                  </a:lnTo>
                  <a:lnTo>
                    <a:pt x="2696652" y="2098511"/>
                  </a:lnTo>
                  <a:lnTo>
                    <a:pt x="2656130" y="2119010"/>
                  </a:lnTo>
                  <a:lnTo>
                    <a:pt x="2615042" y="2138534"/>
                  </a:lnTo>
                  <a:lnTo>
                    <a:pt x="2573405" y="2157068"/>
                  </a:lnTo>
                  <a:lnTo>
                    <a:pt x="2531233" y="2174597"/>
                  </a:lnTo>
                  <a:lnTo>
                    <a:pt x="2488542" y="2191104"/>
                  </a:lnTo>
                  <a:lnTo>
                    <a:pt x="2445346" y="2206576"/>
                  </a:lnTo>
                  <a:lnTo>
                    <a:pt x="2401662" y="2220996"/>
                  </a:lnTo>
                  <a:lnTo>
                    <a:pt x="2357503" y="2234350"/>
                  </a:lnTo>
                  <a:lnTo>
                    <a:pt x="2312886" y="2246623"/>
                  </a:lnTo>
                  <a:lnTo>
                    <a:pt x="2267825" y="2257799"/>
                  </a:lnTo>
                  <a:lnTo>
                    <a:pt x="2222336" y="2267863"/>
                  </a:lnTo>
                  <a:lnTo>
                    <a:pt x="2176434" y="2276800"/>
                  </a:lnTo>
                  <a:lnTo>
                    <a:pt x="2130134" y="2284594"/>
                  </a:lnTo>
                  <a:lnTo>
                    <a:pt x="2083451" y="2291231"/>
                  </a:lnTo>
                  <a:lnTo>
                    <a:pt x="2036400" y="2296696"/>
                  </a:lnTo>
                  <a:lnTo>
                    <a:pt x="1988997" y="2300972"/>
                  </a:lnTo>
                  <a:lnTo>
                    <a:pt x="1941258" y="2304046"/>
                  </a:lnTo>
                  <a:lnTo>
                    <a:pt x="1893196" y="2305901"/>
                  </a:lnTo>
                  <a:lnTo>
                    <a:pt x="1844827" y="2306523"/>
                  </a:lnTo>
                  <a:lnTo>
                    <a:pt x="1796458" y="2305901"/>
                  </a:lnTo>
                  <a:lnTo>
                    <a:pt x="1748396" y="2304046"/>
                  </a:lnTo>
                  <a:lnTo>
                    <a:pt x="1700656" y="2300972"/>
                  </a:lnTo>
                  <a:lnTo>
                    <a:pt x="1653254" y="2296696"/>
                  </a:lnTo>
                  <a:lnTo>
                    <a:pt x="1606203" y="2291231"/>
                  </a:lnTo>
                  <a:lnTo>
                    <a:pt x="1559520" y="2284594"/>
                  </a:lnTo>
                  <a:lnTo>
                    <a:pt x="1513220" y="2276800"/>
                  </a:lnTo>
                  <a:lnTo>
                    <a:pt x="1467318" y="2267863"/>
                  </a:lnTo>
                  <a:lnTo>
                    <a:pt x="1421829" y="2257799"/>
                  </a:lnTo>
                  <a:lnTo>
                    <a:pt x="1376768" y="2246623"/>
                  </a:lnTo>
                  <a:lnTo>
                    <a:pt x="1332151" y="2234350"/>
                  </a:lnTo>
                  <a:lnTo>
                    <a:pt x="1287992" y="2220996"/>
                  </a:lnTo>
                  <a:lnTo>
                    <a:pt x="1244308" y="2206576"/>
                  </a:lnTo>
                  <a:lnTo>
                    <a:pt x="1201112" y="2191104"/>
                  </a:lnTo>
                  <a:lnTo>
                    <a:pt x="1158421" y="2174597"/>
                  </a:lnTo>
                  <a:lnTo>
                    <a:pt x="1116249" y="2157068"/>
                  </a:lnTo>
                  <a:lnTo>
                    <a:pt x="1074611" y="2138534"/>
                  </a:lnTo>
                  <a:lnTo>
                    <a:pt x="1033524" y="2119010"/>
                  </a:lnTo>
                  <a:lnTo>
                    <a:pt x="993002" y="2098511"/>
                  </a:lnTo>
                  <a:lnTo>
                    <a:pt x="953059" y="2077051"/>
                  </a:lnTo>
                  <a:lnTo>
                    <a:pt x="913713" y="2054647"/>
                  </a:lnTo>
                  <a:lnTo>
                    <a:pt x="874977" y="2031313"/>
                  </a:lnTo>
                  <a:lnTo>
                    <a:pt x="836866" y="2007065"/>
                  </a:lnTo>
                  <a:lnTo>
                    <a:pt x="799397" y="1981917"/>
                  </a:lnTo>
                  <a:lnTo>
                    <a:pt x="762584" y="1955885"/>
                  </a:lnTo>
                  <a:lnTo>
                    <a:pt x="726442" y="1928985"/>
                  </a:lnTo>
                  <a:lnTo>
                    <a:pt x="690987" y="1901231"/>
                  </a:lnTo>
                  <a:lnTo>
                    <a:pt x="656233" y="1872638"/>
                  </a:lnTo>
                  <a:lnTo>
                    <a:pt x="622197" y="1843222"/>
                  </a:lnTo>
                  <a:lnTo>
                    <a:pt x="588892" y="1812998"/>
                  </a:lnTo>
                  <a:lnTo>
                    <a:pt x="556335" y="1781982"/>
                  </a:lnTo>
                  <a:lnTo>
                    <a:pt x="524541" y="1750187"/>
                  </a:lnTo>
                  <a:lnTo>
                    <a:pt x="493524" y="1717630"/>
                  </a:lnTo>
                  <a:lnTo>
                    <a:pt x="463300" y="1684326"/>
                  </a:lnTo>
                  <a:lnTo>
                    <a:pt x="433884" y="1650289"/>
                  </a:lnTo>
                  <a:lnTo>
                    <a:pt x="405291" y="1615535"/>
                  </a:lnTo>
                  <a:lnTo>
                    <a:pt x="377537" y="1580080"/>
                  </a:lnTo>
                  <a:lnTo>
                    <a:pt x="350637" y="1543938"/>
                  </a:lnTo>
                  <a:lnTo>
                    <a:pt x="324605" y="1507125"/>
                  </a:lnTo>
                  <a:lnTo>
                    <a:pt x="299458" y="1469656"/>
                  </a:lnTo>
                  <a:lnTo>
                    <a:pt x="275209" y="1431546"/>
                  </a:lnTo>
                  <a:lnTo>
                    <a:pt x="251875" y="1392809"/>
                  </a:lnTo>
                  <a:lnTo>
                    <a:pt x="229471" y="1353463"/>
                  </a:lnTo>
                  <a:lnTo>
                    <a:pt x="208012" y="1313521"/>
                  </a:lnTo>
                  <a:lnTo>
                    <a:pt x="187512" y="1272998"/>
                  </a:lnTo>
                  <a:lnTo>
                    <a:pt x="167988" y="1231911"/>
                  </a:lnTo>
                  <a:lnTo>
                    <a:pt x="149454" y="1190274"/>
                  </a:lnTo>
                  <a:lnTo>
                    <a:pt x="131926" y="1148102"/>
                  </a:lnTo>
                  <a:lnTo>
                    <a:pt x="115418" y="1105410"/>
                  </a:lnTo>
                  <a:lnTo>
                    <a:pt x="99946" y="1062215"/>
                  </a:lnTo>
                  <a:lnTo>
                    <a:pt x="85526" y="1018530"/>
                  </a:lnTo>
                  <a:lnTo>
                    <a:pt x="72172" y="974371"/>
                  </a:lnTo>
                  <a:lnTo>
                    <a:pt x="59899" y="929754"/>
                  </a:lnTo>
                  <a:lnTo>
                    <a:pt x="48723" y="884693"/>
                  </a:lnTo>
                  <a:lnTo>
                    <a:pt x="38659" y="839204"/>
                  </a:lnTo>
                  <a:lnTo>
                    <a:pt x="29723" y="793302"/>
                  </a:lnTo>
                  <a:lnTo>
                    <a:pt x="21928" y="747002"/>
                  </a:lnTo>
                  <a:lnTo>
                    <a:pt x="15291" y="700319"/>
                  </a:lnTo>
                  <a:lnTo>
                    <a:pt x="9827" y="653269"/>
                  </a:lnTo>
                  <a:lnTo>
                    <a:pt x="5550" y="605866"/>
                  </a:lnTo>
                  <a:lnTo>
                    <a:pt x="2477" y="558126"/>
                  </a:lnTo>
                  <a:lnTo>
                    <a:pt x="621" y="510064"/>
                  </a:lnTo>
                  <a:lnTo>
                    <a:pt x="0" y="461695"/>
                  </a:lnTo>
                  <a:lnTo>
                    <a:pt x="632" y="412897"/>
                  </a:lnTo>
                  <a:lnTo>
                    <a:pt x="2520" y="364409"/>
                  </a:lnTo>
                  <a:lnTo>
                    <a:pt x="5647" y="316249"/>
                  </a:lnTo>
                  <a:lnTo>
                    <a:pt x="9999" y="268431"/>
                  </a:lnTo>
                  <a:lnTo>
                    <a:pt x="15560" y="220973"/>
                  </a:lnTo>
                  <a:lnTo>
                    <a:pt x="22315" y="173890"/>
                  </a:lnTo>
                  <a:lnTo>
                    <a:pt x="30248" y="127197"/>
                  </a:lnTo>
                  <a:lnTo>
                    <a:pt x="39344" y="80911"/>
                  </a:lnTo>
                </a:path>
              </a:pathLst>
            </a:custGeom>
            <a:ln w="12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42585" y="1212011"/>
              <a:ext cx="3486785" cy="2206625"/>
            </a:xfrm>
            <a:custGeom>
              <a:avLst/>
              <a:gdLst/>
              <a:ahLst/>
              <a:cxnLst/>
              <a:rect l="l" t="t" r="r" b="b"/>
              <a:pathLst>
                <a:path w="3486784" h="2206625">
                  <a:moveTo>
                    <a:pt x="3486708" y="462788"/>
                  </a:moveTo>
                  <a:lnTo>
                    <a:pt x="3486207" y="406523"/>
                  </a:lnTo>
                  <a:lnTo>
                    <a:pt x="3484579" y="352762"/>
                  </a:lnTo>
                  <a:lnTo>
                    <a:pt x="3481649" y="300949"/>
                  </a:lnTo>
                  <a:lnTo>
                    <a:pt x="3477240" y="250532"/>
                  </a:lnTo>
                  <a:lnTo>
                    <a:pt x="3471179" y="200957"/>
                  </a:lnTo>
                  <a:lnTo>
                    <a:pt x="3463290" y="151669"/>
                  </a:lnTo>
                  <a:lnTo>
                    <a:pt x="3453398" y="102117"/>
                  </a:lnTo>
                  <a:lnTo>
                    <a:pt x="3441328" y="51745"/>
                  </a:lnTo>
                  <a:lnTo>
                    <a:pt x="3426904" y="0"/>
                  </a:lnTo>
                  <a:lnTo>
                    <a:pt x="43903" y="77025"/>
                  </a:lnTo>
                  <a:lnTo>
                    <a:pt x="32635" y="126017"/>
                  </a:lnTo>
                  <a:lnTo>
                    <a:pt x="23258" y="173405"/>
                  </a:lnTo>
                  <a:lnTo>
                    <a:pt x="15652" y="219880"/>
                  </a:lnTo>
                  <a:lnTo>
                    <a:pt x="9698" y="266134"/>
                  </a:lnTo>
                  <a:lnTo>
                    <a:pt x="5275" y="312860"/>
                  </a:lnTo>
                  <a:lnTo>
                    <a:pt x="2264" y="360750"/>
                  </a:lnTo>
                  <a:lnTo>
                    <a:pt x="546" y="410495"/>
                  </a:lnTo>
                  <a:lnTo>
                    <a:pt x="0" y="462788"/>
                  </a:lnTo>
                  <a:lnTo>
                    <a:pt x="647" y="510773"/>
                  </a:lnTo>
                  <a:lnTo>
                    <a:pt x="2579" y="558439"/>
                  </a:lnTo>
                  <a:lnTo>
                    <a:pt x="5779" y="605768"/>
                  </a:lnTo>
                  <a:lnTo>
                    <a:pt x="10229" y="652742"/>
                  </a:lnTo>
                  <a:lnTo>
                    <a:pt x="15915" y="699347"/>
                  </a:lnTo>
                  <a:lnTo>
                    <a:pt x="22817" y="745565"/>
                  </a:lnTo>
                  <a:lnTo>
                    <a:pt x="30922" y="791379"/>
                  </a:lnTo>
                  <a:lnTo>
                    <a:pt x="40210" y="836773"/>
                  </a:lnTo>
                  <a:lnTo>
                    <a:pt x="50667" y="881731"/>
                  </a:lnTo>
                  <a:lnTo>
                    <a:pt x="62275" y="926235"/>
                  </a:lnTo>
                  <a:lnTo>
                    <a:pt x="75018" y="970269"/>
                  </a:lnTo>
                  <a:lnTo>
                    <a:pt x="88878" y="1013816"/>
                  </a:lnTo>
                  <a:lnTo>
                    <a:pt x="103841" y="1056861"/>
                  </a:lnTo>
                  <a:lnTo>
                    <a:pt x="119888" y="1099385"/>
                  </a:lnTo>
                  <a:lnTo>
                    <a:pt x="137003" y="1141373"/>
                  </a:lnTo>
                  <a:lnTo>
                    <a:pt x="155170" y="1182808"/>
                  </a:lnTo>
                  <a:lnTo>
                    <a:pt x="174372" y="1223673"/>
                  </a:lnTo>
                  <a:lnTo>
                    <a:pt x="194593" y="1263952"/>
                  </a:lnTo>
                  <a:lnTo>
                    <a:pt x="215815" y="1303628"/>
                  </a:lnTo>
                  <a:lnTo>
                    <a:pt x="238022" y="1342685"/>
                  </a:lnTo>
                  <a:lnTo>
                    <a:pt x="261198" y="1381105"/>
                  </a:lnTo>
                  <a:lnTo>
                    <a:pt x="285326" y="1418873"/>
                  </a:lnTo>
                  <a:lnTo>
                    <a:pt x="310389" y="1455971"/>
                  </a:lnTo>
                  <a:lnTo>
                    <a:pt x="336370" y="1492383"/>
                  </a:lnTo>
                  <a:lnTo>
                    <a:pt x="363254" y="1528093"/>
                  </a:lnTo>
                  <a:lnTo>
                    <a:pt x="391023" y="1563083"/>
                  </a:lnTo>
                  <a:lnTo>
                    <a:pt x="419661" y="1597337"/>
                  </a:lnTo>
                  <a:lnTo>
                    <a:pt x="449151" y="1630839"/>
                  </a:lnTo>
                  <a:lnTo>
                    <a:pt x="479477" y="1663572"/>
                  </a:lnTo>
                  <a:lnTo>
                    <a:pt x="510622" y="1695519"/>
                  </a:lnTo>
                  <a:lnTo>
                    <a:pt x="542569" y="1726664"/>
                  </a:lnTo>
                  <a:lnTo>
                    <a:pt x="575302" y="1756990"/>
                  </a:lnTo>
                  <a:lnTo>
                    <a:pt x="608804" y="1786480"/>
                  </a:lnTo>
                  <a:lnTo>
                    <a:pt x="643058" y="1815118"/>
                  </a:lnTo>
                  <a:lnTo>
                    <a:pt x="678049" y="1842887"/>
                  </a:lnTo>
                  <a:lnTo>
                    <a:pt x="713758" y="1869771"/>
                  </a:lnTo>
                  <a:lnTo>
                    <a:pt x="750170" y="1895753"/>
                  </a:lnTo>
                  <a:lnTo>
                    <a:pt x="787269" y="1920816"/>
                  </a:lnTo>
                  <a:lnTo>
                    <a:pt x="825036" y="1944944"/>
                  </a:lnTo>
                  <a:lnTo>
                    <a:pt x="863457" y="1968119"/>
                  </a:lnTo>
                  <a:lnTo>
                    <a:pt x="902513" y="1990327"/>
                  </a:lnTo>
                  <a:lnTo>
                    <a:pt x="942189" y="2011549"/>
                  </a:lnTo>
                  <a:lnTo>
                    <a:pt x="982468" y="2031769"/>
                  </a:lnTo>
                  <a:lnTo>
                    <a:pt x="1023333" y="2050971"/>
                  </a:lnTo>
                  <a:lnTo>
                    <a:pt x="1064768" y="2069138"/>
                  </a:lnTo>
                  <a:lnTo>
                    <a:pt x="1106756" y="2086254"/>
                  </a:lnTo>
                  <a:lnTo>
                    <a:pt x="1149281" y="2102301"/>
                  </a:lnTo>
                  <a:lnTo>
                    <a:pt x="1192325" y="2117263"/>
                  </a:lnTo>
                  <a:lnTo>
                    <a:pt x="1235873" y="2131124"/>
                  </a:lnTo>
                  <a:lnTo>
                    <a:pt x="1279907" y="2143867"/>
                  </a:lnTo>
                  <a:lnTo>
                    <a:pt x="1324411" y="2155474"/>
                  </a:lnTo>
                  <a:lnTo>
                    <a:pt x="1369368" y="2165931"/>
                  </a:lnTo>
                  <a:lnTo>
                    <a:pt x="1414762" y="2175220"/>
                  </a:lnTo>
                  <a:lnTo>
                    <a:pt x="1460577" y="2183324"/>
                  </a:lnTo>
                  <a:lnTo>
                    <a:pt x="1506794" y="2190227"/>
                  </a:lnTo>
                  <a:lnTo>
                    <a:pt x="1553399" y="2195912"/>
                  </a:lnTo>
                  <a:lnTo>
                    <a:pt x="1600374" y="2200363"/>
                  </a:lnTo>
                  <a:lnTo>
                    <a:pt x="1647702" y="2203562"/>
                  </a:lnTo>
                  <a:lnTo>
                    <a:pt x="1695368" y="2205494"/>
                  </a:lnTo>
                  <a:lnTo>
                    <a:pt x="1743354" y="2206142"/>
                  </a:lnTo>
                  <a:lnTo>
                    <a:pt x="1791340" y="2205494"/>
                  </a:lnTo>
                  <a:lnTo>
                    <a:pt x="1839005" y="2203562"/>
                  </a:lnTo>
                  <a:lnTo>
                    <a:pt x="1886334" y="2200363"/>
                  </a:lnTo>
                  <a:lnTo>
                    <a:pt x="1933309" y="2195912"/>
                  </a:lnTo>
                  <a:lnTo>
                    <a:pt x="1979914" y="2190227"/>
                  </a:lnTo>
                  <a:lnTo>
                    <a:pt x="2026132" y="2183324"/>
                  </a:lnTo>
                  <a:lnTo>
                    <a:pt x="2071946" y="2175220"/>
                  </a:lnTo>
                  <a:lnTo>
                    <a:pt x="2117340" y="2165931"/>
                  </a:lnTo>
                  <a:lnTo>
                    <a:pt x="2162298" y="2155474"/>
                  </a:lnTo>
                  <a:lnTo>
                    <a:pt x="2206802" y="2143867"/>
                  </a:lnTo>
                  <a:lnTo>
                    <a:pt x="2250836" y="2131124"/>
                  </a:lnTo>
                  <a:lnTo>
                    <a:pt x="2294384" y="2117263"/>
                  </a:lnTo>
                  <a:lnTo>
                    <a:pt x="2337428" y="2102301"/>
                  </a:lnTo>
                  <a:lnTo>
                    <a:pt x="2379953" y="2086254"/>
                  </a:lnTo>
                  <a:lnTo>
                    <a:pt x="2421941" y="2069138"/>
                  </a:lnTo>
                  <a:lnTo>
                    <a:pt x="2463376" y="2050971"/>
                  </a:lnTo>
                  <a:lnTo>
                    <a:pt x="2504242" y="2031769"/>
                  </a:lnTo>
                  <a:lnTo>
                    <a:pt x="2544521" y="2011549"/>
                  </a:lnTo>
                  <a:lnTo>
                    <a:pt x="2584197" y="1990327"/>
                  </a:lnTo>
                  <a:lnTo>
                    <a:pt x="2623254" y="1968119"/>
                  </a:lnTo>
                  <a:lnTo>
                    <a:pt x="2661675" y="1944944"/>
                  </a:lnTo>
                  <a:lnTo>
                    <a:pt x="2699442" y="1920816"/>
                  </a:lnTo>
                  <a:lnTo>
                    <a:pt x="2736541" y="1895753"/>
                  </a:lnTo>
                  <a:lnTo>
                    <a:pt x="2772953" y="1869771"/>
                  </a:lnTo>
                  <a:lnTo>
                    <a:pt x="2808663" y="1842887"/>
                  </a:lnTo>
                  <a:lnTo>
                    <a:pt x="2843654" y="1815118"/>
                  </a:lnTo>
                  <a:lnTo>
                    <a:pt x="2877908" y="1786480"/>
                  </a:lnTo>
                  <a:lnTo>
                    <a:pt x="2911410" y="1756990"/>
                  </a:lnTo>
                  <a:lnTo>
                    <a:pt x="2944143" y="1726664"/>
                  </a:lnTo>
                  <a:lnTo>
                    <a:pt x="2976091" y="1695519"/>
                  </a:lnTo>
                  <a:lnTo>
                    <a:pt x="3007235" y="1663572"/>
                  </a:lnTo>
                  <a:lnTo>
                    <a:pt x="3037561" y="1630839"/>
                  </a:lnTo>
                  <a:lnTo>
                    <a:pt x="3067052" y="1597337"/>
                  </a:lnTo>
                  <a:lnTo>
                    <a:pt x="3095690" y="1563083"/>
                  </a:lnTo>
                  <a:lnTo>
                    <a:pt x="3123459" y="1528093"/>
                  </a:lnTo>
                  <a:lnTo>
                    <a:pt x="3150343" y="1492383"/>
                  </a:lnTo>
                  <a:lnTo>
                    <a:pt x="3176325" y="1455971"/>
                  </a:lnTo>
                  <a:lnTo>
                    <a:pt x="3201388" y="1418873"/>
                  </a:lnTo>
                  <a:lnTo>
                    <a:pt x="3225516" y="1381105"/>
                  </a:lnTo>
                  <a:lnTo>
                    <a:pt x="3248691" y="1342685"/>
                  </a:lnTo>
                  <a:lnTo>
                    <a:pt x="3270899" y="1303628"/>
                  </a:lnTo>
                  <a:lnTo>
                    <a:pt x="3292121" y="1263952"/>
                  </a:lnTo>
                  <a:lnTo>
                    <a:pt x="3312341" y="1223673"/>
                  </a:lnTo>
                  <a:lnTo>
                    <a:pt x="3331543" y="1182808"/>
                  </a:lnTo>
                  <a:lnTo>
                    <a:pt x="3349710" y="1141373"/>
                  </a:lnTo>
                  <a:lnTo>
                    <a:pt x="3366825" y="1099385"/>
                  </a:lnTo>
                  <a:lnTo>
                    <a:pt x="3382872" y="1056861"/>
                  </a:lnTo>
                  <a:lnTo>
                    <a:pt x="3397834" y="1013816"/>
                  </a:lnTo>
                  <a:lnTo>
                    <a:pt x="3411695" y="970269"/>
                  </a:lnTo>
                  <a:lnTo>
                    <a:pt x="3424437" y="926235"/>
                  </a:lnTo>
                  <a:lnTo>
                    <a:pt x="3436045" y="881731"/>
                  </a:lnTo>
                  <a:lnTo>
                    <a:pt x="3446501" y="836773"/>
                  </a:lnTo>
                  <a:lnTo>
                    <a:pt x="3455790" y="791379"/>
                  </a:lnTo>
                  <a:lnTo>
                    <a:pt x="3463893" y="745565"/>
                  </a:lnTo>
                  <a:lnTo>
                    <a:pt x="3470796" y="699347"/>
                  </a:lnTo>
                  <a:lnTo>
                    <a:pt x="3476481" y="652742"/>
                  </a:lnTo>
                  <a:lnTo>
                    <a:pt x="3480931" y="605768"/>
                  </a:lnTo>
                  <a:lnTo>
                    <a:pt x="3484130" y="558439"/>
                  </a:lnTo>
                  <a:lnTo>
                    <a:pt x="3486061" y="510773"/>
                  </a:lnTo>
                  <a:lnTo>
                    <a:pt x="3486708" y="462788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42585" y="1212011"/>
              <a:ext cx="3486785" cy="2206625"/>
            </a:xfrm>
            <a:custGeom>
              <a:avLst/>
              <a:gdLst/>
              <a:ahLst/>
              <a:cxnLst/>
              <a:rect l="l" t="t" r="r" b="b"/>
              <a:pathLst>
                <a:path w="3486784" h="2206625">
                  <a:moveTo>
                    <a:pt x="3426904" y="0"/>
                  </a:moveTo>
                  <a:lnTo>
                    <a:pt x="3441328" y="51745"/>
                  </a:lnTo>
                  <a:lnTo>
                    <a:pt x="3453398" y="102117"/>
                  </a:lnTo>
                  <a:lnTo>
                    <a:pt x="3463290" y="151669"/>
                  </a:lnTo>
                  <a:lnTo>
                    <a:pt x="3471179" y="200957"/>
                  </a:lnTo>
                  <a:lnTo>
                    <a:pt x="3477240" y="250532"/>
                  </a:lnTo>
                  <a:lnTo>
                    <a:pt x="3481649" y="300949"/>
                  </a:lnTo>
                  <a:lnTo>
                    <a:pt x="3484579" y="352762"/>
                  </a:lnTo>
                  <a:lnTo>
                    <a:pt x="3486207" y="406523"/>
                  </a:lnTo>
                  <a:lnTo>
                    <a:pt x="3486708" y="462788"/>
                  </a:lnTo>
                  <a:lnTo>
                    <a:pt x="3486061" y="510773"/>
                  </a:lnTo>
                  <a:lnTo>
                    <a:pt x="3484130" y="558439"/>
                  </a:lnTo>
                  <a:lnTo>
                    <a:pt x="3480931" y="605768"/>
                  </a:lnTo>
                  <a:lnTo>
                    <a:pt x="3476481" y="652742"/>
                  </a:lnTo>
                  <a:lnTo>
                    <a:pt x="3470796" y="699347"/>
                  </a:lnTo>
                  <a:lnTo>
                    <a:pt x="3463893" y="745565"/>
                  </a:lnTo>
                  <a:lnTo>
                    <a:pt x="3455790" y="791379"/>
                  </a:lnTo>
                  <a:lnTo>
                    <a:pt x="3446501" y="836773"/>
                  </a:lnTo>
                  <a:lnTo>
                    <a:pt x="3436045" y="881731"/>
                  </a:lnTo>
                  <a:lnTo>
                    <a:pt x="3424437" y="926235"/>
                  </a:lnTo>
                  <a:lnTo>
                    <a:pt x="3411695" y="970269"/>
                  </a:lnTo>
                  <a:lnTo>
                    <a:pt x="3397834" y="1013816"/>
                  </a:lnTo>
                  <a:lnTo>
                    <a:pt x="3382872" y="1056861"/>
                  </a:lnTo>
                  <a:lnTo>
                    <a:pt x="3366825" y="1099385"/>
                  </a:lnTo>
                  <a:lnTo>
                    <a:pt x="3349710" y="1141373"/>
                  </a:lnTo>
                  <a:lnTo>
                    <a:pt x="3331543" y="1182808"/>
                  </a:lnTo>
                  <a:lnTo>
                    <a:pt x="3312341" y="1223673"/>
                  </a:lnTo>
                  <a:lnTo>
                    <a:pt x="3292121" y="1263952"/>
                  </a:lnTo>
                  <a:lnTo>
                    <a:pt x="3270899" y="1303628"/>
                  </a:lnTo>
                  <a:lnTo>
                    <a:pt x="3248691" y="1342685"/>
                  </a:lnTo>
                  <a:lnTo>
                    <a:pt x="3225516" y="1381105"/>
                  </a:lnTo>
                  <a:lnTo>
                    <a:pt x="3201388" y="1418873"/>
                  </a:lnTo>
                  <a:lnTo>
                    <a:pt x="3176325" y="1455971"/>
                  </a:lnTo>
                  <a:lnTo>
                    <a:pt x="3150343" y="1492383"/>
                  </a:lnTo>
                  <a:lnTo>
                    <a:pt x="3123459" y="1528093"/>
                  </a:lnTo>
                  <a:lnTo>
                    <a:pt x="3095690" y="1563083"/>
                  </a:lnTo>
                  <a:lnTo>
                    <a:pt x="3067052" y="1597337"/>
                  </a:lnTo>
                  <a:lnTo>
                    <a:pt x="3037561" y="1630839"/>
                  </a:lnTo>
                  <a:lnTo>
                    <a:pt x="3007235" y="1663572"/>
                  </a:lnTo>
                  <a:lnTo>
                    <a:pt x="2976091" y="1695519"/>
                  </a:lnTo>
                  <a:lnTo>
                    <a:pt x="2944143" y="1726664"/>
                  </a:lnTo>
                  <a:lnTo>
                    <a:pt x="2911410" y="1756990"/>
                  </a:lnTo>
                  <a:lnTo>
                    <a:pt x="2877908" y="1786480"/>
                  </a:lnTo>
                  <a:lnTo>
                    <a:pt x="2843654" y="1815118"/>
                  </a:lnTo>
                  <a:lnTo>
                    <a:pt x="2808663" y="1842887"/>
                  </a:lnTo>
                  <a:lnTo>
                    <a:pt x="2772953" y="1869771"/>
                  </a:lnTo>
                  <a:lnTo>
                    <a:pt x="2736541" y="1895753"/>
                  </a:lnTo>
                  <a:lnTo>
                    <a:pt x="2699442" y="1920816"/>
                  </a:lnTo>
                  <a:lnTo>
                    <a:pt x="2661675" y="1944944"/>
                  </a:lnTo>
                  <a:lnTo>
                    <a:pt x="2623254" y="1968119"/>
                  </a:lnTo>
                  <a:lnTo>
                    <a:pt x="2584197" y="1990327"/>
                  </a:lnTo>
                  <a:lnTo>
                    <a:pt x="2544521" y="2011549"/>
                  </a:lnTo>
                  <a:lnTo>
                    <a:pt x="2504242" y="2031769"/>
                  </a:lnTo>
                  <a:lnTo>
                    <a:pt x="2463376" y="2050971"/>
                  </a:lnTo>
                  <a:lnTo>
                    <a:pt x="2421941" y="2069138"/>
                  </a:lnTo>
                  <a:lnTo>
                    <a:pt x="2379953" y="2086254"/>
                  </a:lnTo>
                  <a:lnTo>
                    <a:pt x="2337428" y="2102301"/>
                  </a:lnTo>
                  <a:lnTo>
                    <a:pt x="2294384" y="2117263"/>
                  </a:lnTo>
                  <a:lnTo>
                    <a:pt x="2250836" y="2131124"/>
                  </a:lnTo>
                  <a:lnTo>
                    <a:pt x="2206802" y="2143867"/>
                  </a:lnTo>
                  <a:lnTo>
                    <a:pt x="2162298" y="2155474"/>
                  </a:lnTo>
                  <a:lnTo>
                    <a:pt x="2117340" y="2165931"/>
                  </a:lnTo>
                  <a:lnTo>
                    <a:pt x="2071946" y="2175220"/>
                  </a:lnTo>
                  <a:lnTo>
                    <a:pt x="2026132" y="2183324"/>
                  </a:lnTo>
                  <a:lnTo>
                    <a:pt x="1979914" y="2190227"/>
                  </a:lnTo>
                  <a:lnTo>
                    <a:pt x="1933309" y="2195912"/>
                  </a:lnTo>
                  <a:lnTo>
                    <a:pt x="1886334" y="2200363"/>
                  </a:lnTo>
                  <a:lnTo>
                    <a:pt x="1839005" y="2203562"/>
                  </a:lnTo>
                  <a:lnTo>
                    <a:pt x="1791340" y="2205494"/>
                  </a:lnTo>
                  <a:lnTo>
                    <a:pt x="1743354" y="2206142"/>
                  </a:lnTo>
                  <a:lnTo>
                    <a:pt x="1695368" y="2205494"/>
                  </a:lnTo>
                  <a:lnTo>
                    <a:pt x="1647702" y="2203562"/>
                  </a:lnTo>
                  <a:lnTo>
                    <a:pt x="1600374" y="2200363"/>
                  </a:lnTo>
                  <a:lnTo>
                    <a:pt x="1553399" y="2195912"/>
                  </a:lnTo>
                  <a:lnTo>
                    <a:pt x="1506794" y="2190227"/>
                  </a:lnTo>
                  <a:lnTo>
                    <a:pt x="1460577" y="2183324"/>
                  </a:lnTo>
                  <a:lnTo>
                    <a:pt x="1414762" y="2175220"/>
                  </a:lnTo>
                  <a:lnTo>
                    <a:pt x="1369368" y="2165931"/>
                  </a:lnTo>
                  <a:lnTo>
                    <a:pt x="1324411" y="2155474"/>
                  </a:lnTo>
                  <a:lnTo>
                    <a:pt x="1279907" y="2143867"/>
                  </a:lnTo>
                  <a:lnTo>
                    <a:pt x="1235873" y="2131124"/>
                  </a:lnTo>
                  <a:lnTo>
                    <a:pt x="1192325" y="2117263"/>
                  </a:lnTo>
                  <a:lnTo>
                    <a:pt x="1149281" y="2102301"/>
                  </a:lnTo>
                  <a:lnTo>
                    <a:pt x="1106756" y="2086254"/>
                  </a:lnTo>
                  <a:lnTo>
                    <a:pt x="1064768" y="2069138"/>
                  </a:lnTo>
                  <a:lnTo>
                    <a:pt x="1023333" y="2050971"/>
                  </a:lnTo>
                  <a:lnTo>
                    <a:pt x="982468" y="2031769"/>
                  </a:lnTo>
                  <a:lnTo>
                    <a:pt x="942189" y="2011549"/>
                  </a:lnTo>
                  <a:lnTo>
                    <a:pt x="902513" y="1990327"/>
                  </a:lnTo>
                  <a:lnTo>
                    <a:pt x="863457" y="1968119"/>
                  </a:lnTo>
                  <a:lnTo>
                    <a:pt x="825036" y="1944944"/>
                  </a:lnTo>
                  <a:lnTo>
                    <a:pt x="787269" y="1920816"/>
                  </a:lnTo>
                  <a:lnTo>
                    <a:pt x="750170" y="1895753"/>
                  </a:lnTo>
                  <a:lnTo>
                    <a:pt x="713758" y="1869771"/>
                  </a:lnTo>
                  <a:lnTo>
                    <a:pt x="678049" y="1842887"/>
                  </a:lnTo>
                  <a:lnTo>
                    <a:pt x="643058" y="1815118"/>
                  </a:lnTo>
                  <a:lnTo>
                    <a:pt x="608804" y="1786480"/>
                  </a:lnTo>
                  <a:lnTo>
                    <a:pt x="575302" y="1756990"/>
                  </a:lnTo>
                  <a:lnTo>
                    <a:pt x="542569" y="1726664"/>
                  </a:lnTo>
                  <a:lnTo>
                    <a:pt x="510622" y="1695519"/>
                  </a:lnTo>
                  <a:lnTo>
                    <a:pt x="479477" y="1663572"/>
                  </a:lnTo>
                  <a:lnTo>
                    <a:pt x="449151" y="1630839"/>
                  </a:lnTo>
                  <a:lnTo>
                    <a:pt x="419661" y="1597337"/>
                  </a:lnTo>
                  <a:lnTo>
                    <a:pt x="391023" y="1563083"/>
                  </a:lnTo>
                  <a:lnTo>
                    <a:pt x="363254" y="1528093"/>
                  </a:lnTo>
                  <a:lnTo>
                    <a:pt x="336370" y="1492383"/>
                  </a:lnTo>
                  <a:lnTo>
                    <a:pt x="310389" y="1455971"/>
                  </a:lnTo>
                  <a:lnTo>
                    <a:pt x="285326" y="1418873"/>
                  </a:lnTo>
                  <a:lnTo>
                    <a:pt x="261198" y="1381105"/>
                  </a:lnTo>
                  <a:lnTo>
                    <a:pt x="238022" y="1342685"/>
                  </a:lnTo>
                  <a:lnTo>
                    <a:pt x="215815" y="1303628"/>
                  </a:lnTo>
                  <a:lnTo>
                    <a:pt x="194593" y="1263952"/>
                  </a:lnTo>
                  <a:lnTo>
                    <a:pt x="174372" y="1223673"/>
                  </a:lnTo>
                  <a:lnTo>
                    <a:pt x="155170" y="1182808"/>
                  </a:lnTo>
                  <a:lnTo>
                    <a:pt x="137003" y="1141373"/>
                  </a:lnTo>
                  <a:lnTo>
                    <a:pt x="119888" y="1099385"/>
                  </a:lnTo>
                  <a:lnTo>
                    <a:pt x="103841" y="1056861"/>
                  </a:lnTo>
                  <a:lnTo>
                    <a:pt x="88878" y="1013816"/>
                  </a:lnTo>
                  <a:lnTo>
                    <a:pt x="75018" y="970269"/>
                  </a:lnTo>
                  <a:lnTo>
                    <a:pt x="62275" y="926235"/>
                  </a:lnTo>
                  <a:lnTo>
                    <a:pt x="50667" y="881731"/>
                  </a:lnTo>
                  <a:lnTo>
                    <a:pt x="40210" y="836773"/>
                  </a:lnTo>
                  <a:lnTo>
                    <a:pt x="30922" y="791379"/>
                  </a:lnTo>
                  <a:lnTo>
                    <a:pt x="22817" y="745565"/>
                  </a:lnTo>
                  <a:lnTo>
                    <a:pt x="15915" y="699347"/>
                  </a:lnTo>
                  <a:lnTo>
                    <a:pt x="10229" y="652742"/>
                  </a:lnTo>
                  <a:lnTo>
                    <a:pt x="5779" y="605768"/>
                  </a:lnTo>
                  <a:lnTo>
                    <a:pt x="2579" y="558439"/>
                  </a:lnTo>
                  <a:lnTo>
                    <a:pt x="647" y="510773"/>
                  </a:lnTo>
                  <a:lnTo>
                    <a:pt x="0" y="462788"/>
                  </a:lnTo>
                  <a:lnTo>
                    <a:pt x="546" y="410495"/>
                  </a:lnTo>
                  <a:lnTo>
                    <a:pt x="2264" y="360750"/>
                  </a:lnTo>
                  <a:lnTo>
                    <a:pt x="5275" y="312860"/>
                  </a:lnTo>
                  <a:lnTo>
                    <a:pt x="9698" y="266134"/>
                  </a:lnTo>
                  <a:lnTo>
                    <a:pt x="15652" y="219880"/>
                  </a:lnTo>
                  <a:lnTo>
                    <a:pt x="23258" y="173405"/>
                  </a:lnTo>
                  <a:lnTo>
                    <a:pt x="32635" y="126017"/>
                  </a:lnTo>
                  <a:lnTo>
                    <a:pt x="43903" y="77025"/>
                  </a:lnTo>
                </a:path>
              </a:pathLst>
            </a:custGeom>
            <a:ln w="12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86181" y="1182687"/>
              <a:ext cx="635" cy="2798445"/>
            </a:xfrm>
            <a:custGeom>
              <a:avLst/>
              <a:gdLst/>
              <a:ahLst/>
              <a:cxnLst/>
              <a:rect l="l" t="t" r="r" b="b"/>
              <a:pathLst>
                <a:path w="634" h="2798445">
                  <a:moveTo>
                    <a:pt x="12" y="0"/>
                  </a:moveTo>
                  <a:lnTo>
                    <a:pt x="0" y="2798152"/>
                  </a:lnTo>
                </a:path>
              </a:pathLst>
            </a:custGeom>
            <a:ln w="16281">
              <a:solidFill>
                <a:srgbClr val="EF4123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3987" y="2288603"/>
              <a:ext cx="922655" cy="922655"/>
            </a:xfrm>
            <a:custGeom>
              <a:avLst/>
              <a:gdLst/>
              <a:ahLst/>
              <a:cxnLst/>
              <a:rect l="l" t="t" r="r" b="b"/>
              <a:pathLst>
                <a:path w="922655" h="922655">
                  <a:moveTo>
                    <a:pt x="922413" y="461213"/>
                  </a:moveTo>
                  <a:lnTo>
                    <a:pt x="920032" y="414056"/>
                  </a:lnTo>
                  <a:lnTo>
                    <a:pt x="913043" y="368261"/>
                  </a:lnTo>
                  <a:lnTo>
                    <a:pt x="901677" y="324061"/>
                  </a:lnTo>
                  <a:lnTo>
                    <a:pt x="886167" y="281686"/>
                  </a:lnTo>
                  <a:lnTo>
                    <a:pt x="866745" y="241370"/>
                  </a:lnTo>
                  <a:lnTo>
                    <a:pt x="843643" y="203343"/>
                  </a:lnTo>
                  <a:lnTo>
                    <a:pt x="817091" y="167837"/>
                  </a:lnTo>
                  <a:lnTo>
                    <a:pt x="787323" y="135085"/>
                  </a:lnTo>
                  <a:lnTo>
                    <a:pt x="754570" y="105317"/>
                  </a:lnTo>
                  <a:lnTo>
                    <a:pt x="719064" y="78767"/>
                  </a:lnTo>
                  <a:lnTo>
                    <a:pt x="681037" y="55665"/>
                  </a:lnTo>
                  <a:lnTo>
                    <a:pt x="640721" y="36244"/>
                  </a:lnTo>
                  <a:lnTo>
                    <a:pt x="598347" y="20734"/>
                  </a:lnTo>
                  <a:lnTo>
                    <a:pt x="554148" y="9370"/>
                  </a:lnTo>
                  <a:lnTo>
                    <a:pt x="508355" y="2381"/>
                  </a:lnTo>
                  <a:lnTo>
                    <a:pt x="461200" y="0"/>
                  </a:lnTo>
                  <a:lnTo>
                    <a:pt x="414045" y="2381"/>
                  </a:lnTo>
                  <a:lnTo>
                    <a:pt x="368253" y="9370"/>
                  </a:lnTo>
                  <a:lnTo>
                    <a:pt x="324054" y="20734"/>
                  </a:lnTo>
                  <a:lnTo>
                    <a:pt x="281681" y="36244"/>
                  </a:lnTo>
                  <a:lnTo>
                    <a:pt x="241366" y="55665"/>
                  </a:lnTo>
                  <a:lnTo>
                    <a:pt x="203340" y="78767"/>
                  </a:lnTo>
                  <a:lnTo>
                    <a:pt x="167835" y="105317"/>
                  </a:lnTo>
                  <a:lnTo>
                    <a:pt x="135083" y="135085"/>
                  </a:lnTo>
                  <a:lnTo>
                    <a:pt x="105316" y="167837"/>
                  </a:lnTo>
                  <a:lnTo>
                    <a:pt x="78766" y="203343"/>
                  </a:lnTo>
                  <a:lnTo>
                    <a:pt x="55664" y="241370"/>
                  </a:lnTo>
                  <a:lnTo>
                    <a:pt x="36243" y="281686"/>
                  </a:lnTo>
                  <a:lnTo>
                    <a:pt x="20734" y="324061"/>
                  </a:lnTo>
                  <a:lnTo>
                    <a:pt x="9370" y="368261"/>
                  </a:lnTo>
                  <a:lnTo>
                    <a:pt x="2381" y="414056"/>
                  </a:lnTo>
                  <a:lnTo>
                    <a:pt x="0" y="461213"/>
                  </a:lnTo>
                  <a:lnTo>
                    <a:pt x="2381" y="508367"/>
                  </a:lnTo>
                  <a:lnTo>
                    <a:pt x="9370" y="554160"/>
                  </a:lnTo>
                  <a:lnTo>
                    <a:pt x="20734" y="598359"/>
                  </a:lnTo>
                  <a:lnTo>
                    <a:pt x="36244" y="640732"/>
                  </a:lnTo>
                  <a:lnTo>
                    <a:pt x="55665" y="681047"/>
                  </a:lnTo>
                  <a:lnTo>
                    <a:pt x="78767" y="719073"/>
                  </a:lnTo>
                  <a:lnTo>
                    <a:pt x="105317" y="754578"/>
                  </a:lnTo>
                  <a:lnTo>
                    <a:pt x="135085" y="787330"/>
                  </a:lnTo>
                  <a:lnTo>
                    <a:pt x="167837" y="817097"/>
                  </a:lnTo>
                  <a:lnTo>
                    <a:pt x="203343" y="843647"/>
                  </a:lnTo>
                  <a:lnTo>
                    <a:pt x="241370" y="866748"/>
                  </a:lnTo>
                  <a:lnTo>
                    <a:pt x="281686" y="886169"/>
                  </a:lnTo>
                  <a:lnTo>
                    <a:pt x="324061" y="901678"/>
                  </a:lnTo>
                  <a:lnTo>
                    <a:pt x="368261" y="913043"/>
                  </a:lnTo>
                  <a:lnTo>
                    <a:pt x="414056" y="920032"/>
                  </a:lnTo>
                  <a:lnTo>
                    <a:pt x="461213" y="922413"/>
                  </a:lnTo>
                  <a:lnTo>
                    <a:pt x="508365" y="920032"/>
                  </a:lnTo>
                  <a:lnTo>
                    <a:pt x="554156" y="913043"/>
                  </a:lnTo>
                  <a:lnTo>
                    <a:pt x="598354" y="901678"/>
                  </a:lnTo>
                  <a:lnTo>
                    <a:pt x="640726" y="886169"/>
                  </a:lnTo>
                  <a:lnTo>
                    <a:pt x="681041" y="866748"/>
                  </a:lnTo>
                  <a:lnTo>
                    <a:pt x="719067" y="843647"/>
                  </a:lnTo>
                  <a:lnTo>
                    <a:pt x="754573" y="817097"/>
                  </a:lnTo>
                  <a:lnTo>
                    <a:pt x="787325" y="787330"/>
                  </a:lnTo>
                  <a:lnTo>
                    <a:pt x="817092" y="754578"/>
                  </a:lnTo>
                  <a:lnTo>
                    <a:pt x="843643" y="719073"/>
                  </a:lnTo>
                  <a:lnTo>
                    <a:pt x="866746" y="681047"/>
                  </a:lnTo>
                  <a:lnTo>
                    <a:pt x="886168" y="640732"/>
                  </a:lnTo>
                  <a:lnTo>
                    <a:pt x="901677" y="598359"/>
                  </a:lnTo>
                  <a:lnTo>
                    <a:pt x="913043" y="554160"/>
                  </a:lnTo>
                  <a:lnTo>
                    <a:pt x="920032" y="508367"/>
                  </a:lnTo>
                  <a:lnTo>
                    <a:pt x="922413" y="461213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23987" y="2288603"/>
              <a:ext cx="922655" cy="922655"/>
            </a:xfrm>
            <a:custGeom>
              <a:avLst/>
              <a:gdLst/>
              <a:ahLst/>
              <a:cxnLst/>
              <a:rect l="l" t="t" r="r" b="b"/>
              <a:pathLst>
                <a:path w="922655" h="922655">
                  <a:moveTo>
                    <a:pt x="461213" y="922413"/>
                  </a:moveTo>
                  <a:lnTo>
                    <a:pt x="414056" y="920032"/>
                  </a:lnTo>
                  <a:lnTo>
                    <a:pt x="368261" y="913043"/>
                  </a:lnTo>
                  <a:lnTo>
                    <a:pt x="324061" y="901678"/>
                  </a:lnTo>
                  <a:lnTo>
                    <a:pt x="281686" y="886169"/>
                  </a:lnTo>
                  <a:lnTo>
                    <a:pt x="241370" y="866748"/>
                  </a:lnTo>
                  <a:lnTo>
                    <a:pt x="203343" y="843647"/>
                  </a:lnTo>
                  <a:lnTo>
                    <a:pt x="167837" y="817097"/>
                  </a:lnTo>
                  <a:lnTo>
                    <a:pt x="135085" y="787330"/>
                  </a:lnTo>
                  <a:lnTo>
                    <a:pt x="105317" y="754578"/>
                  </a:lnTo>
                  <a:lnTo>
                    <a:pt x="78767" y="719073"/>
                  </a:lnTo>
                  <a:lnTo>
                    <a:pt x="55665" y="681047"/>
                  </a:lnTo>
                  <a:lnTo>
                    <a:pt x="36244" y="640732"/>
                  </a:lnTo>
                  <a:lnTo>
                    <a:pt x="20734" y="598359"/>
                  </a:lnTo>
                  <a:lnTo>
                    <a:pt x="9370" y="554160"/>
                  </a:lnTo>
                  <a:lnTo>
                    <a:pt x="2381" y="508367"/>
                  </a:lnTo>
                  <a:lnTo>
                    <a:pt x="0" y="461213"/>
                  </a:lnTo>
                  <a:lnTo>
                    <a:pt x="2381" y="414056"/>
                  </a:lnTo>
                  <a:lnTo>
                    <a:pt x="9370" y="368261"/>
                  </a:lnTo>
                  <a:lnTo>
                    <a:pt x="20734" y="324061"/>
                  </a:lnTo>
                  <a:lnTo>
                    <a:pt x="36243" y="281686"/>
                  </a:lnTo>
                  <a:lnTo>
                    <a:pt x="55664" y="241370"/>
                  </a:lnTo>
                  <a:lnTo>
                    <a:pt x="78766" y="203343"/>
                  </a:lnTo>
                  <a:lnTo>
                    <a:pt x="105316" y="167837"/>
                  </a:lnTo>
                  <a:lnTo>
                    <a:pt x="135083" y="135085"/>
                  </a:lnTo>
                  <a:lnTo>
                    <a:pt x="167835" y="105317"/>
                  </a:lnTo>
                  <a:lnTo>
                    <a:pt x="203340" y="78767"/>
                  </a:lnTo>
                  <a:lnTo>
                    <a:pt x="241366" y="55665"/>
                  </a:lnTo>
                  <a:lnTo>
                    <a:pt x="281681" y="36244"/>
                  </a:lnTo>
                  <a:lnTo>
                    <a:pt x="324054" y="20734"/>
                  </a:lnTo>
                  <a:lnTo>
                    <a:pt x="368253" y="9370"/>
                  </a:lnTo>
                  <a:lnTo>
                    <a:pt x="414045" y="2381"/>
                  </a:lnTo>
                  <a:lnTo>
                    <a:pt x="461200" y="0"/>
                  </a:lnTo>
                  <a:lnTo>
                    <a:pt x="508355" y="2381"/>
                  </a:lnTo>
                  <a:lnTo>
                    <a:pt x="554148" y="9370"/>
                  </a:lnTo>
                  <a:lnTo>
                    <a:pt x="598347" y="20734"/>
                  </a:lnTo>
                  <a:lnTo>
                    <a:pt x="640721" y="36244"/>
                  </a:lnTo>
                  <a:lnTo>
                    <a:pt x="681037" y="55665"/>
                  </a:lnTo>
                  <a:lnTo>
                    <a:pt x="719064" y="78767"/>
                  </a:lnTo>
                  <a:lnTo>
                    <a:pt x="754570" y="105317"/>
                  </a:lnTo>
                  <a:lnTo>
                    <a:pt x="787323" y="135085"/>
                  </a:lnTo>
                  <a:lnTo>
                    <a:pt x="817091" y="167837"/>
                  </a:lnTo>
                  <a:lnTo>
                    <a:pt x="843643" y="203343"/>
                  </a:lnTo>
                  <a:lnTo>
                    <a:pt x="866745" y="241370"/>
                  </a:lnTo>
                  <a:lnTo>
                    <a:pt x="886167" y="281686"/>
                  </a:lnTo>
                  <a:lnTo>
                    <a:pt x="901677" y="324061"/>
                  </a:lnTo>
                  <a:lnTo>
                    <a:pt x="913043" y="368261"/>
                  </a:lnTo>
                  <a:lnTo>
                    <a:pt x="920032" y="414056"/>
                  </a:lnTo>
                  <a:lnTo>
                    <a:pt x="922413" y="461213"/>
                  </a:lnTo>
                  <a:lnTo>
                    <a:pt x="920032" y="508367"/>
                  </a:lnTo>
                  <a:lnTo>
                    <a:pt x="913043" y="554160"/>
                  </a:lnTo>
                  <a:lnTo>
                    <a:pt x="901677" y="598359"/>
                  </a:lnTo>
                  <a:lnTo>
                    <a:pt x="886168" y="640732"/>
                  </a:lnTo>
                  <a:lnTo>
                    <a:pt x="866746" y="681047"/>
                  </a:lnTo>
                  <a:lnTo>
                    <a:pt x="843643" y="719073"/>
                  </a:lnTo>
                  <a:lnTo>
                    <a:pt x="817092" y="754578"/>
                  </a:lnTo>
                  <a:lnTo>
                    <a:pt x="787325" y="787330"/>
                  </a:lnTo>
                  <a:lnTo>
                    <a:pt x="754573" y="817097"/>
                  </a:lnTo>
                  <a:lnTo>
                    <a:pt x="719067" y="843647"/>
                  </a:lnTo>
                  <a:lnTo>
                    <a:pt x="681041" y="866748"/>
                  </a:lnTo>
                  <a:lnTo>
                    <a:pt x="640726" y="886169"/>
                  </a:lnTo>
                  <a:lnTo>
                    <a:pt x="598354" y="901678"/>
                  </a:lnTo>
                  <a:lnTo>
                    <a:pt x="554156" y="913043"/>
                  </a:lnTo>
                  <a:lnTo>
                    <a:pt x="508365" y="920032"/>
                  </a:lnTo>
                  <a:lnTo>
                    <a:pt x="461213" y="922413"/>
                  </a:lnTo>
                  <a:close/>
                </a:path>
              </a:pathLst>
            </a:custGeom>
            <a:ln w="12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85187" y="274981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70113" y="233472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160" y="415086"/>
                  </a:moveTo>
                  <a:lnTo>
                    <a:pt x="827368" y="366678"/>
                  </a:lnTo>
                  <a:lnTo>
                    <a:pt x="819198" y="319910"/>
                  </a:lnTo>
                  <a:lnTo>
                    <a:pt x="805962" y="275094"/>
                  </a:lnTo>
                  <a:lnTo>
                    <a:pt x="787971" y="232541"/>
                  </a:lnTo>
                  <a:lnTo>
                    <a:pt x="765537" y="192562"/>
                  </a:lnTo>
                  <a:lnTo>
                    <a:pt x="738971" y="155470"/>
                  </a:lnTo>
                  <a:lnTo>
                    <a:pt x="708585" y="121575"/>
                  </a:lnTo>
                  <a:lnTo>
                    <a:pt x="674690" y="91189"/>
                  </a:lnTo>
                  <a:lnTo>
                    <a:pt x="637597" y="64623"/>
                  </a:lnTo>
                  <a:lnTo>
                    <a:pt x="597619" y="42189"/>
                  </a:lnTo>
                  <a:lnTo>
                    <a:pt x="555066" y="24198"/>
                  </a:lnTo>
                  <a:lnTo>
                    <a:pt x="510250" y="10962"/>
                  </a:lnTo>
                  <a:lnTo>
                    <a:pt x="463482" y="2792"/>
                  </a:lnTo>
                  <a:lnTo>
                    <a:pt x="415074" y="0"/>
                  </a:lnTo>
                  <a:lnTo>
                    <a:pt x="366668" y="2792"/>
                  </a:lnTo>
                  <a:lnTo>
                    <a:pt x="319902" y="10962"/>
                  </a:lnTo>
                  <a:lnTo>
                    <a:pt x="275088" y="24198"/>
                  </a:lnTo>
                  <a:lnTo>
                    <a:pt x="232536" y="42189"/>
                  </a:lnTo>
                  <a:lnTo>
                    <a:pt x="192559" y="64623"/>
                  </a:lnTo>
                  <a:lnTo>
                    <a:pt x="155468" y="91189"/>
                  </a:lnTo>
                  <a:lnTo>
                    <a:pt x="121573" y="121575"/>
                  </a:lnTo>
                  <a:lnTo>
                    <a:pt x="91188" y="155470"/>
                  </a:lnTo>
                  <a:lnTo>
                    <a:pt x="64623" y="192562"/>
                  </a:lnTo>
                  <a:lnTo>
                    <a:pt x="42189" y="232541"/>
                  </a:lnTo>
                  <a:lnTo>
                    <a:pt x="24198" y="275094"/>
                  </a:lnTo>
                  <a:lnTo>
                    <a:pt x="10962" y="319910"/>
                  </a:lnTo>
                  <a:lnTo>
                    <a:pt x="2792" y="366678"/>
                  </a:lnTo>
                  <a:lnTo>
                    <a:pt x="0" y="415086"/>
                  </a:lnTo>
                  <a:lnTo>
                    <a:pt x="2792" y="463492"/>
                  </a:lnTo>
                  <a:lnTo>
                    <a:pt x="10962" y="510258"/>
                  </a:lnTo>
                  <a:lnTo>
                    <a:pt x="24198" y="555072"/>
                  </a:lnTo>
                  <a:lnTo>
                    <a:pt x="42189" y="597624"/>
                  </a:lnTo>
                  <a:lnTo>
                    <a:pt x="64623" y="637601"/>
                  </a:lnTo>
                  <a:lnTo>
                    <a:pt x="91188" y="674692"/>
                  </a:lnTo>
                  <a:lnTo>
                    <a:pt x="121573" y="708586"/>
                  </a:lnTo>
                  <a:lnTo>
                    <a:pt x="155468" y="738972"/>
                  </a:lnTo>
                  <a:lnTo>
                    <a:pt x="192559" y="765537"/>
                  </a:lnTo>
                  <a:lnTo>
                    <a:pt x="232536" y="787971"/>
                  </a:lnTo>
                  <a:lnTo>
                    <a:pt x="275088" y="805962"/>
                  </a:lnTo>
                  <a:lnTo>
                    <a:pt x="319902" y="819198"/>
                  </a:lnTo>
                  <a:lnTo>
                    <a:pt x="366668" y="827368"/>
                  </a:lnTo>
                  <a:lnTo>
                    <a:pt x="415074" y="830160"/>
                  </a:lnTo>
                  <a:lnTo>
                    <a:pt x="463482" y="827368"/>
                  </a:lnTo>
                  <a:lnTo>
                    <a:pt x="510250" y="819198"/>
                  </a:lnTo>
                  <a:lnTo>
                    <a:pt x="555066" y="805962"/>
                  </a:lnTo>
                  <a:lnTo>
                    <a:pt x="597619" y="787971"/>
                  </a:lnTo>
                  <a:lnTo>
                    <a:pt x="637597" y="765537"/>
                  </a:lnTo>
                  <a:lnTo>
                    <a:pt x="674690" y="738972"/>
                  </a:lnTo>
                  <a:lnTo>
                    <a:pt x="708585" y="708586"/>
                  </a:lnTo>
                  <a:lnTo>
                    <a:pt x="738971" y="674692"/>
                  </a:lnTo>
                  <a:lnTo>
                    <a:pt x="765537" y="637601"/>
                  </a:lnTo>
                  <a:lnTo>
                    <a:pt x="787971" y="597624"/>
                  </a:lnTo>
                  <a:lnTo>
                    <a:pt x="805962" y="555072"/>
                  </a:lnTo>
                  <a:lnTo>
                    <a:pt x="819198" y="510258"/>
                  </a:lnTo>
                  <a:lnTo>
                    <a:pt x="827368" y="463492"/>
                  </a:lnTo>
                  <a:lnTo>
                    <a:pt x="830160" y="415086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70113" y="233472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415074" y="830160"/>
                  </a:moveTo>
                  <a:lnTo>
                    <a:pt x="366668" y="827368"/>
                  </a:lnTo>
                  <a:lnTo>
                    <a:pt x="319902" y="819198"/>
                  </a:lnTo>
                  <a:lnTo>
                    <a:pt x="275088" y="805962"/>
                  </a:lnTo>
                  <a:lnTo>
                    <a:pt x="232536" y="787971"/>
                  </a:lnTo>
                  <a:lnTo>
                    <a:pt x="192559" y="765537"/>
                  </a:lnTo>
                  <a:lnTo>
                    <a:pt x="155468" y="738972"/>
                  </a:lnTo>
                  <a:lnTo>
                    <a:pt x="121573" y="708586"/>
                  </a:lnTo>
                  <a:lnTo>
                    <a:pt x="91188" y="674692"/>
                  </a:lnTo>
                  <a:lnTo>
                    <a:pt x="64623" y="637601"/>
                  </a:lnTo>
                  <a:lnTo>
                    <a:pt x="42189" y="597624"/>
                  </a:lnTo>
                  <a:lnTo>
                    <a:pt x="24198" y="555072"/>
                  </a:lnTo>
                  <a:lnTo>
                    <a:pt x="10962" y="510258"/>
                  </a:lnTo>
                  <a:lnTo>
                    <a:pt x="2792" y="463492"/>
                  </a:lnTo>
                  <a:lnTo>
                    <a:pt x="0" y="415086"/>
                  </a:lnTo>
                  <a:lnTo>
                    <a:pt x="2792" y="366678"/>
                  </a:lnTo>
                  <a:lnTo>
                    <a:pt x="10962" y="319910"/>
                  </a:lnTo>
                  <a:lnTo>
                    <a:pt x="24198" y="275094"/>
                  </a:lnTo>
                  <a:lnTo>
                    <a:pt x="42189" y="232541"/>
                  </a:lnTo>
                  <a:lnTo>
                    <a:pt x="64623" y="192562"/>
                  </a:lnTo>
                  <a:lnTo>
                    <a:pt x="91188" y="155470"/>
                  </a:lnTo>
                  <a:lnTo>
                    <a:pt x="121573" y="121575"/>
                  </a:lnTo>
                  <a:lnTo>
                    <a:pt x="155468" y="91189"/>
                  </a:lnTo>
                  <a:lnTo>
                    <a:pt x="192559" y="64623"/>
                  </a:lnTo>
                  <a:lnTo>
                    <a:pt x="232536" y="42189"/>
                  </a:lnTo>
                  <a:lnTo>
                    <a:pt x="275088" y="24198"/>
                  </a:lnTo>
                  <a:lnTo>
                    <a:pt x="319902" y="10962"/>
                  </a:lnTo>
                  <a:lnTo>
                    <a:pt x="366668" y="2792"/>
                  </a:lnTo>
                  <a:lnTo>
                    <a:pt x="415074" y="0"/>
                  </a:lnTo>
                  <a:lnTo>
                    <a:pt x="463482" y="2792"/>
                  </a:lnTo>
                  <a:lnTo>
                    <a:pt x="510250" y="10962"/>
                  </a:lnTo>
                  <a:lnTo>
                    <a:pt x="555066" y="24198"/>
                  </a:lnTo>
                  <a:lnTo>
                    <a:pt x="597619" y="42189"/>
                  </a:lnTo>
                  <a:lnTo>
                    <a:pt x="637597" y="64623"/>
                  </a:lnTo>
                  <a:lnTo>
                    <a:pt x="674690" y="91189"/>
                  </a:lnTo>
                  <a:lnTo>
                    <a:pt x="708585" y="121575"/>
                  </a:lnTo>
                  <a:lnTo>
                    <a:pt x="738971" y="155470"/>
                  </a:lnTo>
                  <a:lnTo>
                    <a:pt x="765537" y="192562"/>
                  </a:lnTo>
                  <a:lnTo>
                    <a:pt x="787971" y="232541"/>
                  </a:lnTo>
                  <a:lnTo>
                    <a:pt x="805962" y="275094"/>
                  </a:lnTo>
                  <a:lnTo>
                    <a:pt x="819198" y="319910"/>
                  </a:lnTo>
                  <a:lnTo>
                    <a:pt x="827368" y="366678"/>
                  </a:lnTo>
                  <a:lnTo>
                    <a:pt x="830160" y="415086"/>
                  </a:lnTo>
                  <a:lnTo>
                    <a:pt x="827368" y="463492"/>
                  </a:lnTo>
                  <a:lnTo>
                    <a:pt x="819198" y="510258"/>
                  </a:lnTo>
                  <a:lnTo>
                    <a:pt x="805962" y="555072"/>
                  </a:lnTo>
                  <a:lnTo>
                    <a:pt x="787971" y="597624"/>
                  </a:lnTo>
                  <a:lnTo>
                    <a:pt x="765537" y="637601"/>
                  </a:lnTo>
                  <a:lnTo>
                    <a:pt x="738971" y="674692"/>
                  </a:lnTo>
                  <a:lnTo>
                    <a:pt x="708585" y="708586"/>
                  </a:lnTo>
                  <a:lnTo>
                    <a:pt x="674690" y="738972"/>
                  </a:lnTo>
                  <a:lnTo>
                    <a:pt x="637597" y="765537"/>
                  </a:lnTo>
                  <a:lnTo>
                    <a:pt x="597619" y="787971"/>
                  </a:lnTo>
                  <a:lnTo>
                    <a:pt x="555066" y="805962"/>
                  </a:lnTo>
                  <a:lnTo>
                    <a:pt x="510250" y="819198"/>
                  </a:lnTo>
                  <a:lnTo>
                    <a:pt x="463482" y="827368"/>
                  </a:lnTo>
                  <a:lnTo>
                    <a:pt x="415074" y="830160"/>
                  </a:lnTo>
                  <a:close/>
                </a:path>
              </a:pathLst>
            </a:custGeom>
            <a:ln w="12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85187" y="274981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08683" y="2173300"/>
              <a:ext cx="1153160" cy="1153160"/>
            </a:xfrm>
            <a:custGeom>
              <a:avLst/>
              <a:gdLst/>
              <a:ahLst/>
              <a:cxnLst/>
              <a:rect l="l" t="t" r="r" b="b"/>
              <a:pathLst>
                <a:path w="1153160" h="1153160">
                  <a:moveTo>
                    <a:pt x="1153020" y="576516"/>
                  </a:moveTo>
                  <a:lnTo>
                    <a:pt x="0" y="576516"/>
                  </a:lnTo>
                </a:path>
                <a:path w="1153160" h="1153160">
                  <a:moveTo>
                    <a:pt x="576516" y="0"/>
                  </a:moveTo>
                  <a:lnTo>
                    <a:pt x="576516" y="1153020"/>
                  </a:lnTo>
                </a:path>
              </a:pathLst>
            </a:custGeom>
            <a:ln w="6019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5722" y="2508789"/>
              <a:ext cx="125895" cy="16607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058145" y="2542844"/>
              <a:ext cx="379730" cy="201930"/>
            </a:xfrm>
            <a:custGeom>
              <a:avLst/>
              <a:gdLst/>
              <a:ahLst/>
              <a:cxnLst/>
              <a:rect l="l" t="t" r="r" b="b"/>
              <a:pathLst>
                <a:path w="379729" h="201930">
                  <a:moveTo>
                    <a:pt x="0" y="0"/>
                  </a:moveTo>
                  <a:lnTo>
                    <a:pt x="379399" y="26289"/>
                  </a:lnTo>
                  <a:lnTo>
                    <a:pt x="322389" y="201739"/>
                  </a:lnTo>
                  <a:lnTo>
                    <a:pt x="0" y="0"/>
                  </a:lnTo>
                  <a:close/>
                </a:path>
              </a:pathLst>
            </a:custGeom>
            <a:ln w="36156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62200" y="2626817"/>
              <a:ext cx="245973" cy="24597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862200" y="2626817"/>
              <a:ext cx="246379" cy="246379"/>
            </a:xfrm>
            <a:custGeom>
              <a:avLst/>
              <a:gdLst/>
              <a:ahLst/>
              <a:cxnLst/>
              <a:rect l="l" t="t" r="r" b="b"/>
              <a:pathLst>
                <a:path w="246380" h="246380">
                  <a:moveTo>
                    <a:pt x="122999" y="245973"/>
                  </a:moveTo>
                  <a:lnTo>
                    <a:pt x="170869" y="236310"/>
                  </a:lnTo>
                  <a:lnTo>
                    <a:pt x="209962" y="209956"/>
                  </a:lnTo>
                  <a:lnTo>
                    <a:pt x="236320" y="170867"/>
                  </a:lnTo>
                  <a:lnTo>
                    <a:pt x="245986" y="122999"/>
                  </a:lnTo>
                  <a:lnTo>
                    <a:pt x="236315" y="75121"/>
                  </a:lnTo>
                  <a:lnTo>
                    <a:pt x="209957" y="36025"/>
                  </a:lnTo>
                  <a:lnTo>
                    <a:pt x="170867" y="9665"/>
                  </a:lnTo>
                  <a:lnTo>
                    <a:pt x="122999" y="0"/>
                  </a:lnTo>
                  <a:lnTo>
                    <a:pt x="75121" y="9665"/>
                  </a:lnTo>
                  <a:lnTo>
                    <a:pt x="36025" y="36025"/>
                  </a:lnTo>
                  <a:lnTo>
                    <a:pt x="9665" y="75121"/>
                  </a:lnTo>
                  <a:lnTo>
                    <a:pt x="0" y="122999"/>
                  </a:lnTo>
                  <a:lnTo>
                    <a:pt x="9665" y="170867"/>
                  </a:lnTo>
                  <a:lnTo>
                    <a:pt x="36025" y="209956"/>
                  </a:lnTo>
                  <a:lnTo>
                    <a:pt x="75121" y="236310"/>
                  </a:lnTo>
                  <a:lnTo>
                    <a:pt x="122999" y="245973"/>
                  </a:lnTo>
                  <a:close/>
                </a:path>
              </a:pathLst>
            </a:custGeom>
            <a:ln w="12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09046" y="2656852"/>
              <a:ext cx="438784" cy="142875"/>
            </a:xfrm>
            <a:custGeom>
              <a:avLst/>
              <a:gdLst/>
              <a:ahLst/>
              <a:cxnLst/>
              <a:rect l="l" t="t" r="r" b="b"/>
              <a:pathLst>
                <a:path w="438785" h="142875">
                  <a:moveTo>
                    <a:pt x="0" y="0"/>
                  </a:moveTo>
                  <a:lnTo>
                    <a:pt x="438619" y="142519"/>
                  </a:lnTo>
                </a:path>
              </a:pathLst>
            </a:custGeom>
            <a:ln w="36156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20660" y="2560878"/>
              <a:ext cx="338455" cy="313055"/>
            </a:xfrm>
            <a:custGeom>
              <a:avLst/>
              <a:gdLst/>
              <a:ahLst/>
              <a:cxnLst/>
              <a:rect l="l" t="t" r="r" b="b"/>
              <a:pathLst>
                <a:path w="338454" h="313055">
                  <a:moveTo>
                    <a:pt x="338289" y="138760"/>
                  </a:moveTo>
                  <a:lnTo>
                    <a:pt x="216725" y="0"/>
                  </a:lnTo>
                  <a:lnTo>
                    <a:pt x="0" y="312496"/>
                  </a:lnTo>
                  <a:lnTo>
                    <a:pt x="338289" y="1387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20660" y="1726298"/>
              <a:ext cx="661035" cy="1147445"/>
            </a:xfrm>
            <a:custGeom>
              <a:avLst/>
              <a:gdLst/>
              <a:ahLst/>
              <a:cxnLst/>
              <a:rect l="l" t="t" r="r" b="b"/>
              <a:pathLst>
                <a:path w="661034" h="1147445">
                  <a:moveTo>
                    <a:pt x="0" y="1147076"/>
                  </a:moveTo>
                  <a:lnTo>
                    <a:pt x="216725" y="834580"/>
                  </a:lnTo>
                  <a:lnTo>
                    <a:pt x="338289" y="973340"/>
                  </a:lnTo>
                  <a:lnTo>
                    <a:pt x="0" y="1147076"/>
                  </a:lnTo>
                  <a:close/>
                </a:path>
                <a:path w="661034" h="1147445">
                  <a:moveTo>
                    <a:pt x="660590" y="0"/>
                  </a:moveTo>
                  <a:lnTo>
                    <a:pt x="649935" y="131406"/>
                  </a:lnTo>
                  <a:lnTo>
                    <a:pt x="625068" y="264591"/>
                  </a:lnTo>
                  <a:lnTo>
                    <a:pt x="587781" y="388899"/>
                  </a:lnTo>
                  <a:lnTo>
                    <a:pt x="539838" y="509650"/>
                  </a:lnTo>
                  <a:lnTo>
                    <a:pt x="481228" y="632155"/>
                  </a:lnTo>
                  <a:lnTo>
                    <a:pt x="408431" y="742276"/>
                  </a:lnTo>
                  <a:lnTo>
                    <a:pt x="326745" y="848804"/>
                  </a:lnTo>
                  <a:lnTo>
                    <a:pt x="278638" y="902677"/>
                  </a:lnTo>
                  <a:lnTo>
                    <a:pt x="277507" y="903947"/>
                  </a:lnTo>
                </a:path>
              </a:pathLst>
            </a:custGeom>
            <a:ln w="36156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83098" y="2470092"/>
              <a:ext cx="84505" cy="6657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087990" y="4115485"/>
              <a:ext cx="735965" cy="2286000"/>
            </a:xfrm>
            <a:custGeom>
              <a:avLst/>
              <a:gdLst/>
              <a:ahLst/>
              <a:cxnLst/>
              <a:rect l="l" t="t" r="r" b="b"/>
              <a:pathLst>
                <a:path w="735964" h="2286000">
                  <a:moveTo>
                    <a:pt x="735926" y="0"/>
                  </a:moveTo>
                  <a:lnTo>
                    <a:pt x="0" y="2285784"/>
                  </a:lnTo>
                </a:path>
              </a:pathLst>
            </a:custGeom>
            <a:ln w="32575">
              <a:solidFill>
                <a:srgbClr val="231F2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00286" y="5297087"/>
              <a:ext cx="105409" cy="18771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159055" y="3934421"/>
              <a:ext cx="449580" cy="1382395"/>
            </a:xfrm>
            <a:custGeom>
              <a:avLst/>
              <a:gdLst/>
              <a:ahLst/>
              <a:cxnLst/>
              <a:rect l="l" t="t" r="r" b="b"/>
              <a:pathLst>
                <a:path w="449579" h="1382395">
                  <a:moveTo>
                    <a:pt x="449008" y="0"/>
                  </a:moveTo>
                  <a:lnTo>
                    <a:pt x="0" y="1381874"/>
                  </a:lnTo>
                </a:path>
              </a:pathLst>
            </a:custGeom>
            <a:ln w="12052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61423" y="3765949"/>
              <a:ext cx="105498" cy="18770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825236" y="4295952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29" h="430529">
                  <a:moveTo>
                    <a:pt x="430491" y="105575"/>
                  </a:moveTo>
                  <a:lnTo>
                    <a:pt x="105575" y="0"/>
                  </a:lnTo>
                  <a:lnTo>
                    <a:pt x="0" y="324916"/>
                  </a:lnTo>
                  <a:lnTo>
                    <a:pt x="324916" y="430491"/>
                  </a:lnTo>
                  <a:lnTo>
                    <a:pt x="430491" y="105575"/>
                  </a:lnTo>
                  <a:close/>
                </a:path>
              </a:pathLst>
            </a:custGeom>
            <a:solidFill>
              <a:srgbClr val="CCE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25236" y="4295952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29" h="430529">
                  <a:moveTo>
                    <a:pt x="430491" y="105575"/>
                  </a:moveTo>
                  <a:lnTo>
                    <a:pt x="105575" y="0"/>
                  </a:lnTo>
                  <a:lnTo>
                    <a:pt x="0" y="324916"/>
                  </a:lnTo>
                  <a:lnTo>
                    <a:pt x="324916" y="430491"/>
                  </a:lnTo>
                  <a:lnTo>
                    <a:pt x="430491" y="105575"/>
                  </a:lnTo>
                  <a:close/>
                </a:path>
              </a:pathLst>
            </a:custGeom>
            <a:ln w="1205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670528" y="5387670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29" h="430529">
                  <a:moveTo>
                    <a:pt x="430491" y="105575"/>
                  </a:moveTo>
                  <a:lnTo>
                    <a:pt x="105575" y="0"/>
                  </a:lnTo>
                  <a:lnTo>
                    <a:pt x="0" y="324916"/>
                  </a:lnTo>
                  <a:lnTo>
                    <a:pt x="324916" y="430491"/>
                  </a:lnTo>
                  <a:lnTo>
                    <a:pt x="430491" y="105575"/>
                  </a:lnTo>
                  <a:close/>
                </a:path>
              </a:pathLst>
            </a:custGeom>
            <a:solidFill>
              <a:srgbClr val="CCE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670528" y="5387670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29" h="430529">
                  <a:moveTo>
                    <a:pt x="324916" y="430491"/>
                  </a:moveTo>
                  <a:lnTo>
                    <a:pt x="430491" y="105575"/>
                  </a:lnTo>
                  <a:lnTo>
                    <a:pt x="105575" y="0"/>
                  </a:lnTo>
                  <a:lnTo>
                    <a:pt x="0" y="324916"/>
                  </a:lnTo>
                  <a:lnTo>
                    <a:pt x="324916" y="430491"/>
                  </a:lnTo>
                  <a:close/>
                </a:path>
              </a:pathLst>
            </a:custGeom>
            <a:ln w="1205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561039" y="5677014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29" h="430529">
                  <a:moveTo>
                    <a:pt x="430491" y="105575"/>
                  </a:moveTo>
                  <a:lnTo>
                    <a:pt x="105575" y="0"/>
                  </a:lnTo>
                  <a:lnTo>
                    <a:pt x="0" y="324929"/>
                  </a:lnTo>
                  <a:lnTo>
                    <a:pt x="324916" y="430491"/>
                  </a:lnTo>
                  <a:lnTo>
                    <a:pt x="430491" y="105575"/>
                  </a:lnTo>
                  <a:close/>
                </a:path>
              </a:pathLst>
            </a:custGeom>
            <a:solidFill>
              <a:srgbClr val="CCE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61039" y="5677014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29" h="430529">
                  <a:moveTo>
                    <a:pt x="324916" y="430491"/>
                  </a:moveTo>
                  <a:lnTo>
                    <a:pt x="430491" y="105575"/>
                  </a:lnTo>
                  <a:lnTo>
                    <a:pt x="105575" y="0"/>
                  </a:lnTo>
                  <a:lnTo>
                    <a:pt x="0" y="324929"/>
                  </a:lnTo>
                  <a:lnTo>
                    <a:pt x="324916" y="430491"/>
                  </a:lnTo>
                  <a:close/>
                </a:path>
              </a:pathLst>
            </a:custGeom>
            <a:ln w="1205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517286" y="5400090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29" h="430529">
                  <a:moveTo>
                    <a:pt x="430491" y="105575"/>
                  </a:moveTo>
                  <a:lnTo>
                    <a:pt x="105575" y="0"/>
                  </a:lnTo>
                  <a:lnTo>
                    <a:pt x="0" y="324916"/>
                  </a:lnTo>
                  <a:lnTo>
                    <a:pt x="324916" y="430491"/>
                  </a:lnTo>
                  <a:lnTo>
                    <a:pt x="430491" y="105575"/>
                  </a:lnTo>
                  <a:close/>
                </a:path>
              </a:pathLst>
            </a:custGeom>
            <a:solidFill>
              <a:srgbClr val="CCE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517286" y="5400090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29" h="430529">
                  <a:moveTo>
                    <a:pt x="430491" y="105575"/>
                  </a:moveTo>
                  <a:lnTo>
                    <a:pt x="105575" y="0"/>
                  </a:lnTo>
                  <a:lnTo>
                    <a:pt x="0" y="324916"/>
                  </a:lnTo>
                  <a:lnTo>
                    <a:pt x="324916" y="430491"/>
                  </a:lnTo>
                  <a:lnTo>
                    <a:pt x="430491" y="105575"/>
                  </a:lnTo>
                  <a:close/>
                </a:path>
              </a:pathLst>
            </a:custGeom>
            <a:ln w="1205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31858" y="5920708"/>
              <a:ext cx="134924" cy="39019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461626" y="4614354"/>
              <a:ext cx="2766060" cy="901065"/>
            </a:xfrm>
            <a:custGeom>
              <a:avLst/>
              <a:gdLst/>
              <a:ahLst/>
              <a:cxnLst/>
              <a:rect l="l" t="t" r="r" b="b"/>
              <a:pathLst>
                <a:path w="2766060" h="901064">
                  <a:moveTo>
                    <a:pt x="2765640" y="900722"/>
                  </a:moveTo>
                  <a:lnTo>
                    <a:pt x="0" y="0"/>
                  </a:lnTo>
                </a:path>
              </a:pathLst>
            </a:custGeom>
            <a:ln w="32575">
              <a:solidFill>
                <a:srgbClr val="231F2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442592" y="1213103"/>
              <a:ext cx="7375525" cy="2495550"/>
            </a:xfrm>
            <a:custGeom>
              <a:avLst/>
              <a:gdLst/>
              <a:ahLst/>
              <a:cxnLst/>
              <a:rect l="l" t="t" r="r" b="b"/>
              <a:pathLst>
                <a:path w="7375525" h="2495550">
                  <a:moveTo>
                    <a:pt x="7375055" y="395401"/>
                  </a:moveTo>
                  <a:lnTo>
                    <a:pt x="7356144" y="198881"/>
                  </a:lnTo>
                  <a:lnTo>
                    <a:pt x="7325334" y="2362"/>
                  </a:lnTo>
                  <a:lnTo>
                    <a:pt x="7131189" y="0"/>
                  </a:lnTo>
                  <a:lnTo>
                    <a:pt x="7169073" y="175209"/>
                  </a:lnTo>
                  <a:lnTo>
                    <a:pt x="7188022" y="348043"/>
                  </a:lnTo>
                  <a:lnTo>
                    <a:pt x="7188009" y="527989"/>
                  </a:lnTo>
                  <a:lnTo>
                    <a:pt x="7173810" y="705573"/>
                  </a:lnTo>
                  <a:lnTo>
                    <a:pt x="7145401" y="880744"/>
                  </a:lnTo>
                  <a:lnTo>
                    <a:pt x="7098042" y="1048880"/>
                  </a:lnTo>
                  <a:lnTo>
                    <a:pt x="7034110" y="1209890"/>
                  </a:lnTo>
                  <a:lnTo>
                    <a:pt x="6955980" y="1370863"/>
                  </a:lnTo>
                  <a:lnTo>
                    <a:pt x="6858901" y="1517688"/>
                  </a:lnTo>
                  <a:lnTo>
                    <a:pt x="6750024" y="1662074"/>
                  </a:lnTo>
                  <a:lnTo>
                    <a:pt x="6631609" y="1792338"/>
                  </a:lnTo>
                  <a:lnTo>
                    <a:pt x="6494284" y="1905990"/>
                  </a:lnTo>
                  <a:lnTo>
                    <a:pt x="6352247" y="2014905"/>
                  </a:lnTo>
                  <a:lnTo>
                    <a:pt x="6195949" y="2102510"/>
                  </a:lnTo>
                  <a:lnTo>
                    <a:pt x="6039688" y="2175903"/>
                  </a:lnTo>
                  <a:lnTo>
                    <a:pt x="5866841" y="2235098"/>
                  </a:lnTo>
                  <a:lnTo>
                    <a:pt x="5701106" y="2277706"/>
                  </a:lnTo>
                  <a:lnTo>
                    <a:pt x="5518797" y="2303754"/>
                  </a:lnTo>
                  <a:lnTo>
                    <a:pt x="5341213" y="2313228"/>
                  </a:lnTo>
                  <a:lnTo>
                    <a:pt x="5170754" y="2303754"/>
                  </a:lnTo>
                  <a:lnTo>
                    <a:pt x="4988433" y="2277706"/>
                  </a:lnTo>
                  <a:lnTo>
                    <a:pt x="4822697" y="2235098"/>
                  </a:lnTo>
                  <a:lnTo>
                    <a:pt x="4739830" y="2211412"/>
                  </a:lnTo>
                  <a:lnTo>
                    <a:pt x="841654" y="945578"/>
                  </a:lnTo>
                  <a:lnTo>
                    <a:pt x="846391" y="945578"/>
                  </a:lnTo>
                  <a:lnTo>
                    <a:pt x="728002" y="912406"/>
                  </a:lnTo>
                  <a:lnTo>
                    <a:pt x="600151" y="893495"/>
                  </a:lnTo>
                  <a:lnTo>
                    <a:pt x="484136" y="881659"/>
                  </a:lnTo>
                  <a:lnTo>
                    <a:pt x="0" y="881659"/>
                  </a:lnTo>
                  <a:lnTo>
                    <a:pt x="0" y="1068705"/>
                  </a:lnTo>
                  <a:lnTo>
                    <a:pt x="481761" y="1068705"/>
                  </a:lnTo>
                  <a:lnTo>
                    <a:pt x="634898" y="1080541"/>
                  </a:lnTo>
                  <a:lnTo>
                    <a:pt x="780084" y="1118425"/>
                  </a:lnTo>
                  <a:lnTo>
                    <a:pt x="4678273" y="2388996"/>
                  </a:lnTo>
                  <a:lnTo>
                    <a:pt x="4870056" y="2436342"/>
                  </a:lnTo>
                  <a:lnTo>
                    <a:pt x="5061826" y="2476601"/>
                  </a:lnTo>
                  <a:lnTo>
                    <a:pt x="5258346" y="2495537"/>
                  </a:lnTo>
                  <a:lnTo>
                    <a:pt x="5452503" y="2490800"/>
                  </a:lnTo>
                  <a:lnTo>
                    <a:pt x="5649023" y="2471864"/>
                  </a:lnTo>
                  <a:lnTo>
                    <a:pt x="5840793" y="2436342"/>
                  </a:lnTo>
                  <a:lnTo>
                    <a:pt x="6032588" y="2379522"/>
                  </a:lnTo>
                  <a:lnTo>
                    <a:pt x="6212522" y="2301392"/>
                  </a:lnTo>
                  <a:lnTo>
                    <a:pt x="6390106" y="2206688"/>
                  </a:lnTo>
                  <a:lnTo>
                    <a:pt x="6551142" y="2100135"/>
                  </a:lnTo>
                  <a:lnTo>
                    <a:pt x="6707378" y="1977021"/>
                  </a:lnTo>
                  <a:lnTo>
                    <a:pt x="6844703" y="1834959"/>
                  </a:lnTo>
                  <a:lnTo>
                    <a:pt x="6972554" y="1683423"/>
                  </a:lnTo>
                  <a:lnTo>
                    <a:pt x="7081469" y="1520050"/>
                  </a:lnTo>
                  <a:lnTo>
                    <a:pt x="7173810" y="1349578"/>
                  </a:lnTo>
                  <a:lnTo>
                    <a:pt x="7251941" y="1167269"/>
                  </a:lnTo>
                  <a:lnTo>
                    <a:pt x="7311135" y="977823"/>
                  </a:lnTo>
                  <a:lnTo>
                    <a:pt x="7351420" y="788441"/>
                  </a:lnTo>
                  <a:lnTo>
                    <a:pt x="7370330" y="591921"/>
                  </a:lnTo>
                  <a:lnTo>
                    <a:pt x="7375055" y="3954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480140" y="1674799"/>
              <a:ext cx="4612640" cy="0"/>
            </a:xfrm>
            <a:custGeom>
              <a:avLst/>
              <a:gdLst/>
              <a:ahLst/>
              <a:cxnLst/>
              <a:rect l="l" t="t" r="r" b="b"/>
              <a:pathLst>
                <a:path w="4612640">
                  <a:moveTo>
                    <a:pt x="4612068" y="0"/>
                  </a:moveTo>
                  <a:lnTo>
                    <a:pt x="0" y="0"/>
                  </a:lnTo>
                </a:path>
              </a:pathLst>
            </a:custGeom>
            <a:ln w="16281">
              <a:solidFill>
                <a:srgbClr val="EF4123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40207" y="1428826"/>
              <a:ext cx="491947" cy="49193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540207" y="1428826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973" y="491947"/>
                  </a:moveTo>
                  <a:lnTo>
                    <a:pt x="295543" y="486950"/>
                  </a:lnTo>
                  <a:lnTo>
                    <a:pt x="341714" y="472617"/>
                  </a:lnTo>
                  <a:lnTo>
                    <a:pt x="383496" y="449939"/>
                  </a:lnTo>
                  <a:lnTo>
                    <a:pt x="419900" y="419904"/>
                  </a:lnTo>
                  <a:lnTo>
                    <a:pt x="449936" y="383501"/>
                  </a:lnTo>
                  <a:lnTo>
                    <a:pt x="472616" y="341719"/>
                  </a:lnTo>
                  <a:lnTo>
                    <a:pt x="486949" y="295547"/>
                  </a:lnTo>
                  <a:lnTo>
                    <a:pt x="491947" y="245973"/>
                  </a:lnTo>
                  <a:lnTo>
                    <a:pt x="486949" y="196403"/>
                  </a:lnTo>
                  <a:lnTo>
                    <a:pt x="472616" y="150233"/>
                  </a:lnTo>
                  <a:lnTo>
                    <a:pt x="449936" y="108451"/>
                  </a:lnTo>
                  <a:lnTo>
                    <a:pt x="419900" y="72047"/>
                  </a:lnTo>
                  <a:lnTo>
                    <a:pt x="383496" y="42010"/>
                  </a:lnTo>
                  <a:lnTo>
                    <a:pt x="341714" y="19330"/>
                  </a:lnTo>
                  <a:lnTo>
                    <a:pt x="295543" y="4997"/>
                  </a:lnTo>
                  <a:lnTo>
                    <a:pt x="245973" y="0"/>
                  </a:lnTo>
                  <a:lnTo>
                    <a:pt x="196400" y="4997"/>
                  </a:lnTo>
                  <a:lnTo>
                    <a:pt x="150227" y="19330"/>
                  </a:lnTo>
                  <a:lnTo>
                    <a:pt x="108445" y="42010"/>
                  </a:lnTo>
                  <a:lnTo>
                    <a:pt x="72042" y="72047"/>
                  </a:lnTo>
                  <a:lnTo>
                    <a:pt x="42007" y="108451"/>
                  </a:lnTo>
                  <a:lnTo>
                    <a:pt x="19329" y="150233"/>
                  </a:lnTo>
                  <a:lnTo>
                    <a:pt x="4997" y="196403"/>
                  </a:lnTo>
                  <a:lnTo>
                    <a:pt x="0" y="245973"/>
                  </a:lnTo>
                  <a:lnTo>
                    <a:pt x="4997" y="295547"/>
                  </a:lnTo>
                  <a:lnTo>
                    <a:pt x="19329" y="341719"/>
                  </a:lnTo>
                  <a:lnTo>
                    <a:pt x="42007" y="383501"/>
                  </a:lnTo>
                  <a:lnTo>
                    <a:pt x="72042" y="419904"/>
                  </a:lnTo>
                  <a:lnTo>
                    <a:pt x="108445" y="449939"/>
                  </a:lnTo>
                  <a:lnTo>
                    <a:pt x="150227" y="472617"/>
                  </a:lnTo>
                  <a:lnTo>
                    <a:pt x="196400" y="486950"/>
                  </a:lnTo>
                  <a:lnTo>
                    <a:pt x="245973" y="491947"/>
                  </a:lnTo>
                  <a:close/>
                </a:path>
              </a:pathLst>
            </a:custGeom>
            <a:ln w="12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91647" y="3555580"/>
              <a:ext cx="193573" cy="193217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387316" y="3629660"/>
              <a:ext cx="520065" cy="927735"/>
            </a:xfrm>
            <a:custGeom>
              <a:avLst/>
              <a:gdLst/>
              <a:ahLst/>
              <a:cxnLst/>
              <a:rect l="l" t="t" r="r" b="b"/>
              <a:pathLst>
                <a:path w="520064" h="927735">
                  <a:moveTo>
                    <a:pt x="421360" y="610514"/>
                  </a:moveTo>
                  <a:lnTo>
                    <a:pt x="415709" y="603770"/>
                  </a:lnTo>
                  <a:lnTo>
                    <a:pt x="408292" y="599389"/>
                  </a:lnTo>
                  <a:lnTo>
                    <a:pt x="399719" y="598576"/>
                  </a:lnTo>
                  <a:lnTo>
                    <a:pt x="391185" y="600710"/>
                  </a:lnTo>
                  <a:lnTo>
                    <a:pt x="201777" y="697204"/>
                  </a:lnTo>
                  <a:lnTo>
                    <a:pt x="195021" y="702868"/>
                  </a:lnTo>
                  <a:lnTo>
                    <a:pt x="190652" y="710285"/>
                  </a:lnTo>
                  <a:lnTo>
                    <a:pt x="189826" y="718858"/>
                  </a:lnTo>
                  <a:lnTo>
                    <a:pt x="192252" y="726516"/>
                  </a:lnTo>
                  <a:lnTo>
                    <a:pt x="0" y="251739"/>
                  </a:lnTo>
                  <a:lnTo>
                    <a:pt x="261442" y="0"/>
                  </a:lnTo>
                  <a:lnTo>
                    <a:pt x="279882" y="18745"/>
                  </a:lnTo>
                  <a:lnTo>
                    <a:pt x="254076" y="119329"/>
                  </a:lnTo>
                  <a:lnTo>
                    <a:pt x="246659" y="154216"/>
                  </a:lnTo>
                  <a:lnTo>
                    <a:pt x="242811" y="190258"/>
                  </a:lnTo>
                  <a:lnTo>
                    <a:pt x="242785" y="226580"/>
                  </a:lnTo>
                  <a:lnTo>
                    <a:pt x="246011" y="261988"/>
                  </a:lnTo>
                  <a:lnTo>
                    <a:pt x="253669" y="298818"/>
                  </a:lnTo>
                  <a:lnTo>
                    <a:pt x="264261" y="332689"/>
                  </a:lnTo>
                  <a:lnTo>
                    <a:pt x="277799" y="366547"/>
                  </a:lnTo>
                  <a:lnTo>
                    <a:pt x="420763" y="609333"/>
                  </a:lnTo>
                </a:path>
                <a:path w="520064" h="927735">
                  <a:moveTo>
                    <a:pt x="192252" y="726516"/>
                  </a:moveTo>
                  <a:lnTo>
                    <a:pt x="189826" y="718858"/>
                  </a:lnTo>
                  <a:lnTo>
                    <a:pt x="190652" y="710285"/>
                  </a:lnTo>
                  <a:lnTo>
                    <a:pt x="195021" y="702868"/>
                  </a:lnTo>
                  <a:lnTo>
                    <a:pt x="201777" y="697204"/>
                  </a:lnTo>
                  <a:lnTo>
                    <a:pt x="391185" y="600710"/>
                  </a:lnTo>
                  <a:lnTo>
                    <a:pt x="399719" y="598576"/>
                  </a:lnTo>
                  <a:lnTo>
                    <a:pt x="408292" y="599389"/>
                  </a:lnTo>
                  <a:lnTo>
                    <a:pt x="415709" y="603770"/>
                  </a:lnTo>
                  <a:lnTo>
                    <a:pt x="421360" y="610514"/>
                  </a:lnTo>
                  <a:lnTo>
                    <a:pt x="517867" y="799922"/>
                  </a:lnTo>
                  <a:lnTo>
                    <a:pt x="520001" y="808469"/>
                  </a:lnTo>
                  <a:lnTo>
                    <a:pt x="519175" y="817029"/>
                  </a:lnTo>
                  <a:lnTo>
                    <a:pt x="514807" y="824445"/>
                  </a:lnTo>
                  <a:lnTo>
                    <a:pt x="508355" y="829221"/>
                  </a:lnTo>
                  <a:lnTo>
                    <a:pt x="318058" y="925436"/>
                  </a:lnTo>
                  <a:lnTo>
                    <a:pt x="309511" y="927569"/>
                  </a:lnTo>
                  <a:lnTo>
                    <a:pt x="300939" y="926744"/>
                  </a:lnTo>
                  <a:lnTo>
                    <a:pt x="293522" y="922375"/>
                  </a:lnTo>
                  <a:lnTo>
                    <a:pt x="288759" y="915911"/>
                  </a:lnTo>
                  <a:lnTo>
                    <a:pt x="192252" y="726516"/>
                  </a:lnTo>
                </a:path>
                <a:path w="520064" h="927735">
                  <a:moveTo>
                    <a:pt x="488899" y="807173"/>
                  </a:moveTo>
                  <a:lnTo>
                    <a:pt x="311264" y="897686"/>
                  </a:lnTo>
                  <a:lnTo>
                    <a:pt x="220751" y="720051"/>
                  </a:lnTo>
                  <a:lnTo>
                    <a:pt x="398386" y="629538"/>
                  </a:lnTo>
                  <a:lnTo>
                    <a:pt x="488899" y="807173"/>
                  </a:lnTo>
                  <a:close/>
                </a:path>
              </a:pathLst>
            </a:custGeom>
            <a:ln w="7112">
              <a:solidFill>
                <a:srgbClr val="7F7F7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67771" y="3638550"/>
              <a:ext cx="177266" cy="172694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558029" y="3328454"/>
              <a:ext cx="453390" cy="1515745"/>
            </a:xfrm>
            <a:custGeom>
              <a:avLst/>
              <a:gdLst/>
              <a:ahLst/>
              <a:cxnLst/>
              <a:rect l="l" t="t" r="r" b="b"/>
              <a:pathLst>
                <a:path w="453389" h="1515745">
                  <a:moveTo>
                    <a:pt x="209550" y="1342986"/>
                  </a:moveTo>
                  <a:lnTo>
                    <a:pt x="288861" y="1098867"/>
                  </a:lnTo>
                  <a:lnTo>
                    <a:pt x="293154" y="1079639"/>
                  </a:lnTo>
                  <a:lnTo>
                    <a:pt x="294474" y="1060437"/>
                  </a:lnTo>
                  <a:lnTo>
                    <a:pt x="291680" y="1041857"/>
                  </a:lnTo>
                  <a:lnTo>
                    <a:pt x="277825" y="1005941"/>
                  </a:lnTo>
                  <a:lnTo>
                    <a:pt x="251625" y="977798"/>
                  </a:lnTo>
                  <a:lnTo>
                    <a:pt x="198920" y="955763"/>
                  </a:lnTo>
                  <a:lnTo>
                    <a:pt x="180594" y="954722"/>
                  </a:lnTo>
                  <a:lnTo>
                    <a:pt x="161429" y="956348"/>
                  </a:lnTo>
                  <a:lnTo>
                    <a:pt x="125222" y="971080"/>
                  </a:lnTo>
                  <a:lnTo>
                    <a:pt x="87147" y="1012710"/>
                  </a:lnTo>
                  <a:lnTo>
                    <a:pt x="0" y="1274902"/>
                  </a:lnTo>
                  <a:lnTo>
                    <a:pt x="209550" y="1342986"/>
                  </a:lnTo>
                  <a:close/>
                </a:path>
                <a:path w="453389" h="1515745">
                  <a:moveTo>
                    <a:pt x="425234" y="1515300"/>
                  </a:moveTo>
                  <a:lnTo>
                    <a:pt x="384632" y="1504226"/>
                  </a:lnTo>
                  <a:lnTo>
                    <a:pt x="413054" y="1368577"/>
                  </a:lnTo>
                  <a:lnTo>
                    <a:pt x="285470" y="131254"/>
                  </a:lnTo>
                  <a:lnTo>
                    <a:pt x="298119" y="100583"/>
                  </a:lnTo>
                  <a:lnTo>
                    <a:pt x="402463" y="0"/>
                  </a:lnTo>
                  <a:lnTo>
                    <a:pt x="428345" y="26085"/>
                  </a:lnTo>
                  <a:lnTo>
                    <a:pt x="322021" y="128955"/>
                  </a:lnTo>
                  <a:lnTo>
                    <a:pt x="453390" y="1370952"/>
                  </a:lnTo>
                  <a:lnTo>
                    <a:pt x="425234" y="1515300"/>
                  </a:lnTo>
                  <a:close/>
                </a:path>
              </a:pathLst>
            </a:custGeom>
            <a:ln w="7112">
              <a:solidFill>
                <a:srgbClr val="7F7F7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415764" y="3586035"/>
              <a:ext cx="228815" cy="223596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374591" y="3257334"/>
              <a:ext cx="676275" cy="617220"/>
            </a:xfrm>
            <a:custGeom>
              <a:avLst/>
              <a:gdLst/>
              <a:ahLst/>
              <a:cxnLst/>
              <a:rect l="l" t="t" r="r" b="b"/>
              <a:pathLst>
                <a:path w="676275" h="617220">
                  <a:moveTo>
                    <a:pt x="660069" y="0"/>
                  </a:moveTo>
                  <a:lnTo>
                    <a:pt x="676046" y="5194"/>
                  </a:lnTo>
                  <a:lnTo>
                    <a:pt x="613028" y="66192"/>
                  </a:lnTo>
                  <a:lnTo>
                    <a:pt x="601726" y="55651"/>
                  </a:lnTo>
                  <a:lnTo>
                    <a:pt x="660069" y="0"/>
                  </a:lnTo>
                </a:path>
                <a:path w="676275" h="617220">
                  <a:moveTo>
                    <a:pt x="19938" y="616597"/>
                  </a:moveTo>
                  <a:lnTo>
                    <a:pt x="0" y="596366"/>
                  </a:lnTo>
                  <a:lnTo>
                    <a:pt x="616381" y="1511"/>
                  </a:lnTo>
                  <a:lnTo>
                    <a:pt x="651522" y="2133"/>
                  </a:lnTo>
                  <a:lnTo>
                    <a:pt x="654494" y="5067"/>
                  </a:lnTo>
                  <a:lnTo>
                    <a:pt x="19938" y="616597"/>
                  </a:lnTo>
                  <a:close/>
                </a:path>
                <a:path w="676275" h="617220">
                  <a:moveTo>
                    <a:pt x="651509" y="2133"/>
                  </a:moveTo>
                  <a:lnTo>
                    <a:pt x="256146" y="385102"/>
                  </a:lnTo>
                  <a:lnTo>
                    <a:pt x="248805" y="389572"/>
                  </a:lnTo>
                  <a:lnTo>
                    <a:pt x="240537" y="390829"/>
                  </a:lnTo>
                  <a:lnTo>
                    <a:pt x="231368" y="388835"/>
                  </a:lnTo>
                  <a:lnTo>
                    <a:pt x="224243" y="383578"/>
                  </a:lnTo>
                  <a:lnTo>
                    <a:pt x="221868" y="381825"/>
                  </a:lnTo>
                </a:path>
              </a:pathLst>
            </a:custGeom>
            <a:ln w="7112">
              <a:solidFill>
                <a:srgbClr val="7F7F7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24362" y="4599800"/>
              <a:ext cx="246773" cy="155651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4279242" y="4190390"/>
              <a:ext cx="662305" cy="1047750"/>
            </a:xfrm>
            <a:custGeom>
              <a:avLst/>
              <a:gdLst/>
              <a:ahLst/>
              <a:cxnLst/>
              <a:rect l="l" t="t" r="r" b="b"/>
              <a:pathLst>
                <a:path w="662304" h="1047750">
                  <a:moveTo>
                    <a:pt x="192910" y="1033767"/>
                  </a:moveTo>
                  <a:lnTo>
                    <a:pt x="237090" y="1044284"/>
                  </a:lnTo>
                  <a:lnTo>
                    <a:pt x="281198" y="1047498"/>
                  </a:lnTo>
                  <a:lnTo>
                    <a:pt x="324509" y="1043778"/>
                  </a:lnTo>
                  <a:lnTo>
                    <a:pt x="366300" y="1033494"/>
                  </a:lnTo>
                  <a:lnTo>
                    <a:pt x="405846" y="1017014"/>
                  </a:lnTo>
                  <a:lnTo>
                    <a:pt x="442424" y="994707"/>
                  </a:lnTo>
                  <a:lnTo>
                    <a:pt x="475310" y="966943"/>
                  </a:lnTo>
                  <a:lnTo>
                    <a:pt x="503779" y="934090"/>
                  </a:lnTo>
                  <a:lnTo>
                    <a:pt x="527108" y="896518"/>
                  </a:lnTo>
                  <a:lnTo>
                    <a:pt x="544573" y="854595"/>
                  </a:lnTo>
                  <a:lnTo>
                    <a:pt x="555086" y="810415"/>
                  </a:lnTo>
                  <a:lnTo>
                    <a:pt x="558298" y="766306"/>
                  </a:lnTo>
                  <a:lnTo>
                    <a:pt x="554576" y="722994"/>
                  </a:lnTo>
                  <a:lnTo>
                    <a:pt x="544290" y="681202"/>
                  </a:lnTo>
                  <a:lnTo>
                    <a:pt x="527809" y="641654"/>
                  </a:lnTo>
                  <a:lnTo>
                    <a:pt x="505501" y="605076"/>
                  </a:lnTo>
                  <a:lnTo>
                    <a:pt x="477737" y="572190"/>
                  </a:lnTo>
                  <a:lnTo>
                    <a:pt x="444884" y="543721"/>
                  </a:lnTo>
                  <a:lnTo>
                    <a:pt x="407311" y="520394"/>
                  </a:lnTo>
                  <a:lnTo>
                    <a:pt x="365389" y="502932"/>
                  </a:lnTo>
                  <a:lnTo>
                    <a:pt x="321208" y="492418"/>
                  </a:lnTo>
                  <a:lnTo>
                    <a:pt x="277100" y="489206"/>
                  </a:lnTo>
                  <a:lnTo>
                    <a:pt x="233787" y="492926"/>
                  </a:lnTo>
                  <a:lnTo>
                    <a:pt x="191995" y="503211"/>
                  </a:lnTo>
                  <a:lnTo>
                    <a:pt x="152448" y="519690"/>
                  </a:lnTo>
                  <a:lnTo>
                    <a:pt x="115869" y="541995"/>
                  </a:lnTo>
                  <a:lnTo>
                    <a:pt x="82983" y="569758"/>
                  </a:lnTo>
                  <a:lnTo>
                    <a:pt x="54515" y="602610"/>
                  </a:lnTo>
                  <a:lnTo>
                    <a:pt x="31187" y="640181"/>
                  </a:lnTo>
                  <a:lnTo>
                    <a:pt x="13726" y="682104"/>
                  </a:lnTo>
                  <a:lnTo>
                    <a:pt x="3212" y="726287"/>
                  </a:lnTo>
                  <a:lnTo>
                    <a:pt x="0" y="770398"/>
                  </a:lnTo>
                  <a:lnTo>
                    <a:pt x="3720" y="813711"/>
                  </a:lnTo>
                  <a:lnTo>
                    <a:pt x="14005" y="855503"/>
                  </a:lnTo>
                  <a:lnTo>
                    <a:pt x="30485" y="895049"/>
                  </a:lnTo>
                  <a:lnTo>
                    <a:pt x="52791" y="931627"/>
                  </a:lnTo>
                  <a:lnTo>
                    <a:pt x="80556" y="964512"/>
                  </a:lnTo>
                  <a:lnTo>
                    <a:pt x="113410" y="992979"/>
                  </a:lnTo>
                  <a:lnTo>
                    <a:pt x="150984" y="1016305"/>
                  </a:lnTo>
                  <a:lnTo>
                    <a:pt x="192910" y="1033767"/>
                  </a:lnTo>
                  <a:close/>
                </a:path>
                <a:path w="662304" h="1047750">
                  <a:moveTo>
                    <a:pt x="204251" y="998854"/>
                  </a:moveTo>
                  <a:lnTo>
                    <a:pt x="252227" y="1009265"/>
                  </a:lnTo>
                  <a:lnTo>
                    <a:pt x="299859" y="1009893"/>
                  </a:lnTo>
                  <a:lnTo>
                    <a:pt x="345918" y="1001362"/>
                  </a:lnTo>
                  <a:lnTo>
                    <a:pt x="389177" y="984299"/>
                  </a:lnTo>
                  <a:lnTo>
                    <a:pt x="428408" y="959329"/>
                  </a:lnTo>
                  <a:lnTo>
                    <a:pt x="462381" y="927079"/>
                  </a:lnTo>
                  <a:lnTo>
                    <a:pt x="489871" y="888175"/>
                  </a:lnTo>
                  <a:lnTo>
                    <a:pt x="509648" y="843241"/>
                  </a:lnTo>
                  <a:lnTo>
                    <a:pt x="520055" y="795269"/>
                  </a:lnTo>
                  <a:lnTo>
                    <a:pt x="520681" y="747641"/>
                  </a:lnTo>
                  <a:lnTo>
                    <a:pt x="512150" y="701584"/>
                  </a:lnTo>
                  <a:lnTo>
                    <a:pt x="495089" y="658326"/>
                  </a:lnTo>
                  <a:lnTo>
                    <a:pt x="470122" y="619097"/>
                  </a:lnTo>
                  <a:lnTo>
                    <a:pt x="437876" y="585123"/>
                  </a:lnTo>
                  <a:lnTo>
                    <a:pt x="398976" y="557634"/>
                  </a:lnTo>
                  <a:lnTo>
                    <a:pt x="354047" y="537857"/>
                  </a:lnTo>
                  <a:lnTo>
                    <a:pt x="306071" y="527446"/>
                  </a:lnTo>
                  <a:lnTo>
                    <a:pt x="258439" y="526817"/>
                  </a:lnTo>
                  <a:lnTo>
                    <a:pt x="212380" y="535346"/>
                  </a:lnTo>
                  <a:lnTo>
                    <a:pt x="169121" y="552407"/>
                  </a:lnTo>
                  <a:lnTo>
                    <a:pt x="129891" y="577374"/>
                  </a:lnTo>
                  <a:lnTo>
                    <a:pt x="95917" y="609622"/>
                  </a:lnTo>
                  <a:lnTo>
                    <a:pt x="68428" y="648525"/>
                  </a:lnTo>
                  <a:lnTo>
                    <a:pt x="48651" y="693458"/>
                  </a:lnTo>
                  <a:lnTo>
                    <a:pt x="38240" y="741434"/>
                  </a:lnTo>
                  <a:lnTo>
                    <a:pt x="37612" y="789066"/>
                  </a:lnTo>
                  <a:lnTo>
                    <a:pt x="46143" y="835125"/>
                  </a:lnTo>
                  <a:lnTo>
                    <a:pt x="63205" y="878384"/>
                  </a:lnTo>
                  <a:lnTo>
                    <a:pt x="88173" y="917614"/>
                  </a:lnTo>
                  <a:lnTo>
                    <a:pt x="120420" y="951588"/>
                  </a:lnTo>
                  <a:lnTo>
                    <a:pt x="159322" y="979077"/>
                  </a:lnTo>
                  <a:lnTo>
                    <a:pt x="204251" y="998854"/>
                  </a:lnTo>
                  <a:close/>
                </a:path>
                <a:path w="662304" h="1047750">
                  <a:moveTo>
                    <a:pt x="204124" y="326948"/>
                  </a:moveTo>
                  <a:lnTo>
                    <a:pt x="599246" y="455333"/>
                  </a:lnTo>
                  <a:lnTo>
                    <a:pt x="662149" y="261747"/>
                  </a:lnTo>
                  <a:lnTo>
                    <a:pt x="528787" y="0"/>
                  </a:lnTo>
                  <a:lnTo>
                    <a:pt x="267027" y="133362"/>
                  </a:lnTo>
                  <a:lnTo>
                    <a:pt x="204124" y="326948"/>
                  </a:lnTo>
                  <a:close/>
                </a:path>
              </a:pathLst>
            </a:custGeom>
            <a:ln w="7112">
              <a:solidFill>
                <a:srgbClr val="7F7F7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93056" y="4417085"/>
              <a:ext cx="198500" cy="19509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468242" y="4870362"/>
              <a:ext cx="180285" cy="18028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234518" y="4478915"/>
              <a:ext cx="221640" cy="22164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929551" y="6423552"/>
              <a:ext cx="221653" cy="22164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763915" y="3855726"/>
              <a:ext cx="221640" cy="221627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253854" y="5459977"/>
              <a:ext cx="221653" cy="221640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419061" y="1289735"/>
            <a:ext cx="694690" cy="884555"/>
            <a:chOff x="419061" y="1289735"/>
            <a:chExt cx="694690" cy="884555"/>
          </a:xfrm>
        </p:grpSpPr>
        <p:sp>
          <p:nvSpPr>
            <p:cNvPr id="66" name="object 66"/>
            <p:cNvSpPr/>
            <p:nvPr/>
          </p:nvSpPr>
          <p:spPr>
            <a:xfrm>
              <a:off x="460984" y="1872983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38" y="84696"/>
                  </a:moveTo>
                  <a:lnTo>
                    <a:pt x="212166" y="73342"/>
                  </a:lnTo>
                  <a:lnTo>
                    <a:pt x="172872" y="58496"/>
                  </a:lnTo>
                  <a:lnTo>
                    <a:pt x="137947" y="40157"/>
                  </a:lnTo>
                  <a:lnTo>
                    <a:pt x="100406" y="13093"/>
                  </a:lnTo>
                  <a:lnTo>
                    <a:pt x="92544" y="6985"/>
                  </a:lnTo>
                  <a:lnTo>
                    <a:pt x="85559" y="0"/>
                  </a:lnTo>
                  <a:lnTo>
                    <a:pt x="0" y="223520"/>
                  </a:lnTo>
                  <a:lnTo>
                    <a:pt x="108267" y="218274"/>
                  </a:lnTo>
                  <a:lnTo>
                    <a:pt x="190334" y="296862"/>
                  </a:lnTo>
                  <a:lnTo>
                    <a:pt x="271538" y="84696"/>
                  </a:lnTo>
                  <a:close/>
                </a:path>
                <a:path w="588644" h="301625">
                  <a:moveTo>
                    <a:pt x="588479" y="231381"/>
                  </a:moveTo>
                  <a:lnTo>
                    <a:pt x="509028" y="12217"/>
                  </a:lnTo>
                  <a:lnTo>
                    <a:pt x="502043" y="18338"/>
                  </a:lnTo>
                  <a:lnTo>
                    <a:pt x="486333" y="30556"/>
                  </a:lnTo>
                  <a:lnTo>
                    <a:pt x="476719" y="36664"/>
                  </a:lnTo>
                  <a:lnTo>
                    <a:pt x="466242" y="42786"/>
                  </a:lnTo>
                  <a:lnTo>
                    <a:pt x="455764" y="48018"/>
                  </a:lnTo>
                  <a:lnTo>
                    <a:pt x="444411" y="53263"/>
                  </a:lnTo>
                  <a:lnTo>
                    <a:pt x="432193" y="59372"/>
                  </a:lnTo>
                  <a:lnTo>
                    <a:pt x="392899" y="72466"/>
                  </a:lnTo>
                  <a:lnTo>
                    <a:pt x="349250" y="82067"/>
                  </a:lnTo>
                  <a:lnTo>
                    <a:pt x="333527" y="82943"/>
                  </a:lnTo>
                  <a:lnTo>
                    <a:pt x="317817" y="84696"/>
                  </a:lnTo>
                  <a:lnTo>
                    <a:pt x="397268" y="301231"/>
                  </a:lnTo>
                  <a:lnTo>
                    <a:pt x="479336" y="224396"/>
                  </a:lnTo>
                  <a:lnTo>
                    <a:pt x="588479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19061" y="1289735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57"/>
                  </a:moveTo>
                  <a:lnTo>
                    <a:pt x="0" y="316941"/>
                  </a:lnTo>
                  <a:lnTo>
                    <a:pt x="10490" y="367576"/>
                  </a:lnTo>
                  <a:lnTo>
                    <a:pt x="25323" y="367576"/>
                  </a:lnTo>
                  <a:lnTo>
                    <a:pt x="25323" y="331787"/>
                  </a:lnTo>
                  <a:lnTo>
                    <a:pt x="26200" y="319557"/>
                  </a:lnTo>
                  <a:close/>
                </a:path>
                <a:path w="694690" h="693419">
                  <a:moveTo>
                    <a:pt x="46278" y="461010"/>
                  </a:moveTo>
                  <a:lnTo>
                    <a:pt x="43662" y="455764"/>
                  </a:lnTo>
                  <a:lnTo>
                    <a:pt x="41922" y="449656"/>
                  </a:lnTo>
                  <a:lnTo>
                    <a:pt x="40170" y="444423"/>
                  </a:lnTo>
                  <a:lnTo>
                    <a:pt x="36677" y="432193"/>
                  </a:lnTo>
                  <a:lnTo>
                    <a:pt x="34925" y="426961"/>
                  </a:lnTo>
                  <a:lnTo>
                    <a:pt x="34061" y="420839"/>
                  </a:lnTo>
                  <a:lnTo>
                    <a:pt x="32308" y="415607"/>
                  </a:lnTo>
                  <a:lnTo>
                    <a:pt x="6997" y="420839"/>
                  </a:lnTo>
                  <a:lnTo>
                    <a:pt x="31445" y="466242"/>
                  </a:lnTo>
                  <a:lnTo>
                    <a:pt x="46278" y="461010"/>
                  </a:lnTo>
                  <a:close/>
                </a:path>
                <a:path w="694690" h="693419">
                  <a:moveTo>
                    <a:pt x="48907" y="226136"/>
                  </a:moveTo>
                  <a:lnTo>
                    <a:pt x="24460" y="216535"/>
                  </a:lnTo>
                  <a:lnTo>
                    <a:pt x="20091" y="268046"/>
                  </a:lnTo>
                  <a:lnTo>
                    <a:pt x="34061" y="271538"/>
                  </a:lnTo>
                  <a:lnTo>
                    <a:pt x="35801" y="266293"/>
                  </a:lnTo>
                  <a:lnTo>
                    <a:pt x="39293" y="254076"/>
                  </a:lnTo>
                  <a:lnTo>
                    <a:pt x="41046" y="248831"/>
                  </a:lnTo>
                  <a:lnTo>
                    <a:pt x="42786" y="242722"/>
                  </a:lnTo>
                  <a:lnTo>
                    <a:pt x="46278" y="232244"/>
                  </a:lnTo>
                  <a:lnTo>
                    <a:pt x="48907" y="226136"/>
                  </a:lnTo>
                  <a:close/>
                </a:path>
                <a:path w="694690" h="693419">
                  <a:moveTo>
                    <a:pt x="92557" y="544830"/>
                  </a:moveTo>
                  <a:lnTo>
                    <a:pt x="89065" y="539584"/>
                  </a:lnTo>
                  <a:lnTo>
                    <a:pt x="85572" y="535216"/>
                  </a:lnTo>
                  <a:lnTo>
                    <a:pt x="82080" y="529983"/>
                  </a:lnTo>
                  <a:lnTo>
                    <a:pt x="78587" y="525614"/>
                  </a:lnTo>
                  <a:lnTo>
                    <a:pt x="75095" y="520382"/>
                  </a:lnTo>
                  <a:lnTo>
                    <a:pt x="72478" y="515137"/>
                  </a:lnTo>
                  <a:lnTo>
                    <a:pt x="68986" y="509905"/>
                  </a:lnTo>
                  <a:lnTo>
                    <a:pt x="66370" y="504659"/>
                  </a:lnTo>
                  <a:lnTo>
                    <a:pt x="42786" y="517753"/>
                  </a:lnTo>
                  <a:lnTo>
                    <a:pt x="80340" y="553554"/>
                  </a:lnTo>
                  <a:lnTo>
                    <a:pt x="92557" y="544830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593"/>
                  </a:lnTo>
                  <a:lnTo>
                    <a:pt x="58508" y="174625"/>
                  </a:lnTo>
                  <a:lnTo>
                    <a:pt x="70726" y="182473"/>
                  </a:lnTo>
                  <a:lnTo>
                    <a:pt x="77711" y="171996"/>
                  </a:lnTo>
                  <a:lnTo>
                    <a:pt x="80340" y="166763"/>
                  </a:lnTo>
                  <a:lnTo>
                    <a:pt x="83832" y="162394"/>
                  </a:lnTo>
                  <a:lnTo>
                    <a:pt x="87312" y="157162"/>
                  </a:lnTo>
                  <a:lnTo>
                    <a:pt x="90817" y="152793"/>
                  </a:lnTo>
                  <a:lnTo>
                    <a:pt x="95173" y="148424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187"/>
                  </a:moveTo>
                  <a:lnTo>
                    <a:pt x="157162" y="607695"/>
                  </a:lnTo>
                  <a:lnTo>
                    <a:pt x="151930" y="603326"/>
                  </a:lnTo>
                  <a:lnTo>
                    <a:pt x="147561" y="599833"/>
                  </a:lnTo>
                  <a:lnTo>
                    <a:pt x="142328" y="596341"/>
                  </a:lnTo>
                  <a:lnTo>
                    <a:pt x="137960" y="592848"/>
                  </a:lnTo>
                  <a:lnTo>
                    <a:pt x="133591" y="588479"/>
                  </a:lnTo>
                  <a:lnTo>
                    <a:pt x="129235" y="584987"/>
                  </a:lnTo>
                  <a:lnTo>
                    <a:pt x="124866" y="580618"/>
                  </a:lnTo>
                  <a:lnTo>
                    <a:pt x="106527" y="599833"/>
                  </a:lnTo>
                  <a:lnTo>
                    <a:pt x="152806" y="623404"/>
                  </a:lnTo>
                  <a:lnTo>
                    <a:pt x="161531" y="611187"/>
                  </a:lnTo>
                  <a:close/>
                </a:path>
                <a:path w="694690" h="693419">
                  <a:moveTo>
                    <a:pt x="169392" y="78574"/>
                  </a:moveTo>
                  <a:lnTo>
                    <a:pt x="155422" y="57619"/>
                  </a:lnTo>
                  <a:lnTo>
                    <a:pt x="122237" y="96913"/>
                  </a:lnTo>
                  <a:lnTo>
                    <a:pt x="131851" y="108267"/>
                  </a:lnTo>
                  <a:lnTo>
                    <a:pt x="137083" y="103898"/>
                  </a:lnTo>
                  <a:lnTo>
                    <a:pt x="141452" y="100406"/>
                  </a:lnTo>
                  <a:lnTo>
                    <a:pt x="145821" y="96037"/>
                  </a:lnTo>
                  <a:lnTo>
                    <a:pt x="150190" y="92544"/>
                  </a:lnTo>
                  <a:lnTo>
                    <a:pt x="155422" y="89052"/>
                  </a:lnTo>
                  <a:lnTo>
                    <a:pt x="159791" y="85559"/>
                  </a:lnTo>
                  <a:lnTo>
                    <a:pt x="165023" y="82067"/>
                  </a:lnTo>
                  <a:lnTo>
                    <a:pt x="169392" y="78574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95" y="652221"/>
                  </a:lnTo>
                  <a:lnTo>
                    <a:pt x="235750" y="649605"/>
                  </a:lnTo>
                  <a:lnTo>
                    <a:pt x="230517" y="647852"/>
                  </a:lnTo>
                  <a:lnTo>
                    <a:pt x="224396" y="645236"/>
                  </a:lnTo>
                  <a:lnTo>
                    <a:pt x="219163" y="643496"/>
                  </a:lnTo>
                  <a:lnTo>
                    <a:pt x="213918" y="640867"/>
                  </a:lnTo>
                  <a:lnTo>
                    <a:pt x="207810" y="638251"/>
                  </a:lnTo>
                  <a:lnTo>
                    <a:pt x="202577" y="635635"/>
                  </a:lnTo>
                  <a:lnTo>
                    <a:pt x="191223" y="659206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093"/>
                  </a:lnTo>
                  <a:lnTo>
                    <a:pt x="206933" y="41033"/>
                  </a:lnTo>
                  <a:lnTo>
                    <a:pt x="212178" y="55003"/>
                  </a:lnTo>
                  <a:lnTo>
                    <a:pt x="218287" y="53251"/>
                  </a:lnTo>
                  <a:lnTo>
                    <a:pt x="228765" y="48018"/>
                  </a:lnTo>
                  <a:lnTo>
                    <a:pt x="234873" y="46266"/>
                  </a:lnTo>
                  <a:lnTo>
                    <a:pt x="240118" y="43649"/>
                  </a:lnTo>
                  <a:lnTo>
                    <a:pt x="245351" y="41910"/>
                  </a:lnTo>
                  <a:lnTo>
                    <a:pt x="251472" y="40157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83"/>
                  </a:moveTo>
                  <a:lnTo>
                    <a:pt x="329171" y="669683"/>
                  </a:lnTo>
                  <a:lnTo>
                    <a:pt x="323938" y="668807"/>
                  </a:lnTo>
                  <a:lnTo>
                    <a:pt x="317830" y="667943"/>
                  </a:lnTo>
                  <a:lnTo>
                    <a:pt x="311708" y="667943"/>
                  </a:lnTo>
                  <a:lnTo>
                    <a:pt x="305600" y="667067"/>
                  </a:lnTo>
                  <a:lnTo>
                    <a:pt x="300367" y="666191"/>
                  </a:lnTo>
                  <a:lnTo>
                    <a:pt x="294246" y="665314"/>
                  </a:lnTo>
                  <a:lnTo>
                    <a:pt x="289890" y="691515"/>
                  </a:lnTo>
                  <a:lnTo>
                    <a:pt x="340525" y="684530"/>
                  </a:lnTo>
                  <a:lnTo>
                    <a:pt x="341401" y="669683"/>
                  </a:lnTo>
                  <a:close/>
                </a:path>
                <a:path w="694690" h="693419">
                  <a:moveTo>
                    <a:pt x="353631" y="0"/>
                  </a:moveTo>
                  <a:lnTo>
                    <a:pt x="302983" y="13957"/>
                  </a:lnTo>
                  <a:lnTo>
                    <a:pt x="304723" y="28803"/>
                  </a:lnTo>
                  <a:lnTo>
                    <a:pt x="316953" y="27063"/>
                  </a:lnTo>
                  <a:lnTo>
                    <a:pt x="323062" y="27063"/>
                  </a:lnTo>
                  <a:lnTo>
                    <a:pt x="329171" y="26187"/>
                  </a:lnTo>
                  <a:lnTo>
                    <a:pt x="352755" y="26187"/>
                  </a:lnTo>
                  <a:lnTo>
                    <a:pt x="353631" y="0"/>
                  </a:lnTo>
                  <a:close/>
                </a:path>
                <a:path w="694690" h="693419">
                  <a:moveTo>
                    <a:pt x="440067" y="671436"/>
                  </a:moveTo>
                  <a:lnTo>
                    <a:pt x="436575" y="657466"/>
                  </a:lnTo>
                  <a:lnTo>
                    <a:pt x="430453" y="659206"/>
                  </a:lnTo>
                  <a:lnTo>
                    <a:pt x="425221" y="660082"/>
                  </a:lnTo>
                  <a:lnTo>
                    <a:pt x="419112" y="661822"/>
                  </a:lnTo>
                  <a:lnTo>
                    <a:pt x="412991" y="662698"/>
                  </a:lnTo>
                  <a:lnTo>
                    <a:pt x="406882" y="664451"/>
                  </a:lnTo>
                  <a:lnTo>
                    <a:pt x="401650" y="665314"/>
                  </a:lnTo>
                  <a:lnTo>
                    <a:pt x="389420" y="667067"/>
                  </a:lnTo>
                  <a:lnTo>
                    <a:pt x="392912" y="693254"/>
                  </a:lnTo>
                  <a:lnTo>
                    <a:pt x="440067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09"/>
                  </a:lnTo>
                  <a:lnTo>
                    <a:pt x="401650" y="30556"/>
                  </a:lnTo>
                  <a:lnTo>
                    <a:pt x="406882" y="31432"/>
                  </a:lnTo>
                  <a:lnTo>
                    <a:pt x="412991" y="33172"/>
                  </a:lnTo>
                  <a:lnTo>
                    <a:pt x="419112" y="34048"/>
                  </a:lnTo>
                  <a:lnTo>
                    <a:pt x="424345" y="34925"/>
                  </a:lnTo>
                  <a:lnTo>
                    <a:pt x="430453" y="36664"/>
                  </a:lnTo>
                  <a:lnTo>
                    <a:pt x="435698" y="38417"/>
                  </a:lnTo>
                  <a:lnTo>
                    <a:pt x="441807" y="40157"/>
                  </a:lnTo>
                  <a:lnTo>
                    <a:pt x="447052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72" y="629526"/>
                  </a:moveTo>
                  <a:lnTo>
                    <a:pt x="523011" y="617296"/>
                  </a:lnTo>
                  <a:lnTo>
                    <a:pt x="518642" y="619912"/>
                  </a:lnTo>
                  <a:lnTo>
                    <a:pt x="513410" y="623404"/>
                  </a:lnTo>
                  <a:lnTo>
                    <a:pt x="508165" y="626033"/>
                  </a:lnTo>
                  <a:lnTo>
                    <a:pt x="502932" y="629526"/>
                  </a:lnTo>
                  <a:lnTo>
                    <a:pt x="487210" y="637374"/>
                  </a:lnTo>
                  <a:lnTo>
                    <a:pt x="481101" y="640003"/>
                  </a:lnTo>
                  <a:lnTo>
                    <a:pt x="492455" y="663575"/>
                  </a:lnTo>
                  <a:lnTo>
                    <a:pt x="530872" y="629526"/>
                  </a:lnTo>
                  <a:close/>
                </a:path>
                <a:path w="694690" h="693419">
                  <a:moveTo>
                    <a:pt x="548335" y="63728"/>
                  </a:moveTo>
                  <a:lnTo>
                    <a:pt x="499440" y="47142"/>
                  </a:lnTo>
                  <a:lnTo>
                    <a:pt x="491578" y="60236"/>
                  </a:lnTo>
                  <a:lnTo>
                    <a:pt x="497687" y="63728"/>
                  </a:lnTo>
                  <a:lnTo>
                    <a:pt x="508165" y="68973"/>
                  </a:lnTo>
                  <a:lnTo>
                    <a:pt x="512533" y="72466"/>
                  </a:lnTo>
                  <a:lnTo>
                    <a:pt x="517766" y="75082"/>
                  </a:lnTo>
                  <a:lnTo>
                    <a:pt x="528256" y="82067"/>
                  </a:lnTo>
                  <a:lnTo>
                    <a:pt x="532612" y="85559"/>
                  </a:lnTo>
                  <a:lnTo>
                    <a:pt x="548335" y="63728"/>
                  </a:lnTo>
                  <a:close/>
                </a:path>
                <a:path w="694690" h="693419">
                  <a:moveTo>
                    <a:pt x="605955" y="563156"/>
                  </a:moveTo>
                  <a:lnTo>
                    <a:pt x="594601" y="552678"/>
                  </a:lnTo>
                  <a:lnTo>
                    <a:pt x="591121" y="557923"/>
                  </a:lnTo>
                  <a:lnTo>
                    <a:pt x="582383" y="566661"/>
                  </a:lnTo>
                  <a:lnTo>
                    <a:pt x="578891" y="571017"/>
                  </a:lnTo>
                  <a:lnTo>
                    <a:pt x="570166" y="579755"/>
                  </a:lnTo>
                  <a:lnTo>
                    <a:pt x="565797" y="583247"/>
                  </a:lnTo>
                  <a:lnTo>
                    <a:pt x="561428" y="587603"/>
                  </a:lnTo>
                  <a:lnTo>
                    <a:pt x="578891" y="606818"/>
                  </a:lnTo>
                  <a:lnTo>
                    <a:pt x="605955" y="563156"/>
                  </a:lnTo>
                  <a:close/>
                </a:path>
                <a:path w="694690" h="693419">
                  <a:moveTo>
                    <a:pt x="622554" y="136207"/>
                  </a:moveTo>
                  <a:lnTo>
                    <a:pt x="580644" y="105638"/>
                  </a:lnTo>
                  <a:lnTo>
                    <a:pt x="570166" y="116116"/>
                  </a:lnTo>
                  <a:lnTo>
                    <a:pt x="583260" y="129222"/>
                  </a:lnTo>
                  <a:lnTo>
                    <a:pt x="586752" y="133578"/>
                  </a:lnTo>
                  <a:lnTo>
                    <a:pt x="591121" y="137947"/>
                  </a:lnTo>
                  <a:lnTo>
                    <a:pt x="598106" y="146685"/>
                  </a:lnTo>
                  <a:lnTo>
                    <a:pt x="601599" y="151917"/>
                  </a:lnTo>
                  <a:lnTo>
                    <a:pt x="622554" y="136207"/>
                  </a:lnTo>
                  <a:close/>
                </a:path>
                <a:path w="694690" h="693419">
                  <a:moveTo>
                    <a:pt x="657479" y="476719"/>
                  </a:moveTo>
                  <a:lnTo>
                    <a:pt x="643509" y="470611"/>
                  </a:lnTo>
                  <a:lnTo>
                    <a:pt x="641756" y="476719"/>
                  </a:lnTo>
                  <a:lnTo>
                    <a:pt x="628662" y="502920"/>
                  </a:lnTo>
                  <a:lnTo>
                    <a:pt x="625170" y="508152"/>
                  </a:lnTo>
                  <a:lnTo>
                    <a:pt x="622554" y="513397"/>
                  </a:lnTo>
                  <a:lnTo>
                    <a:pt x="645248" y="527367"/>
                  </a:lnTo>
                  <a:lnTo>
                    <a:pt x="657479" y="476719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66"/>
                  </a:lnTo>
                  <a:lnTo>
                    <a:pt x="628662" y="192087"/>
                  </a:lnTo>
                  <a:lnTo>
                    <a:pt x="631278" y="198196"/>
                  </a:lnTo>
                  <a:lnTo>
                    <a:pt x="634771" y="203428"/>
                  </a:lnTo>
                  <a:lnTo>
                    <a:pt x="636524" y="208673"/>
                  </a:lnTo>
                  <a:lnTo>
                    <a:pt x="641756" y="219151"/>
                  </a:lnTo>
                  <a:lnTo>
                    <a:pt x="643509" y="224383"/>
                  </a:lnTo>
                  <a:lnTo>
                    <a:pt x="646125" y="230505"/>
                  </a:lnTo>
                  <a:lnTo>
                    <a:pt x="647865" y="235737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17"/>
                  </a:moveTo>
                  <a:lnTo>
                    <a:pt x="681913" y="379806"/>
                  </a:lnTo>
                  <a:lnTo>
                    <a:pt x="667080" y="378053"/>
                  </a:lnTo>
                  <a:lnTo>
                    <a:pt x="665327" y="390283"/>
                  </a:lnTo>
                  <a:lnTo>
                    <a:pt x="664451" y="401637"/>
                  </a:lnTo>
                  <a:lnTo>
                    <a:pt x="661835" y="412978"/>
                  </a:lnTo>
                  <a:lnTo>
                    <a:pt x="659218" y="425208"/>
                  </a:lnTo>
                  <a:lnTo>
                    <a:pt x="684542" y="431317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75805" y="279400"/>
                  </a:lnTo>
                  <a:lnTo>
                    <a:pt x="661835" y="282016"/>
                  </a:lnTo>
                  <a:lnTo>
                    <a:pt x="664451" y="294233"/>
                  </a:lnTo>
                  <a:lnTo>
                    <a:pt x="665327" y="305587"/>
                  </a:lnTo>
                  <a:lnTo>
                    <a:pt x="667080" y="317817"/>
                  </a:lnTo>
                  <a:lnTo>
                    <a:pt x="667956" y="329158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19061" y="1289735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07"/>
                  </a:moveTo>
                  <a:lnTo>
                    <a:pt x="29692" y="403377"/>
                  </a:lnTo>
                  <a:lnTo>
                    <a:pt x="27952" y="392036"/>
                  </a:lnTo>
                  <a:lnTo>
                    <a:pt x="26200" y="367576"/>
                  </a:lnTo>
                  <a:lnTo>
                    <a:pt x="10490" y="368452"/>
                  </a:lnTo>
                  <a:lnTo>
                    <a:pt x="6997" y="420839"/>
                  </a:lnTo>
                  <a:lnTo>
                    <a:pt x="32308" y="415607"/>
                  </a:lnTo>
                  <a:close/>
                </a:path>
                <a:path w="694690" h="693419">
                  <a:moveTo>
                    <a:pt x="34061" y="272415"/>
                  </a:moveTo>
                  <a:lnTo>
                    <a:pt x="20091" y="268046"/>
                  </a:lnTo>
                  <a:lnTo>
                    <a:pt x="0" y="316941"/>
                  </a:lnTo>
                  <a:lnTo>
                    <a:pt x="26200" y="319557"/>
                  </a:lnTo>
                  <a:lnTo>
                    <a:pt x="27952" y="308203"/>
                  </a:lnTo>
                  <a:lnTo>
                    <a:pt x="31445" y="283756"/>
                  </a:lnTo>
                  <a:lnTo>
                    <a:pt x="34061" y="272415"/>
                  </a:lnTo>
                  <a:close/>
                </a:path>
                <a:path w="694690" h="693419">
                  <a:moveTo>
                    <a:pt x="66370" y="505536"/>
                  </a:moveTo>
                  <a:lnTo>
                    <a:pt x="63741" y="499427"/>
                  </a:lnTo>
                  <a:lnTo>
                    <a:pt x="60248" y="494182"/>
                  </a:lnTo>
                  <a:lnTo>
                    <a:pt x="52387" y="478472"/>
                  </a:lnTo>
                  <a:lnTo>
                    <a:pt x="50647" y="472363"/>
                  </a:lnTo>
                  <a:lnTo>
                    <a:pt x="48031" y="467118"/>
                  </a:lnTo>
                  <a:lnTo>
                    <a:pt x="46278" y="461010"/>
                  </a:lnTo>
                  <a:lnTo>
                    <a:pt x="31445" y="466242"/>
                  </a:lnTo>
                  <a:lnTo>
                    <a:pt x="42786" y="517753"/>
                  </a:lnTo>
                  <a:lnTo>
                    <a:pt x="66370" y="505536"/>
                  </a:lnTo>
                  <a:close/>
                </a:path>
                <a:path w="694690" h="693419">
                  <a:moveTo>
                    <a:pt x="70726" y="183349"/>
                  </a:moveTo>
                  <a:lnTo>
                    <a:pt x="57632" y="175488"/>
                  </a:lnTo>
                  <a:lnTo>
                    <a:pt x="24460" y="216535"/>
                  </a:lnTo>
                  <a:lnTo>
                    <a:pt x="48907" y="226136"/>
                  </a:lnTo>
                  <a:lnTo>
                    <a:pt x="51523" y="220891"/>
                  </a:lnTo>
                  <a:lnTo>
                    <a:pt x="53263" y="214782"/>
                  </a:lnTo>
                  <a:lnTo>
                    <a:pt x="56756" y="209550"/>
                  </a:lnTo>
                  <a:lnTo>
                    <a:pt x="58508" y="204304"/>
                  </a:lnTo>
                  <a:lnTo>
                    <a:pt x="62001" y="199072"/>
                  </a:lnTo>
                  <a:lnTo>
                    <a:pt x="67233" y="188595"/>
                  </a:lnTo>
                  <a:lnTo>
                    <a:pt x="70726" y="183349"/>
                  </a:lnTo>
                  <a:close/>
                </a:path>
                <a:path w="694690" h="693419">
                  <a:moveTo>
                    <a:pt x="124866" y="580618"/>
                  </a:moveTo>
                  <a:lnTo>
                    <a:pt x="120497" y="577138"/>
                  </a:lnTo>
                  <a:lnTo>
                    <a:pt x="116128" y="572770"/>
                  </a:lnTo>
                  <a:lnTo>
                    <a:pt x="111772" y="567524"/>
                  </a:lnTo>
                  <a:lnTo>
                    <a:pt x="108280" y="563156"/>
                  </a:lnTo>
                  <a:lnTo>
                    <a:pt x="99542" y="554431"/>
                  </a:lnTo>
                  <a:lnTo>
                    <a:pt x="96050" y="550062"/>
                  </a:lnTo>
                  <a:lnTo>
                    <a:pt x="92557" y="544830"/>
                  </a:lnTo>
                  <a:lnTo>
                    <a:pt x="80340" y="553554"/>
                  </a:lnTo>
                  <a:lnTo>
                    <a:pt x="106527" y="599833"/>
                  </a:lnTo>
                  <a:lnTo>
                    <a:pt x="124866" y="580618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13"/>
                  </a:lnTo>
                  <a:lnTo>
                    <a:pt x="78587" y="126593"/>
                  </a:lnTo>
                  <a:lnTo>
                    <a:pt x="97802" y="143192"/>
                  </a:lnTo>
                  <a:lnTo>
                    <a:pt x="106527" y="134454"/>
                  </a:lnTo>
                  <a:lnTo>
                    <a:pt x="110020" y="130086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32" y="633018"/>
                  </a:lnTo>
                  <a:lnTo>
                    <a:pt x="186855" y="627773"/>
                  </a:lnTo>
                  <a:lnTo>
                    <a:pt x="181622" y="624281"/>
                  </a:lnTo>
                  <a:lnTo>
                    <a:pt x="177253" y="620788"/>
                  </a:lnTo>
                  <a:lnTo>
                    <a:pt x="172008" y="618172"/>
                  </a:lnTo>
                  <a:lnTo>
                    <a:pt x="161531" y="611187"/>
                  </a:lnTo>
                  <a:lnTo>
                    <a:pt x="152806" y="623404"/>
                  </a:lnTo>
                  <a:lnTo>
                    <a:pt x="191223" y="659206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70" y="41910"/>
                  </a:lnTo>
                  <a:lnTo>
                    <a:pt x="155422" y="56743"/>
                  </a:lnTo>
                  <a:lnTo>
                    <a:pt x="169392" y="78574"/>
                  </a:lnTo>
                  <a:lnTo>
                    <a:pt x="174625" y="75082"/>
                  </a:lnTo>
                  <a:lnTo>
                    <a:pt x="185115" y="69850"/>
                  </a:lnTo>
                  <a:lnTo>
                    <a:pt x="190347" y="66357"/>
                  </a:lnTo>
                  <a:lnTo>
                    <a:pt x="200825" y="61112"/>
                  </a:lnTo>
                  <a:lnTo>
                    <a:pt x="206933" y="58496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14"/>
                  </a:moveTo>
                  <a:lnTo>
                    <a:pt x="282028" y="663575"/>
                  </a:lnTo>
                  <a:lnTo>
                    <a:pt x="276783" y="661822"/>
                  </a:lnTo>
                  <a:lnTo>
                    <a:pt x="270675" y="660082"/>
                  </a:lnTo>
                  <a:lnTo>
                    <a:pt x="264566" y="659206"/>
                  </a:lnTo>
                  <a:lnTo>
                    <a:pt x="258457" y="657466"/>
                  </a:lnTo>
                  <a:lnTo>
                    <a:pt x="253212" y="655713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90" y="691515"/>
                  </a:lnTo>
                  <a:lnTo>
                    <a:pt x="294246" y="665314"/>
                  </a:lnTo>
                  <a:close/>
                </a:path>
                <a:path w="694690" h="693419">
                  <a:moveTo>
                    <a:pt x="304723" y="28803"/>
                  </a:moveTo>
                  <a:lnTo>
                    <a:pt x="302983" y="13957"/>
                  </a:lnTo>
                  <a:lnTo>
                    <a:pt x="249720" y="13093"/>
                  </a:lnTo>
                  <a:lnTo>
                    <a:pt x="256705" y="38417"/>
                  </a:lnTo>
                  <a:lnTo>
                    <a:pt x="268935" y="34925"/>
                  </a:lnTo>
                  <a:lnTo>
                    <a:pt x="275043" y="34048"/>
                  </a:lnTo>
                  <a:lnTo>
                    <a:pt x="280276" y="32296"/>
                  </a:lnTo>
                  <a:lnTo>
                    <a:pt x="304723" y="28803"/>
                  </a:lnTo>
                  <a:close/>
                </a:path>
                <a:path w="694690" h="693419">
                  <a:moveTo>
                    <a:pt x="392912" y="693254"/>
                  </a:moveTo>
                  <a:lnTo>
                    <a:pt x="389420" y="667067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83"/>
                  </a:lnTo>
                  <a:lnTo>
                    <a:pt x="341401" y="669683"/>
                  </a:lnTo>
                  <a:lnTo>
                    <a:pt x="341401" y="684530"/>
                  </a:lnTo>
                  <a:lnTo>
                    <a:pt x="392912" y="693254"/>
                  </a:lnTo>
                  <a:close/>
                </a:path>
                <a:path w="694690" h="693419">
                  <a:moveTo>
                    <a:pt x="403390" y="15709"/>
                  </a:moveTo>
                  <a:lnTo>
                    <a:pt x="353631" y="0"/>
                  </a:lnTo>
                  <a:lnTo>
                    <a:pt x="352755" y="26187"/>
                  </a:lnTo>
                  <a:lnTo>
                    <a:pt x="364096" y="26187"/>
                  </a:lnTo>
                  <a:lnTo>
                    <a:pt x="370217" y="27063"/>
                  </a:lnTo>
                  <a:lnTo>
                    <a:pt x="376326" y="27063"/>
                  </a:lnTo>
                  <a:lnTo>
                    <a:pt x="400773" y="30556"/>
                  </a:lnTo>
                  <a:lnTo>
                    <a:pt x="403390" y="15709"/>
                  </a:lnTo>
                  <a:close/>
                </a:path>
                <a:path w="694690" h="693419">
                  <a:moveTo>
                    <a:pt x="492455" y="663575"/>
                  </a:moveTo>
                  <a:lnTo>
                    <a:pt x="481101" y="640003"/>
                  </a:lnTo>
                  <a:lnTo>
                    <a:pt x="470623" y="645236"/>
                  </a:lnTo>
                  <a:lnTo>
                    <a:pt x="465378" y="646988"/>
                  </a:lnTo>
                  <a:lnTo>
                    <a:pt x="459270" y="649605"/>
                  </a:lnTo>
                  <a:lnTo>
                    <a:pt x="454037" y="651344"/>
                  </a:lnTo>
                  <a:lnTo>
                    <a:pt x="447916" y="653097"/>
                  </a:lnTo>
                  <a:lnTo>
                    <a:pt x="442683" y="654837"/>
                  </a:lnTo>
                  <a:lnTo>
                    <a:pt x="436575" y="656590"/>
                  </a:lnTo>
                  <a:lnTo>
                    <a:pt x="440067" y="671436"/>
                  </a:lnTo>
                  <a:lnTo>
                    <a:pt x="492455" y="663575"/>
                  </a:lnTo>
                  <a:close/>
                </a:path>
                <a:path w="694690" h="693419">
                  <a:moveTo>
                    <a:pt x="498563" y="47142"/>
                  </a:moveTo>
                  <a:lnTo>
                    <a:pt x="455777" y="17462"/>
                  </a:lnTo>
                  <a:lnTo>
                    <a:pt x="447052" y="41910"/>
                  </a:lnTo>
                  <a:lnTo>
                    <a:pt x="453161" y="43649"/>
                  </a:lnTo>
                  <a:lnTo>
                    <a:pt x="459270" y="46266"/>
                  </a:lnTo>
                  <a:lnTo>
                    <a:pt x="464515" y="48018"/>
                  </a:lnTo>
                  <a:lnTo>
                    <a:pt x="469747" y="50634"/>
                  </a:lnTo>
                  <a:lnTo>
                    <a:pt x="475869" y="53251"/>
                  </a:lnTo>
                  <a:lnTo>
                    <a:pt x="481101" y="55003"/>
                  </a:lnTo>
                  <a:lnTo>
                    <a:pt x="491578" y="60236"/>
                  </a:lnTo>
                  <a:lnTo>
                    <a:pt x="498563" y="47142"/>
                  </a:lnTo>
                  <a:close/>
                </a:path>
                <a:path w="694690" h="693419">
                  <a:moveTo>
                    <a:pt x="578891" y="606818"/>
                  </a:moveTo>
                  <a:lnTo>
                    <a:pt x="561428" y="587603"/>
                  </a:lnTo>
                  <a:lnTo>
                    <a:pt x="557060" y="591972"/>
                  </a:lnTo>
                  <a:lnTo>
                    <a:pt x="552704" y="595464"/>
                  </a:lnTo>
                  <a:lnTo>
                    <a:pt x="547458" y="598957"/>
                  </a:lnTo>
                  <a:lnTo>
                    <a:pt x="543090" y="602449"/>
                  </a:lnTo>
                  <a:lnTo>
                    <a:pt x="537857" y="606818"/>
                  </a:lnTo>
                  <a:lnTo>
                    <a:pt x="533488" y="609434"/>
                  </a:lnTo>
                  <a:lnTo>
                    <a:pt x="523011" y="616419"/>
                  </a:lnTo>
                  <a:lnTo>
                    <a:pt x="531736" y="629526"/>
                  </a:lnTo>
                  <a:lnTo>
                    <a:pt x="578891" y="606818"/>
                  </a:lnTo>
                  <a:close/>
                </a:path>
                <a:path w="694690" h="693419">
                  <a:moveTo>
                    <a:pt x="580644" y="105638"/>
                  </a:moveTo>
                  <a:lnTo>
                    <a:pt x="548335" y="63728"/>
                  </a:lnTo>
                  <a:lnTo>
                    <a:pt x="532612" y="85559"/>
                  </a:lnTo>
                  <a:lnTo>
                    <a:pt x="537857" y="89052"/>
                  </a:lnTo>
                  <a:lnTo>
                    <a:pt x="542213" y="92544"/>
                  </a:lnTo>
                  <a:lnTo>
                    <a:pt x="547458" y="96037"/>
                  </a:lnTo>
                  <a:lnTo>
                    <a:pt x="551827" y="99529"/>
                  </a:lnTo>
                  <a:lnTo>
                    <a:pt x="557060" y="103898"/>
                  </a:lnTo>
                  <a:lnTo>
                    <a:pt x="561428" y="108267"/>
                  </a:lnTo>
                  <a:lnTo>
                    <a:pt x="565797" y="111760"/>
                  </a:lnTo>
                  <a:lnTo>
                    <a:pt x="570166" y="116116"/>
                  </a:lnTo>
                  <a:lnTo>
                    <a:pt x="580644" y="105638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54" y="136207"/>
                  </a:lnTo>
                  <a:lnTo>
                    <a:pt x="601599" y="151917"/>
                  </a:lnTo>
                  <a:lnTo>
                    <a:pt x="605955" y="156286"/>
                  </a:lnTo>
                  <a:lnTo>
                    <a:pt x="609447" y="161518"/>
                  </a:lnTo>
                  <a:lnTo>
                    <a:pt x="612063" y="166763"/>
                  </a:lnTo>
                  <a:lnTo>
                    <a:pt x="615569" y="171132"/>
                  </a:lnTo>
                  <a:lnTo>
                    <a:pt x="619061" y="177241"/>
                  </a:lnTo>
                  <a:lnTo>
                    <a:pt x="622554" y="181610"/>
                  </a:lnTo>
                  <a:lnTo>
                    <a:pt x="625170" y="186842"/>
                  </a:lnTo>
                  <a:lnTo>
                    <a:pt x="628662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67"/>
                  </a:moveTo>
                  <a:lnTo>
                    <a:pt x="622554" y="513397"/>
                  </a:lnTo>
                  <a:lnTo>
                    <a:pt x="619925" y="518629"/>
                  </a:lnTo>
                  <a:lnTo>
                    <a:pt x="612940" y="529107"/>
                  </a:lnTo>
                  <a:lnTo>
                    <a:pt x="609447" y="533476"/>
                  </a:lnTo>
                  <a:lnTo>
                    <a:pt x="605955" y="538708"/>
                  </a:lnTo>
                  <a:lnTo>
                    <a:pt x="602462" y="543077"/>
                  </a:lnTo>
                  <a:lnTo>
                    <a:pt x="594601" y="552678"/>
                  </a:lnTo>
                  <a:lnTo>
                    <a:pt x="605955" y="562292"/>
                  </a:lnTo>
                  <a:lnTo>
                    <a:pt x="645248" y="527367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88" y="227012"/>
                  </a:lnTo>
                  <a:lnTo>
                    <a:pt x="647865" y="235737"/>
                  </a:lnTo>
                  <a:lnTo>
                    <a:pt x="650494" y="240982"/>
                  </a:lnTo>
                  <a:lnTo>
                    <a:pt x="653986" y="253199"/>
                  </a:lnTo>
                  <a:lnTo>
                    <a:pt x="655726" y="258445"/>
                  </a:lnTo>
                  <a:lnTo>
                    <a:pt x="659218" y="270662"/>
                  </a:lnTo>
                  <a:lnTo>
                    <a:pt x="660095" y="275907"/>
                  </a:lnTo>
                  <a:lnTo>
                    <a:pt x="661835" y="282016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42" y="431317"/>
                  </a:moveTo>
                  <a:lnTo>
                    <a:pt x="659218" y="425208"/>
                  </a:lnTo>
                  <a:lnTo>
                    <a:pt x="657479" y="430441"/>
                  </a:lnTo>
                  <a:lnTo>
                    <a:pt x="653986" y="442671"/>
                  </a:lnTo>
                  <a:lnTo>
                    <a:pt x="652233" y="447903"/>
                  </a:lnTo>
                  <a:lnTo>
                    <a:pt x="650494" y="454025"/>
                  </a:lnTo>
                  <a:lnTo>
                    <a:pt x="648741" y="459257"/>
                  </a:lnTo>
                  <a:lnTo>
                    <a:pt x="646125" y="465366"/>
                  </a:lnTo>
                  <a:lnTo>
                    <a:pt x="643509" y="470611"/>
                  </a:lnTo>
                  <a:lnTo>
                    <a:pt x="657479" y="476719"/>
                  </a:lnTo>
                  <a:lnTo>
                    <a:pt x="684542" y="431317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67956" y="329158"/>
                  </a:lnTo>
                  <a:lnTo>
                    <a:pt x="668820" y="341388"/>
                  </a:lnTo>
                  <a:lnTo>
                    <a:pt x="668820" y="353606"/>
                  </a:lnTo>
                  <a:lnTo>
                    <a:pt x="667080" y="378053"/>
                  </a:lnTo>
                  <a:lnTo>
                    <a:pt x="681913" y="379806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 rot="1020000">
            <a:off x="3254640" y="4517743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1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81" name="object 8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©2000</a:t>
            </a:r>
            <a:r>
              <a:rPr spc="75" dirty="0"/>
              <a:t> </a:t>
            </a:r>
            <a:r>
              <a:rPr spc="-10" dirty="0"/>
              <a:t>HOSCH</a:t>
            </a:r>
          </a:p>
        </p:txBody>
      </p:sp>
      <p:sp>
        <p:nvSpPr>
          <p:cNvPr id="82" name="object 82"/>
          <p:cNvSpPr txBox="1"/>
          <p:nvPr/>
        </p:nvSpPr>
        <p:spPr>
          <a:xfrm>
            <a:off x="9145229" y="7295115"/>
            <a:ext cx="120205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10" dirty="0">
                <a:latin typeface="Gill Sans MT"/>
                <a:cs typeface="Gill Sans MT"/>
              </a:rPr>
              <a:t>Installation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II</a:t>
            </a:r>
            <a:r>
              <a:rPr sz="600" spc="3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3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0825T</a:t>
            </a:r>
            <a:r>
              <a:rPr sz="600" spc="3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3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20000626</a:t>
            </a:r>
            <a:r>
              <a:rPr sz="600" spc="3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3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70" name="object 70"/>
          <p:cNvSpPr txBox="1"/>
          <p:nvPr/>
        </p:nvSpPr>
        <p:spPr>
          <a:xfrm rot="1020000">
            <a:off x="3949689" y="6462385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5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71" name="object 71"/>
          <p:cNvSpPr txBox="1"/>
          <p:nvPr/>
        </p:nvSpPr>
        <p:spPr>
          <a:xfrm rot="1020000">
            <a:off x="4784048" y="3894548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5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72" name="object 72"/>
          <p:cNvSpPr txBox="1"/>
          <p:nvPr/>
        </p:nvSpPr>
        <p:spPr>
          <a:xfrm rot="1020000">
            <a:off x="6273991" y="5498810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1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31407" y="1354251"/>
            <a:ext cx="2698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90" dirty="0">
                <a:latin typeface="Gill Sans MT"/>
                <a:cs typeface="Gill Sans MT"/>
              </a:rPr>
              <a:t>4</a:t>
            </a:r>
            <a:endParaRPr sz="3200">
              <a:latin typeface="Gill Sans MT"/>
              <a:cs typeface="Gill Sans MT"/>
            </a:endParaRPr>
          </a:p>
        </p:txBody>
      </p:sp>
      <p:sp>
        <p:nvSpPr>
          <p:cNvPr id="74" name="object 74"/>
          <p:cNvSpPr txBox="1"/>
          <p:nvPr/>
        </p:nvSpPr>
        <p:spPr>
          <a:xfrm rot="17340000">
            <a:off x="5910830" y="4388079"/>
            <a:ext cx="292503" cy="26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9"/>
              </a:lnSpc>
            </a:pPr>
            <a:r>
              <a:rPr sz="2050" b="1" spc="-254" dirty="0">
                <a:solidFill>
                  <a:srgbClr val="231F20"/>
                </a:solidFill>
                <a:latin typeface="Gill Sans MT"/>
                <a:cs typeface="Gill Sans MT"/>
              </a:rPr>
              <a:t>F</a:t>
            </a:r>
            <a:endParaRPr sz="2050">
              <a:latin typeface="Gill Sans MT"/>
              <a:cs typeface="Gill Sans MT"/>
            </a:endParaRPr>
          </a:p>
        </p:txBody>
      </p:sp>
      <p:sp>
        <p:nvSpPr>
          <p:cNvPr id="75" name="object 75"/>
          <p:cNvSpPr txBox="1"/>
          <p:nvPr/>
        </p:nvSpPr>
        <p:spPr>
          <a:xfrm rot="1080000">
            <a:off x="3713290" y="5492954"/>
            <a:ext cx="324241" cy="26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9"/>
              </a:lnSpc>
            </a:pPr>
            <a:r>
              <a:rPr sz="2050" b="1" spc="-254" dirty="0">
                <a:solidFill>
                  <a:srgbClr val="231F20"/>
                </a:solidFill>
                <a:latin typeface="Gill Sans MT"/>
                <a:cs typeface="Gill Sans MT"/>
              </a:rPr>
              <a:t>H</a:t>
            </a:r>
            <a:endParaRPr sz="2050">
              <a:latin typeface="Gill Sans MT"/>
              <a:cs typeface="Gill Sans MT"/>
            </a:endParaRPr>
          </a:p>
        </p:txBody>
      </p:sp>
      <p:sp>
        <p:nvSpPr>
          <p:cNvPr id="76" name="object 76"/>
          <p:cNvSpPr txBox="1"/>
          <p:nvPr/>
        </p:nvSpPr>
        <p:spPr>
          <a:xfrm rot="1080000">
            <a:off x="4629145" y="5782302"/>
            <a:ext cx="273538" cy="26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9"/>
              </a:lnSpc>
            </a:pPr>
            <a:r>
              <a:rPr sz="2050" b="1" spc="-100" dirty="0">
                <a:solidFill>
                  <a:srgbClr val="231F20"/>
                </a:solidFill>
                <a:latin typeface="Gill Sans MT"/>
                <a:cs typeface="Gill Sans MT"/>
              </a:rPr>
              <a:t>I</a:t>
            </a:r>
            <a:endParaRPr sz="2050">
              <a:latin typeface="Gill Sans MT"/>
              <a:cs typeface="Gill Sans MT"/>
            </a:endParaRPr>
          </a:p>
        </p:txBody>
      </p:sp>
      <p:sp>
        <p:nvSpPr>
          <p:cNvPr id="77" name="object 77"/>
          <p:cNvSpPr txBox="1"/>
          <p:nvPr/>
        </p:nvSpPr>
        <p:spPr>
          <a:xfrm rot="17340000">
            <a:off x="5582489" y="5492263"/>
            <a:ext cx="333906" cy="26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2050" b="1" spc="-80" dirty="0">
                <a:solidFill>
                  <a:srgbClr val="231F20"/>
                </a:solidFill>
                <a:latin typeface="Gill Sans MT"/>
                <a:cs typeface="Gill Sans MT"/>
              </a:rPr>
              <a:t>G</a:t>
            </a:r>
            <a:endParaRPr sz="2050">
              <a:latin typeface="Gill Sans MT"/>
              <a:cs typeface="Gill Sans MT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dirty="0"/>
              <a:t>Scraper</a:t>
            </a:r>
            <a:r>
              <a:rPr spc="-114" dirty="0"/>
              <a:t> </a:t>
            </a:r>
            <a:r>
              <a:rPr spc="-50" dirty="0"/>
              <a:t>Type</a:t>
            </a:r>
            <a:r>
              <a:rPr spc="-114" dirty="0"/>
              <a:t> </a:t>
            </a:r>
            <a:r>
              <a:rPr dirty="0"/>
              <a:t>B6</a:t>
            </a:r>
            <a:r>
              <a:rPr spc="-110" dirty="0"/>
              <a:t> </a:t>
            </a:r>
            <a:r>
              <a:rPr dirty="0"/>
              <a:t>+</a:t>
            </a:r>
            <a:r>
              <a:rPr spc="-114" dirty="0"/>
              <a:t> </a:t>
            </a:r>
            <a:r>
              <a:rPr spc="-20" dirty="0"/>
              <a:t>PEM*</a:t>
            </a:r>
            <a:r>
              <a:rPr spc="-110" dirty="0"/>
              <a:t> </a:t>
            </a:r>
            <a:r>
              <a:rPr spc="-50" dirty="0"/>
              <a:t>- </a:t>
            </a:r>
            <a:r>
              <a:rPr spc="-65" dirty="0"/>
              <a:t>Provide</a:t>
            </a:r>
            <a:r>
              <a:rPr spc="-180" dirty="0"/>
              <a:t> </a:t>
            </a:r>
            <a:r>
              <a:rPr spc="-65" dirty="0"/>
              <a:t>access</a:t>
            </a:r>
            <a:r>
              <a:rPr spc="-175" dirty="0"/>
              <a:t> </a:t>
            </a:r>
            <a:r>
              <a:rPr spc="-30" dirty="0"/>
              <a:t>for</a:t>
            </a:r>
            <a:r>
              <a:rPr spc="-175" dirty="0"/>
              <a:t> </a:t>
            </a:r>
            <a:r>
              <a:rPr spc="-60" dirty="0"/>
              <a:t>maintenance</a:t>
            </a:r>
          </a:p>
        </p:txBody>
      </p:sp>
      <p:graphicFrame>
        <p:nvGraphicFramePr>
          <p:cNvPr id="79" name="object 79"/>
          <p:cNvGraphicFramePr>
            <a:graphicFrameLocks noGrp="1"/>
          </p:cNvGraphicFramePr>
          <p:nvPr/>
        </p:nvGraphicFramePr>
        <p:xfrm>
          <a:off x="7415034" y="5621045"/>
          <a:ext cx="2915285" cy="1221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8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9705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900" b="1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Dimensions</a:t>
                      </a:r>
                      <a:endParaRPr sz="900">
                        <a:latin typeface="Gill Sans MT"/>
                        <a:cs typeface="Gill Sans MT"/>
                      </a:endParaRPr>
                    </a:p>
                  </a:txBody>
                  <a:tcPr marL="0" marR="0" marT="139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6E7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05">
                <a:tc rowSpan="2">
                  <a:txBody>
                    <a:bodyPr/>
                    <a:lstStyle/>
                    <a:p>
                      <a:pPr marL="26670" marR="1473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800" spc="-7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For</a:t>
                      </a:r>
                      <a:r>
                        <a:rPr sz="8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type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7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long </a:t>
                      </a:r>
                      <a:r>
                        <a:rPr sz="8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elements</a:t>
                      </a:r>
                      <a:r>
                        <a:rPr sz="800" spc="-5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and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normal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blades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429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6E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10"/>
                        </a:spcBef>
                      </a:pPr>
                      <a:r>
                        <a:rPr sz="1100" b="1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F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10"/>
                        </a:spcBef>
                      </a:pPr>
                      <a:r>
                        <a:rPr sz="1100" b="1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G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10"/>
                        </a:spcBef>
                      </a:pPr>
                      <a:r>
                        <a:rPr sz="1100" b="1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H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10"/>
                        </a:spcBef>
                      </a:pPr>
                      <a:r>
                        <a:rPr sz="1100" b="1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I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6E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[mm]</a:t>
                      </a:r>
                      <a:endParaRPr sz="700">
                        <a:latin typeface="Gill Sans MT"/>
                        <a:cs typeface="Gill Sans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[mm]</a:t>
                      </a:r>
                      <a:endParaRPr sz="700">
                        <a:latin typeface="Gill Sans MT"/>
                        <a:cs typeface="Gill Sans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[mm]</a:t>
                      </a:r>
                      <a:endParaRPr sz="700">
                        <a:latin typeface="Gill Sans MT"/>
                        <a:cs typeface="Gill Sans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[mm]</a:t>
                      </a:r>
                      <a:endParaRPr sz="700">
                        <a:latin typeface="Gill Sans MT"/>
                        <a:cs typeface="Gill Sans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54610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sz="1100" b="1" spc="34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48mm)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230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70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70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54610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B</a:t>
                      </a:r>
                      <a:r>
                        <a:rPr sz="1100" b="1" spc="43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60mm)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230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80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80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54610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7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r>
                        <a:rPr sz="1100" b="1" spc="36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76mm)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240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7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D</a:t>
                      </a:r>
                      <a:r>
                        <a:rPr sz="1100" b="1" spc="33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101mm)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250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0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0" name="object 80"/>
          <p:cNvSpPr txBox="1"/>
          <p:nvPr/>
        </p:nvSpPr>
        <p:spPr>
          <a:xfrm>
            <a:off x="365008" y="6819315"/>
            <a:ext cx="69405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90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r>
              <a:rPr sz="600" spc="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Parallel</a:t>
            </a:r>
            <a:r>
              <a:rPr sz="600" spc="3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elasto-</a:t>
            </a:r>
            <a:r>
              <a:rPr sz="600" spc="-35" dirty="0">
                <a:solidFill>
                  <a:srgbClr val="231F20"/>
                </a:solidFill>
                <a:latin typeface="Gill Sans MT"/>
                <a:cs typeface="Gill Sans MT"/>
              </a:rPr>
              <a:t>mount</a:t>
            </a:r>
            <a:endParaRPr sz="600">
              <a:latin typeface="Gill Sans MT"/>
              <a:cs typeface="Gill Sans MT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F1FE4B6-AFE0-6DEA-12D7-EF35653A56F7}"/>
              </a:ext>
            </a:extLst>
          </p:cNvPr>
          <p:cNvGrpSpPr/>
          <p:nvPr/>
        </p:nvGrpSpPr>
        <p:grpSpPr>
          <a:xfrm>
            <a:off x="7734934" y="349251"/>
            <a:ext cx="2717165" cy="817393"/>
            <a:chOff x="7734934" y="309245"/>
            <a:chExt cx="2717166" cy="897807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508CBFF-0B9C-FD0C-BC33-29C20C11A0EE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5" name="Picture 84" descr="A close-up of a logo&#10;&#10;AI-generated content may be incorrect.">
              <a:extLst>
                <a:ext uri="{FF2B5EF4-FFF2-40B4-BE49-F238E27FC236}">
                  <a16:creationId xmlns:a16="http://schemas.microsoft.com/office/drawing/2014/main" id="{058F3EA6-3CDC-F5E7-7B84-7EE060D94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3498" y="309245"/>
              <a:ext cx="1771123" cy="897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45933" y="1313688"/>
            <a:ext cx="8304530" cy="5094605"/>
            <a:chOff x="1345933" y="1313688"/>
            <a:chExt cx="8304530" cy="5094605"/>
          </a:xfrm>
        </p:grpSpPr>
        <p:sp>
          <p:nvSpPr>
            <p:cNvPr id="3" name="object 3"/>
            <p:cNvSpPr/>
            <p:nvPr/>
          </p:nvSpPr>
          <p:spPr>
            <a:xfrm>
              <a:off x="4782667" y="3338182"/>
              <a:ext cx="1790700" cy="3067050"/>
            </a:xfrm>
            <a:custGeom>
              <a:avLst/>
              <a:gdLst/>
              <a:ahLst/>
              <a:cxnLst/>
              <a:rect l="l" t="t" r="r" b="b"/>
              <a:pathLst>
                <a:path w="1790700" h="3067050">
                  <a:moveTo>
                    <a:pt x="1790699" y="546341"/>
                  </a:moveTo>
                  <a:lnTo>
                    <a:pt x="109270" y="0"/>
                  </a:lnTo>
                  <a:lnTo>
                    <a:pt x="0" y="336283"/>
                  </a:lnTo>
                  <a:lnTo>
                    <a:pt x="1345145" y="773353"/>
                  </a:lnTo>
                  <a:lnTo>
                    <a:pt x="635457" y="2957512"/>
                  </a:lnTo>
                  <a:lnTo>
                    <a:pt x="971740" y="3066770"/>
                  </a:lnTo>
                  <a:lnTo>
                    <a:pt x="1790699" y="546341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82667" y="3338182"/>
              <a:ext cx="1790700" cy="3067050"/>
            </a:xfrm>
            <a:custGeom>
              <a:avLst/>
              <a:gdLst/>
              <a:ahLst/>
              <a:cxnLst/>
              <a:rect l="l" t="t" r="r" b="b"/>
              <a:pathLst>
                <a:path w="1790700" h="3067050">
                  <a:moveTo>
                    <a:pt x="0" y="336283"/>
                  </a:moveTo>
                  <a:lnTo>
                    <a:pt x="1345145" y="773353"/>
                  </a:lnTo>
                  <a:lnTo>
                    <a:pt x="635457" y="2957512"/>
                  </a:lnTo>
                  <a:lnTo>
                    <a:pt x="971740" y="3066770"/>
                  </a:lnTo>
                  <a:lnTo>
                    <a:pt x="1790699" y="546341"/>
                  </a:lnTo>
                  <a:lnTo>
                    <a:pt x="109270" y="0"/>
                  </a:lnTo>
                  <a:lnTo>
                    <a:pt x="0" y="336283"/>
                  </a:lnTo>
                  <a:close/>
                </a:path>
                <a:path w="1790700" h="3067050">
                  <a:moveTo>
                    <a:pt x="366864" y="455485"/>
                  </a:moveTo>
                  <a:lnTo>
                    <a:pt x="425361" y="275450"/>
                  </a:lnTo>
                </a:path>
                <a:path w="1790700" h="3067050">
                  <a:moveTo>
                    <a:pt x="366864" y="455485"/>
                  </a:moveTo>
                  <a:lnTo>
                    <a:pt x="425361" y="275450"/>
                  </a:lnTo>
                </a:path>
                <a:path w="1790700" h="3067050">
                  <a:moveTo>
                    <a:pt x="438200" y="478663"/>
                  </a:moveTo>
                  <a:lnTo>
                    <a:pt x="470204" y="380149"/>
                  </a:lnTo>
                </a:path>
                <a:path w="1790700" h="3067050">
                  <a:moveTo>
                    <a:pt x="438200" y="478663"/>
                  </a:moveTo>
                  <a:lnTo>
                    <a:pt x="470204" y="380149"/>
                  </a:lnTo>
                </a:path>
                <a:path w="1790700" h="3067050">
                  <a:moveTo>
                    <a:pt x="506133" y="500735"/>
                  </a:moveTo>
                  <a:lnTo>
                    <a:pt x="564629" y="320700"/>
                  </a:lnTo>
                </a:path>
                <a:path w="1790700" h="3067050">
                  <a:moveTo>
                    <a:pt x="506133" y="500735"/>
                  </a:moveTo>
                  <a:lnTo>
                    <a:pt x="564629" y="320700"/>
                  </a:lnTo>
                </a:path>
                <a:path w="1790700" h="3067050">
                  <a:moveTo>
                    <a:pt x="577468" y="523913"/>
                  </a:moveTo>
                  <a:lnTo>
                    <a:pt x="609472" y="425411"/>
                  </a:lnTo>
                </a:path>
                <a:path w="1790700" h="3067050">
                  <a:moveTo>
                    <a:pt x="577468" y="523913"/>
                  </a:moveTo>
                  <a:lnTo>
                    <a:pt x="609472" y="425411"/>
                  </a:lnTo>
                </a:path>
                <a:path w="1790700" h="3067050">
                  <a:moveTo>
                    <a:pt x="645401" y="545985"/>
                  </a:moveTo>
                  <a:lnTo>
                    <a:pt x="703897" y="365963"/>
                  </a:lnTo>
                </a:path>
                <a:path w="1790700" h="3067050">
                  <a:moveTo>
                    <a:pt x="645401" y="545985"/>
                  </a:moveTo>
                  <a:lnTo>
                    <a:pt x="703897" y="365963"/>
                  </a:lnTo>
                </a:path>
                <a:path w="1790700" h="3067050">
                  <a:moveTo>
                    <a:pt x="716737" y="569163"/>
                  </a:moveTo>
                  <a:lnTo>
                    <a:pt x="748741" y="470662"/>
                  </a:lnTo>
                </a:path>
                <a:path w="1790700" h="3067050">
                  <a:moveTo>
                    <a:pt x="716737" y="569163"/>
                  </a:moveTo>
                  <a:lnTo>
                    <a:pt x="748741" y="470662"/>
                  </a:lnTo>
                </a:path>
                <a:path w="1790700" h="3067050">
                  <a:moveTo>
                    <a:pt x="784669" y="591235"/>
                  </a:moveTo>
                  <a:lnTo>
                    <a:pt x="843165" y="411213"/>
                  </a:lnTo>
                </a:path>
                <a:path w="1790700" h="3067050">
                  <a:moveTo>
                    <a:pt x="784669" y="591235"/>
                  </a:moveTo>
                  <a:lnTo>
                    <a:pt x="843165" y="411213"/>
                  </a:lnTo>
                </a:path>
                <a:path w="1790700" h="3067050">
                  <a:moveTo>
                    <a:pt x="856005" y="614426"/>
                  </a:moveTo>
                  <a:lnTo>
                    <a:pt x="888009" y="515912"/>
                  </a:lnTo>
                </a:path>
                <a:path w="1790700" h="3067050">
                  <a:moveTo>
                    <a:pt x="856005" y="614426"/>
                  </a:moveTo>
                  <a:lnTo>
                    <a:pt x="888009" y="515912"/>
                  </a:lnTo>
                </a:path>
                <a:path w="1790700" h="3067050">
                  <a:moveTo>
                    <a:pt x="927328" y="637603"/>
                  </a:moveTo>
                  <a:lnTo>
                    <a:pt x="985824" y="457568"/>
                  </a:lnTo>
                </a:path>
                <a:path w="1790700" h="3067050">
                  <a:moveTo>
                    <a:pt x="927328" y="637603"/>
                  </a:moveTo>
                  <a:lnTo>
                    <a:pt x="985824" y="457568"/>
                  </a:lnTo>
                </a:path>
                <a:path w="1790700" h="3067050">
                  <a:moveTo>
                    <a:pt x="998677" y="660781"/>
                  </a:moveTo>
                  <a:lnTo>
                    <a:pt x="1030681" y="562267"/>
                  </a:lnTo>
                </a:path>
                <a:path w="1790700" h="3067050">
                  <a:moveTo>
                    <a:pt x="998677" y="660781"/>
                  </a:moveTo>
                  <a:lnTo>
                    <a:pt x="1030681" y="562267"/>
                  </a:lnTo>
                </a:path>
                <a:path w="1790700" h="3067050">
                  <a:moveTo>
                    <a:pt x="1063218" y="681748"/>
                  </a:moveTo>
                  <a:lnTo>
                    <a:pt x="1121714" y="501713"/>
                  </a:lnTo>
                </a:path>
                <a:path w="1790700" h="3067050">
                  <a:moveTo>
                    <a:pt x="1063218" y="681748"/>
                  </a:moveTo>
                  <a:lnTo>
                    <a:pt x="1121714" y="501713"/>
                  </a:lnTo>
                </a:path>
                <a:path w="1790700" h="3067050">
                  <a:moveTo>
                    <a:pt x="1137945" y="706031"/>
                  </a:moveTo>
                  <a:lnTo>
                    <a:pt x="1169949" y="607517"/>
                  </a:lnTo>
                </a:path>
                <a:path w="1790700" h="3067050">
                  <a:moveTo>
                    <a:pt x="1137945" y="706031"/>
                  </a:moveTo>
                  <a:lnTo>
                    <a:pt x="1169949" y="607517"/>
                  </a:lnTo>
                </a:path>
                <a:path w="1790700" h="3067050">
                  <a:moveTo>
                    <a:pt x="1205877" y="728103"/>
                  </a:moveTo>
                  <a:lnTo>
                    <a:pt x="1264373" y="548068"/>
                  </a:lnTo>
                </a:path>
                <a:path w="1790700" h="3067050">
                  <a:moveTo>
                    <a:pt x="1205877" y="728103"/>
                  </a:moveTo>
                  <a:lnTo>
                    <a:pt x="1264373" y="548068"/>
                  </a:lnTo>
                </a:path>
                <a:path w="1790700" h="3067050">
                  <a:moveTo>
                    <a:pt x="1273809" y="750176"/>
                  </a:moveTo>
                  <a:lnTo>
                    <a:pt x="1305826" y="651675"/>
                  </a:lnTo>
                </a:path>
                <a:path w="1790700" h="3067050">
                  <a:moveTo>
                    <a:pt x="1273809" y="750176"/>
                  </a:moveTo>
                  <a:lnTo>
                    <a:pt x="1305826" y="651675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1460" y="3928325"/>
              <a:ext cx="212953" cy="2886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536222" y="4254195"/>
              <a:ext cx="728980" cy="1737995"/>
            </a:xfrm>
            <a:custGeom>
              <a:avLst/>
              <a:gdLst/>
              <a:ahLst/>
              <a:cxnLst/>
              <a:rect l="l" t="t" r="r" b="b"/>
              <a:pathLst>
                <a:path w="728979" h="1737995">
                  <a:moveTo>
                    <a:pt x="545236" y="0"/>
                  </a:moveTo>
                  <a:lnTo>
                    <a:pt x="728662" y="59601"/>
                  </a:lnTo>
                </a:path>
                <a:path w="728979" h="1737995">
                  <a:moveTo>
                    <a:pt x="545236" y="0"/>
                  </a:moveTo>
                  <a:lnTo>
                    <a:pt x="728662" y="59601"/>
                  </a:lnTo>
                </a:path>
                <a:path w="728979" h="1737995">
                  <a:moveTo>
                    <a:pt x="523163" y="67945"/>
                  </a:moveTo>
                  <a:lnTo>
                    <a:pt x="618274" y="98844"/>
                  </a:lnTo>
                </a:path>
                <a:path w="728979" h="1737995">
                  <a:moveTo>
                    <a:pt x="523163" y="67945"/>
                  </a:moveTo>
                  <a:lnTo>
                    <a:pt x="618274" y="98844"/>
                  </a:lnTo>
                </a:path>
                <a:path w="728979" h="1737995">
                  <a:moveTo>
                    <a:pt x="501091" y="135877"/>
                  </a:moveTo>
                  <a:lnTo>
                    <a:pt x="684517" y="195478"/>
                  </a:lnTo>
                </a:path>
                <a:path w="728979" h="1737995">
                  <a:moveTo>
                    <a:pt x="501091" y="135877"/>
                  </a:moveTo>
                  <a:lnTo>
                    <a:pt x="684517" y="195478"/>
                  </a:lnTo>
                </a:path>
                <a:path w="728979" h="1737995">
                  <a:moveTo>
                    <a:pt x="477900" y="207213"/>
                  </a:moveTo>
                  <a:lnTo>
                    <a:pt x="573023" y="238125"/>
                  </a:lnTo>
                </a:path>
                <a:path w="728979" h="1737995">
                  <a:moveTo>
                    <a:pt x="477900" y="207213"/>
                  </a:moveTo>
                  <a:lnTo>
                    <a:pt x="573023" y="238125"/>
                  </a:lnTo>
                </a:path>
                <a:path w="728979" h="1737995">
                  <a:moveTo>
                    <a:pt x="454736" y="278549"/>
                  </a:moveTo>
                  <a:lnTo>
                    <a:pt x="638162" y="338137"/>
                  </a:lnTo>
                </a:path>
                <a:path w="728979" h="1737995">
                  <a:moveTo>
                    <a:pt x="454736" y="278549"/>
                  </a:moveTo>
                  <a:lnTo>
                    <a:pt x="638162" y="338137"/>
                  </a:lnTo>
                </a:path>
                <a:path w="728979" h="1737995">
                  <a:moveTo>
                    <a:pt x="432650" y="346481"/>
                  </a:moveTo>
                  <a:lnTo>
                    <a:pt x="527773" y="377380"/>
                  </a:lnTo>
                </a:path>
                <a:path w="728979" h="1737995">
                  <a:moveTo>
                    <a:pt x="432650" y="346481"/>
                  </a:moveTo>
                  <a:lnTo>
                    <a:pt x="527773" y="377380"/>
                  </a:lnTo>
                </a:path>
                <a:path w="728979" h="1737995">
                  <a:moveTo>
                    <a:pt x="409473" y="417817"/>
                  </a:moveTo>
                  <a:lnTo>
                    <a:pt x="592899" y="477418"/>
                  </a:lnTo>
                </a:path>
                <a:path w="728979" h="1737995">
                  <a:moveTo>
                    <a:pt x="409473" y="417817"/>
                  </a:moveTo>
                  <a:lnTo>
                    <a:pt x="592899" y="477418"/>
                  </a:lnTo>
                </a:path>
                <a:path w="728979" h="1737995">
                  <a:moveTo>
                    <a:pt x="386295" y="489140"/>
                  </a:moveTo>
                  <a:lnTo>
                    <a:pt x="481418" y="520052"/>
                  </a:lnTo>
                </a:path>
                <a:path w="728979" h="1737995">
                  <a:moveTo>
                    <a:pt x="386295" y="489140"/>
                  </a:moveTo>
                  <a:lnTo>
                    <a:pt x="481418" y="520052"/>
                  </a:lnTo>
                </a:path>
                <a:path w="728979" h="1737995">
                  <a:moveTo>
                    <a:pt x="364223" y="557085"/>
                  </a:moveTo>
                  <a:lnTo>
                    <a:pt x="547649" y="616686"/>
                  </a:lnTo>
                </a:path>
                <a:path w="728979" h="1737995">
                  <a:moveTo>
                    <a:pt x="364223" y="557085"/>
                  </a:moveTo>
                  <a:lnTo>
                    <a:pt x="547649" y="616686"/>
                  </a:lnTo>
                </a:path>
                <a:path w="728979" h="1737995">
                  <a:moveTo>
                    <a:pt x="341045" y="628421"/>
                  </a:moveTo>
                  <a:lnTo>
                    <a:pt x="436156" y="659320"/>
                  </a:lnTo>
                </a:path>
                <a:path w="728979" h="1737995">
                  <a:moveTo>
                    <a:pt x="341045" y="628421"/>
                  </a:moveTo>
                  <a:lnTo>
                    <a:pt x="436156" y="659320"/>
                  </a:lnTo>
                </a:path>
                <a:path w="728979" h="1737995">
                  <a:moveTo>
                    <a:pt x="318973" y="696353"/>
                  </a:moveTo>
                  <a:lnTo>
                    <a:pt x="502399" y="755954"/>
                  </a:lnTo>
                </a:path>
                <a:path w="728979" h="1737995">
                  <a:moveTo>
                    <a:pt x="318973" y="696353"/>
                  </a:moveTo>
                  <a:lnTo>
                    <a:pt x="502399" y="755954"/>
                  </a:lnTo>
                </a:path>
                <a:path w="728979" h="1737995">
                  <a:moveTo>
                    <a:pt x="294690" y="771080"/>
                  </a:moveTo>
                  <a:lnTo>
                    <a:pt x="389801" y="801992"/>
                  </a:lnTo>
                </a:path>
                <a:path w="728979" h="1737995">
                  <a:moveTo>
                    <a:pt x="294690" y="771080"/>
                  </a:moveTo>
                  <a:lnTo>
                    <a:pt x="389801" y="801992"/>
                  </a:lnTo>
                </a:path>
                <a:path w="728979" h="1737995">
                  <a:moveTo>
                    <a:pt x="273723" y="835621"/>
                  </a:moveTo>
                  <a:lnTo>
                    <a:pt x="457149" y="895223"/>
                  </a:lnTo>
                </a:path>
                <a:path w="728979" h="1737995">
                  <a:moveTo>
                    <a:pt x="273723" y="835621"/>
                  </a:moveTo>
                  <a:lnTo>
                    <a:pt x="457149" y="895223"/>
                  </a:lnTo>
                </a:path>
                <a:path w="728979" h="1737995">
                  <a:moveTo>
                    <a:pt x="250545" y="906957"/>
                  </a:moveTo>
                  <a:lnTo>
                    <a:pt x="345655" y="937856"/>
                  </a:lnTo>
                </a:path>
                <a:path w="728979" h="1737995">
                  <a:moveTo>
                    <a:pt x="250545" y="906957"/>
                  </a:moveTo>
                  <a:lnTo>
                    <a:pt x="345655" y="937856"/>
                  </a:lnTo>
                </a:path>
                <a:path w="728979" h="1737995">
                  <a:moveTo>
                    <a:pt x="227368" y="978293"/>
                  </a:moveTo>
                  <a:lnTo>
                    <a:pt x="410794" y="1037894"/>
                  </a:lnTo>
                </a:path>
                <a:path w="728979" h="1737995">
                  <a:moveTo>
                    <a:pt x="227368" y="978293"/>
                  </a:moveTo>
                  <a:lnTo>
                    <a:pt x="410794" y="1037894"/>
                  </a:lnTo>
                </a:path>
                <a:path w="728979" h="1737995">
                  <a:moveTo>
                    <a:pt x="204190" y="1049629"/>
                  </a:moveTo>
                  <a:lnTo>
                    <a:pt x="299300" y="1080528"/>
                  </a:lnTo>
                </a:path>
                <a:path w="728979" h="1737995">
                  <a:moveTo>
                    <a:pt x="204190" y="1049629"/>
                  </a:moveTo>
                  <a:lnTo>
                    <a:pt x="299300" y="1080528"/>
                  </a:lnTo>
                </a:path>
                <a:path w="728979" h="1737995">
                  <a:moveTo>
                    <a:pt x="182105" y="1117561"/>
                  </a:moveTo>
                  <a:lnTo>
                    <a:pt x="365544" y="1177163"/>
                  </a:lnTo>
                </a:path>
                <a:path w="728979" h="1737995">
                  <a:moveTo>
                    <a:pt x="182105" y="1117561"/>
                  </a:moveTo>
                  <a:lnTo>
                    <a:pt x="365544" y="1177163"/>
                  </a:lnTo>
                </a:path>
                <a:path w="728979" h="1737995">
                  <a:moveTo>
                    <a:pt x="158927" y="1188897"/>
                  </a:moveTo>
                  <a:lnTo>
                    <a:pt x="254050" y="1219796"/>
                  </a:lnTo>
                </a:path>
                <a:path w="728979" h="1737995">
                  <a:moveTo>
                    <a:pt x="158927" y="1188897"/>
                  </a:moveTo>
                  <a:lnTo>
                    <a:pt x="254050" y="1219796"/>
                  </a:lnTo>
                </a:path>
                <a:path w="728979" h="1737995">
                  <a:moveTo>
                    <a:pt x="135750" y="1260221"/>
                  </a:moveTo>
                  <a:lnTo>
                    <a:pt x="319189" y="1319834"/>
                  </a:lnTo>
                </a:path>
                <a:path w="728979" h="1737995">
                  <a:moveTo>
                    <a:pt x="135750" y="1260221"/>
                  </a:moveTo>
                  <a:lnTo>
                    <a:pt x="319189" y="1319834"/>
                  </a:lnTo>
                </a:path>
                <a:path w="728979" h="1737995">
                  <a:moveTo>
                    <a:pt x="113677" y="1328166"/>
                  </a:moveTo>
                  <a:lnTo>
                    <a:pt x="208787" y="1359065"/>
                  </a:lnTo>
                </a:path>
                <a:path w="728979" h="1737995">
                  <a:moveTo>
                    <a:pt x="113677" y="1328166"/>
                  </a:moveTo>
                  <a:lnTo>
                    <a:pt x="208787" y="1359065"/>
                  </a:lnTo>
                </a:path>
                <a:path w="728979" h="1737995">
                  <a:moveTo>
                    <a:pt x="91605" y="1396098"/>
                  </a:moveTo>
                  <a:lnTo>
                    <a:pt x="275043" y="1455699"/>
                  </a:lnTo>
                </a:path>
                <a:path w="728979" h="1737995">
                  <a:moveTo>
                    <a:pt x="91605" y="1396098"/>
                  </a:moveTo>
                  <a:lnTo>
                    <a:pt x="275043" y="1455699"/>
                  </a:lnTo>
                </a:path>
                <a:path w="728979" h="1737995">
                  <a:moveTo>
                    <a:pt x="68427" y="1467434"/>
                  </a:moveTo>
                  <a:lnTo>
                    <a:pt x="163537" y="1498333"/>
                  </a:lnTo>
                </a:path>
                <a:path w="728979" h="1737995">
                  <a:moveTo>
                    <a:pt x="68427" y="1467434"/>
                  </a:moveTo>
                  <a:lnTo>
                    <a:pt x="163537" y="1498333"/>
                  </a:lnTo>
                </a:path>
                <a:path w="728979" h="1737995">
                  <a:moveTo>
                    <a:pt x="45250" y="1538770"/>
                  </a:moveTo>
                  <a:lnTo>
                    <a:pt x="228676" y="1598358"/>
                  </a:lnTo>
                </a:path>
                <a:path w="728979" h="1737995">
                  <a:moveTo>
                    <a:pt x="45250" y="1538770"/>
                  </a:moveTo>
                  <a:lnTo>
                    <a:pt x="228676" y="1598358"/>
                  </a:lnTo>
                </a:path>
                <a:path w="728979" h="1737995">
                  <a:moveTo>
                    <a:pt x="22072" y="1610106"/>
                  </a:moveTo>
                  <a:lnTo>
                    <a:pt x="117182" y="1641005"/>
                  </a:lnTo>
                </a:path>
                <a:path w="728979" h="1737995">
                  <a:moveTo>
                    <a:pt x="22072" y="1610106"/>
                  </a:moveTo>
                  <a:lnTo>
                    <a:pt x="117182" y="1641005"/>
                  </a:lnTo>
                </a:path>
                <a:path w="728979" h="1737995">
                  <a:moveTo>
                    <a:pt x="0" y="1678038"/>
                  </a:moveTo>
                  <a:lnTo>
                    <a:pt x="183426" y="1737639"/>
                  </a:lnTo>
                </a:path>
                <a:path w="728979" h="1737995">
                  <a:moveTo>
                    <a:pt x="0" y="1678038"/>
                  </a:moveTo>
                  <a:lnTo>
                    <a:pt x="183426" y="1737639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21137" y="3355911"/>
              <a:ext cx="2312670" cy="2783205"/>
            </a:xfrm>
            <a:custGeom>
              <a:avLst/>
              <a:gdLst/>
              <a:ahLst/>
              <a:cxnLst/>
              <a:rect l="l" t="t" r="r" b="b"/>
              <a:pathLst>
                <a:path w="2312670" h="2783204">
                  <a:moveTo>
                    <a:pt x="1574787" y="2782582"/>
                  </a:moveTo>
                  <a:lnTo>
                    <a:pt x="2312669" y="511695"/>
                  </a:lnTo>
                  <a:lnTo>
                    <a:pt x="737870" y="0"/>
                  </a:lnTo>
                  <a:lnTo>
                    <a:pt x="0" y="2270899"/>
                  </a:lnTo>
                  <a:lnTo>
                    <a:pt x="1574787" y="2782582"/>
                  </a:lnTo>
                  <a:close/>
                </a:path>
              </a:pathLst>
            </a:custGeom>
            <a:ln w="12700">
              <a:solidFill>
                <a:srgbClr val="ED1C2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0135" y="1338237"/>
              <a:ext cx="8000793" cy="47090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24376" y="4637506"/>
              <a:ext cx="3596004" cy="1169035"/>
            </a:xfrm>
            <a:custGeom>
              <a:avLst/>
              <a:gdLst/>
              <a:ahLst/>
              <a:cxnLst/>
              <a:rect l="l" t="t" r="r" b="b"/>
              <a:pathLst>
                <a:path w="3596004" h="1169035">
                  <a:moveTo>
                    <a:pt x="0" y="0"/>
                  </a:moveTo>
                  <a:lnTo>
                    <a:pt x="3595979" y="1168438"/>
                  </a:lnTo>
                </a:path>
              </a:pathLst>
            </a:custGeom>
            <a:ln w="37719">
              <a:solidFill>
                <a:srgbClr val="231F2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71925" y="3678427"/>
              <a:ext cx="349250" cy="349250"/>
            </a:xfrm>
            <a:custGeom>
              <a:avLst/>
              <a:gdLst/>
              <a:ahLst/>
              <a:cxnLst/>
              <a:rect l="l" t="t" r="r" b="b"/>
              <a:pathLst>
                <a:path w="349250" h="349250">
                  <a:moveTo>
                    <a:pt x="348919" y="85572"/>
                  </a:moveTo>
                  <a:lnTo>
                    <a:pt x="85559" y="0"/>
                  </a:lnTo>
                  <a:lnTo>
                    <a:pt x="0" y="263359"/>
                  </a:lnTo>
                  <a:lnTo>
                    <a:pt x="263347" y="348919"/>
                  </a:lnTo>
                  <a:lnTo>
                    <a:pt x="348919" y="85572"/>
                  </a:lnTo>
                  <a:close/>
                </a:path>
              </a:pathLst>
            </a:custGeom>
            <a:solidFill>
              <a:srgbClr val="FEE7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71925" y="3678427"/>
              <a:ext cx="349250" cy="349250"/>
            </a:xfrm>
            <a:custGeom>
              <a:avLst/>
              <a:gdLst/>
              <a:ahLst/>
              <a:cxnLst/>
              <a:rect l="l" t="t" r="r" b="b"/>
              <a:pathLst>
                <a:path w="349250" h="349250">
                  <a:moveTo>
                    <a:pt x="263347" y="348919"/>
                  </a:moveTo>
                  <a:lnTo>
                    <a:pt x="348919" y="85572"/>
                  </a:lnTo>
                  <a:lnTo>
                    <a:pt x="85559" y="0"/>
                  </a:lnTo>
                  <a:lnTo>
                    <a:pt x="0" y="263359"/>
                  </a:lnTo>
                  <a:lnTo>
                    <a:pt x="263347" y="348919"/>
                  </a:lnTo>
                  <a:close/>
                </a:path>
              </a:pathLst>
            </a:custGeom>
            <a:ln w="942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45359" y="4511522"/>
              <a:ext cx="111074" cy="19777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704415" y="4102798"/>
              <a:ext cx="142875" cy="438150"/>
            </a:xfrm>
            <a:custGeom>
              <a:avLst/>
              <a:gdLst/>
              <a:ahLst/>
              <a:cxnLst/>
              <a:rect l="l" t="t" r="r" b="b"/>
              <a:pathLst>
                <a:path w="142875" h="438150">
                  <a:moveTo>
                    <a:pt x="142252" y="0"/>
                  </a:moveTo>
                  <a:lnTo>
                    <a:pt x="0" y="437819"/>
                  </a:lnTo>
                </a:path>
              </a:pathLst>
            </a:custGeom>
            <a:ln w="127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97531" y="3925290"/>
              <a:ext cx="111150" cy="19777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878760" y="4245673"/>
              <a:ext cx="349250" cy="349250"/>
            </a:xfrm>
            <a:custGeom>
              <a:avLst/>
              <a:gdLst/>
              <a:ahLst/>
              <a:cxnLst/>
              <a:rect l="l" t="t" r="r" b="b"/>
              <a:pathLst>
                <a:path w="349250" h="349250">
                  <a:moveTo>
                    <a:pt x="348907" y="85559"/>
                  </a:moveTo>
                  <a:lnTo>
                    <a:pt x="85559" y="0"/>
                  </a:lnTo>
                  <a:lnTo>
                    <a:pt x="0" y="263347"/>
                  </a:lnTo>
                  <a:lnTo>
                    <a:pt x="263347" y="348907"/>
                  </a:lnTo>
                  <a:lnTo>
                    <a:pt x="348907" y="85559"/>
                  </a:lnTo>
                  <a:close/>
                </a:path>
              </a:pathLst>
            </a:custGeom>
            <a:solidFill>
              <a:srgbClr val="FEE7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78760" y="4245673"/>
              <a:ext cx="349250" cy="349250"/>
            </a:xfrm>
            <a:custGeom>
              <a:avLst/>
              <a:gdLst/>
              <a:ahLst/>
              <a:cxnLst/>
              <a:rect l="l" t="t" r="r" b="b"/>
              <a:pathLst>
                <a:path w="349250" h="349250">
                  <a:moveTo>
                    <a:pt x="263347" y="348907"/>
                  </a:moveTo>
                  <a:lnTo>
                    <a:pt x="348907" y="85559"/>
                  </a:lnTo>
                  <a:lnTo>
                    <a:pt x="85559" y="0"/>
                  </a:lnTo>
                  <a:lnTo>
                    <a:pt x="0" y="263347"/>
                  </a:lnTo>
                  <a:lnTo>
                    <a:pt x="263347" y="348907"/>
                  </a:lnTo>
                  <a:close/>
                </a:path>
              </a:pathLst>
            </a:custGeom>
            <a:ln w="942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69213" y="5131651"/>
              <a:ext cx="349250" cy="349250"/>
            </a:xfrm>
            <a:custGeom>
              <a:avLst/>
              <a:gdLst/>
              <a:ahLst/>
              <a:cxnLst/>
              <a:rect l="l" t="t" r="r" b="b"/>
              <a:pathLst>
                <a:path w="349250" h="349250">
                  <a:moveTo>
                    <a:pt x="348919" y="85572"/>
                  </a:moveTo>
                  <a:lnTo>
                    <a:pt x="85559" y="0"/>
                  </a:lnTo>
                  <a:lnTo>
                    <a:pt x="0" y="263347"/>
                  </a:lnTo>
                  <a:lnTo>
                    <a:pt x="263347" y="348919"/>
                  </a:lnTo>
                  <a:lnTo>
                    <a:pt x="348919" y="85572"/>
                  </a:lnTo>
                  <a:close/>
                </a:path>
              </a:pathLst>
            </a:custGeom>
            <a:solidFill>
              <a:srgbClr val="FEE7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69213" y="5131651"/>
              <a:ext cx="349250" cy="349250"/>
            </a:xfrm>
            <a:custGeom>
              <a:avLst/>
              <a:gdLst/>
              <a:ahLst/>
              <a:cxnLst/>
              <a:rect l="l" t="t" r="r" b="b"/>
              <a:pathLst>
                <a:path w="349250" h="349250">
                  <a:moveTo>
                    <a:pt x="263347" y="348919"/>
                  </a:moveTo>
                  <a:lnTo>
                    <a:pt x="348919" y="85572"/>
                  </a:lnTo>
                  <a:lnTo>
                    <a:pt x="85559" y="0"/>
                  </a:lnTo>
                  <a:lnTo>
                    <a:pt x="0" y="263347"/>
                  </a:lnTo>
                  <a:lnTo>
                    <a:pt x="263347" y="348919"/>
                  </a:lnTo>
                  <a:close/>
                </a:path>
              </a:pathLst>
            </a:custGeom>
            <a:ln w="942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20451" y="1313688"/>
              <a:ext cx="0" cy="2948305"/>
            </a:xfrm>
            <a:custGeom>
              <a:avLst/>
              <a:gdLst/>
              <a:ahLst/>
              <a:cxnLst/>
              <a:rect l="l" t="t" r="r" b="b"/>
              <a:pathLst>
                <a:path h="2948304">
                  <a:moveTo>
                    <a:pt x="0" y="1195692"/>
                  </a:moveTo>
                  <a:lnTo>
                    <a:pt x="0" y="2948304"/>
                  </a:lnTo>
                </a:path>
                <a:path h="2948304">
                  <a:moveTo>
                    <a:pt x="0" y="0"/>
                  </a:moveTo>
                  <a:lnTo>
                    <a:pt x="0" y="169722"/>
                  </a:lnTo>
                </a:path>
              </a:pathLst>
            </a:custGeom>
            <a:ln w="6362">
              <a:solidFill>
                <a:srgbClr val="EF4123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61480" y="4558664"/>
              <a:ext cx="802005" cy="260985"/>
            </a:xfrm>
            <a:custGeom>
              <a:avLst/>
              <a:gdLst/>
              <a:ahLst/>
              <a:cxnLst/>
              <a:rect l="l" t="t" r="r" b="b"/>
              <a:pathLst>
                <a:path w="802004" h="260985">
                  <a:moveTo>
                    <a:pt x="0" y="0"/>
                  </a:moveTo>
                  <a:lnTo>
                    <a:pt x="801890" y="260553"/>
                  </a:lnTo>
                </a:path>
              </a:pathLst>
            </a:custGeom>
            <a:ln w="37718">
              <a:solidFill>
                <a:srgbClr val="231F2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609276" y="1832216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41275">
                  <a:moveTo>
                    <a:pt x="0" y="0"/>
                  </a:moveTo>
                  <a:lnTo>
                    <a:pt x="40932" y="0"/>
                  </a:lnTo>
                </a:path>
              </a:pathLst>
            </a:custGeom>
            <a:ln w="6350">
              <a:solidFill>
                <a:srgbClr val="EF4123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15201" y="1832216"/>
              <a:ext cx="605790" cy="1854835"/>
            </a:xfrm>
            <a:custGeom>
              <a:avLst/>
              <a:gdLst/>
              <a:ahLst/>
              <a:cxnLst/>
              <a:rect l="l" t="t" r="r" b="b"/>
              <a:pathLst>
                <a:path w="605790" h="1854835">
                  <a:moveTo>
                    <a:pt x="605243" y="0"/>
                  </a:moveTo>
                  <a:lnTo>
                    <a:pt x="0" y="1854619"/>
                  </a:lnTo>
                </a:path>
              </a:pathLst>
            </a:custGeom>
            <a:ln w="6350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30900" y="5099854"/>
              <a:ext cx="176748" cy="17674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990715" y="2671368"/>
              <a:ext cx="1736725" cy="726440"/>
            </a:xfrm>
            <a:custGeom>
              <a:avLst/>
              <a:gdLst/>
              <a:ahLst/>
              <a:cxnLst/>
              <a:rect l="l" t="t" r="r" b="b"/>
              <a:pathLst>
                <a:path w="1736725" h="726439">
                  <a:moveTo>
                    <a:pt x="1736585" y="726262"/>
                  </a:moveTo>
                  <a:lnTo>
                    <a:pt x="1736585" y="564261"/>
                  </a:lnTo>
                  <a:lnTo>
                    <a:pt x="0" y="0"/>
                  </a:lnTo>
                  <a:lnTo>
                    <a:pt x="0" y="162001"/>
                  </a:lnTo>
                  <a:lnTo>
                    <a:pt x="1736585" y="726262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90715" y="2671368"/>
              <a:ext cx="1736725" cy="726440"/>
            </a:xfrm>
            <a:custGeom>
              <a:avLst/>
              <a:gdLst/>
              <a:ahLst/>
              <a:cxnLst/>
              <a:rect l="l" t="t" r="r" b="b"/>
              <a:pathLst>
                <a:path w="1736725" h="726439">
                  <a:moveTo>
                    <a:pt x="1736585" y="726262"/>
                  </a:moveTo>
                  <a:lnTo>
                    <a:pt x="0" y="162001"/>
                  </a:lnTo>
                  <a:lnTo>
                    <a:pt x="0" y="0"/>
                  </a:lnTo>
                  <a:lnTo>
                    <a:pt x="1736585" y="564261"/>
                  </a:lnTo>
                  <a:lnTo>
                    <a:pt x="1736585" y="726262"/>
                  </a:lnTo>
                  <a:close/>
                </a:path>
              </a:pathLst>
            </a:custGeom>
            <a:ln w="12699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990715" y="2509380"/>
              <a:ext cx="1736725" cy="726440"/>
            </a:xfrm>
            <a:custGeom>
              <a:avLst/>
              <a:gdLst/>
              <a:ahLst/>
              <a:cxnLst/>
              <a:rect l="l" t="t" r="r" b="b"/>
              <a:pathLst>
                <a:path w="1736725" h="726439">
                  <a:moveTo>
                    <a:pt x="1736585" y="726249"/>
                  </a:moveTo>
                  <a:lnTo>
                    <a:pt x="1736585" y="0"/>
                  </a:lnTo>
                  <a:lnTo>
                    <a:pt x="0" y="0"/>
                  </a:lnTo>
                  <a:lnTo>
                    <a:pt x="0" y="161988"/>
                  </a:lnTo>
                  <a:lnTo>
                    <a:pt x="1736585" y="726249"/>
                  </a:lnTo>
                  <a:close/>
                </a:path>
              </a:pathLst>
            </a:custGeom>
            <a:solidFill>
              <a:srgbClr val="64B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990715" y="2509380"/>
              <a:ext cx="1736725" cy="726440"/>
            </a:xfrm>
            <a:custGeom>
              <a:avLst/>
              <a:gdLst/>
              <a:ahLst/>
              <a:cxnLst/>
              <a:rect l="l" t="t" r="r" b="b"/>
              <a:pathLst>
                <a:path w="1736725" h="726439">
                  <a:moveTo>
                    <a:pt x="0" y="0"/>
                  </a:moveTo>
                  <a:lnTo>
                    <a:pt x="1736585" y="0"/>
                  </a:lnTo>
                  <a:lnTo>
                    <a:pt x="1736585" y="726249"/>
                  </a:lnTo>
                  <a:lnTo>
                    <a:pt x="0" y="16198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27300" y="2509380"/>
              <a:ext cx="162560" cy="888365"/>
            </a:xfrm>
            <a:custGeom>
              <a:avLst/>
              <a:gdLst/>
              <a:ahLst/>
              <a:cxnLst/>
              <a:rect l="l" t="t" r="r" b="b"/>
              <a:pathLst>
                <a:path w="162559" h="888364">
                  <a:moveTo>
                    <a:pt x="162001" y="888250"/>
                  </a:moveTo>
                  <a:lnTo>
                    <a:pt x="162001" y="0"/>
                  </a:lnTo>
                  <a:lnTo>
                    <a:pt x="0" y="0"/>
                  </a:lnTo>
                  <a:lnTo>
                    <a:pt x="0" y="888250"/>
                  </a:lnTo>
                  <a:lnTo>
                    <a:pt x="162001" y="888250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27300" y="2509380"/>
              <a:ext cx="162560" cy="888365"/>
            </a:xfrm>
            <a:custGeom>
              <a:avLst/>
              <a:gdLst/>
              <a:ahLst/>
              <a:cxnLst/>
              <a:rect l="l" t="t" r="r" b="b"/>
              <a:pathLst>
                <a:path w="162559" h="888364">
                  <a:moveTo>
                    <a:pt x="0" y="0"/>
                  </a:moveTo>
                  <a:lnTo>
                    <a:pt x="0" y="888250"/>
                  </a:lnTo>
                  <a:lnTo>
                    <a:pt x="162001" y="888250"/>
                  </a:lnTo>
                  <a:lnTo>
                    <a:pt x="162001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28726" y="2509380"/>
              <a:ext cx="162560" cy="324485"/>
            </a:xfrm>
            <a:custGeom>
              <a:avLst/>
              <a:gdLst/>
              <a:ahLst/>
              <a:cxnLst/>
              <a:rect l="l" t="t" r="r" b="b"/>
              <a:pathLst>
                <a:path w="162559" h="324485">
                  <a:moveTo>
                    <a:pt x="162001" y="323989"/>
                  </a:moveTo>
                  <a:lnTo>
                    <a:pt x="162001" y="0"/>
                  </a:lnTo>
                  <a:lnTo>
                    <a:pt x="0" y="0"/>
                  </a:lnTo>
                  <a:lnTo>
                    <a:pt x="0" y="323989"/>
                  </a:lnTo>
                  <a:lnTo>
                    <a:pt x="162001" y="323989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28726" y="2509380"/>
              <a:ext cx="162560" cy="324485"/>
            </a:xfrm>
            <a:custGeom>
              <a:avLst/>
              <a:gdLst/>
              <a:ahLst/>
              <a:cxnLst/>
              <a:rect l="l" t="t" r="r" b="b"/>
              <a:pathLst>
                <a:path w="162559" h="324485">
                  <a:moveTo>
                    <a:pt x="0" y="0"/>
                  </a:moveTo>
                  <a:lnTo>
                    <a:pt x="0" y="323989"/>
                  </a:lnTo>
                  <a:lnTo>
                    <a:pt x="162001" y="323989"/>
                  </a:lnTo>
                  <a:lnTo>
                    <a:pt x="16200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52283" y="2347379"/>
              <a:ext cx="8257540" cy="162560"/>
            </a:xfrm>
            <a:custGeom>
              <a:avLst/>
              <a:gdLst/>
              <a:ahLst/>
              <a:cxnLst/>
              <a:rect l="l" t="t" r="r" b="b"/>
              <a:pathLst>
                <a:path w="8257540" h="162560">
                  <a:moveTo>
                    <a:pt x="8256993" y="162001"/>
                  </a:moveTo>
                  <a:lnTo>
                    <a:pt x="8256993" y="0"/>
                  </a:lnTo>
                  <a:lnTo>
                    <a:pt x="0" y="0"/>
                  </a:lnTo>
                  <a:lnTo>
                    <a:pt x="0" y="162001"/>
                  </a:lnTo>
                  <a:lnTo>
                    <a:pt x="8256993" y="162001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52283" y="2347379"/>
              <a:ext cx="8257540" cy="162560"/>
            </a:xfrm>
            <a:custGeom>
              <a:avLst/>
              <a:gdLst/>
              <a:ahLst/>
              <a:cxnLst/>
              <a:rect l="l" t="t" r="r" b="b"/>
              <a:pathLst>
                <a:path w="8257540" h="162560">
                  <a:moveTo>
                    <a:pt x="0" y="0"/>
                  </a:moveTo>
                  <a:lnTo>
                    <a:pt x="0" y="162001"/>
                  </a:lnTo>
                  <a:lnTo>
                    <a:pt x="8256993" y="162001"/>
                  </a:lnTo>
                  <a:lnTo>
                    <a:pt x="8256993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52283" y="1645399"/>
              <a:ext cx="8257540" cy="702310"/>
            </a:xfrm>
            <a:custGeom>
              <a:avLst/>
              <a:gdLst/>
              <a:ahLst/>
              <a:cxnLst/>
              <a:rect l="l" t="t" r="r" b="b"/>
              <a:pathLst>
                <a:path w="8257540" h="702310">
                  <a:moveTo>
                    <a:pt x="8256993" y="701979"/>
                  </a:moveTo>
                  <a:lnTo>
                    <a:pt x="8256993" y="0"/>
                  </a:lnTo>
                  <a:lnTo>
                    <a:pt x="0" y="0"/>
                  </a:lnTo>
                  <a:lnTo>
                    <a:pt x="0" y="701979"/>
                  </a:lnTo>
                  <a:lnTo>
                    <a:pt x="8256993" y="701979"/>
                  </a:lnTo>
                  <a:close/>
                </a:path>
              </a:pathLst>
            </a:custGeom>
            <a:solidFill>
              <a:srgbClr val="64B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352283" y="1645399"/>
              <a:ext cx="8257540" cy="702310"/>
            </a:xfrm>
            <a:custGeom>
              <a:avLst/>
              <a:gdLst/>
              <a:ahLst/>
              <a:cxnLst/>
              <a:rect l="l" t="t" r="r" b="b"/>
              <a:pathLst>
                <a:path w="8257540" h="702310">
                  <a:moveTo>
                    <a:pt x="0" y="0"/>
                  </a:moveTo>
                  <a:lnTo>
                    <a:pt x="0" y="701979"/>
                  </a:lnTo>
                  <a:lnTo>
                    <a:pt x="8256993" y="701979"/>
                  </a:lnTo>
                  <a:lnTo>
                    <a:pt x="8256993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52283" y="1483410"/>
              <a:ext cx="8257540" cy="162560"/>
            </a:xfrm>
            <a:custGeom>
              <a:avLst/>
              <a:gdLst/>
              <a:ahLst/>
              <a:cxnLst/>
              <a:rect l="l" t="t" r="r" b="b"/>
              <a:pathLst>
                <a:path w="8257540" h="162560">
                  <a:moveTo>
                    <a:pt x="8256993" y="162001"/>
                  </a:moveTo>
                  <a:lnTo>
                    <a:pt x="8256993" y="0"/>
                  </a:lnTo>
                  <a:lnTo>
                    <a:pt x="0" y="0"/>
                  </a:lnTo>
                  <a:lnTo>
                    <a:pt x="0" y="162001"/>
                  </a:lnTo>
                  <a:lnTo>
                    <a:pt x="8256993" y="162001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52283" y="1483410"/>
              <a:ext cx="8257540" cy="162560"/>
            </a:xfrm>
            <a:custGeom>
              <a:avLst/>
              <a:gdLst/>
              <a:ahLst/>
              <a:cxnLst/>
              <a:rect l="l" t="t" r="r" b="b"/>
              <a:pathLst>
                <a:path w="8257540" h="162560">
                  <a:moveTo>
                    <a:pt x="0" y="0"/>
                  </a:moveTo>
                  <a:lnTo>
                    <a:pt x="0" y="162001"/>
                  </a:lnTo>
                  <a:lnTo>
                    <a:pt x="8256993" y="162001"/>
                  </a:lnTo>
                  <a:lnTo>
                    <a:pt x="8256993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66411" y="2581871"/>
              <a:ext cx="4153141" cy="346099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220445" y="183221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220445" y="183221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220445" y="183221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4991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961264" y="1573034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5" h="518794">
                  <a:moveTo>
                    <a:pt x="259168" y="0"/>
                  </a:moveTo>
                  <a:lnTo>
                    <a:pt x="212572" y="4178"/>
                  </a:lnTo>
                  <a:lnTo>
                    <a:pt x="168732" y="16217"/>
                  </a:lnTo>
                  <a:lnTo>
                    <a:pt x="128358" y="35394"/>
                  </a:lnTo>
                  <a:lnTo>
                    <a:pt x="92189" y="60960"/>
                  </a:lnTo>
                  <a:lnTo>
                    <a:pt x="60947" y="92202"/>
                  </a:lnTo>
                  <a:lnTo>
                    <a:pt x="35382" y="128371"/>
                  </a:lnTo>
                  <a:lnTo>
                    <a:pt x="16205" y="168744"/>
                  </a:lnTo>
                  <a:lnTo>
                    <a:pt x="4165" y="212585"/>
                  </a:lnTo>
                  <a:lnTo>
                    <a:pt x="0" y="259168"/>
                  </a:lnTo>
                  <a:lnTo>
                    <a:pt x="259168" y="259168"/>
                  </a:lnTo>
                  <a:lnTo>
                    <a:pt x="259168" y="0"/>
                  </a:lnTo>
                  <a:close/>
                </a:path>
                <a:path w="518795" h="518794">
                  <a:moveTo>
                    <a:pt x="518337" y="259156"/>
                  </a:moveTo>
                  <a:lnTo>
                    <a:pt x="259181" y="259168"/>
                  </a:lnTo>
                  <a:lnTo>
                    <a:pt x="259168" y="518337"/>
                  </a:lnTo>
                  <a:lnTo>
                    <a:pt x="305752" y="514172"/>
                  </a:lnTo>
                  <a:lnTo>
                    <a:pt x="349592" y="502132"/>
                  </a:lnTo>
                  <a:lnTo>
                    <a:pt x="389966" y="482955"/>
                  </a:lnTo>
                  <a:lnTo>
                    <a:pt x="426148" y="457390"/>
                  </a:lnTo>
                  <a:lnTo>
                    <a:pt x="457377" y="426148"/>
                  </a:lnTo>
                  <a:lnTo>
                    <a:pt x="482955" y="389978"/>
                  </a:lnTo>
                  <a:lnTo>
                    <a:pt x="502119" y="349605"/>
                  </a:lnTo>
                  <a:lnTo>
                    <a:pt x="514159" y="305752"/>
                  </a:lnTo>
                  <a:lnTo>
                    <a:pt x="518337" y="2591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961264" y="1573034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5" h="518794">
                  <a:moveTo>
                    <a:pt x="518350" y="259181"/>
                  </a:moveTo>
                  <a:lnTo>
                    <a:pt x="514159" y="212598"/>
                  </a:lnTo>
                  <a:lnTo>
                    <a:pt x="502119" y="168744"/>
                  </a:lnTo>
                  <a:lnTo>
                    <a:pt x="482955" y="128371"/>
                  </a:lnTo>
                  <a:lnTo>
                    <a:pt x="457377" y="92202"/>
                  </a:lnTo>
                  <a:lnTo>
                    <a:pt x="426148" y="60960"/>
                  </a:lnTo>
                  <a:lnTo>
                    <a:pt x="389978" y="35394"/>
                  </a:lnTo>
                  <a:lnTo>
                    <a:pt x="349592" y="16217"/>
                  </a:lnTo>
                  <a:lnTo>
                    <a:pt x="305752" y="4178"/>
                  </a:lnTo>
                  <a:lnTo>
                    <a:pt x="259168" y="0"/>
                  </a:lnTo>
                  <a:lnTo>
                    <a:pt x="259168" y="259168"/>
                  </a:lnTo>
                  <a:lnTo>
                    <a:pt x="0" y="259168"/>
                  </a:lnTo>
                  <a:lnTo>
                    <a:pt x="4178" y="305765"/>
                  </a:lnTo>
                  <a:lnTo>
                    <a:pt x="16217" y="349605"/>
                  </a:lnTo>
                  <a:lnTo>
                    <a:pt x="35382" y="389978"/>
                  </a:lnTo>
                  <a:lnTo>
                    <a:pt x="60960" y="426148"/>
                  </a:lnTo>
                  <a:lnTo>
                    <a:pt x="92189" y="457390"/>
                  </a:lnTo>
                  <a:lnTo>
                    <a:pt x="128358" y="482955"/>
                  </a:lnTo>
                  <a:lnTo>
                    <a:pt x="168744" y="502132"/>
                  </a:lnTo>
                  <a:lnTo>
                    <a:pt x="212585" y="514172"/>
                  </a:lnTo>
                  <a:lnTo>
                    <a:pt x="259181" y="518337"/>
                  </a:lnTo>
                  <a:lnTo>
                    <a:pt x="259181" y="259181"/>
                  </a:lnTo>
                  <a:lnTo>
                    <a:pt x="518350" y="2591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961263" y="1573034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5" h="518794">
                  <a:moveTo>
                    <a:pt x="259181" y="518350"/>
                  </a:moveTo>
                  <a:lnTo>
                    <a:pt x="305765" y="514174"/>
                  </a:lnTo>
                  <a:lnTo>
                    <a:pt x="349611" y="502135"/>
                  </a:lnTo>
                  <a:lnTo>
                    <a:pt x="389986" y="482965"/>
                  </a:lnTo>
                  <a:lnTo>
                    <a:pt x="426158" y="457395"/>
                  </a:lnTo>
                  <a:lnTo>
                    <a:pt x="457395" y="426158"/>
                  </a:lnTo>
                  <a:lnTo>
                    <a:pt x="482965" y="389986"/>
                  </a:lnTo>
                  <a:lnTo>
                    <a:pt x="502135" y="349611"/>
                  </a:lnTo>
                  <a:lnTo>
                    <a:pt x="514174" y="305765"/>
                  </a:lnTo>
                  <a:lnTo>
                    <a:pt x="518350" y="259181"/>
                  </a:lnTo>
                  <a:lnTo>
                    <a:pt x="514174" y="212593"/>
                  </a:lnTo>
                  <a:lnTo>
                    <a:pt x="502135" y="168744"/>
                  </a:lnTo>
                  <a:lnTo>
                    <a:pt x="482964" y="128367"/>
                  </a:lnTo>
                  <a:lnTo>
                    <a:pt x="457394" y="92194"/>
                  </a:lnTo>
                  <a:lnTo>
                    <a:pt x="426156" y="60956"/>
                  </a:lnTo>
                  <a:lnTo>
                    <a:pt x="389982" y="35385"/>
                  </a:lnTo>
                  <a:lnTo>
                    <a:pt x="349605" y="16215"/>
                  </a:lnTo>
                  <a:lnTo>
                    <a:pt x="305757" y="4175"/>
                  </a:lnTo>
                  <a:lnTo>
                    <a:pt x="259168" y="0"/>
                  </a:lnTo>
                  <a:lnTo>
                    <a:pt x="212584" y="4175"/>
                  </a:lnTo>
                  <a:lnTo>
                    <a:pt x="168738" y="16215"/>
                  </a:lnTo>
                  <a:lnTo>
                    <a:pt x="128364" y="35385"/>
                  </a:lnTo>
                  <a:lnTo>
                    <a:pt x="92192" y="60956"/>
                  </a:lnTo>
                  <a:lnTo>
                    <a:pt x="60955" y="92194"/>
                  </a:lnTo>
                  <a:lnTo>
                    <a:pt x="35385" y="128367"/>
                  </a:lnTo>
                  <a:lnTo>
                    <a:pt x="16214" y="168744"/>
                  </a:lnTo>
                  <a:lnTo>
                    <a:pt x="4175" y="212593"/>
                  </a:lnTo>
                  <a:lnTo>
                    <a:pt x="0" y="259181"/>
                  </a:lnTo>
                  <a:lnTo>
                    <a:pt x="4175" y="305765"/>
                  </a:lnTo>
                  <a:lnTo>
                    <a:pt x="16215" y="349611"/>
                  </a:lnTo>
                  <a:lnTo>
                    <a:pt x="35385" y="389986"/>
                  </a:lnTo>
                  <a:lnTo>
                    <a:pt x="60956" y="426158"/>
                  </a:lnTo>
                  <a:lnTo>
                    <a:pt x="92194" y="457395"/>
                  </a:lnTo>
                  <a:lnTo>
                    <a:pt x="128367" y="482965"/>
                  </a:lnTo>
                  <a:lnTo>
                    <a:pt x="168744" y="502135"/>
                  </a:lnTo>
                  <a:lnTo>
                    <a:pt x="212593" y="514174"/>
                  </a:lnTo>
                  <a:lnTo>
                    <a:pt x="259181" y="51835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401104" y="1307731"/>
            <a:ext cx="694690" cy="884555"/>
            <a:chOff x="401104" y="1307731"/>
            <a:chExt cx="694690" cy="884555"/>
          </a:xfrm>
        </p:grpSpPr>
        <p:sp>
          <p:nvSpPr>
            <p:cNvPr id="46" name="object 46"/>
            <p:cNvSpPr/>
            <p:nvPr/>
          </p:nvSpPr>
          <p:spPr>
            <a:xfrm>
              <a:off x="443014" y="1890978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51" y="84696"/>
                  </a:moveTo>
                  <a:lnTo>
                    <a:pt x="212178" y="73342"/>
                  </a:lnTo>
                  <a:lnTo>
                    <a:pt x="172885" y="58508"/>
                  </a:lnTo>
                  <a:lnTo>
                    <a:pt x="137960" y="40170"/>
                  </a:lnTo>
                  <a:lnTo>
                    <a:pt x="100418" y="13093"/>
                  </a:lnTo>
                  <a:lnTo>
                    <a:pt x="92557" y="6985"/>
                  </a:lnTo>
                  <a:lnTo>
                    <a:pt x="85572" y="0"/>
                  </a:lnTo>
                  <a:lnTo>
                    <a:pt x="0" y="223520"/>
                  </a:lnTo>
                  <a:lnTo>
                    <a:pt x="108267" y="218287"/>
                  </a:lnTo>
                  <a:lnTo>
                    <a:pt x="190347" y="296862"/>
                  </a:lnTo>
                  <a:lnTo>
                    <a:pt x="271551" y="84696"/>
                  </a:lnTo>
                  <a:close/>
                </a:path>
                <a:path w="588644" h="301625">
                  <a:moveTo>
                    <a:pt x="588492" y="231381"/>
                  </a:moveTo>
                  <a:lnTo>
                    <a:pt x="509041" y="12230"/>
                  </a:lnTo>
                  <a:lnTo>
                    <a:pt x="502056" y="18338"/>
                  </a:lnTo>
                  <a:lnTo>
                    <a:pt x="486333" y="30568"/>
                  </a:lnTo>
                  <a:lnTo>
                    <a:pt x="476732" y="36677"/>
                  </a:lnTo>
                  <a:lnTo>
                    <a:pt x="466255" y="42786"/>
                  </a:lnTo>
                  <a:lnTo>
                    <a:pt x="455777" y="48031"/>
                  </a:lnTo>
                  <a:lnTo>
                    <a:pt x="444423" y="53263"/>
                  </a:lnTo>
                  <a:lnTo>
                    <a:pt x="432206" y="59372"/>
                  </a:lnTo>
                  <a:lnTo>
                    <a:pt x="392912" y="72478"/>
                  </a:lnTo>
                  <a:lnTo>
                    <a:pt x="349262" y="82080"/>
                  </a:lnTo>
                  <a:lnTo>
                    <a:pt x="333540" y="82956"/>
                  </a:lnTo>
                  <a:lnTo>
                    <a:pt x="317830" y="84696"/>
                  </a:lnTo>
                  <a:lnTo>
                    <a:pt x="397281" y="301231"/>
                  </a:lnTo>
                  <a:lnTo>
                    <a:pt x="479348" y="224396"/>
                  </a:lnTo>
                  <a:lnTo>
                    <a:pt x="588492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01104" y="1307731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70"/>
                  </a:moveTo>
                  <a:lnTo>
                    <a:pt x="0" y="316941"/>
                  </a:lnTo>
                  <a:lnTo>
                    <a:pt x="10477" y="367588"/>
                  </a:lnTo>
                  <a:lnTo>
                    <a:pt x="25323" y="367588"/>
                  </a:lnTo>
                  <a:lnTo>
                    <a:pt x="25323" y="331787"/>
                  </a:lnTo>
                  <a:lnTo>
                    <a:pt x="26200" y="319570"/>
                  </a:lnTo>
                  <a:close/>
                </a:path>
                <a:path w="694690" h="693419">
                  <a:moveTo>
                    <a:pt x="46278" y="461010"/>
                  </a:moveTo>
                  <a:lnTo>
                    <a:pt x="43662" y="455777"/>
                  </a:lnTo>
                  <a:lnTo>
                    <a:pt x="41910" y="449656"/>
                  </a:lnTo>
                  <a:lnTo>
                    <a:pt x="40170" y="444423"/>
                  </a:lnTo>
                  <a:lnTo>
                    <a:pt x="36677" y="432193"/>
                  </a:lnTo>
                  <a:lnTo>
                    <a:pt x="34925" y="426961"/>
                  </a:lnTo>
                  <a:lnTo>
                    <a:pt x="34061" y="420852"/>
                  </a:lnTo>
                  <a:lnTo>
                    <a:pt x="32308" y="415607"/>
                  </a:lnTo>
                  <a:lnTo>
                    <a:pt x="6985" y="420852"/>
                  </a:lnTo>
                  <a:lnTo>
                    <a:pt x="31432" y="466255"/>
                  </a:lnTo>
                  <a:lnTo>
                    <a:pt x="46278" y="461010"/>
                  </a:lnTo>
                  <a:close/>
                </a:path>
                <a:path w="694690" h="693419">
                  <a:moveTo>
                    <a:pt x="48895" y="226136"/>
                  </a:moveTo>
                  <a:lnTo>
                    <a:pt x="24447" y="216535"/>
                  </a:lnTo>
                  <a:lnTo>
                    <a:pt x="20091" y="268046"/>
                  </a:lnTo>
                  <a:lnTo>
                    <a:pt x="34061" y="271538"/>
                  </a:lnTo>
                  <a:lnTo>
                    <a:pt x="35801" y="266306"/>
                  </a:lnTo>
                  <a:lnTo>
                    <a:pt x="39293" y="254076"/>
                  </a:lnTo>
                  <a:lnTo>
                    <a:pt x="41046" y="248843"/>
                  </a:lnTo>
                  <a:lnTo>
                    <a:pt x="42786" y="242735"/>
                  </a:lnTo>
                  <a:lnTo>
                    <a:pt x="46278" y="232257"/>
                  </a:lnTo>
                  <a:lnTo>
                    <a:pt x="48895" y="226136"/>
                  </a:lnTo>
                  <a:close/>
                </a:path>
                <a:path w="694690" h="693419">
                  <a:moveTo>
                    <a:pt x="92557" y="544830"/>
                  </a:moveTo>
                  <a:lnTo>
                    <a:pt x="89065" y="539597"/>
                  </a:lnTo>
                  <a:lnTo>
                    <a:pt x="85572" y="535228"/>
                  </a:lnTo>
                  <a:lnTo>
                    <a:pt x="82080" y="529983"/>
                  </a:lnTo>
                  <a:lnTo>
                    <a:pt x="78587" y="525627"/>
                  </a:lnTo>
                  <a:lnTo>
                    <a:pt x="75095" y="520382"/>
                  </a:lnTo>
                  <a:lnTo>
                    <a:pt x="72478" y="515150"/>
                  </a:lnTo>
                  <a:lnTo>
                    <a:pt x="68986" y="509905"/>
                  </a:lnTo>
                  <a:lnTo>
                    <a:pt x="66357" y="504672"/>
                  </a:lnTo>
                  <a:lnTo>
                    <a:pt x="42786" y="517766"/>
                  </a:lnTo>
                  <a:lnTo>
                    <a:pt x="80327" y="553567"/>
                  </a:lnTo>
                  <a:lnTo>
                    <a:pt x="92557" y="544830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606"/>
                  </a:lnTo>
                  <a:lnTo>
                    <a:pt x="58508" y="174625"/>
                  </a:lnTo>
                  <a:lnTo>
                    <a:pt x="70726" y="182486"/>
                  </a:lnTo>
                  <a:lnTo>
                    <a:pt x="77711" y="172008"/>
                  </a:lnTo>
                  <a:lnTo>
                    <a:pt x="80327" y="166763"/>
                  </a:lnTo>
                  <a:lnTo>
                    <a:pt x="83820" y="162407"/>
                  </a:lnTo>
                  <a:lnTo>
                    <a:pt x="87312" y="157162"/>
                  </a:lnTo>
                  <a:lnTo>
                    <a:pt x="90805" y="152793"/>
                  </a:lnTo>
                  <a:lnTo>
                    <a:pt x="95173" y="148437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187"/>
                  </a:moveTo>
                  <a:lnTo>
                    <a:pt x="157162" y="607695"/>
                  </a:lnTo>
                  <a:lnTo>
                    <a:pt x="151930" y="603338"/>
                  </a:lnTo>
                  <a:lnTo>
                    <a:pt x="147561" y="599846"/>
                  </a:lnTo>
                  <a:lnTo>
                    <a:pt x="142328" y="596341"/>
                  </a:lnTo>
                  <a:lnTo>
                    <a:pt x="137960" y="592861"/>
                  </a:lnTo>
                  <a:lnTo>
                    <a:pt x="133591" y="588492"/>
                  </a:lnTo>
                  <a:lnTo>
                    <a:pt x="129222" y="585000"/>
                  </a:lnTo>
                  <a:lnTo>
                    <a:pt x="124866" y="580631"/>
                  </a:lnTo>
                  <a:lnTo>
                    <a:pt x="106527" y="599846"/>
                  </a:lnTo>
                  <a:lnTo>
                    <a:pt x="152806" y="623417"/>
                  </a:lnTo>
                  <a:lnTo>
                    <a:pt x="161531" y="611187"/>
                  </a:lnTo>
                  <a:close/>
                </a:path>
                <a:path w="694690" h="693419">
                  <a:moveTo>
                    <a:pt x="169392" y="78587"/>
                  </a:moveTo>
                  <a:lnTo>
                    <a:pt x="155422" y="57632"/>
                  </a:lnTo>
                  <a:lnTo>
                    <a:pt x="122237" y="96913"/>
                  </a:lnTo>
                  <a:lnTo>
                    <a:pt x="131851" y="108267"/>
                  </a:lnTo>
                  <a:lnTo>
                    <a:pt x="137083" y="103898"/>
                  </a:lnTo>
                  <a:lnTo>
                    <a:pt x="141452" y="100406"/>
                  </a:lnTo>
                  <a:lnTo>
                    <a:pt x="145821" y="96050"/>
                  </a:lnTo>
                  <a:lnTo>
                    <a:pt x="150177" y="92557"/>
                  </a:lnTo>
                  <a:lnTo>
                    <a:pt x="155422" y="89065"/>
                  </a:lnTo>
                  <a:lnTo>
                    <a:pt x="159791" y="85572"/>
                  </a:lnTo>
                  <a:lnTo>
                    <a:pt x="165023" y="82080"/>
                  </a:lnTo>
                  <a:lnTo>
                    <a:pt x="169392" y="78587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95" y="652233"/>
                  </a:lnTo>
                  <a:lnTo>
                    <a:pt x="235750" y="649605"/>
                  </a:lnTo>
                  <a:lnTo>
                    <a:pt x="230517" y="647865"/>
                  </a:lnTo>
                  <a:lnTo>
                    <a:pt x="224396" y="645248"/>
                  </a:lnTo>
                  <a:lnTo>
                    <a:pt x="219163" y="643496"/>
                  </a:lnTo>
                  <a:lnTo>
                    <a:pt x="213918" y="640880"/>
                  </a:lnTo>
                  <a:lnTo>
                    <a:pt x="207810" y="638263"/>
                  </a:lnTo>
                  <a:lnTo>
                    <a:pt x="202577" y="635635"/>
                  </a:lnTo>
                  <a:lnTo>
                    <a:pt x="191223" y="659218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093"/>
                  </a:lnTo>
                  <a:lnTo>
                    <a:pt x="206933" y="41033"/>
                  </a:lnTo>
                  <a:lnTo>
                    <a:pt x="212178" y="55003"/>
                  </a:lnTo>
                  <a:lnTo>
                    <a:pt x="218287" y="53263"/>
                  </a:lnTo>
                  <a:lnTo>
                    <a:pt x="228765" y="48018"/>
                  </a:lnTo>
                  <a:lnTo>
                    <a:pt x="234873" y="46278"/>
                  </a:lnTo>
                  <a:lnTo>
                    <a:pt x="240118" y="43662"/>
                  </a:lnTo>
                  <a:lnTo>
                    <a:pt x="245351" y="41910"/>
                  </a:lnTo>
                  <a:lnTo>
                    <a:pt x="251472" y="40170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96"/>
                  </a:moveTo>
                  <a:lnTo>
                    <a:pt x="329171" y="669696"/>
                  </a:lnTo>
                  <a:lnTo>
                    <a:pt x="323938" y="668820"/>
                  </a:lnTo>
                  <a:lnTo>
                    <a:pt x="317830" y="667943"/>
                  </a:lnTo>
                  <a:lnTo>
                    <a:pt x="311708" y="667943"/>
                  </a:lnTo>
                  <a:lnTo>
                    <a:pt x="305600" y="667067"/>
                  </a:lnTo>
                  <a:lnTo>
                    <a:pt x="300367" y="666203"/>
                  </a:lnTo>
                  <a:lnTo>
                    <a:pt x="294246" y="665327"/>
                  </a:lnTo>
                  <a:lnTo>
                    <a:pt x="289890" y="691515"/>
                  </a:lnTo>
                  <a:lnTo>
                    <a:pt x="340525" y="684530"/>
                  </a:lnTo>
                  <a:lnTo>
                    <a:pt x="341401" y="669696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83" y="13970"/>
                  </a:lnTo>
                  <a:lnTo>
                    <a:pt x="304723" y="28816"/>
                  </a:lnTo>
                  <a:lnTo>
                    <a:pt x="316953" y="27063"/>
                  </a:lnTo>
                  <a:lnTo>
                    <a:pt x="323062" y="27063"/>
                  </a:lnTo>
                  <a:lnTo>
                    <a:pt x="329171" y="26200"/>
                  </a:lnTo>
                  <a:lnTo>
                    <a:pt x="352755" y="26200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67" y="671436"/>
                  </a:moveTo>
                  <a:lnTo>
                    <a:pt x="436575" y="657466"/>
                  </a:lnTo>
                  <a:lnTo>
                    <a:pt x="430453" y="659218"/>
                  </a:lnTo>
                  <a:lnTo>
                    <a:pt x="425221" y="660082"/>
                  </a:lnTo>
                  <a:lnTo>
                    <a:pt x="419112" y="661835"/>
                  </a:lnTo>
                  <a:lnTo>
                    <a:pt x="412991" y="662711"/>
                  </a:lnTo>
                  <a:lnTo>
                    <a:pt x="406882" y="664451"/>
                  </a:lnTo>
                  <a:lnTo>
                    <a:pt x="401637" y="665327"/>
                  </a:lnTo>
                  <a:lnTo>
                    <a:pt x="389420" y="667067"/>
                  </a:lnTo>
                  <a:lnTo>
                    <a:pt x="392912" y="693267"/>
                  </a:lnTo>
                  <a:lnTo>
                    <a:pt x="440067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22"/>
                  </a:lnTo>
                  <a:lnTo>
                    <a:pt x="401637" y="30556"/>
                  </a:lnTo>
                  <a:lnTo>
                    <a:pt x="406882" y="31432"/>
                  </a:lnTo>
                  <a:lnTo>
                    <a:pt x="412991" y="33185"/>
                  </a:lnTo>
                  <a:lnTo>
                    <a:pt x="419112" y="34048"/>
                  </a:lnTo>
                  <a:lnTo>
                    <a:pt x="424345" y="34925"/>
                  </a:lnTo>
                  <a:lnTo>
                    <a:pt x="430453" y="36664"/>
                  </a:lnTo>
                  <a:lnTo>
                    <a:pt x="435698" y="38417"/>
                  </a:lnTo>
                  <a:lnTo>
                    <a:pt x="441807" y="40170"/>
                  </a:lnTo>
                  <a:lnTo>
                    <a:pt x="447052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72" y="629526"/>
                  </a:moveTo>
                  <a:lnTo>
                    <a:pt x="523011" y="617308"/>
                  </a:lnTo>
                  <a:lnTo>
                    <a:pt x="518642" y="619925"/>
                  </a:lnTo>
                  <a:lnTo>
                    <a:pt x="513410" y="623417"/>
                  </a:lnTo>
                  <a:lnTo>
                    <a:pt x="508165" y="626033"/>
                  </a:lnTo>
                  <a:lnTo>
                    <a:pt x="502932" y="629526"/>
                  </a:lnTo>
                  <a:lnTo>
                    <a:pt x="487210" y="637387"/>
                  </a:lnTo>
                  <a:lnTo>
                    <a:pt x="481101" y="640003"/>
                  </a:lnTo>
                  <a:lnTo>
                    <a:pt x="492455" y="663575"/>
                  </a:lnTo>
                  <a:lnTo>
                    <a:pt x="530872" y="629526"/>
                  </a:lnTo>
                  <a:close/>
                </a:path>
                <a:path w="694690" h="693419">
                  <a:moveTo>
                    <a:pt x="548335" y="63741"/>
                  </a:moveTo>
                  <a:lnTo>
                    <a:pt x="499440" y="47155"/>
                  </a:lnTo>
                  <a:lnTo>
                    <a:pt x="491578" y="60248"/>
                  </a:lnTo>
                  <a:lnTo>
                    <a:pt x="497687" y="63741"/>
                  </a:lnTo>
                  <a:lnTo>
                    <a:pt x="508165" y="68973"/>
                  </a:lnTo>
                  <a:lnTo>
                    <a:pt x="512533" y="72466"/>
                  </a:lnTo>
                  <a:lnTo>
                    <a:pt x="517766" y="75095"/>
                  </a:lnTo>
                  <a:lnTo>
                    <a:pt x="528243" y="82080"/>
                  </a:lnTo>
                  <a:lnTo>
                    <a:pt x="532612" y="85572"/>
                  </a:lnTo>
                  <a:lnTo>
                    <a:pt x="548335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08" y="557936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53" y="579755"/>
                  </a:lnTo>
                  <a:lnTo>
                    <a:pt x="565797" y="583247"/>
                  </a:lnTo>
                  <a:lnTo>
                    <a:pt x="561428" y="587616"/>
                  </a:lnTo>
                  <a:lnTo>
                    <a:pt x="578891" y="606831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41" y="136207"/>
                  </a:moveTo>
                  <a:lnTo>
                    <a:pt x="580631" y="105651"/>
                  </a:lnTo>
                  <a:lnTo>
                    <a:pt x="570153" y="116128"/>
                  </a:lnTo>
                  <a:lnTo>
                    <a:pt x="583260" y="129222"/>
                  </a:lnTo>
                  <a:lnTo>
                    <a:pt x="586752" y="133591"/>
                  </a:lnTo>
                  <a:lnTo>
                    <a:pt x="591108" y="137960"/>
                  </a:lnTo>
                  <a:lnTo>
                    <a:pt x="598093" y="146685"/>
                  </a:lnTo>
                  <a:lnTo>
                    <a:pt x="601586" y="151930"/>
                  </a:lnTo>
                  <a:lnTo>
                    <a:pt x="622541" y="136207"/>
                  </a:lnTo>
                  <a:close/>
                </a:path>
                <a:path w="694690" h="693419">
                  <a:moveTo>
                    <a:pt x="657466" y="476732"/>
                  </a:moveTo>
                  <a:lnTo>
                    <a:pt x="643496" y="470623"/>
                  </a:lnTo>
                  <a:lnTo>
                    <a:pt x="641756" y="476732"/>
                  </a:lnTo>
                  <a:lnTo>
                    <a:pt x="628662" y="502920"/>
                  </a:lnTo>
                  <a:lnTo>
                    <a:pt x="625170" y="508165"/>
                  </a:lnTo>
                  <a:lnTo>
                    <a:pt x="622541" y="513397"/>
                  </a:lnTo>
                  <a:lnTo>
                    <a:pt x="645248" y="527367"/>
                  </a:lnTo>
                  <a:lnTo>
                    <a:pt x="657466" y="476732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78"/>
                  </a:lnTo>
                  <a:lnTo>
                    <a:pt x="628662" y="192087"/>
                  </a:lnTo>
                  <a:lnTo>
                    <a:pt x="631278" y="198196"/>
                  </a:lnTo>
                  <a:lnTo>
                    <a:pt x="634771" y="203441"/>
                  </a:lnTo>
                  <a:lnTo>
                    <a:pt x="636511" y="208673"/>
                  </a:lnTo>
                  <a:lnTo>
                    <a:pt x="641756" y="219151"/>
                  </a:lnTo>
                  <a:lnTo>
                    <a:pt x="643496" y="224396"/>
                  </a:lnTo>
                  <a:lnTo>
                    <a:pt x="646125" y="230505"/>
                  </a:lnTo>
                  <a:lnTo>
                    <a:pt x="647865" y="235750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81913" y="379806"/>
                  </a:lnTo>
                  <a:lnTo>
                    <a:pt x="667080" y="378066"/>
                  </a:lnTo>
                  <a:lnTo>
                    <a:pt x="665327" y="390283"/>
                  </a:lnTo>
                  <a:lnTo>
                    <a:pt x="664451" y="401637"/>
                  </a:lnTo>
                  <a:lnTo>
                    <a:pt x="661835" y="412991"/>
                  </a:lnTo>
                  <a:lnTo>
                    <a:pt x="659218" y="425208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75805" y="279400"/>
                  </a:lnTo>
                  <a:lnTo>
                    <a:pt x="661835" y="282016"/>
                  </a:lnTo>
                  <a:lnTo>
                    <a:pt x="664451" y="294246"/>
                  </a:lnTo>
                  <a:lnTo>
                    <a:pt x="665327" y="305600"/>
                  </a:lnTo>
                  <a:lnTo>
                    <a:pt x="667080" y="317817"/>
                  </a:lnTo>
                  <a:lnTo>
                    <a:pt x="667943" y="329171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01104" y="1307731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07"/>
                  </a:moveTo>
                  <a:lnTo>
                    <a:pt x="29692" y="403390"/>
                  </a:lnTo>
                  <a:lnTo>
                    <a:pt x="27940" y="392036"/>
                  </a:lnTo>
                  <a:lnTo>
                    <a:pt x="26200" y="367588"/>
                  </a:lnTo>
                  <a:lnTo>
                    <a:pt x="10477" y="368465"/>
                  </a:lnTo>
                  <a:lnTo>
                    <a:pt x="6985" y="420852"/>
                  </a:lnTo>
                  <a:lnTo>
                    <a:pt x="32308" y="415607"/>
                  </a:lnTo>
                  <a:close/>
                </a:path>
                <a:path w="694690" h="693419">
                  <a:moveTo>
                    <a:pt x="34061" y="272415"/>
                  </a:moveTo>
                  <a:lnTo>
                    <a:pt x="20091" y="268046"/>
                  </a:lnTo>
                  <a:lnTo>
                    <a:pt x="0" y="316941"/>
                  </a:lnTo>
                  <a:lnTo>
                    <a:pt x="26200" y="319570"/>
                  </a:lnTo>
                  <a:lnTo>
                    <a:pt x="27940" y="308216"/>
                  </a:lnTo>
                  <a:lnTo>
                    <a:pt x="31432" y="283768"/>
                  </a:lnTo>
                  <a:lnTo>
                    <a:pt x="34061" y="272415"/>
                  </a:lnTo>
                  <a:close/>
                </a:path>
                <a:path w="694690" h="693419">
                  <a:moveTo>
                    <a:pt x="66357" y="505548"/>
                  </a:moveTo>
                  <a:lnTo>
                    <a:pt x="63741" y="499427"/>
                  </a:lnTo>
                  <a:lnTo>
                    <a:pt x="60248" y="494195"/>
                  </a:lnTo>
                  <a:lnTo>
                    <a:pt x="52387" y="478472"/>
                  </a:lnTo>
                  <a:lnTo>
                    <a:pt x="50647" y="472363"/>
                  </a:lnTo>
                  <a:lnTo>
                    <a:pt x="48031" y="467118"/>
                  </a:lnTo>
                  <a:lnTo>
                    <a:pt x="46278" y="461010"/>
                  </a:lnTo>
                  <a:lnTo>
                    <a:pt x="31432" y="466255"/>
                  </a:lnTo>
                  <a:lnTo>
                    <a:pt x="42786" y="517766"/>
                  </a:lnTo>
                  <a:lnTo>
                    <a:pt x="66357" y="505548"/>
                  </a:lnTo>
                  <a:close/>
                </a:path>
                <a:path w="694690" h="693419">
                  <a:moveTo>
                    <a:pt x="70726" y="183362"/>
                  </a:moveTo>
                  <a:lnTo>
                    <a:pt x="57632" y="175501"/>
                  </a:lnTo>
                  <a:lnTo>
                    <a:pt x="24447" y="216535"/>
                  </a:lnTo>
                  <a:lnTo>
                    <a:pt x="48895" y="226136"/>
                  </a:lnTo>
                  <a:lnTo>
                    <a:pt x="51523" y="220903"/>
                  </a:lnTo>
                  <a:lnTo>
                    <a:pt x="53263" y="214795"/>
                  </a:lnTo>
                  <a:lnTo>
                    <a:pt x="56756" y="209550"/>
                  </a:lnTo>
                  <a:lnTo>
                    <a:pt x="58508" y="204317"/>
                  </a:lnTo>
                  <a:lnTo>
                    <a:pt x="62001" y="199072"/>
                  </a:lnTo>
                  <a:lnTo>
                    <a:pt x="67233" y="188595"/>
                  </a:lnTo>
                  <a:lnTo>
                    <a:pt x="70726" y="183362"/>
                  </a:lnTo>
                  <a:close/>
                </a:path>
                <a:path w="694690" h="693419">
                  <a:moveTo>
                    <a:pt x="124866" y="580631"/>
                  </a:moveTo>
                  <a:lnTo>
                    <a:pt x="120497" y="577138"/>
                  </a:lnTo>
                  <a:lnTo>
                    <a:pt x="116128" y="572770"/>
                  </a:lnTo>
                  <a:lnTo>
                    <a:pt x="111760" y="567537"/>
                  </a:lnTo>
                  <a:lnTo>
                    <a:pt x="108267" y="563168"/>
                  </a:lnTo>
                  <a:lnTo>
                    <a:pt x="99542" y="554431"/>
                  </a:lnTo>
                  <a:lnTo>
                    <a:pt x="96050" y="550075"/>
                  </a:lnTo>
                  <a:lnTo>
                    <a:pt x="92557" y="544830"/>
                  </a:lnTo>
                  <a:lnTo>
                    <a:pt x="80327" y="553567"/>
                  </a:lnTo>
                  <a:lnTo>
                    <a:pt x="106527" y="599846"/>
                  </a:lnTo>
                  <a:lnTo>
                    <a:pt x="124866" y="580631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13"/>
                  </a:lnTo>
                  <a:lnTo>
                    <a:pt x="78587" y="126606"/>
                  </a:lnTo>
                  <a:lnTo>
                    <a:pt x="97790" y="143192"/>
                  </a:lnTo>
                  <a:lnTo>
                    <a:pt x="106527" y="134467"/>
                  </a:lnTo>
                  <a:lnTo>
                    <a:pt x="110020" y="130098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32" y="633018"/>
                  </a:lnTo>
                  <a:lnTo>
                    <a:pt x="186855" y="627786"/>
                  </a:lnTo>
                  <a:lnTo>
                    <a:pt x="181622" y="624293"/>
                  </a:lnTo>
                  <a:lnTo>
                    <a:pt x="177253" y="620801"/>
                  </a:lnTo>
                  <a:lnTo>
                    <a:pt x="172008" y="618172"/>
                  </a:lnTo>
                  <a:lnTo>
                    <a:pt x="161531" y="611187"/>
                  </a:lnTo>
                  <a:lnTo>
                    <a:pt x="152806" y="623417"/>
                  </a:lnTo>
                  <a:lnTo>
                    <a:pt x="191223" y="659218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70" y="41910"/>
                  </a:lnTo>
                  <a:lnTo>
                    <a:pt x="155422" y="56756"/>
                  </a:lnTo>
                  <a:lnTo>
                    <a:pt x="169392" y="78587"/>
                  </a:lnTo>
                  <a:lnTo>
                    <a:pt x="174625" y="75095"/>
                  </a:lnTo>
                  <a:lnTo>
                    <a:pt x="185102" y="69850"/>
                  </a:lnTo>
                  <a:lnTo>
                    <a:pt x="190347" y="66357"/>
                  </a:lnTo>
                  <a:lnTo>
                    <a:pt x="200825" y="61125"/>
                  </a:lnTo>
                  <a:lnTo>
                    <a:pt x="206933" y="58496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27"/>
                  </a:moveTo>
                  <a:lnTo>
                    <a:pt x="282028" y="663575"/>
                  </a:lnTo>
                  <a:lnTo>
                    <a:pt x="276783" y="661835"/>
                  </a:lnTo>
                  <a:lnTo>
                    <a:pt x="270675" y="660082"/>
                  </a:lnTo>
                  <a:lnTo>
                    <a:pt x="264566" y="659218"/>
                  </a:lnTo>
                  <a:lnTo>
                    <a:pt x="258457" y="657466"/>
                  </a:lnTo>
                  <a:lnTo>
                    <a:pt x="253212" y="655726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90" y="691515"/>
                  </a:lnTo>
                  <a:lnTo>
                    <a:pt x="294246" y="665327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83" y="13970"/>
                  </a:lnTo>
                  <a:lnTo>
                    <a:pt x="249720" y="13093"/>
                  </a:lnTo>
                  <a:lnTo>
                    <a:pt x="256705" y="38417"/>
                  </a:lnTo>
                  <a:lnTo>
                    <a:pt x="268935" y="34925"/>
                  </a:lnTo>
                  <a:lnTo>
                    <a:pt x="275043" y="34048"/>
                  </a:lnTo>
                  <a:lnTo>
                    <a:pt x="280276" y="32308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67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96"/>
                  </a:lnTo>
                  <a:lnTo>
                    <a:pt x="341401" y="669696"/>
                  </a:lnTo>
                  <a:lnTo>
                    <a:pt x="341401" y="684530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22"/>
                  </a:moveTo>
                  <a:lnTo>
                    <a:pt x="353618" y="0"/>
                  </a:lnTo>
                  <a:lnTo>
                    <a:pt x="352755" y="26200"/>
                  </a:lnTo>
                  <a:lnTo>
                    <a:pt x="364096" y="26200"/>
                  </a:lnTo>
                  <a:lnTo>
                    <a:pt x="370217" y="27063"/>
                  </a:lnTo>
                  <a:lnTo>
                    <a:pt x="376326" y="27063"/>
                  </a:lnTo>
                  <a:lnTo>
                    <a:pt x="400773" y="30556"/>
                  </a:lnTo>
                  <a:lnTo>
                    <a:pt x="403390" y="15722"/>
                  </a:lnTo>
                  <a:close/>
                </a:path>
                <a:path w="694690" h="693419">
                  <a:moveTo>
                    <a:pt x="492455" y="663575"/>
                  </a:moveTo>
                  <a:lnTo>
                    <a:pt x="481101" y="640003"/>
                  </a:lnTo>
                  <a:lnTo>
                    <a:pt x="470623" y="645248"/>
                  </a:lnTo>
                  <a:lnTo>
                    <a:pt x="465378" y="646988"/>
                  </a:lnTo>
                  <a:lnTo>
                    <a:pt x="459270" y="649605"/>
                  </a:lnTo>
                  <a:lnTo>
                    <a:pt x="454037" y="651357"/>
                  </a:lnTo>
                  <a:lnTo>
                    <a:pt x="447916" y="653097"/>
                  </a:lnTo>
                  <a:lnTo>
                    <a:pt x="442683" y="654850"/>
                  </a:lnTo>
                  <a:lnTo>
                    <a:pt x="436575" y="656590"/>
                  </a:lnTo>
                  <a:lnTo>
                    <a:pt x="440067" y="671436"/>
                  </a:lnTo>
                  <a:lnTo>
                    <a:pt x="492455" y="663575"/>
                  </a:lnTo>
                  <a:close/>
                </a:path>
                <a:path w="694690" h="693419">
                  <a:moveTo>
                    <a:pt x="498563" y="47155"/>
                  </a:moveTo>
                  <a:lnTo>
                    <a:pt x="455777" y="17462"/>
                  </a:lnTo>
                  <a:lnTo>
                    <a:pt x="447052" y="41910"/>
                  </a:lnTo>
                  <a:lnTo>
                    <a:pt x="453161" y="43662"/>
                  </a:lnTo>
                  <a:lnTo>
                    <a:pt x="459270" y="46278"/>
                  </a:lnTo>
                  <a:lnTo>
                    <a:pt x="464515" y="48018"/>
                  </a:lnTo>
                  <a:lnTo>
                    <a:pt x="469747" y="50647"/>
                  </a:lnTo>
                  <a:lnTo>
                    <a:pt x="475856" y="53263"/>
                  </a:lnTo>
                  <a:lnTo>
                    <a:pt x="481101" y="55003"/>
                  </a:lnTo>
                  <a:lnTo>
                    <a:pt x="491578" y="60248"/>
                  </a:lnTo>
                  <a:lnTo>
                    <a:pt x="498563" y="47155"/>
                  </a:lnTo>
                  <a:close/>
                </a:path>
                <a:path w="694690" h="693419">
                  <a:moveTo>
                    <a:pt x="578891" y="606831"/>
                  </a:moveTo>
                  <a:lnTo>
                    <a:pt x="561428" y="587616"/>
                  </a:lnTo>
                  <a:lnTo>
                    <a:pt x="557060" y="591985"/>
                  </a:lnTo>
                  <a:lnTo>
                    <a:pt x="552691" y="595477"/>
                  </a:lnTo>
                  <a:lnTo>
                    <a:pt x="547458" y="598970"/>
                  </a:lnTo>
                  <a:lnTo>
                    <a:pt x="543090" y="602462"/>
                  </a:lnTo>
                  <a:lnTo>
                    <a:pt x="537857" y="606831"/>
                  </a:lnTo>
                  <a:lnTo>
                    <a:pt x="533488" y="609447"/>
                  </a:lnTo>
                  <a:lnTo>
                    <a:pt x="523011" y="616432"/>
                  </a:lnTo>
                  <a:lnTo>
                    <a:pt x="531736" y="629526"/>
                  </a:lnTo>
                  <a:lnTo>
                    <a:pt x="578891" y="606831"/>
                  </a:lnTo>
                  <a:close/>
                </a:path>
                <a:path w="694690" h="693419">
                  <a:moveTo>
                    <a:pt x="580631" y="105651"/>
                  </a:moveTo>
                  <a:lnTo>
                    <a:pt x="548335" y="63741"/>
                  </a:lnTo>
                  <a:lnTo>
                    <a:pt x="532612" y="85572"/>
                  </a:lnTo>
                  <a:lnTo>
                    <a:pt x="537857" y="89065"/>
                  </a:lnTo>
                  <a:lnTo>
                    <a:pt x="542213" y="92557"/>
                  </a:lnTo>
                  <a:lnTo>
                    <a:pt x="547458" y="96050"/>
                  </a:lnTo>
                  <a:lnTo>
                    <a:pt x="551827" y="99542"/>
                  </a:lnTo>
                  <a:lnTo>
                    <a:pt x="557060" y="103898"/>
                  </a:lnTo>
                  <a:lnTo>
                    <a:pt x="561428" y="108267"/>
                  </a:lnTo>
                  <a:lnTo>
                    <a:pt x="565797" y="111760"/>
                  </a:lnTo>
                  <a:lnTo>
                    <a:pt x="570153" y="116128"/>
                  </a:lnTo>
                  <a:lnTo>
                    <a:pt x="580631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41" y="136207"/>
                  </a:lnTo>
                  <a:lnTo>
                    <a:pt x="601586" y="151930"/>
                  </a:lnTo>
                  <a:lnTo>
                    <a:pt x="605955" y="156286"/>
                  </a:lnTo>
                  <a:lnTo>
                    <a:pt x="609447" y="161531"/>
                  </a:lnTo>
                  <a:lnTo>
                    <a:pt x="612063" y="166763"/>
                  </a:lnTo>
                  <a:lnTo>
                    <a:pt x="615556" y="171132"/>
                  </a:lnTo>
                  <a:lnTo>
                    <a:pt x="619048" y="177241"/>
                  </a:lnTo>
                  <a:lnTo>
                    <a:pt x="622541" y="181610"/>
                  </a:lnTo>
                  <a:lnTo>
                    <a:pt x="625170" y="186855"/>
                  </a:lnTo>
                  <a:lnTo>
                    <a:pt x="628662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67"/>
                  </a:moveTo>
                  <a:lnTo>
                    <a:pt x="622541" y="513397"/>
                  </a:lnTo>
                  <a:lnTo>
                    <a:pt x="619925" y="518642"/>
                  </a:lnTo>
                  <a:lnTo>
                    <a:pt x="612940" y="529120"/>
                  </a:lnTo>
                  <a:lnTo>
                    <a:pt x="609447" y="533488"/>
                  </a:lnTo>
                  <a:lnTo>
                    <a:pt x="605955" y="538721"/>
                  </a:lnTo>
                  <a:lnTo>
                    <a:pt x="602462" y="543090"/>
                  </a:lnTo>
                  <a:lnTo>
                    <a:pt x="598093" y="548322"/>
                  </a:lnTo>
                  <a:lnTo>
                    <a:pt x="594601" y="552691"/>
                  </a:lnTo>
                  <a:lnTo>
                    <a:pt x="605955" y="562292"/>
                  </a:lnTo>
                  <a:lnTo>
                    <a:pt x="645248" y="527367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88" y="227012"/>
                  </a:lnTo>
                  <a:lnTo>
                    <a:pt x="647865" y="235750"/>
                  </a:lnTo>
                  <a:lnTo>
                    <a:pt x="650481" y="240982"/>
                  </a:lnTo>
                  <a:lnTo>
                    <a:pt x="653973" y="253212"/>
                  </a:lnTo>
                  <a:lnTo>
                    <a:pt x="655726" y="258445"/>
                  </a:lnTo>
                  <a:lnTo>
                    <a:pt x="659218" y="270675"/>
                  </a:lnTo>
                  <a:lnTo>
                    <a:pt x="660095" y="275907"/>
                  </a:lnTo>
                  <a:lnTo>
                    <a:pt x="661835" y="282016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59218" y="425208"/>
                  </a:lnTo>
                  <a:lnTo>
                    <a:pt x="657466" y="430453"/>
                  </a:lnTo>
                  <a:lnTo>
                    <a:pt x="653973" y="442671"/>
                  </a:lnTo>
                  <a:lnTo>
                    <a:pt x="652233" y="447916"/>
                  </a:lnTo>
                  <a:lnTo>
                    <a:pt x="650481" y="454025"/>
                  </a:lnTo>
                  <a:lnTo>
                    <a:pt x="648741" y="459270"/>
                  </a:lnTo>
                  <a:lnTo>
                    <a:pt x="646125" y="465378"/>
                  </a:lnTo>
                  <a:lnTo>
                    <a:pt x="643496" y="470623"/>
                  </a:lnTo>
                  <a:lnTo>
                    <a:pt x="657466" y="476732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67943" y="329171"/>
                  </a:lnTo>
                  <a:lnTo>
                    <a:pt x="668820" y="341388"/>
                  </a:lnTo>
                  <a:lnTo>
                    <a:pt x="668820" y="353618"/>
                  </a:lnTo>
                  <a:lnTo>
                    <a:pt x="667080" y="378066"/>
                  </a:lnTo>
                  <a:lnTo>
                    <a:pt x="681913" y="379806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 rot="1020000">
            <a:off x="3493007" y="4545124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1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©2000</a:t>
            </a:r>
            <a:r>
              <a:rPr spc="75" dirty="0"/>
              <a:t> </a:t>
            </a:r>
            <a:r>
              <a:rPr spc="-10" dirty="0"/>
              <a:t>HOSCH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9145213" y="7295115"/>
            <a:ext cx="120205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10" dirty="0">
                <a:latin typeface="Gill Sans MT"/>
                <a:cs typeface="Gill Sans MT"/>
              </a:rPr>
              <a:t>Installation</a:t>
            </a:r>
            <a:r>
              <a:rPr sz="600" spc="3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II</a:t>
            </a:r>
            <a:r>
              <a:rPr sz="600" spc="3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3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0826T</a:t>
            </a:r>
            <a:r>
              <a:rPr sz="600" spc="3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3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20000626</a:t>
            </a:r>
            <a:r>
              <a:rPr sz="600" spc="3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30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50" name="object 50"/>
          <p:cNvSpPr txBox="1"/>
          <p:nvPr/>
        </p:nvSpPr>
        <p:spPr>
          <a:xfrm rot="1020000">
            <a:off x="5084348" y="5864485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5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51" name="object 51"/>
          <p:cNvSpPr txBox="1"/>
          <p:nvPr/>
        </p:nvSpPr>
        <p:spPr>
          <a:xfrm rot="1020000">
            <a:off x="5530000" y="4481148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5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52" name="object 52"/>
          <p:cNvSpPr txBox="1"/>
          <p:nvPr/>
        </p:nvSpPr>
        <p:spPr>
          <a:xfrm rot="1020000">
            <a:off x="7290869" y="5195877"/>
            <a:ext cx="510034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0"/>
              </a:lnSpc>
            </a:pPr>
            <a:r>
              <a:rPr sz="3600" b="1" spc="270" baseline="-2314" dirty="0">
                <a:solidFill>
                  <a:srgbClr val="231F20"/>
                </a:solidFill>
                <a:latin typeface="Gill Sans MT"/>
                <a:cs typeface="Gill Sans MT"/>
              </a:rPr>
              <a:t>P</a:t>
            </a:r>
            <a:r>
              <a:rPr sz="2400" b="1" spc="180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53" name="object 53"/>
          <p:cNvSpPr txBox="1"/>
          <p:nvPr/>
        </p:nvSpPr>
        <p:spPr>
          <a:xfrm rot="1020000">
            <a:off x="7371760" y="5805416"/>
            <a:ext cx="179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200" b="1" spc="5" dirty="0">
                <a:solidFill>
                  <a:srgbClr val="231F20"/>
                </a:solidFill>
                <a:latin typeface="Gill Sans MT"/>
                <a:cs typeface="Gill Sans MT"/>
              </a:rPr>
              <a:t>1</a:t>
            </a:r>
            <a:endParaRPr sz="1200">
              <a:latin typeface="Gill Sans MT"/>
              <a:cs typeface="Gill Sans MT"/>
            </a:endParaRPr>
          </a:p>
        </p:txBody>
      </p:sp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8279041" y="5621045"/>
          <a:ext cx="2051049" cy="1221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9705">
                <a:tc gridSpan="4">
                  <a:txBody>
                    <a:bodyPr/>
                    <a:lstStyle/>
                    <a:p>
                      <a:pPr marL="6819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900" b="1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Dimensions*</a:t>
                      </a:r>
                      <a:endParaRPr sz="900">
                        <a:latin typeface="Gill Sans MT"/>
                        <a:cs typeface="Gill Sans MT"/>
                      </a:endParaRPr>
                    </a:p>
                  </a:txBody>
                  <a:tcPr marL="0" marR="0" marT="139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6E7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05">
                <a:tc rowSpan="2" gridSpan="2">
                  <a:txBody>
                    <a:bodyPr/>
                    <a:lstStyle/>
                    <a:p>
                      <a:pPr marL="29209" marR="1454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800" spc="-7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For</a:t>
                      </a:r>
                      <a:r>
                        <a:rPr sz="8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type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7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long </a:t>
                      </a:r>
                      <a:r>
                        <a:rPr sz="8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elements</a:t>
                      </a:r>
                      <a:r>
                        <a:rPr sz="800" spc="-5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and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normal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blades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429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6E7E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10"/>
                        </a:spcBef>
                      </a:pPr>
                      <a:r>
                        <a:rPr sz="1100" b="1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A*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10"/>
                        </a:spcBef>
                      </a:pPr>
                      <a:r>
                        <a:rPr sz="1100" b="1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P*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1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1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6E7E8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[mm]</a:t>
                      </a:r>
                      <a:endParaRPr sz="700">
                        <a:latin typeface="Gill Sans MT"/>
                        <a:cs typeface="Gill Sans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[mm]</a:t>
                      </a:r>
                      <a:endParaRPr sz="700">
                        <a:latin typeface="Gill Sans MT"/>
                        <a:cs typeface="Gill Sans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1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5080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48mm)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5560" marB="0"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225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1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17780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B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60mm)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5560" marB="0"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230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1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21590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76mm)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5560" marB="0"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240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1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6985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D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101mm)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5560" marB="0"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250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EE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E1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5" name="object 55"/>
          <p:cNvSpPr txBox="1"/>
          <p:nvPr/>
        </p:nvSpPr>
        <p:spPr>
          <a:xfrm>
            <a:off x="613447" y="1372260"/>
            <a:ext cx="2698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90" dirty="0">
                <a:latin typeface="Gill Sans MT"/>
                <a:cs typeface="Gill Sans MT"/>
              </a:rPr>
              <a:t>5</a:t>
            </a:r>
            <a:endParaRPr sz="3200">
              <a:latin typeface="Gill Sans MT"/>
              <a:cs typeface="Gill Sans MT"/>
            </a:endParaRPr>
          </a:p>
        </p:txBody>
      </p:sp>
      <p:sp>
        <p:nvSpPr>
          <p:cNvPr id="56" name="object 56"/>
          <p:cNvSpPr txBox="1"/>
          <p:nvPr/>
        </p:nvSpPr>
        <p:spPr>
          <a:xfrm rot="1020000">
            <a:off x="3775131" y="3764531"/>
            <a:ext cx="358763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65"/>
              </a:lnSpc>
            </a:pPr>
            <a:r>
              <a:rPr sz="2400" b="1" spc="265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57" name="object 57"/>
          <p:cNvSpPr txBox="1"/>
          <p:nvPr/>
        </p:nvSpPr>
        <p:spPr>
          <a:xfrm rot="1080000">
            <a:off x="3553466" y="3713141"/>
            <a:ext cx="37388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85"/>
              </a:lnSpc>
            </a:pPr>
            <a:r>
              <a:rPr sz="2400" b="1" spc="-220" dirty="0">
                <a:solidFill>
                  <a:srgbClr val="231F20"/>
                </a:solidFill>
                <a:latin typeface="Gill Sans MT"/>
                <a:cs typeface="Gill Sans MT"/>
              </a:rPr>
              <a:t>A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58" name="object 58"/>
          <p:cNvSpPr txBox="1"/>
          <p:nvPr/>
        </p:nvSpPr>
        <p:spPr>
          <a:xfrm rot="1020000">
            <a:off x="9081966" y="4331763"/>
            <a:ext cx="358763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65"/>
              </a:lnSpc>
            </a:pPr>
            <a:r>
              <a:rPr sz="2400" b="1" spc="265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59" name="object 59"/>
          <p:cNvSpPr txBox="1"/>
          <p:nvPr/>
        </p:nvSpPr>
        <p:spPr>
          <a:xfrm rot="1080000">
            <a:off x="8869607" y="4280367"/>
            <a:ext cx="355454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85"/>
              </a:lnSpc>
            </a:pPr>
            <a:r>
              <a:rPr sz="2400" b="1" spc="-185" dirty="0">
                <a:solidFill>
                  <a:srgbClr val="231F20"/>
                </a:solidFill>
                <a:latin typeface="Gill Sans MT"/>
                <a:cs typeface="Gill Sans MT"/>
              </a:rPr>
              <a:t>P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title"/>
          </p:nvPr>
        </p:nvSpPr>
        <p:spPr>
          <a:xfrm>
            <a:off x="349413" y="458722"/>
            <a:ext cx="3905250" cy="759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dirty="0"/>
              <a:t>Scraper</a:t>
            </a:r>
            <a:r>
              <a:rPr spc="-114" dirty="0"/>
              <a:t> </a:t>
            </a:r>
            <a:r>
              <a:rPr spc="-50" dirty="0"/>
              <a:t>Type</a:t>
            </a:r>
            <a:r>
              <a:rPr spc="-114" dirty="0"/>
              <a:t> </a:t>
            </a:r>
            <a:r>
              <a:rPr dirty="0"/>
              <a:t>B6</a:t>
            </a:r>
            <a:r>
              <a:rPr spc="-110" dirty="0"/>
              <a:t> </a:t>
            </a:r>
            <a:r>
              <a:rPr dirty="0"/>
              <a:t>+</a:t>
            </a:r>
            <a:r>
              <a:rPr spc="-114" dirty="0"/>
              <a:t> </a:t>
            </a:r>
            <a:r>
              <a:rPr spc="-20" dirty="0"/>
              <a:t>PEM*</a:t>
            </a:r>
            <a:r>
              <a:rPr spc="-110" dirty="0"/>
              <a:t> </a:t>
            </a:r>
            <a:r>
              <a:rPr spc="-50" dirty="0"/>
              <a:t>- </a:t>
            </a:r>
            <a:r>
              <a:rPr dirty="0"/>
              <a:t>Install</a:t>
            </a:r>
            <a:r>
              <a:rPr spc="30" dirty="0"/>
              <a:t> </a:t>
            </a:r>
            <a:r>
              <a:rPr dirty="0"/>
              <a:t>spindles</a:t>
            </a:r>
            <a:r>
              <a:rPr spc="30" dirty="0"/>
              <a:t> </a:t>
            </a:r>
            <a:r>
              <a:rPr spc="95" dirty="0"/>
              <a:t>and</a:t>
            </a:r>
            <a:r>
              <a:rPr spc="35" dirty="0"/>
              <a:t> </a:t>
            </a:r>
            <a:r>
              <a:rPr spc="-25" dirty="0"/>
              <a:t>mounts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347009" y="6819315"/>
            <a:ext cx="69405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90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Parallel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30" dirty="0">
                <a:solidFill>
                  <a:srgbClr val="231F20"/>
                </a:solidFill>
                <a:latin typeface="Gill Sans MT"/>
                <a:cs typeface="Gill Sans MT"/>
              </a:rPr>
              <a:t>elasto-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mount</a:t>
            </a:r>
            <a:endParaRPr sz="600">
              <a:latin typeface="Gill Sans MT"/>
              <a:cs typeface="Gill Sans MT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8D5D5B5-3210-FA04-786B-18A79E7025C3}"/>
              </a:ext>
            </a:extLst>
          </p:cNvPr>
          <p:cNvGrpSpPr/>
          <p:nvPr/>
        </p:nvGrpSpPr>
        <p:grpSpPr>
          <a:xfrm>
            <a:off x="7734934" y="349251"/>
            <a:ext cx="2717165" cy="817393"/>
            <a:chOff x="7734934" y="309245"/>
            <a:chExt cx="2717166" cy="897807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82BFF05-3CEB-B0E3-5E02-EC9713249CA3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6" name="Picture 65" descr="A close-up of a logo&#10;&#10;AI-generated content may be incorrect.">
              <a:extLst>
                <a:ext uri="{FF2B5EF4-FFF2-40B4-BE49-F238E27FC236}">
                  <a16:creationId xmlns:a16="http://schemas.microsoft.com/office/drawing/2014/main" id="{633DE7B2-F4C3-330B-662C-FE517BF9D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3498" y="309245"/>
              <a:ext cx="1771123" cy="897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62627" y="1456785"/>
            <a:ext cx="8726170" cy="5218430"/>
            <a:chOff x="1462627" y="1456785"/>
            <a:chExt cx="8726170" cy="5218430"/>
          </a:xfrm>
        </p:grpSpPr>
        <p:sp>
          <p:nvSpPr>
            <p:cNvPr id="3" name="object 3"/>
            <p:cNvSpPr/>
            <p:nvPr/>
          </p:nvSpPr>
          <p:spPr>
            <a:xfrm>
              <a:off x="1659877" y="2905861"/>
              <a:ext cx="6777990" cy="1407160"/>
            </a:xfrm>
            <a:custGeom>
              <a:avLst/>
              <a:gdLst/>
              <a:ahLst/>
              <a:cxnLst/>
              <a:rect l="l" t="t" r="r" b="b"/>
              <a:pathLst>
                <a:path w="6777990" h="1407160">
                  <a:moveTo>
                    <a:pt x="6750989" y="927"/>
                  </a:moveTo>
                  <a:lnTo>
                    <a:pt x="6742798" y="0"/>
                  </a:lnTo>
                </a:path>
                <a:path w="6777990" h="1407160">
                  <a:moveTo>
                    <a:pt x="6760933" y="3327"/>
                  </a:moveTo>
                  <a:lnTo>
                    <a:pt x="6750989" y="927"/>
                  </a:lnTo>
                </a:path>
                <a:path w="6777990" h="1407160">
                  <a:moveTo>
                    <a:pt x="6742798" y="0"/>
                  </a:moveTo>
                  <a:lnTo>
                    <a:pt x="6734746" y="685"/>
                  </a:lnTo>
                  <a:lnTo>
                    <a:pt x="5621324" y="234175"/>
                  </a:lnTo>
                </a:path>
                <a:path w="6777990" h="1407160">
                  <a:moveTo>
                    <a:pt x="6769252" y="5867"/>
                  </a:moveTo>
                  <a:lnTo>
                    <a:pt x="6760933" y="3327"/>
                  </a:lnTo>
                </a:path>
                <a:path w="6777990" h="1407160">
                  <a:moveTo>
                    <a:pt x="6777862" y="11633"/>
                  </a:moveTo>
                  <a:lnTo>
                    <a:pt x="6769252" y="5867"/>
                  </a:lnTo>
                </a:path>
                <a:path w="6777990" h="1407160">
                  <a:moveTo>
                    <a:pt x="1288122" y="1138491"/>
                  </a:moveTo>
                  <a:lnTo>
                    <a:pt x="0" y="1406575"/>
                  </a:lnTo>
                </a:path>
              </a:pathLst>
            </a:custGeom>
            <a:ln w="8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33530" y="2913284"/>
              <a:ext cx="86118" cy="29998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19643" y="3209061"/>
              <a:ext cx="6743065" cy="1407160"/>
            </a:xfrm>
            <a:custGeom>
              <a:avLst/>
              <a:gdLst/>
              <a:ahLst/>
              <a:cxnLst/>
              <a:rect l="l" t="t" r="r" b="b"/>
              <a:pathLst>
                <a:path w="6743065" h="1407160">
                  <a:moveTo>
                    <a:pt x="0" y="1406575"/>
                  </a:moveTo>
                  <a:lnTo>
                    <a:pt x="6742811" y="0"/>
                  </a:lnTo>
                </a:path>
              </a:pathLst>
            </a:custGeom>
            <a:ln w="8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2627" y="1456785"/>
              <a:ext cx="5840641" cy="2600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98828" y="4311751"/>
              <a:ext cx="182245" cy="304800"/>
            </a:xfrm>
            <a:custGeom>
              <a:avLst/>
              <a:gdLst/>
              <a:ahLst/>
              <a:cxnLst/>
              <a:rect l="l" t="t" r="r" b="b"/>
              <a:pathLst>
                <a:path w="182244" h="304800">
                  <a:moveTo>
                    <a:pt x="61048" y="685"/>
                  </a:moveTo>
                  <a:lnTo>
                    <a:pt x="24168" y="24904"/>
                  </a:lnTo>
                  <a:lnTo>
                    <a:pt x="18541" y="35115"/>
                  </a:lnTo>
                  <a:lnTo>
                    <a:pt x="12915" y="45326"/>
                  </a:lnTo>
                  <a:lnTo>
                    <a:pt x="901" y="95021"/>
                  </a:lnTo>
                  <a:lnTo>
                    <a:pt x="0" y="122669"/>
                  </a:lnTo>
                  <a:lnTo>
                    <a:pt x="1231" y="137172"/>
                  </a:lnTo>
                  <a:lnTo>
                    <a:pt x="2590" y="153276"/>
                  </a:lnTo>
                  <a:lnTo>
                    <a:pt x="5435" y="167640"/>
                  </a:lnTo>
                  <a:lnTo>
                    <a:pt x="8267" y="182003"/>
                  </a:lnTo>
                  <a:lnTo>
                    <a:pt x="12865" y="197840"/>
                  </a:lnTo>
                  <a:lnTo>
                    <a:pt x="29159" y="237020"/>
                  </a:lnTo>
                  <a:lnTo>
                    <a:pt x="51498" y="270827"/>
                  </a:lnTo>
                  <a:lnTo>
                    <a:pt x="86309" y="298704"/>
                  </a:lnTo>
                  <a:lnTo>
                    <a:pt x="104571" y="303644"/>
                  </a:lnTo>
                  <a:lnTo>
                    <a:pt x="112763" y="304571"/>
                  </a:lnTo>
                  <a:lnTo>
                    <a:pt x="151803" y="286651"/>
                  </a:lnTo>
                  <a:lnTo>
                    <a:pt x="172974" y="249174"/>
                  </a:lnTo>
                  <a:lnTo>
                    <a:pt x="180975" y="209550"/>
                  </a:lnTo>
                  <a:lnTo>
                    <a:pt x="181863" y="181889"/>
                  </a:lnTo>
                  <a:lnTo>
                    <a:pt x="180644" y="167398"/>
                  </a:lnTo>
                  <a:lnTo>
                    <a:pt x="173596" y="122567"/>
                  </a:lnTo>
                  <a:lnTo>
                    <a:pt x="158635" y="80022"/>
                  </a:lnTo>
                  <a:lnTo>
                    <a:pt x="130378" y="33743"/>
                  </a:lnTo>
                  <a:lnTo>
                    <a:pt x="121500" y="24765"/>
                  </a:lnTo>
                  <a:lnTo>
                    <a:pt x="114376" y="17259"/>
                  </a:lnTo>
                  <a:lnTo>
                    <a:pt x="78905" y="787"/>
                  </a:lnTo>
                  <a:lnTo>
                    <a:pt x="69100" y="0"/>
                  </a:lnTo>
                  <a:lnTo>
                    <a:pt x="61048" y="685"/>
                  </a:lnTo>
                </a:path>
                <a:path w="182244" h="304800">
                  <a:moveTo>
                    <a:pt x="52235" y="30632"/>
                  </a:moveTo>
                  <a:lnTo>
                    <a:pt x="58534" y="28473"/>
                  </a:lnTo>
                  <a:lnTo>
                    <a:pt x="66459" y="26187"/>
                  </a:lnTo>
                  <a:lnTo>
                    <a:pt x="72898" y="25641"/>
                  </a:lnTo>
                  <a:lnTo>
                    <a:pt x="81089" y="26568"/>
                  </a:lnTo>
                  <a:lnTo>
                    <a:pt x="87668" y="27635"/>
                  </a:lnTo>
                  <a:lnTo>
                    <a:pt x="94526" y="31915"/>
                  </a:lnTo>
                  <a:lnTo>
                    <a:pt x="102857" y="34455"/>
                  </a:lnTo>
                  <a:lnTo>
                    <a:pt x="109842" y="40360"/>
                  </a:lnTo>
                  <a:lnTo>
                    <a:pt x="116827" y="46253"/>
                  </a:lnTo>
                  <a:lnTo>
                    <a:pt x="123951" y="53759"/>
                  </a:lnTo>
                  <a:lnTo>
                    <a:pt x="129616" y="63017"/>
                  </a:lnTo>
                  <a:lnTo>
                    <a:pt x="136867" y="72136"/>
                  </a:lnTo>
                  <a:lnTo>
                    <a:pt x="142519" y="81394"/>
                  </a:lnTo>
                  <a:lnTo>
                    <a:pt x="146697" y="92392"/>
                  </a:lnTo>
                  <a:lnTo>
                    <a:pt x="152488" y="103263"/>
                  </a:lnTo>
                  <a:lnTo>
                    <a:pt x="156806" y="115874"/>
                  </a:lnTo>
                  <a:lnTo>
                    <a:pt x="159372" y="127012"/>
                  </a:lnTo>
                  <a:lnTo>
                    <a:pt x="164769" y="152514"/>
                  </a:lnTo>
                  <a:lnTo>
                    <a:pt x="165735" y="163791"/>
                  </a:lnTo>
                  <a:lnTo>
                    <a:pt x="166827" y="176682"/>
                  </a:lnTo>
                  <a:lnTo>
                    <a:pt x="166166" y="188087"/>
                  </a:lnTo>
                  <a:lnTo>
                    <a:pt x="165646" y="201117"/>
                  </a:lnTo>
                  <a:lnTo>
                    <a:pt x="164858" y="210921"/>
                  </a:lnTo>
                  <a:lnTo>
                    <a:pt x="162598" y="222465"/>
                  </a:lnTo>
                  <a:lnTo>
                    <a:pt x="158584" y="232537"/>
                  </a:lnTo>
                  <a:lnTo>
                    <a:pt x="156044" y="240868"/>
                  </a:lnTo>
                  <a:lnTo>
                    <a:pt x="151892" y="249339"/>
                  </a:lnTo>
                  <a:lnTo>
                    <a:pt x="146126" y="257937"/>
                  </a:lnTo>
                  <a:lnTo>
                    <a:pt x="141706" y="263182"/>
                  </a:lnTo>
                  <a:lnTo>
                    <a:pt x="135674" y="268554"/>
                  </a:lnTo>
                  <a:lnTo>
                    <a:pt x="129641" y="273938"/>
                  </a:lnTo>
                  <a:lnTo>
                    <a:pt x="123329" y="276085"/>
                  </a:lnTo>
                  <a:lnTo>
                    <a:pt x="115417" y="278384"/>
                  </a:lnTo>
                  <a:lnTo>
                    <a:pt x="108966" y="278930"/>
                  </a:lnTo>
                  <a:lnTo>
                    <a:pt x="102387" y="277863"/>
                  </a:lnTo>
                  <a:lnTo>
                    <a:pt x="94195" y="276936"/>
                  </a:lnTo>
                  <a:lnTo>
                    <a:pt x="57912" y="250812"/>
                  </a:lnTo>
                  <a:lnTo>
                    <a:pt x="52260" y="241554"/>
                  </a:lnTo>
                  <a:lnTo>
                    <a:pt x="44996" y="232435"/>
                  </a:lnTo>
                  <a:lnTo>
                    <a:pt x="39344" y="223177"/>
                  </a:lnTo>
                  <a:lnTo>
                    <a:pt x="35166" y="212178"/>
                  </a:lnTo>
                  <a:lnTo>
                    <a:pt x="29387" y="201307"/>
                  </a:lnTo>
                  <a:lnTo>
                    <a:pt x="25196" y="190309"/>
                  </a:lnTo>
                  <a:lnTo>
                    <a:pt x="22504" y="177558"/>
                  </a:lnTo>
                  <a:lnTo>
                    <a:pt x="19799" y="164807"/>
                  </a:lnTo>
                  <a:lnTo>
                    <a:pt x="17094" y="152057"/>
                  </a:lnTo>
                  <a:lnTo>
                    <a:pt x="16141" y="140779"/>
                  </a:lnTo>
                  <a:lnTo>
                    <a:pt x="15049" y="127888"/>
                  </a:lnTo>
                  <a:lnTo>
                    <a:pt x="15697" y="116471"/>
                  </a:lnTo>
                  <a:lnTo>
                    <a:pt x="16357" y="105067"/>
                  </a:lnTo>
                  <a:lnTo>
                    <a:pt x="17005" y="93649"/>
                  </a:lnTo>
                  <a:lnTo>
                    <a:pt x="19278" y="82105"/>
                  </a:lnTo>
                  <a:lnTo>
                    <a:pt x="23291" y="72021"/>
                  </a:lnTo>
                  <a:lnTo>
                    <a:pt x="25831" y="63703"/>
                  </a:lnTo>
                  <a:lnTo>
                    <a:pt x="29972" y="55232"/>
                  </a:lnTo>
                  <a:lnTo>
                    <a:pt x="35737" y="46634"/>
                  </a:lnTo>
                  <a:lnTo>
                    <a:pt x="40157" y="41389"/>
                  </a:lnTo>
                  <a:lnTo>
                    <a:pt x="46189" y="36017"/>
                  </a:lnTo>
                  <a:lnTo>
                    <a:pt x="52235" y="30632"/>
                  </a:lnTo>
                  <a:close/>
                </a:path>
              </a:pathLst>
            </a:custGeom>
            <a:ln w="8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97990" y="3986656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647700" y="344677"/>
                  </a:moveTo>
                  <a:lnTo>
                    <a:pt x="647700" y="0"/>
                  </a:lnTo>
                  <a:lnTo>
                    <a:pt x="0" y="0"/>
                  </a:lnTo>
                  <a:lnTo>
                    <a:pt x="2971" y="347662"/>
                  </a:lnTo>
                  <a:lnTo>
                    <a:pt x="251815" y="561378"/>
                  </a:lnTo>
                  <a:lnTo>
                    <a:pt x="404812" y="561378"/>
                  </a:lnTo>
                  <a:lnTo>
                    <a:pt x="647700" y="344677"/>
                  </a:lnTo>
                  <a:close/>
                </a:path>
              </a:pathLst>
            </a:custGeom>
            <a:solidFill>
              <a:srgbClr val="DBDC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97990" y="3986656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0" y="0"/>
                  </a:moveTo>
                  <a:lnTo>
                    <a:pt x="647700" y="0"/>
                  </a:lnTo>
                  <a:lnTo>
                    <a:pt x="647700" y="344677"/>
                  </a:lnTo>
                  <a:lnTo>
                    <a:pt x="404812" y="561378"/>
                  </a:lnTo>
                  <a:lnTo>
                    <a:pt x="251815" y="561378"/>
                  </a:lnTo>
                  <a:lnTo>
                    <a:pt x="2971" y="347662"/>
                  </a:lnTo>
                  <a:lnTo>
                    <a:pt x="0" y="0"/>
                  </a:lnTo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01559" y="3981894"/>
              <a:ext cx="641350" cy="62865"/>
            </a:xfrm>
            <a:custGeom>
              <a:avLst/>
              <a:gdLst/>
              <a:ahLst/>
              <a:cxnLst/>
              <a:rect l="l" t="t" r="r" b="b"/>
              <a:pathLst>
                <a:path w="641350" h="62864">
                  <a:moveTo>
                    <a:pt x="641146" y="62509"/>
                  </a:moveTo>
                  <a:lnTo>
                    <a:pt x="641146" y="0"/>
                  </a:lnTo>
                  <a:lnTo>
                    <a:pt x="0" y="0"/>
                  </a:lnTo>
                  <a:lnTo>
                    <a:pt x="0" y="62509"/>
                  </a:lnTo>
                  <a:lnTo>
                    <a:pt x="641146" y="62509"/>
                  </a:lnTo>
                  <a:close/>
                </a:path>
              </a:pathLst>
            </a:custGeom>
            <a:solidFill>
              <a:srgbClr val="F7D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01559" y="3981894"/>
              <a:ext cx="641350" cy="62865"/>
            </a:xfrm>
            <a:custGeom>
              <a:avLst/>
              <a:gdLst/>
              <a:ahLst/>
              <a:cxnLst/>
              <a:rect l="l" t="t" r="r" b="b"/>
              <a:pathLst>
                <a:path w="641350" h="62864">
                  <a:moveTo>
                    <a:pt x="641146" y="0"/>
                  </a:moveTo>
                  <a:lnTo>
                    <a:pt x="641146" y="62509"/>
                  </a:lnTo>
                  <a:lnTo>
                    <a:pt x="0" y="62509"/>
                  </a:lnTo>
                  <a:lnTo>
                    <a:pt x="0" y="0"/>
                  </a:lnTo>
                  <a:lnTo>
                    <a:pt x="641146" y="0"/>
                  </a:lnTo>
                  <a:close/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9684" y="4330153"/>
              <a:ext cx="165100" cy="379095"/>
            </a:xfrm>
            <a:custGeom>
              <a:avLst/>
              <a:gdLst/>
              <a:ahLst/>
              <a:cxnLst/>
              <a:rect l="l" t="t" r="r" b="b"/>
              <a:pathLst>
                <a:path w="165100" h="379095">
                  <a:moveTo>
                    <a:pt x="164896" y="196443"/>
                  </a:moveTo>
                  <a:lnTo>
                    <a:pt x="164896" y="0"/>
                  </a:lnTo>
                  <a:lnTo>
                    <a:pt x="0" y="0"/>
                  </a:lnTo>
                  <a:lnTo>
                    <a:pt x="0" y="188112"/>
                  </a:lnTo>
                  <a:lnTo>
                    <a:pt x="43459" y="231571"/>
                  </a:lnTo>
                  <a:lnTo>
                    <a:pt x="43459" y="378612"/>
                  </a:lnTo>
                  <a:lnTo>
                    <a:pt x="124421" y="378612"/>
                  </a:lnTo>
                  <a:lnTo>
                    <a:pt x="124421" y="236931"/>
                  </a:lnTo>
                  <a:lnTo>
                    <a:pt x="164896" y="196443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39684" y="4330153"/>
              <a:ext cx="165100" cy="379095"/>
            </a:xfrm>
            <a:custGeom>
              <a:avLst/>
              <a:gdLst/>
              <a:ahLst/>
              <a:cxnLst/>
              <a:rect l="l" t="t" r="r" b="b"/>
              <a:pathLst>
                <a:path w="165100" h="379095">
                  <a:moveTo>
                    <a:pt x="0" y="0"/>
                  </a:moveTo>
                  <a:lnTo>
                    <a:pt x="164896" y="0"/>
                  </a:lnTo>
                  <a:lnTo>
                    <a:pt x="164896" y="196443"/>
                  </a:lnTo>
                  <a:lnTo>
                    <a:pt x="124421" y="236931"/>
                  </a:lnTo>
                  <a:lnTo>
                    <a:pt x="124421" y="378612"/>
                  </a:lnTo>
                  <a:lnTo>
                    <a:pt x="43459" y="378612"/>
                  </a:lnTo>
                  <a:lnTo>
                    <a:pt x="43459" y="231571"/>
                  </a:lnTo>
                  <a:lnTo>
                    <a:pt x="0" y="188112"/>
                  </a:lnTo>
                  <a:lnTo>
                    <a:pt x="0" y="0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39684" y="4330153"/>
              <a:ext cx="165100" cy="379095"/>
            </a:xfrm>
            <a:custGeom>
              <a:avLst/>
              <a:gdLst/>
              <a:ahLst/>
              <a:cxnLst/>
              <a:rect l="l" t="t" r="r" b="b"/>
              <a:pathLst>
                <a:path w="165100" h="379095">
                  <a:moveTo>
                    <a:pt x="0" y="0"/>
                  </a:moveTo>
                  <a:lnTo>
                    <a:pt x="164896" y="0"/>
                  </a:lnTo>
                  <a:lnTo>
                    <a:pt x="164896" y="196443"/>
                  </a:lnTo>
                  <a:lnTo>
                    <a:pt x="124421" y="236931"/>
                  </a:lnTo>
                  <a:lnTo>
                    <a:pt x="124421" y="378612"/>
                  </a:lnTo>
                  <a:lnTo>
                    <a:pt x="43459" y="378612"/>
                  </a:lnTo>
                  <a:lnTo>
                    <a:pt x="43459" y="231571"/>
                  </a:lnTo>
                  <a:lnTo>
                    <a:pt x="0" y="188112"/>
                  </a:lnTo>
                  <a:lnTo>
                    <a:pt x="0" y="0"/>
                  </a:lnTo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85487" y="4831403"/>
              <a:ext cx="159537" cy="1238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521181" y="4737938"/>
              <a:ext cx="366395" cy="264795"/>
            </a:xfrm>
            <a:custGeom>
              <a:avLst/>
              <a:gdLst/>
              <a:ahLst/>
              <a:cxnLst/>
              <a:rect l="l" t="t" r="r" b="b"/>
              <a:pathLst>
                <a:path w="366395" h="264795">
                  <a:moveTo>
                    <a:pt x="366115" y="264312"/>
                  </a:moveTo>
                  <a:lnTo>
                    <a:pt x="364324" y="0"/>
                  </a:lnTo>
                  <a:lnTo>
                    <a:pt x="323253" y="0"/>
                  </a:lnTo>
                  <a:lnTo>
                    <a:pt x="323253" y="219075"/>
                  </a:lnTo>
                  <a:lnTo>
                    <a:pt x="323253" y="207759"/>
                  </a:lnTo>
                  <a:lnTo>
                    <a:pt x="323253" y="220865"/>
                  </a:lnTo>
                  <a:lnTo>
                    <a:pt x="0" y="220865"/>
                  </a:lnTo>
                  <a:lnTo>
                    <a:pt x="0" y="264312"/>
                  </a:lnTo>
                  <a:lnTo>
                    <a:pt x="366115" y="264312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21181" y="4737938"/>
              <a:ext cx="366395" cy="264795"/>
            </a:xfrm>
            <a:custGeom>
              <a:avLst/>
              <a:gdLst/>
              <a:ahLst/>
              <a:cxnLst/>
              <a:rect l="l" t="t" r="r" b="b"/>
              <a:pathLst>
                <a:path w="366395" h="264795">
                  <a:moveTo>
                    <a:pt x="364324" y="0"/>
                  </a:moveTo>
                  <a:lnTo>
                    <a:pt x="323253" y="0"/>
                  </a:lnTo>
                  <a:lnTo>
                    <a:pt x="323253" y="219075"/>
                  </a:lnTo>
                  <a:lnTo>
                    <a:pt x="323253" y="207759"/>
                  </a:lnTo>
                  <a:lnTo>
                    <a:pt x="323253" y="220865"/>
                  </a:lnTo>
                  <a:lnTo>
                    <a:pt x="0" y="220865"/>
                  </a:lnTo>
                  <a:lnTo>
                    <a:pt x="0" y="264312"/>
                  </a:lnTo>
                  <a:lnTo>
                    <a:pt x="366115" y="264312"/>
                  </a:lnTo>
                  <a:lnTo>
                    <a:pt x="364324" y="0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21181" y="4737938"/>
              <a:ext cx="366395" cy="264795"/>
            </a:xfrm>
            <a:custGeom>
              <a:avLst/>
              <a:gdLst/>
              <a:ahLst/>
              <a:cxnLst/>
              <a:rect l="l" t="t" r="r" b="b"/>
              <a:pathLst>
                <a:path w="366395" h="264795">
                  <a:moveTo>
                    <a:pt x="364324" y="0"/>
                  </a:moveTo>
                  <a:lnTo>
                    <a:pt x="323253" y="0"/>
                  </a:lnTo>
                  <a:lnTo>
                    <a:pt x="323253" y="219075"/>
                  </a:lnTo>
                  <a:lnTo>
                    <a:pt x="323253" y="207759"/>
                  </a:lnTo>
                  <a:lnTo>
                    <a:pt x="323253" y="220865"/>
                  </a:lnTo>
                  <a:lnTo>
                    <a:pt x="0" y="220865"/>
                  </a:lnTo>
                  <a:lnTo>
                    <a:pt x="0" y="264312"/>
                  </a:lnTo>
                  <a:lnTo>
                    <a:pt x="366115" y="264312"/>
                  </a:lnTo>
                  <a:lnTo>
                    <a:pt x="364324" y="0"/>
                  </a:lnTo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29518" y="4831403"/>
              <a:ext cx="157746" cy="12382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895628" y="4695672"/>
              <a:ext cx="260350" cy="227965"/>
            </a:xfrm>
            <a:custGeom>
              <a:avLst/>
              <a:gdLst/>
              <a:ahLst/>
              <a:cxnLst/>
              <a:rect l="l" t="t" r="r" b="b"/>
              <a:pathLst>
                <a:path w="260350" h="227964">
                  <a:moveTo>
                    <a:pt x="260146" y="227406"/>
                  </a:moveTo>
                  <a:lnTo>
                    <a:pt x="260146" y="0"/>
                  </a:lnTo>
                  <a:lnTo>
                    <a:pt x="0" y="0"/>
                  </a:lnTo>
                  <a:lnTo>
                    <a:pt x="0" y="227406"/>
                  </a:lnTo>
                  <a:lnTo>
                    <a:pt x="260146" y="227406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95628" y="4695672"/>
              <a:ext cx="260350" cy="227965"/>
            </a:xfrm>
            <a:custGeom>
              <a:avLst/>
              <a:gdLst/>
              <a:ahLst/>
              <a:cxnLst/>
              <a:rect l="l" t="t" r="r" b="b"/>
              <a:pathLst>
                <a:path w="260350" h="227964">
                  <a:moveTo>
                    <a:pt x="260146" y="0"/>
                  </a:moveTo>
                  <a:lnTo>
                    <a:pt x="260146" y="227406"/>
                  </a:lnTo>
                  <a:lnTo>
                    <a:pt x="0" y="227406"/>
                  </a:lnTo>
                  <a:lnTo>
                    <a:pt x="0" y="0"/>
                  </a:lnTo>
                  <a:lnTo>
                    <a:pt x="260146" y="0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93253" y="4820094"/>
              <a:ext cx="259079" cy="0"/>
            </a:xfrm>
            <a:custGeom>
              <a:avLst/>
              <a:gdLst/>
              <a:ahLst/>
              <a:cxnLst/>
              <a:rect l="l" t="t" r="r" b="b"/>
              <a:pathLst>
                <a:path w="259079">
                  <a:moveTo>
                    <a:pt x="258952" y="0"/>
                  </a:moveTo>
                  <a:lnTo>
                    <a:pt x="0" y="0"/>
                  </a:lnTo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57547" y="4349197"/>
              <a:ext cx="129184" cy="20895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701559" y="4065828"/>
              <a:ext cx="638175" cy="1009015"/>
            </a:xfrm>
            <a:custGeom>
              <a:avLst/>
              <a:gdLst/>
              <a:ahLst/>
              <a:cxnLst/>
              <a:rect l="l" t="t" r="r" b="b"/>
              <a:pathLst>
                <a:path w="638175" h="1009014">
                  <a:moveTo>
                    <a:pt x="638175" y="0"/>
                  </a:moveTo>
                  <a:lnTo>
                    <a:pt x="638175" y="1008456"/>
                  </a:lnTo>
                  <a:lnTo>
                    <a:pt x="0" y="1008456"/>
                  </a:lnTo>
                  <a:lnTo>
                    <a:pt x="0" y="0"/>
                  </a:lnTo>
                  <a:lnTo>
                    <a:pt x="638175" y="0"/>
                  </a:lnTo>
                  <a:close/>
                </a:path>
              </a:pathLst>
            </a:custGeom>
            <a:ln w="6350">
              <a:solidFill>
                <a:srgbClr val="7576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74600" y="6267297"/>
              <a:ext cx="3627754" cy="405765"/>
            </a:xfrm>
            <a:custGeom>
              <a:avLst/>
              <a:gdLst/>
              <a:ahLst/>
              <a:cxnLst/>
              <a:rect l="l" t="t" r="r" b="b"/>
              <a:pathLst>
                <a:path w="3627754" h="405765">
                  <a:moveTo>
                    <a:pt x="3627234" y="0"/>
                  </a:moveTo>
                  <a:lnTo>
                    <a:pt x="3627234" y="405409"/>
                  </a:lnTo>
                  <a:lnTo>
                    <a:pt x="0" y="405409"/>
                  </a:lnTo>
                  <a:lnTo>
                    <a:pt x="0" y="0"/>
                  </a:lnTo>
                  <a:lnTo>
                    <a:pt x="3627234" y="0"/>
                  </a:lnTo>
                  <a:close/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836937" y="6268693"/>
              <a:ext cx="128905" cy="401320"/>
            </a:xfrm>
            <a:custGeom>
              <a:avLst/>
              <a:gdLst/>
              <a:ahLst/>
              <a:cxnLst/>
              <a:rect l="l" t="t" r="r" b="b"/>
              <a:pathLst>
                <a:path w="128904" h="401320">
                  <a:moveTo>
                    <a:pt x="128587" y="200406"/>
                  </a:moveTo>
                  <a:lnTo>
                    <a:pt x="126307" y="143206"/>
                  </a:lnTo>
                  <a:lnTo>
                    <a:pt x="120200" y="95521"/>
                  </a:lnTo>
                  <a:lnTo>
                    <a:pt x="110965" y="57356"/>
                  </a:lnTo>
                  <a:lnTo>
                    <a:pt x="85898" y="9608"/>
                  </a:lnTo>
                  <a:lnTo>
                    <a:pt x="56688" y="0"/>
                  </a:lnTo>
                  <a:lnTo>
                    <a:pt x="42273" y="9510"/>
                  </a:lnTo>
                  <a:lnTo>
                    <a:pt x="17311" y="57185"/>
                  </a:lnTo>
                  <a:lnTo>
                    <a:pt x="8158" y="95360"/>
                  </a:lnTo>
                  <a:lnTo>
                    <a:pt x="2155" y="143098"/>
                  </a:lnTo>
                  <a:lnTo>
                    <a:pt x="0" y="200406"/>
                  </a:lnTo>
                  <a:lnTo>
                    <a:pt x="2282" y="257609"/>
                  </a:lnTo>
                  <a:lnTo>
                    <a:pt x="8391" y="305296"/>
                  </a:lnTo>
                  <a:lnTo>
                    <a:pt x="17627" y="343463"/>
                  </a:lnTo>
                  <a:lnTo>
                    <a:pt x="42694" y="391213"/>
                  </a:lnTo>
                  <a:lnTo>
                    <a:pt x="71903" y="400822"/>
                  </a:lnTo>
                  <a:lnTo>
                    <a:pt x="86317" y="391311"/>
                  </a:lnTo>
                  <a:lnTo>
                    <a:pt x="111277" y="343634"/>
                  </a:lnTo>
                  <a:lnTo>
                    <a:pt x="120429" y="305458"/>
                  </a:lnTo>
                  <a:lnTo>
                    <a:pt x="126431" y="257717"/>
                  </a:lnTo>
                  <a:lnTo>
                    <a:pt x="128587" y="200406"/>
                  </a:lnTo>
                  <a:close/>
                </a:path>
              </a:pathLst>
            </a:custGeom>
            <a:solidFill>
              <a:srgbClr val="D7D8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836937" y="6268693"/>
              <a:ext cx="128905" cy="401320"/>
            </a:xfrm>
            <a:custGeom>
              <a:avLst/>
              <a:gdLst/>
              <a:ahLst/>
              <a:cxnLst/>
              <a:rect l="l" t="t" r="r" b="b"/>
              <a:pathLst>
                <a:path w="128904" h="401320">
                  <a:moveTo>
                    <a:pt x="128587" y="200406"/>
                  </a:moveTo>
                  <a:lnTo>
                    <a:pt x="126307" y="143206"/>
                  </a:lnTo>
                  <a:lnTo>
                    <a:pt x="120200" y="95521"/>
                  </a:lnTo>
                  <a:lnTo>
                    <a:pt x="110965" y="57356"/>
                  </a:lnTo>
                  <a:lnTo>
                    <a:pt x="85898" y="9608"/>
                  </a:lnTo>
                  <a:lnTo>
                    <a:pt x="56688" y="0"/>
                  </a:lnTo>
                  <a:lnTo>
                    <a:pt x="42273" y="9510"/>
                  </a:lnTo>
                  <a:lnTo>
                    <a:pt x="17311" y="57185"/>
                  </a:lnTo>
                  <a:lnTo>
                    <a:pt x="8158" y="95360"/>
                  </a:lnTo>
                  <a:lnTo>
                    <a:pt x="2155" y="143098"/>
                  </a:lnTo>
                  <a:lnTo>
                    <a:pt x="0" y="200406"/>
                  </a:lnTo>
                  <a:lnTo>
                    <a:pt x="2282" y="257609"/>
                  </a:lnTo>
                  <a:lnTo>
                    <a:pt x="8391" y="305296"/>
                  </a:lnTo>
                  <a:lnTo>
                    <a:pt x="17627" y="343463"/>
                  </a:lnTo>
                  <a:lnTo>
                    <a:pt x="42694" y="391213"/>
                  </a:lnTo>
                  <a:lnTo>
                    <a:pt x="71903" y="400822"/>
                  </a:lnTo>
                  <a:lnTo>
                    <a:pt x="86317" y="391311"/>
                  </a:lnTo>
                  <a:lnTo>
                    <a:pt x="111277" y="343634"/>
                  </a:lnTo>
                  <a:lnTo>
                    <a:pt x="120429" y="305458"/>
                  </a:lnTo>
                  <a:lnTo>
                    <a:pt x="126431" y="257717"/>
                  </a:lnTo>
                  <a:lnTo>
                    <a:pt x="128587" y="200406"/>
                  </a:lnTo>
                  <a:close/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712750" y="6230391"/>
              <a:ext cx="2752725" cy="29845"/>
            </a:xfrm>
            <a:custGeom>
              <a:avLst/>
              <a:gdLst/>
              <a:ahLst/>
              <a:cxnLst/>
              <a:rect l="l" t="t" r="r" b="b"/>
              <a:pathLst>
                <a:path w="2752725" h="29845">
                  <a:moveTo>
                    <a:pt x="2752128" y="29768"/>
                  </a:moveTo>
                  <a:lnTo>
                    <a:pt x="2752128" y="0"/>
                  </a:lnTo>
                  <a:lnTo>
                    <a:pt x="0" y="0"/>
                  </a:lnTo>
                  <a:lnTo>
                    <a:pt x="0" y="29768"/>
                  </a:lnTo>
                  <a:lnTo>
                    <a:pt x="2752128" y="29768"/>
                  </a:lnTo>
                  <a:close/>
                </a:path>
              </a:pathLst>
            </a:custGeom>
            <a:solidFill>
              <a:srgbClr val="DBDC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712750" y="6230391"/>
              <a:ext cx="2752725" cy="29845"/>
            </a:xfrm>
            <a:custGeom>
              <a:avLst/>
              <a:gdLst/>
              <a:ahLst/>
              <a:cxnLst/>
              <a:rect l="l" t="t" r="r" b="b"/>
              <a:pathLst>
                <a:path w="2752725" h="29845">
                  <a:moveTo>
                    <a:pt x="2752128" y="0"/>
                  </a:moveTo>
                  <a:lnTo>
                    <a:pt x="2752128" y="29768"/>
                  </a:lnTo>
                  <a:lnTo>
                    <a:pt x="0" y="29768"/>
                  </a:lnTo>
                  <a:lnTo>
                    <a:pt x="0" y="0"/>
                  </a:lnTo>
                  <a:lnTo>
                    <a:pt x="2752128" y="0"/>
                  </a:lnTo>
                  <a:close/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030894" y="5212994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647700" y="344690"/>
                  </a:moveTo>
                  <a:lnTo>
                    <a:pt x="647700" y="0"/>
                  </a:lnTo>
                  <a:lnTo>
                    <a:pt x="0" y="0"/>
                  </a:lnTo>
                  <a:lnTo>
                    <a:pt x="2971" y="347662"/>
                  </a:lnTo>
                  <a:lnTo>
                    <a:pt x="251815" y="561378"/>
                  </a:lnTo>
                  <a:lnTo>
                    <a:pt x="404812" y="561378"/>
                  </a:lnTo>
                  <a:lnTo>
                    <a:pt x="647700" y="34469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030894" y="5212994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0" y="0"/>
                  </a:moveTo>
                  <a:lnTo>
                    <a:pt x="647700" y="0"/>
                  </a:lnTo>
                  <a:lnTo>
                    <a:pt x="647700" y="344690"/>
                  </a:lnTo>
                  <a:lnTo>
                    <a:pt x="404812" y="561378"/>
                  </a:lnTo>
                  <a:lnTo>
                    <a:pt x="251815" y="561378"/>
                  </a:lnTo>
                  <a:lnTo>
                    <a:pt x="2971" y="34766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030894" y="5212994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0" y="0"/>
                  </a:moveTo>
                  <a:lnTo>
                    <a:pt x="647700" y="0"/>
                  </a:lnTo>
                  <a:lnTo>
                    <a:pt x="647700" y="344690"/>
                  </a:lnTo>
                  <a:lnTo>
                    <a:pt x="404812" y="561378"/>
                  </a:lnTo>
                  <a:lnTo>
                    <a:pt x="251815" y="561378"/>
                  </a:lnTo>
                  <a:lnTo>
                    <a:pt x="2971" y="347662"/>
                  </a:lnTo>
                  <a:lnTo>
                    <a:pt x="0" y="0"/>
                  </a:lnTo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034462" y="5208231"/>
              <a:ext cx="561975" cy="62865"/>
            </a:xfrm>
            <a:custGeom>
              <a:avLst/>
              <a:gdLst/>
              <a:ahLst/>
              <a:cxnLst/>
              <a:rect l="l" t="t" r="r" b="b"/>
              <a:pathLst>
                <a:path w="561975" h="62864">
                  <a:moveTo>
                    <a:pt x="0" y="62509"/>
                  </a:moveTo>
                  <a:lnTo>
                    <a:pt x="561975" y="62509"/>
                  </a:lnTo>
                  <a:lnTo>
                    <a:pt x="561975" y="0"/>
                  </a:lnTo>
                  <a:lnTo>
                    <a:pt x="0" y="0"/>
                  </a:lnTo>
                  <a:lnTo>
                    <a:pt x="0" y="62509"/>
                  </a:lnTo>
                  <a:close/>
                </a:path>
              </a:pathLst>
            </a:custGeom>
            <a:solidFill>
              <a:srgbClr val="F7D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034462" y="5208231"/>
              <a:ext cx="641350" cy="62865"/>
            </a:xfrm>
            <a:custGeom>
              <a:avLst/>
              <a:gdLst/>
              <a:ahLst/>
              <a:cxnLst/>
              <a:rect l="l" t="t" r="r" b="b"/>
              <a:pathLst>
                <a:path w="641350" h="62864">
                  <a:moveTo>
                    <a:pt x="641146" y="0"/>
                  </a:moveTo>
                  <a:lnTo>
                    <a:pt x="641146" y="62509"/>
                  </a:lnTo>
                  <a:lnTo>
                    <a:pt x="0" y="62509"/>
                  </a:lnTo>
                  <a:lnTo>
                    <a:pt x="0" y="0"/>
                  </a:lnTo>
                  <a:lnTo>
                    <a:pt x="641146" y="0"/>
                  </a:lnTo>
                  <a:close/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271990" y="5557088"/>
              <a:ext cx="164465" cy="379730"/>
            </a:xfrm>
            <a:custGeom>
              <a:avLst/>
              <a:gdLst/>
              <a:ahLst/>
              <a:cxnLst/>
              <a:rect l="l" t="t" r="r" b="b"/>
              <a:pathLst>
                <a:path w="164465" h="379729">
                  <a:moveTo>
                    <a:pt x="164312" y="197053"/>
                  </a:moveTo>
                  <a:lnTo>
                    <a:pt x="164312" y="0"/>
                  </a:lnTo>
                  <a:lnTo>
                    <a:pt x="0" y="0"/>
                  </a:lnTo>
                  <a:lnTo>
                    <a:pt x="0" y="188112"/>
                  </a:lnTo>
                  <a:lnTo>
                    <a:pt x="43459" y="231571"/>
                  </a:lnTo>
                  <a:lnTo>
                    <a:pt x="43459" y="379209"/>
                  </a:lnTo>
                  <a:lnTo>
                    <a:pt x="123825" y="379209"/>
                  </a:lnTo>
                  <a:lnTo>
                    <a:pt x="123825" y="237528"/>
                  </a:lnTo>
                  <a:lnTo>
                    <a:pt x="164312" y="197053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271990" y="5557088"/>
              <a:ext cx="164465" cy="379730"/>
            </a:xfrm>
            <a:custGeom>
              <a:avLst/>
              <a:gdLst/>
              <a:ahLst/>
              <a:cxnLst/>
              <a:rect l="l" t="t" r="r" b="b"/>
              <a:pathLst>
                <a:path w="164465" h="379729">
                  <a:moveTo>
                    <a:pt x="0" y="0"/>
                  </a:moveTo>
                  <a:lnTo>
                    <a:pt x="164312" y="0"/>
                  </a:lnTo>
                  <a:lnTo>
                    <a:pt x="164312" y="197053"/>
                  </a:lnTo>
                  <a:lnTo>
                    <a:pt x="123825" y="237528"/>
                  </a:lnTo>
                  <a:lnTo>
                    <a:pt x="123825" y="379209"/>
                  </a:lnTo>
                  <a:lnTo>
                    <a:pt x="43459" y="379209"/>
                  </a:lnTo>
                  <a:lnTo>
                    <a:pt x="43459" y="231571"/>
                  </a:lnTo>
                  <a:lnTo>
                    <a:pt x="0" y="188112"/>
                  </a:lnTo>
                  <a:lnTo>
                    <a:pt x="0" y="0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271990" y="5557088"/>
              <a:ext cx="164465" cy="379730"/>
            </a:xfrm>
            <a:custGeom>
              <a:avLst/>
              <a:gdLst/>
              <a:ahLst/>
              <a:cxnLst/>
              <a:rect l="l" t="t" r="r" b="b"/>
              <a:pathLst>
                <a:path w="164465" h="379729">
                  <a:moveTo>
                    <a:pt x="0" y="0"/>
                  </a:moveTo>
                  <a:lnTo>
                    <a:pt x="164312" y="0"/>
                  </a:lnTo>
                  <a:lnTo>
                    <a:pt x="164312" y="197053"/>
                  </a:lnTo>
                  <a:lnTo>
                    <a:pt x="123825" y="237528"/>
                  </a:lnTo>
                  <a:lnTo>
                    <a:pt x="123825" y="379209"/>
                  </a:lnTo>
                  <a:lnTo>
                    <a:pt x="43459" y="379209"/>
                  </a:lnTo>
                  <a:lnTo>
                    <a:pt x="43459" y="231571"/>
                  </a:lnTo>
                  <a:lnTo>
                    <a:pt x="0" y="188112"/>
                  </a:lnTo>
                  <a:lnTo>
                    <a:pt x="0" y="0"/>
                  </a:lnTo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18390" y="6057741"/>
              <a:ext cx="159537" cy="12382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8854084" y="5964275"/>
              <a:ext cx="365760" cy="264795"/>
            </a:xfrm>
            <a:custGeom>
              <a:avLst/>
              <a:gdLst/>
              <a:ahLst/>
              <a:cxnLst/>
              <a:rect l="l" t="t" r="r" b="b"/>
              <a:pathLst>
                <a:path w="365759" h="264795">
                  <a:moveTo>
                    <a:pt x="365518" y="264325"/>
                  </a:moveTo>
                  <a:lnTo>
                    <a:pt x="363727" y="0"/>
                  </a:lnTo>
                  <a:lnTo>
                    <a:pt x="323253" y="0"/>
                  </a:lnTo>
                  <a:lnTo>
                    <a:pt x="323253" y="219075"/>
                  </a:lnTo>
                  <a:lnTo>
                    <a:pt x="323253" y="207772"/>
                  </a:lnTo>
                  <a:lnTo>
                    <a:pt x="323253" y="220865"/>
                  </a:lnTo>
                  <a:lnTo>
                    <a:pt x="0" y="220865"/>
                  </a:lnTo>
                  <a:lnTo>
                    <a:pt x="0" y="264325"/>
                  </a:lnTo>
                  <a:lnTo>
                    <a:pt x="365518" y="264325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854084" y="5964275"/>
              <a:ext cx="365760" cy="264795"/>
            </a:xfrm>
            <a:custGeom>
              <a:avLst/>
              <a:gdLst/>
              <a:ahLst/>
              <a:cxnLst/>
              <a:rect l="l" t="t" r="r" b="b"/>
              <a:pathLst>
                <a:path w="365759" h="264795">
                  <a:moveTo>
                    <a:pt x="363727" y="0"/>
                  </a:moveTo>
                  <a:lnTo>
                    <a:pt x="323253" y="0"/>
                  </a:lnTo>
                  <a:lnTo>
                    <a:pt x="323253" y="219075"/>
                  </a:lnTo>
                  <a:lnTo>
                    <a:pt x="323253" y="207772"/>
                  </a:lnTo>
                  <a:lnTo>
                    <a:pt x="323253" y="220865"/>
                  </a:lnTo>
                  <a:lnTo>
                    <a:pt x="0" y="220865"/>
                  </a:lnTo>
                  <a:lnTo>
                    <a:pt x="0" y="264325"/>
                  </a:lnTo>
                  <a:lnTo>
                    <a:pt x="365518" y="264325"/>
                  </a:lnTo>
                  <a:lnTo>
                    <a:pt x="363727" y="0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854084" y="5964275"/>
              <a:ext cx="365760" cy="264795"/>
            </a:xfrm>
            <a:custGeom>
              <a:avLst/>
              <a:gdLst/>
              <a:ahLst/>
              <a:cxnLst/>
              <a:rect l="l" t="t" r="r" b="b"/>
              <a:pathLst>
                <a:path w="365759" h="264795">
                  <a:moveTo>
                    <a:pt x="363727" y="0"/>
                  </a:moveTo>
                  <a:lnTo>
                    <a:pt x="323253" y="0"/>
                  </a:lnTo>
                  <a:lnTo>
                    <a:pt x="323253" y="219075"/>
                  </a:lnTo>
                  <a:lnTo>
                    <a:pt x="323253" y="207772"/>
                  </a:lnTo>
                  <a:lnTo>
                    <a:pt x="323253" y="220865"/>
                  </a:lnTo>
                  <a:lnTo>
                    <a:pt x="0" y="220865"/>
                  </a:lnTo>
                  <a:lnTo>
                    <a:pt x="0" y="264325"/>
                  </a:lnTo>
                  <a:lnTo>
                    <a:pt x="365518" y="264325"/>
                  </a:lnTo>
                  <a:lnTo>
                    <a:pt x="363727" y="0"/>
                  </a:lnTo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61228" y="6057741"/>
              <a:ext cx="158940" cy="12382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9228531" y="5923203"/>
              <a:ext cx="259079" cy="227329"/>
            </a:xfrm>
            <a:custGeom>
              <a:avLst/>
              <a:gdLst/>
              <a:ahLst/>
              <a:cxnLst/>
              <a:rect l="l" t="t" r="r" b="b"/>
              <a:pathLst>
                <a:path w="259079" h="227329">
                  <a:moveTo>
                    <a:pt x="258965" y="226809"/>
                  </a:moveTo>
                  <a:lnTo>
                    <a:pt x="258965" y="0"/>
                  </a:lnTo>
                  <a:lnTo>
                    <a:pt x="0" y="0"/>
                  </a:lnTo>
                  <a:lnTo>
                    <a:pt x="0" y="226809"/>
                  </a:lnTo>
                  <a:lnTo>
                    <a:pt x="258965" y="226809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228531" y="5923203"/>
              <a:ext cx="259079" cy="227329"/>
            </a:xfrm>
            <a:custGeom>
              <a:avLst/>
              <a:gdLst/>
              <a:ahLst/>
              <a:cxnLst/>
              <a:rect l="l" t="t" r="r" b="b"/>
              <a:pathLst>
                <a:path w="259079" h="227329">
                  <a:moveTo>
                    <a:pt x="258965" y="0"/>
                  </a:moveTo>
                  <a:lnTo>
                    <a:pt x="258965" y="226809"/>
                  </a:lnTo>
                  <a:lnTo>
                    <a:pt x="0" y="226809"/>
                  </a:lnTo>
                  <a:lnTo>
                    <a:pt x="0" y="0"/>
                  </a:lnTo>
                  <a:lnTo>
                    <a:pt x="258965" y="0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226156" y="6046431"/>
              <a:ext cx="259079" cy="0"/>
            </a:xfrm>
            <a:custGeom>
              <a:avLst/>
              <a:gdLst/>
              <a:ahLst/>
              <a:cxnLst/>
              <a:rect l="l" t="t" r="r" b="b"/>
              <a:pathLst>
                <a:path w="259079">
                  <a:moveTo>
                    <a:pt x="258952" y="0"/>
                  </a:moveTo>
                  <a:lnTo>
                    <a:pt x="0" y="0"/>
                  </a:lnTo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90450" y="5575547"/>
              <a:ext cx="127990" cy="208953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9034462" y="5292179"/>
              <a:ext cx="638175" cy="1009015"/>
            </a:xfrm>
            <a:custGeom>
              <a:avLst/>
              <a:gdLst/>
              <a:ahLst/>
              <a:cxnLst/>
              <a:rect l="l" t="t" r="r" b="b"/>
              <a:pathLst>
                <a:path w="638175" h="1009014">
                  <a:moveTo>
                    <a:pt x="638175" y="0"/>
                  </a:moveTo>
                  <a:lnTo>
                    <a:pt x="638175" y="1008456"/>
                  </a:lnTo>
                  <a:lnTo>
                    <a:pt x="0" y="1008456"/>
                  </a:lnTo>
                  <a:lnTo>
                    <a:pt x="0" y="0"/>
                  </a:lnTo>
                  <a:lnTo>
                    <a:pt x="638175" y="0"/>
                  </a:lnTo>
                  <a:close/>
                </a:path>
              </a:pathLst>
            </a:custGeom>
            <a:ln w="6350">
              <a:solidFill>
                <a:srgbClr val="7576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034212" y="5212994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647700" y="344690"/>
                  </a:moveTo>
                  <a:lnTo>
                    <a:pt x="647700" y="0"/>
                  </a:lnTo>
                  <a:lnTo>
                    <a:pt x="0" y="0"/>
                  </a:lnTo>
                  <a:lnTo>
                    <a:pt x="2971" y="347662"/>
                  </a:lnTo>
                  <a:lnTo>
                    <a:pt x="251815" y="561378"/>
                  </a:lnTo>
                  <a:lnTo>
                    <a:pt x="404812" y="561378"/>
                  </a:lnTo>
                  <a:lnTo>
                    <a:pt x="647700" y="34469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034212" y="5212994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0" y="0"/>
                  </a:moveTo>
                  <a:lnTo>
                    <a:pt x="647700" y="0"/>
                  </a:lnTo>
                  <a:lnTo>
                    <a:pt x="647700" y="344690"/>
                  </a:lnTo>
                  <a:lnTo>
                    <a:pt x="404812" y="561378"/>
                  </a:lnTo>
                  <a:lnTo>
                    <a:pt x="251815" y="561378"/>
                  </a:lnTo>
                  <a:lnTo>
                    <a:pt x="2971" y="34766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34212" y="5212994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0" y="0"/>
                  </a:moveTo>
                  <a:lnTo>
                    <a:pt x="647700" y="0"/>
                  </a:lnTo>
                  <a:lnTo>
                    <a:pt x="647700" y="344690"/>
                  </a:lnTo>
                  <a:lnTo>
                    <a:pt x="404812" y="561378"/>
                  </a:lnTo>
                  <a:lnTo>
                    <a:pt x="251815" y="561378"/>
                  </a:lnTo>
                  <a:lnTo>
                    <a:pt x="2971" y="3476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112800" y="5208231"/>
              <a:ext cx="566420" cy="62865"/>
            </a:xfrm>
            <a:custGeom>
              <a:avLst/>
              <a:gdLst/>
              <a:ahLst/>
              <a:cxnLst/>
              <a:rect l="l" t="t" r="r" b="b"/>
              <a:pathLst>
                <a:path w="566420" h="62864">
                  <a:moveTo>
                    <a:pt x="0" y="62509"/>
                  </a:moveTo>
                  <a:lnTo>
                    <a:pt x="566140" y="62509"/>
                  </a:lnTo>
                  <a:lnTo>
                    <a:pt x="566140" y="0"/>
                  </a:lnTo>
                  <a:lnTo>
                    <a:pt x="0" y="0"/>
                  </a:lnTo>
                  <a:lnTo>
                    <a:pt x="0" y="62509"/>
                  </a:lnTo>
                  <a:close/>
                </a:path>
              </a:pathLst>
            </a:custGeom>
            <a:solidFill>
              <a:srgbClr val="F7D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037793" y="5208231"/>
              <a:ext cx="641350" cy="62865"/>
            </a:xfrm>
            <a:custGeom>
              <a:avLst/>
              <a:gdLst/>
              <a:ahLst/>
              <a:cxnLst/>
              <a:rect l="l" t="t" r="r" b="b"/>
              <a:pathLst>
                <a:path w="641350" h="62864">
                  <a:moveTo>
                    <a:pt x="641146" y="0"/>
                  </a:moveTo>
                  <a:lnTo>
                    <a:pt x="641146" y="62509"/>
                  </a:lnTo>
                  <a:lnTo>
                    <a:pt x="0" y="62509"/>
                  </a:lnTo>
                  <a:lnTo>
                    <a:pt x="0" y="0"/>
                  </a:lnTo>
                  <a:lnTo>
                    <a:pt x="641146" y="0"/>
                  </a:lnTo>
                  <a:close/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275309" y="5557088"/>
              <a:ext cx="164465" cy="379730"/>
            </a:xfrm>
            <a:custGeom>
              <a:avLst/>
              <a:gdLst/>
              <a:ahLst/>
              <a:cxnLst/>
              <a:rect l="l" t="t" r="r" b="b"/>
              <a:pathLst>
                <a:path w="164465" h="379729">
                  <a:moveTo>
                    <a:pt x="164312" y="197053"/>
                  </a:moveTo>
                  <a:lnTo>
                    <a:pt x="164312" y="0"/>
                  </a:lnTo>
                  <a:lnTo>
                    <a:pt x="0" y="0"/>
                  </a:lnTo>
                  <a:lnTo>
                    <a:pt x="0" y="188112"/>
                  </a:lnTo>
                  <a:lnTo>
                    <a:pt x="43459" y="231571"/>
                  </a:lnTo>
                  <a:lnTo>
                    <a:pt x="43459" y="379209"/>
                  </a:lnTo>
                  <a:lnTo>
                    <a:pt x="123825" y="379209"/>
                  </a:lnTo>
                  <a:lnTo>
                    <a:pt x="123825" y="237528"/>
                  </a:lnTo>
                  <a:lnTo>
                    <a:pt x="164312" y="197053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275309" y="5557088"/>
              <a:ext cx="164465" cy="379730"/>
            </a:xfrm>
            <a:custGeom>
              <a:avLst/>
              <a:gdLst/>
              <a:ahLst/>
              <a:cxnLst/>
              <a:rect l="l" t="t" r="r" b="b"/>
              <a:pathLst>
                <a:path w="164465" h="379729">
                  <a:moveTo>
                    <a:pt x="0" y="0"/>
                  </a:moveTo>
                  <a:lnTo>
                    <a:pt x="164312" y="0"/>
                  </a:lnTo>
                  <a:lnTo>
                    <a:pt x="164312" y="197053"/>
                  </a:lnTo>
                  <a:lnTo>
                    <a:pt x="123825" y="237528"/>
                  </a:lnTo>
                  <a:lnTo>
                    <a:pt x="123825" y="379209"/>
                  </a:lnTo>
                  <a:lnTo>
                    <a:pt x="43459" y="379209"/>
                  </a:lnTo>
                  <a:lnTo>
                    <a:pt x="43459" y="231571"/>
                  </a:lnTo>
                  <a:lnTo>
                    <a:pt x="0" y="188112"/>
                  </a:lnTo>
                  <a:lnTo>
                    <a:pt x="0" y="0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275309" y="5557088"/>
              <a:ext cx="164465" cy="379730"/>
            </a:xfrm>
            <a:custGeom>
              <a:avLst/>
              <a:gdLst/>
              <a:ahLst/>
              <a:cxnLst/>
              <a:rect l="l" t="t" r="r" b="b"/>
              <a:pathLst>
                <a:path w="164465" h="379729">
                  <a:moveTo>
                    <a:pt x="0" y="0"/>
                  </a:moveTo>
                  <a:lnTo>
                    <a:pt x="164312" y="0"/>
                  </a:lnTo>
                  <a:lnTo>
                    <a:pt x="164312" y="197053"/>
                  </a:lnTo>
                  <a:lnTo>
                    <a:pt x="123825" y="237528"/>
                  </a:lnTo>
                  <a:lnTo>
                    <a:pt x="123825" y="379209"/>
                  </a:lnTo>
                  <a:lnTo>
                    <a:pt x="43459" y="379209"/>
                  </a:lnTo>
                  <a:lnTo>
                    <a:pt x="43459" y="231571"/>
                  </a:lnTo>
                  <a:lnTo>
                    <a:pt x="0" y="188112"/>
                  </a:lnTo>
                  <a:lnTo>
                    <a:pt x="0" y="0"/>
                  </a:lnTo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21709" y="6057741"/>
              <a:ext cx="159550" cy="123825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857403" y="5964275"/>
              <a:ext cx="365760" cy="264795"/>
            </a:xfrm>
            <a:custGeom>
              <a:avLst/>
              <a:gdLst/>
              <a:ahLst/>
              <a:cxnLst/>
              <a:rect l="l" t="t" r="r" b="b"/>
              <a:pathLst>
                <a:path w="365759" h="264795">
                  <a:moveTo>
                    <a:pt x="365518" y="264325"/>
                  </a:moveTo>
                  <a:lnTo>
                    <a:pt x="363740" y="0"/>
                  </a:lnTo>
                  <a:lnTo>
                    <a:pt x="323253" y="0"/>
                  </a:lnTo>
                  <a:lnTo>
                    <a:pt x="323253" y="219075"/>
                  </a:lnTo>
                  <a:lnTo>
                    <a:pt x="323253" y="207772"/>
                  </a:lnTo>
                  <a:lnTo>
                    <a:pt x="323253" y="220865"/>
                  </a:lnTo>
                  <a:lnTo>
                    <a:pt x="0" y="220865"/>
                  </a:lnTo>
                  <a:lnTo>
                    <a:pt x="0" y="264325"/>
                  </a:lnTo>
                  <a:lnTo>
                    <a:pt x="365518" y="264325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857403" y="5964275"/>
              <a:ext cx="365760" cy="264795"/>
            </a:xfrm>
            <a:custGeom>
              <a:avLst/>
              <a:gdLst/>
              <a:ahLst/>
              <a:cxnLst/>
              <a:rect l="l" t="t" r="r" b="b"/>
              <a:pathLst>
                <a:path w="365759" h="264795">
                  <a:moveTo>
                    <a:pt x="363740" y="0"/>
                  </a:moveTo>
                  <a:lnTo>
                    <a:pt x="323253" y="0"/>
                  </a:lnTo>
                  <a:lnTo>
                    <a:pt x="323253" y="219075"/>
                  </a:lnTo>
                  <a:lnTo>
                    <a:pt x="323253" y="207772"/>
                  </a:lnTo>
                  <a:lnTo>
                    <a:pt x="323253" y="220865"/>
                  </a:lnTo>
                  <a:lnTo>
                    <a:pt x="0" y="220865"/>
                  </a:lnTo>
                  <a:lnTo>
                    <a:pt x="0" y="264325"/>
                  </a:lnTo>
                  <a:lnTo>
                    <a:pt x="365518" y="264325"/>
                  </a:lnTo>
                  <a:lnTo>
                    <a:pt x="363740" y="0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857403" y="5964275"/>
              <a:ext cx="365760" cy="264795"/>
            </a:xfrm>
            <a:custGeom>
              <a:avLst/>
              <a:gdLst/>
              <a:ahLst/>
              <a:cxnLst/>
              <a:rect l="l" t="t" r="r" b="b"/>
              <a:pathLst>
                <a:path w="365759" h="264795">
                  <a:moveTo>
                    <a:pt x="363740" y="0"/>
                  </a:moveTo>
                  <a:lnTo>
                    <a:pt x="323253" y="0"/>
                  </a:lnTo>
                  <a:lnTo>
                    <a:pt x="323253" y="219075"/>
                  </a:lnTo>
                  <a:lnTo>
                    <a:pt x="323253" y="207772"/>
                  </a:lnTo>
                  <a:lnTo>
                    <a:pt x="323253" y="220865"/>
                  </a:lnTo>
                  <a:lnTo>
                    <a:pt x="0" y="220865"/>
                  </a:lnTo>
                  <a:lnTo>
                    <a:pt x="0" y="264325"/>
                  </a:lnTo>
                  <a:lnTo>
                    <a:pt x="365518" y="264325"/>
                  </a:lnTo>
                  <a:lnTo>
                    <a:pt x="363740" y="0"/>
                  </a:lnTo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64546" y="6057741"/>
              <a:ext cx="158953" cy="123825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7231849" y="5923203"/>
              <a:ext cx="259079" cy="227329"/>
            </a:xfrm>
            <a:custGeom>
              <a:avLst/>
              <a:gdLst/>
              <a:ahLst/>
              <a:cxnLst/>
              <a:rect l="l" t="t" r="r" b="b"/>
              <a:pathLst>
                <a:path w="259079" h="227329">
                  <a:moveTo>
                    <a:pt x="258965" y="226809"/>
                  </a:moveTo>
                  <a:lnTo>
                    <a:pt x="258965" y="0"/>
                  </a:lnTo>
                  <a:lnTo>
                    <a:pt x="0" y="0"/>
                  </a:lnTo>
                  <a:lnTo>
                    <a:pt x="0" y="226809"/>
                  </a:lnTo>
                  <a:lnTo>
                    <a:pt x="258965" y="226809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31849" y="5923203"/>
              <a:ext cx="259079" cy="227329"/>
            </a:xfrm>
            <a:custGeom>
              <a:avLst/>
              <a:gdLst/>
              <a:ahLst/>
              <a:cxnLst/>
              <a:rect l="l" t="t" r="r" b="b"/>
              <a:pathLst>
                <a:path w="259079" h="227329">
                  <a:moveTo>
                    <a:pt x="258965" y="0"/>
                  </a:moveTo>
                  <a:lnTo>
                    <a:pt x="258965" y="226809"/>
                  </a:lnTo>
                  <a:lnTo>
                    <a:pt x="0" y="226809"/>
                  </a:lnTo>
                  <a:lnTo>
                    <a:pt x="0" y="0"/>
                  </a:lnTo>
                  <a:lnTo>
                    <a:pt x="258965" y="0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229474" y="6046431"/>
              <a:ext cx="259079" cy="0"/>
            </a:xfrm>
            <a:custGeom>
              <a:avLst/>
              <a:gdLst/>
              <a:ahLst/>
              <a:cxnLst/>
              <a:rect l="l" t="t" r="r" b="b"/>
              <a:pathLst>
                <a:path w="259079">
                  <a:moveTo>
                    <a:pt x="258965" y="0"/>
                  </a:moveTo>
                  <a:lnTo>
                    <a:pt x="0" y="0"/>
                  </a:lnTo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93768" y="5575547"/>
              <a:ext cx="127990" cy="208953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7037781" y="5292179"/>
              <a:ext cx="638175" cy="1009015"/>
            </a:xfrm>
            <a:custGeom>
              <a:avLst/>
              <a:gdLst/>
              <a:ahLst/>
              <a:cxnLst/>
              <a:rect l="l" t="t" r="r" b="b"/>
              <a:pathLst>
                <a:path w="638175" h="1009014">
                  <a:moveTo>
                    <a:pt x="638175" y="0"/>
                  </a:moveTo>
                  <a:lnTo>
                    <a:pt x="638175" y="1008456"/>
                  </a:lnTo>
                  <a:lnTo>
                    <a:pt x="0" y="1008456"/>
                  </a:lnTo>
                  <a:lnTo>
                    <a:pt x="0" y="0"/>
                  </a:lnTo>
                  <a:lnTo>
                    <a:pt x="638175" y="0"/>
                  </a:lnTo>
                  <a:close/>
                </a:path>
              </a:pathLst>
            </a:custGeom>
            <a:ln w="6350">
              <a:solidFill>
                <a:srgbClr val="7576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207620" y="6268887"/>
              <a:ext cx="128905" cy="401320"/>
            </a:xfrm>
            <a:custGeom>
              <a:avLst/>
              <a:gdLst/>
              <a:ahLst/>
              <a:cxnLst/>
              <a:rect l="l" t="t" r="r" b="b"/>
              <a:pathLst>
                <a:path w="128904" h="401320">
                  <a:moveTo>
                    <a:pt x="128587" y="200416"/>
                  </a:moveTo>
                  <a:lnTo>
                    <a:pt x="126304" y="143213"/>
                  </a:lnTo>
                  <a:lnTo>
                    <a:pt x="120196" y="95525"/>
                  </a:lnTo>
                  <a:lnTo>
                    <a:pt x="110959" y="57359"/>
                  </a:lnTo>
                  <a:lnTo>
                    <a:pt x="85893" y="9608"/>
                  </a:lnTo>
                  <a:lnTo>
                    <a:pt x="56684" y="0"/>
                  </a:lnTo>
                  <a:lnTo>
                    <a:pt x="42270" y="9511"/>
                  </a:lnTo>
                  <a:lnTo>
                    <a:pt x="17309" y="57188"/>
                  </a:lnTo>
                  <a:lnTo>
                    <a:pt x="8158" y="95364"/>
                  </a:lnTo>
                  <a:lnTo>
                    <a:pt x="2155" y="143105"/>
                  </a:lnTo>
                  <a:lnTo>
                    <a:pt x="0" y="200416"/>
                  </a:lnTo>
                  <a:lnTo>
                    <a:pt x="2282" y="257616"/>
                  </a:lnTo>
                  <a:lnTo>
                    <a:pt x="8391" y="305301"/>
                  </a:lnTo>
                  <a:lnTo>
                    <a:pt x="17627" y="343465"/>
                  </a:lnTo>
                  <a:lnTo>
                    <a:pt x="42694" y="391214"/>
                  </a:lnTo>
                  <a:lnTo>
                    <a:pt x="71903" y="400822"/>
                  </a:lnTo>
                  <a:lnTo>
                    <a:pt x="86317" y="391312"/>
                  </a:lnTo>
                  <a:lnTo>
                    <a:pt x="111277" y="343637"/>
                  </a:lnTo>
                  <a:lnTo>
                    <a:pt x="120429" y="305462"/>
                  </a:lnTo>
                  <a:lnTo>
                    <a:pt x="126431" y="257724"/>
                  </a:lnTo>
                  <a:lnTo>
                    <a:pt x="128587" y="200416"/>
                  </a:lnTo>
                  <a:close/>
                </a:path>
              </a:pathLst>
            </a:custGeom>
            <a:solidFill>
              <a:srgbClr val="D7D8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207620" y="6268887"/>
              <a:ext cx="128905" cy="401320"/>
            </a:xfrm>
            <a:custGeom>
              <a:avLst/>
              <a:gdLst/>
              <a:ahLst/>
              <a:cxnLst/>
              <a:rect l="l" t="t" r="r" b="b"/>
              <a:pathLst>
                <a:path w="128904" h="401320">
                  <a:moveTo>
                    <a:pt x="128587" y="200416"/>
                  </a:moveTo>
                  <a:lnTo>
                    <a:pt x="126304" y="143213"/>
                  </a:lnTo>
                  <a:lnTo>
                    <a:pt x="120196" y="95525"/>
                  </a:lnTo>
                  <a:lnTo>
                    <a:pt x="110959" y="57359"/>
                  </a:lnTo>
                  <a:lnTo>
                    <a:pt x="85893" y="9608"/>
                  </a:lnTo>
                  <a:lnTo>
                    <a:pt x="56684" y="0"/>
                  </a:lnTo>
                  <a:lnTo>
                    <a:pt x="42270" y="9511"/>
                  </a:lnTo>
                  <a:lnTo>
                    <a:pt x="17309" y="57188"/>
                  </a:lnTo>
                  <a:lnTo>
                    <a:pt x="8158" y="95364"/>
                  </a:lnTo>
                  <a:lnTo>
                    <a:pt x="2155" y="143105"/>
                  </a:lnTo>
                  <a:lnTo>
                    <a:pt x="0" y="200416"/>
                  </a:lnTo>
                  <a:lnTo>
                    <a:pt x="2282" y="257616"/>
                  </a:lnTo>
                  <a:lnTo>
                    <a:pt x="8391" y="305301"/>
                  </a:lnTo>
                  <a:lnTo>
                    <a:pt x="17627" y="343465"/>
                  </a:lnTo>
                  <a:lnTo>
                    <a:pt x="42694" y="391214"/>
                  </a:lnTo>
                  <a:lnTo>
                    <a:pt x="71903" y="400822"/>
                  </a:lnTo>
                  <a:lnTo>
                    <a:pt x="86317" y="391312"/>
                  </a:lnTo>
                  <a:lnTo>
                    <a:pt x="111277" y="343637"/>
                  </a:lnTo>
                  <a:lnTo>
                    <a:pt x="120429" y="305462"/>
                  </a:lnTo>
                  <a:lnTo>
                    <a:pt x="126431" y="257724"/>
                  </a:lnTo>
                  <a:lnTo>
                    <a:pt x="128587" y="200416"/>
                  </a:lnTo>
                  <a:close/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368309" y="3986656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647700" y="344677"/>
                  </a:moveTo>
                  <a:lnTo>
                    <a:pt x="647700" y="0"/>
                  </a:lnTo>
                  <a:lnTo>
                    <a:pt x="0" y="0"/>
                  </a:lnTo>
                  <a:lnTo>
                    <a:pt x="2971" y="347662"/>
                  </a:lnTo>
                  <a:lnTo>
                    <a:pt x="251815" y="561378"/>
                  </a:lnTo>
                  <a:lnTo>
                    <a:pt x="404812" y="561378"/>
                  </a:lnTo>
                  <a:lnTo>
                    <a:pt x="647700" y="344677"/>
                  </a:lnTo>
                  <a:close/>
                </a:path>
              </a:pathLst>
            </a:custGeom>
            <a:solidFill>
              <a:srgbClr val="DBDC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368309" y="3986656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0" y="0"/>
                  </a:moveTo>
                  <a:lnTo>
                    <a:pt x="647700" y="0"/>
                  </a:lnTo>
                  <a:lnTo>
                    <a:pt x="647700" y="344677"/>
                  </a:lnTo>
                  <a:lnTo>
                    <a:pt x="404812" y="561378"/>
                  </a:lnTo>
                  <a:lnTo>
                    <a:pt x="251815" y="561378"/>
                  </a:lnTo>
                  <a:lnTo>
                    <a:pt x="2971" y="347662"/>
                  </a:lnTo>
                  <a:lnTo>
                    <a:pt x="0" y="0"/>
                  </a:lnTo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371878" y="3981894"/>
              <a:ext cx="641350" cy="62865"/>
            </a:xfrm>
            <a:custGeom>
              <a:avLst/>
              <a:gdLst/>
              <a:ahLst/>
              <a:cxnLst/>
              <a:rect l="l" t="t" r="r" b="b"/>
              <a:pathLst>
                <a:path w="641350" h="62864">
                  <a:moveTo>
                    <a:pt x="641146" y="62509"/>
                  </a:moveTo>
                  <a:lnTo>
                    <a:pt x="641146" y="0"/>
                  </a:lnTo>
                  <a:lnTo>
                    <a:pt x="0" y="0"/>
                  </a:lnTo>
                  <a:lnTo>
                    <a:pt x="0" y="62509"/>
                  </a:lnTo>
                  <a:lnTo>
                    <a:pt x="641146" y="62509"/>
                  </a:lnTo>
                  <a:close/>
                </a:path>
              </a:pathLst>
            </a:custGeom>
            <a:solidFill>
              <a:srgbClr val="F7D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371878" y="3981894"/>
              <a:ext cx="641350" cy="62865"/>
            </a:xfrm>
            <a:custGeom>
              <a:avLst/>
              <a:gdLst/>
              <a:ahLst/>
              <a:cxnLst/>
              <a:rect l="l" t="t" r="r" b="b"/>
              <a:pathLst>
                <a:path w="641350" h="62864">
                  <a:moveTo>
                    <a:pt x="641146" y="0"/>
                  </a:moveTo>
                  <a:lnTo>
                    <a:pt x="641146" y="62509"/>
                  </a:lnTo>
                  <a:lnTo>
                    <a:pt x="0" y="62509"/>
                  </a:lnTo>
                  <a:lnTo>
                    <a:pt x="0" y="0"/>
                  </a:lnTo>
                  <a:lnTo>
                    <a:pt x="641146" y="0"/>
                  </a:lnTo>
                  <a:close/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610003" y="4330153"/>
              <a:ext cx="165100" cy="379095"/>
            </a:xfrm>
            <a:custGeom>
              <a:avLst/>
              <a:gdLst/>
              <a:ahLst/>
              <a:cxnLst/>
              <a:rect l="l" t="t" r="r" b="b"/>
              <a:pathLst>
                <a:path w="165100" h="379095">
                  <a:moveTo>
                    <a:pt x="164896" y="196443"/>
                  </a:moveTo>
                  <a:lnTo>
                    <a:pt x="164896" y="0"/>
                  </a:lnTo>
                  <a:lnTo>
                    <a:pt x="0" y="0"/>
                  </a:lnTo>
                  <a:lnTo>
                    <a:pt x="0" y="188112"/>
                  </a:lnTo>
                  <a:lnTo>
                    <a:pt x="43459" y="231571"/>
                  </a:lnTo>
                  <a:lnTo>
                    <a:pt x="43459" y="378612"/>
                  </a:lnTo>
                  <a:lnTo>
                    <a:pt x="124421" y="378612"/>
                  </a:lnTo>
                  <a:lnTo>
                    <a:pt x="124421" y="236931"/>
                  </a:lnTo>
                  <a:lnTo>
                    <a:pt x="164896" y="196443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610003" y="4330153"/>
              <a:ext cx="165100" cy="379095"/>
            </a:xfrm>
            <a:custGeom>
              <a:avLst/>
              <a:gdLst/>
              <a:ahLst/>
              <a:cxnLst/>
              <a:rect l="l" t="t" r="r" b="b"/>
              <a:pathLst>
                <a:path w="165100" h="379095">
                  <a:moveTo>
                    <a:pt x="0" y="0"/>
                  </a:moveTo>
                  <a:lnTo>
                    <a:pt x="164896" y="0"/>
                  </a:lnTo>
                  <a:lnTo>
                    <a:pt x="164896" y="196443"/>
                  </a:lnTo>
                  <a:lnTo>
                    <a:pt x="124421" y="236931"/>
                  </a:lnTo>
                  <a:lnTo>
                    <a:pt x="124421" y="378612"/>
                  </a:lnTo>
                  <a:lnTo>
                    <a:pt x="43459" y="378612"/>
                  </a:lnTo>
                  <a:lnTo>
                    <a:pt x="43459" y="231571"/>
                  </a:lnTo>
                  <a:lnTo>
                    <a:pt x="0" y="188112"/>
                  </a:lnTo>
                  <a:lnTo>
                    <a:pt x="0" y="0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610003" y="4330153"/>
              <a:ext cx="165100" cy="379095"/>
            </a:xfrm>
            <a:custGeom>
              <a:avLst/>
              <a:gdLst/>
              <a:ahLst/>
              <a:cxnLst/>
              <a:rect l="l" t="t" r="r" b="b"/>
              <a:pathLst>
                <a:path w="165100" h="379095">
                  <a:moveTo>
                    <a:pt x="0" y="0"/>
                  </a:moveTo>
                  <a:lnTo>
                    <a:pt x="164896" y="0"/>
                  </a:lnTo>
                  <a:lnTo>
                    <a:pt x="164896" y="196443"/>
                  </a:lnTo>
                  <a:lnTo>
                    <a:pt x="124421" y="236931"/>
                  </a:lnTo>
                  <a:lnTo>
                    <a:pt x="124421" y="378612"/>
                  </a:lnTo>
                  <a:lnTo>
                    <a:pt x="43459" y="378612"/>
                  </a:lnTo>
                  <a:lnTo>
                    <a:pt x="43459" y="231571"/>
                  </a:lnTo>
                  <a:lnTo>
                    <a:pt x="0" y="188112"/>
                  </a:lnTo>
                  <a:lnTo>
                    <a:pt x="0" y="0"/>
                  </a:lnTo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57000" y="4831403"/>
              <a:ext cx="158356" cy="123825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8191500" y="4737938"/>
              <a:ext cx="366395" cy="264795"/>
            </a:xfrm>
            <a:custGeom>
              <a:avLst/>
              <a:gdLst/>
              <a:ahLst/>
              <a:cxnLst/>
              <a:rect l="l" t="t" r="r" b="b"/>
              <a:pathLst>
                <a:path w="366395" h="264795">
                  <a:moveTo>
                    <a:pt x="366115" y="264312"/>
                  </a:moveTo>
                  <a:lnTo>
                    <a:pt x="364337" y="0"/>
                  </a:lnTo>
                  <a:lnTo>
                    <a:pt x="323253" y="0"/>
                  </a:lnTo>
                  <a:lnTo>
                    <a:pt x="323253" y="219075"/>
                  </a:lnTo>
                  <a:lnTo>
                    <a:pt x="323253" y="207759"/>
                  </a:lnTo>
                  <a:lnTo>
                    <a:pt x="323253" y="220865"/>
                  </a:lnTo>
                  <a:lnTo>
                    <a:pt x="0" y="220865"/>
                  </a:lnTo>
                  <a:lnTo>
                    <a:pt x="0" y="264312"/>
                  </a:lnTo>
                  <a:lnTo>
                    <a:pt x="366115" y="264312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191500" y="4737938"/>
              <a:ext cx="366395" cy="264795"/>
            </a:xfrm>
            <a:custGeom>
              <a:avLst/>
              <a:gdLst/>
              <a:ahLst/>
              <a:cxnLst/>
              <a:rect l="l" t="t" r="r" b="b"/>
              <a:pathLst>
                <a:path w="366395" h="264795">
                  <a:moveTo>
                    <a:pt x="364337" y="0"/>
                  </a:moveTo>
                  <a:lnTo>
                    <a:pt x="323253" y="0"/>
                  </a:lnTo>
                  <a:lnTo>
                    <a:pt x="323253" y="219075"/>
                  </a:lnTo>
                  <a:lnTo>
                    <a:pt x="323253" y="207759"/>
                  </a:lnTo>
                  <a:lnTo>
                    <a:pt x="323253" y="220865"/>
                  </a:lnTo>
                  <a:lnTo>
                    <a:pt x="0" y="220865"/>
                  </a:lnTo>
                  <a:lnTo>
                    <a:pt x="0" y="264312"/>
                  </a:lnTo>
                  <a:lnTo>
                    <a:pt x="366115" y="264312"/>
                  </a:lnTo>
                  <a:lnTo>
                    <a:pt x="364337" y="0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191500" y="4737938"/>
              <a:ext cx="366395" cy="264795"/>
            </a:xfrm>
            <a:custGeom>
              <a:avLst/>
              <a:gdLst/>
              <a:ahLst/>
              <a:cxnLst/>
              <a:rect l="l" t="t" r="r" b="b"/>
              <a:pathLst>
                <a:path w="366395" h="264795">
                  <a:moveTo>
                    <a:pt x="364337" y="0"/>
                  </a:moveTo>
                  <a:lnTo>
                    <a:pt x="323253" y="0"/>
                  </a:lnTo>
                  <a:lnTo>
                    <a:pt x="323253" y="219075"/>
                  </a:lnTo>
                  <a:lnTo>
                    <a:pt x="323253" y="207759"/>
                  </a:lnTo>
                  <a:lnTo>
                    <a:pt x="323253" y="220865"/>
                  </a:lnTo>
                  <a:lnTo>
                    <a:pt x="0" y="220865"/>
                  </a:lnTo>
                  <a:lnTo>
                    <a:pt x="0" y="264312"/>
                  </a:lnTo>
                  <a:lnTo>
                    <a:pt x="366115" y="264312"/>
                  </a:lnTo>
                  <a:lnTo>
                    <a:pt x="364337" y="0"/>
                  </a:lnTo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99837" y="4831403"/>
              <a:ext cx="158940" cy="123825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8565959" y="4695672"/>
              <a:ext cx="260350" cy="227965"/>
            </a:xfrm>
            <a:custGeom>
              <a:avLst/>
              <a:gdLst/>
              <a:ahLst/>
              <a:cxnLst/>
              <a:rect l="l" t="t" r="r" b="b"/>
              <a:pathLst>
                <a:path w="260350" h="227964">
                  <a:moveTo>
                    <a:pt x="260146" y="227406"/>
                  </a:moveTo>
                  <a:lnTo>
                    <a:pt x="260146" y="0"/>
                  </a:lnTo>
                  <a:lnTo>
                    <a:pt x="0" y="0"/>
                  </a:lnTo>
                  <a:lnTo>
                    <a:pt x="0" y="227406"/>
                  </a:lnTo>
                  <a:lnTo>
                    <a:pt x="260146" y="227406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565959" y="4695672"/>
              <a:ext cx="260350" cy="227965"/>
            </a:xfrm>
            <a:custGeom>
              <a:avLst/>
              <a:gdLst/>
              <a:ahLst/>
              <a:cxnLst/>
              <a:rect l="l" t="t" r="r" b="b"/>
              <a:pathLst>
                <a:path w="260350" h="227964">
                  <a:moveTo>
                    <a:pt x="260146" y="0"/>
                  </a:moveTo>
                  <a:lnTo>
                    <a:pt x="260146" y="227406"/>
                  </a:lnTo>
                  <a:lnTo>
                    <a:pt x="0" y="227406"/>
                  </a:lnTo>
                  <a:lnTo>
                    <a:pt x="0" y="0"/>
                  </a:lnTo>
                  <a:lnTo>
                    <a:pt x="260146" y="0"/>
                  </a:lnTo>
                  <a:close/>
                </a:path>
              </a:pathLst>
            </a:custGeom>
            <a:ln w="50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8564765" y="4820094"/>
              <a:ext cx="257810" cy="0"/>
            </a:xfrm>
            <a:custGeom>
              <a:avLst/>
              <a:gdLst/>
              <a:ahLst/>
              <a:cxnLst/>
              <a:rect l="l" t="t" r="r" b="b"/>
              <a:pathLst>
                <a:path w="257809">
                  <a:moveTo>
                    <a:pt x="257759" y="0"/>
                  </a:moveTo>
                  <a:lnTo>
                    <a:pt x="0" y="0"/>
                  </a:lnTo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629059" y="4349197"/>
              <a:ext cx="127990" cy="208953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8371878" y="4065828"/>
              <a:ext cx="638175" cy="1009015"/>
            </a:xfrm>
            <a:custGeom>
              <a:avLst/>
              <a:gdLst/>
              <a:ahLst/>
              <a:cxnLst/>
              <a:rect l="l" t="t" r="r" b="b"/>
              <a:pathLst>
                <a:path w="638175" h="1009014">
                  <a:moveTo>
                    <a:pt x="638175" y="0"/>
                  </a:moveTo>
                  <a:lnTo>
                    <a:pt x="638175" y="1008456"/>
                  </a:lnTo>
                  <a:lnTo>
                    <a:pt x="0" y="1008456"/>
                  </a:lnTo>
                  <a:lnTo>
                    <a:pt x="0" y="0"/>
                  </a:lnTo>
                  <a:lnTo>
                    <a:pt x="638175" y="0"/>
                  </a:lnTo>
                  <a:close/>
                </a:path>
              </a:pathLst>
            </a:custGeom>
            <a:ln w="6350">
              <a:solidFill>
                <a:srgbClr val="7576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975397" y="5314200"/>
              <a:ext cx="172720" cy="363855"/>
            </a:xfrm>
            <a:custGeom>
              <a:avLst/>
              <a:gdLst/>
              <a:ahLst/>
              <a:cxnLst/>
              <a:rect l="l" t="t" r="r" b="b"/>
              <a:pathLst>
                <a:path w="172720" h="363854">
                  <a:moveTo>
                    <a:pt x="172643" y="181571"/>
                  </a:moveTo>
                  <a:lnTo>
                    <a:pt x="129184" y="181571"/>
                  </a:lnTo>
                  <a:lnTo>
                    <a:pt x="129184" y="0"/>
                  </a:lnTo>
                  <a:lnTo>
                    <a:pt x="42862" y="0"/>
                  </a:lnTo>
                  <a:lnTo>
                    <a:pt x="42862" y="181571"/>
                  </a:lnTo>
                  <a:lnTo>
                    <a:pt x="0" y="181571"/>
                  </a:lnTo>
                  <a:lnTo>
                    <a:pt x="86321" y="363740"/>
                  </a:lnTo>
                  <a:lnTo>
                    <a:pt x="172643" y="181571"/>
                  </a:lnTo>
                  <a:close/>
                </a:path>
              </a:pathLst>
            </a:custGeom>
            <a:solidFill>
              <a:srgbClr val="19A6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975397" y="5314200"/>
              <a:ext cx="172720" cy="363855"/>
            </a:xfrm>
            <a:custGeom>
              <a:avLst/>
              <a:gdLst/>
              <a:ahLst/>
              <a:cxnLst/>
              <a:rect l="l" t="t" r="r" b="b"/>
              <a:pathLst>
                <a:path w="172720" h="363854">
                  <a:moveTo>
                    <a:pt x="0" y="181571"/>
                  </a:moveTo>
                  <a:lnTo>
                    <a:pt x="42862" y="181571"/>
                  </a:lnTo>
                  <a:lnTo>
                    <a:pt x="42862" y="0"/>
                  </a:lnTo>
                  <a:lnTo>
                    <a:pt x="129184" y="0"/>
                  </a:lnTo>
                  <a:lnTo>
                    <a:pt x="129184" y="181571"/>
                  </a:lnTo>
                  <a:lnTo>
                    <a:pt x="172643" y="181571"/>
                  </a:lnTo>
                  <a:lnTo>
                    <a:pt x="86321" y="363740"/>
                  </a:lnTo>
                  <a:lnTo>
                    <a:pt x="0" y="181571"/>
                  </a:lnTo>
                  <a:close/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115771" y="5196929"/>
              <a:ext cx="2503805" cy="9525"/>
            </a:xfrm>
            <a:custGeom>
              <a:avLst/>
              <a:gdLst/>
              <a:ahLst/>
              <a:cxnLst/>
              <a:rect l="l" t="t" r="r" b="b"/>
              <a:pathLst>
                <a:path w="2503804" h="9525">
                  <a:moveTo>
                    <a:pt x="0" y="0"/>
                  </a:moveTo>
                  <a:lnTo>
                    <a:pt x="0" y="9525"/>
                  </a:lnTo>
                  <a:lnTo>
                    <a:pt x="2503284" y="9525"/>
                  </a:lnTo>
                  <a:lnTo>
                    <a:pt x="2503284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ED1C24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569528" y="5314200"/>
              <a:ext cx="173355" cy="363855"/>
            </a:xfrm>
            <a:custGeom>
              <a:avLst/>
              <a:gdLst/>
              <a:ahLst/>
              <a:cxnLst/>
              <a:rect l="l" t="t" r="r" b="b"/>
              <a:pathLst>
                <a:path w="173354" h="363854">
                  <a:moveTo>
                    <a:pt x="173227" y="181571"/>
                  </a:moveTo>
                  <a:lnTo>
                    <a:pt x="129768" y="181571"/>
                  </a:lnTo>
                  <a:lnTo>
                    <a:pt x="129768" y="0"/>
                  </a:lnTo>
                  <a:lnTo>
                    <a:pt x="43459" y="0"/>
                  </a:lnTo>
                  <a:lnTo>
                    <a:pt x="43459" y="181571"/>
                  </a:lnTo>
                  <a:lnTo>
                    <a:pt x="0" y="181571"/>
                  </a:lnTo>
                  <a:lnTo>
                    <a:pt x="86321" y="363740"/>
                  </a:lnTo>
                  <a:lnTo>
                    <a:pt x="173227" y="181571"/>
                  </a:lnTo>
                  <a:close/>
                </a:path>
              </a:pathLst>
            </a:custGeom>
            <a:solidFill>
              <a:srgbClr val="19A6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569528" y="5314200"/>
              <a:ext cx="173355" cy="363855"/>
            </a:xfrm>
            <a:custGeom>
              <a:avLst/>
              <a:gdLst/>
              <a:ahLst/>
              <a:cxnLst/>
              <a:rect l="l" t="t" r="r" b="b"/>
              <a:pathLst>
                <a:path w="173354" h="363854">
                  <a:moveTo>
                    <a:pt x="0" y="181571"/>
                  </a:moveTo>
                  <a:lnTo>
                    <a:pt x="43459" y="181571"/>
                  </a:lnTo>
                  <a:lnTo>
                    <a:pt x="43459" y="0"/>
                  </a:lnTo>
                  <a:lnTo>
                    <a:pt x="129768" y="0"/>
                  </a:lnTo>
                  <a:lnTo>
                    <a:pt x="129768" y="181571"/>
                  </a:lnTo>
                  <a:lnTo>
                    <a:pt x="173227" y="181571"/>
                  </a:lnTo>
                  <a:lnTo>
                    <a:pt x="86321" y="363740"/>
                  </a:lnTo>
                  <a:lnTo>
                    <a:pt x="0" y="181571"/>
                  </a:lnTo>
                  <a:close/>
                </a:path>
              </a:pathLst>
            </a:custGeom>
            <a:ln w="4762">
              <a:solidFill>
                <a:srgbClr val="21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009815" y="5190972"/>
              <a:ext cx="103505" cy="123825"/>
            </a:xfrm>
            <a:custGeom>
              <a:avLst/>
              <a:gdLst/>
              <a:ahLst/>
              <a:cxnLst/>
              <a:rect l="l" t="t" r="r" b="b"/>
              <a:pathLst>
                <a:path w="103504" h="123825">
                  <a:moveTo>
                    <a:pt x="102984" y="123228"/>
                  </a:moveTo>
                  <a:lnTo>
                    <a:pt x="102984" y="0"/>
                  </a:lnTo>
                  <a:lnTo>
                    <a:pt x="0" y="0"/>
                  </a:lnTo>
                  <a:lnTo>
                    <a:pt x="0" y="123228"/>
                  </a:lnTo>
                  <a:lnTo>
                    <a:pt x="102984" y="123228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009815" y="5190972"/>
              <a:ext cx="103505" cy="123825"/>
            </a:xfrm>
            <a:custGeom>
              <a:avLst/>
              <a:gdLst/>
              <a:ahLst/>
              <a:cxnLst/>
              <a:rect l="l" t="t" r="r" b="b"/>
              <a:pathLst>
                <a:path w="103504" h="123825">
                  <a:moveTo>
                    <a:pt x="102984" y="0"/>
                  </a:moveTo>
                  <a:lnTo>
                    <a:pt x="102984" y="123228"/>
                  </a:lnTo>
                  <a:lnTo>
                    <a:pt x="0" y="123228"/>
                  </a:lnTo>
                  <a:lnTo>
                    <a:pt x="0" y="0"/>
                  </a:lnTo>
                  <a:lnTo>
                    <a:pt x="102984" y="0"/>
                  </a:lnTo>
                  <a:close/>
                </a:path>
              </a:pathLst>
            </a:custGeom>
            <a:ln w="6350">
              <a:solidFill>
                <a:srgbClr val="2540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9596437" y="5190972"/>
              <a:ext cx="103505" cy="123825"/>
            </a:xfrm>
            <a:custGeom>
              <a:avLst/>
              <a:gdLst/>
              <a:ahLst/>
              <a:cxnLst/>
              <a:rect l="l" t="t" r="r" b="b"/>
              <a:pathLst>
                <a:path w="103504" h="123825">
                  <a:moveTo>
                    <a:pt x="102984" y="123228"/>
                  </a:moveTo>
                  <a:lnTo>
                    <a:pt x="102984" y="0"/>
                  </a:lnTo>
                  <a:lnTo>
                    <a:pt x="0" y="0"/>
                  </a:lnTo>
                  <a:lnTo>
                    <a:pt x="0" y="123228"/>
                  </a:lnTo>
                  <a:lnTo>
                    <a:pt x="102984" y="123228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9596437" y="5190972"/>
              <a:ext cx="103505" cy="123825"/>
            </a:xfrm>
            <a:custGeom>
              <a:avLst/>
              <a:gdLst/>
              <a:ahLst/>
              <a:cxnLst/>
              <a:rect l="l" t="t" r="r" b="b"/>
              <a:pathLst>
                <a:path w="103504" h="123825">
                  <a:moveTo>
                    <a:pt x="102984" y="0"/>
                  </a:moveTo>
                  <a:lnTo>
                    <a:pt x="102984" y="123228"/>
                  </a:lnTo>
                  <a:lnTo>
                    <a:pt x="0" y="123228"/>
                  </a:lnTo>
                  <a:lnTo>
                    <a:pt x="0" y="0"/>
                  </a:lnTo>
                  <a:lnTo>
                    <a:pt x="102984" y="0"/>
                  </a:lnTo>
                  <a:close/>
                </a:path>
              </a:pathLst>
            </a:custGeom>
            <a:ln w="6350">
              <a:solidFill>
                <a:srgbClr val="2540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066701" y="6474701"/>
              <a:ext cx="4122420" cy="0"/>
            </a:xfrm>
            <a:custGeom>
              <a:avLst/>
              <a:gdLst/>
              <a:ahLst/>
              <a:cxnLst/>
              <a:rect l="l" t="t" r="r" b="b"/>
              <a:pathLst>
                <a:path w="4122420">
                  <a:moveTo>
                    <a:pt x="4122000" y="0"/>
                  </a:moveTo>
                  <a:lnTo>
                    <a:pt x="0" y="0"/>
                  </a:lnTo>
                </a:path>
              </a:pathLst>
            </a:custGeom>
            <a:ln w="16281">
              <a:solidFill>
                <a:srgbClr val="231F20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880702" y="1776691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539991" y="270002"/>
                  </a:moveTo>
                  <a:lnTo>
                    <a:pt x="535641" y="221470"/>
                  </a:lnTo>
                  <a:lnTo>
                    <a:pt x="523100" y="175792"/>
                  </a:lnTo>
                  <a:lnTo>
                    <a:pt x="503129" y="133730"/>
                  </a:lnTo>
                  <a:lnTo>
                    <a:pt x="476493" y="96046"/>
                  </a:lnTo>
                  <a:lnTo>
                    <a:pt x="443952" y="63503"/>
                  </a:lnTo>
                  <a:lnTo>
                    <a:pt x="406270" y="36864"/>
                  </a:lnTo>
                  <a:lnTo>
                    <a:pt x="364209" y="16892"/>
                  </a:lnTo>
                  <a:lnTo>
                    <a:pt x="318532" y="4350"/>
                  </a:lnTo>
                  <a:lnTo>
                    <a:pt x="270001" y="0"/>
                  </a:lnTo>
                  <a:lnTo>
                    <a:pt x="221467" y="4350"/>
                  </a:lnTo>
                  <a:lnTo>
                    <a:pt x="175787" y="16892"/>
                  </a:lnTo>
                  <a:lnTo>
                    <a:pt x="133724" y="36864"/>
                  </a:lnTo>
                  <a:lnTo>
                    <a:pt x="96040" y="63503"/>
                  </a:lnTo>
                  <a:lnTo>
                    <a:pt x="63499" y="96046"/>
                  </a:lnTo>
                  <a:lnTo>
                    <a:pt x="36861" y="133730"/>
                  </a:lnTo>
                  <a:lnTo>
                    <a:pt x="16891" y="175792"/>
                  </a:lnTo>
                  <a:lnTo>
                    <a:pt x="4349" y="221470"/>
                  </a:lnTo>
                  <a:lnTo>
                    <a:pt x="0" y="270002"/>
                  </a:lnTo>
                  <a:lnTo>
                    <a:pt x="4349" y="318533"/>
                  </a:lnTo>
                  <a:lnTo>
                    <a:pt x="16891" y="364211"/>
                  </a:lnTo>
                  <a:lnTo>
                    <a:pt x="36861" y="406273"/>
                  </a:lnTo>
                  <a:lnTo>
                    <a:pt x="63499" y="443957"/>
                  </a:lnTo>
                  <a:lnTo>
                    <a:pt x="96040" y="476500"/>
                  </a:lnTo>
                  <a:lnTo>
                    <a:pt x="133724" y="503139"/>
                  </a:lnTo>
                  <a:lnTo>
                    <a:pt x="175787" y="523111"/>
                  </a:lnTo>
                  <a:lnTo>
                    <a:pt x="221467" y="535653"/>
                  </a:lnTo>
                  <a:lnTo>
                    <a:pt x="270001" y="540004"/>
                  </a:lnTo>
                  <a:lnTo>
                    <a:pt x="318532" y="535653"/>
                  </a:lnTo>
                  <a:lnTo>
                    <a:pt x="364209" y="523111"/>
                  </a:lnTo>
                  <a:lnTo>
                    <a:pt x="406270" y="503139"/>
                  </a:lnTo>
                  <a:lnTo>
                    <a:pt x="443952" y="476500"/>
                  </a:lnTo>
                  <a:lnTo>
                    <a:pt x="476493" y="443957"/>
                  </a:lnTo>
                  <a:lnTo>
                    <a:pt x="503129" y="406273"/>
                  </a:lnTo>
                  <a:lnTo>
                    <a:pt x="523100" y="364211"/>
                  </a:lnTo>
                  <a:lnTo>
                    <a:pt x="535641" y="318533"/>
                  </a:lnTo>
                  <a:lnTo>
                    <a:pt x="539991" y="270002"/>
                  </a:lnTo>
                  <a:close/>
                </a:path>
              </a:pathLst>
            </a:custGeom>
            <a:solidFill>
              <a:srgbClr val="51B1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880702" y="1776691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270001" y="540004"/>
                  </a:moveTo>
                  <a:lnTo>
                    <a:pt x="318532" y="535653"/>
                  </a:lnTo>
                  <a:lnTo>
                    <a:pt x="364209" y="523111"/>
                  </a:lnTo>
                  <a:lnTo>
                    <a:pt x="406270" y="503139"/>
                  </a:lnTo>
                  <a:lnTo>
                    <a:pt x="443952" y="476500"/>
                  </a:lnTo>
                  <a:lnTo>
                    <a:pt x="476493" y="443957"/>
                  </a:lnTo>
                  <a:lnTo>
                    <a:pt x="503129" y="406273"/>
                  </a:lnTo>
                  <a:lnTo>
                    <a:pt x="523100" y="364211"/>
                  </a:lnTo>
                  <a:lnTo>
                    <a:pt x="535641" y="318533"/>
                  </a:lnTo>
                  <a:lnTo>
                    <a:pt x="539991" y="270002"/>
                  </a:lnTo>
                  <a:lnTo>
                    <a:pt x="535641" y="221470"/>
                  </a:lnTo>
                  <a:lnTo>
                    <a:pt x="523100" y="175792"/>
                  </a:lnTo>
                  <a:lnTo>
                    <a:pt x="503129" y="133730"/>
                  </a:lnTo>
                  <a:lnTo>
                    <a:pt x="476493" y="96046"/>
                  </a:lnTo>
                  <a:lnTo>
                    <a:pt x="443952" y="63503"/>
                  </a:lnTo>
                  <a:lnTo>
                    <a:pt x="406270" y="36864"/>
                  </a:lnTo>
                  <a:lnTo>
                    <a:pt x="364209" y="16892"/>
                  </a:lnTo>
                  <a:lnTo>
                    <a:pt x="318532" y="4350"/>
                  </a:lnTo>
                  <a:lnTo>
                    <a:pt x="270001" y="0"/>
                  </a:lnTo>
                  <a:lnTo>
                    <a:pt x="221467" y="4350"/>
                  </a:lnTo>
                  <a:lnTo>
                    <a:pt x="175787" y="16892"/>
                  </a:lnTo>
                  <a:lnTo>
                    <a:pt x="133724" y="36864"/>
                  </a:lnTo>
                  <a:lnTo>
                    <a:pt x="96040" y="63503"/>
                  </a:lnTo>
                  <a:lnTo>
                    <a:pt x="63499" y="96046"/>
                  </a:lnTo>
                  <a:lnTo>
                    <a:pt x="36861" y="133730"/>
                  </a:lnTo>
                  <a:lnTo>
                    <a:pt x="16891" y="175792"/>
                  </a:lnTo>
                  <a:lnTo>
                    <a:pt x="4349" y="221470"/>
                  </a:lnTo>
                  <a:lnTo>
                    <a:pt x="0" y="270002"/>
                  </a:lnTo>
                  <a:lnTo>
                    <a:pt x="4349" y="318533"/>
                  </a:lnTo>
                  <a:lnTo>
                    <a:pt x="16891" y="364211"/>
                  </a:lnTo>
                  <a:lnTo>
                    <a:pt x="36861" y="406273"/>
                  </a:lnTo>
                  <a:lnTo>
                    <a:pt x="63499" y="443957"/>
                  </a:lnTo>
                  <a:lnTo>
                    <a:pt x="96040" y="476500"/>
                  </a:lnTo>
                  <a:lnTo>
                    <a:pt x="133724" y="503139"/>
                  </a:lnTo>
                  <a:lnTo>
                    <a:pt x="175787" y="523111"/>
                  </a:lnTo>
                  <a:lnTo>
                    <a:pt x="221467" y="535653"/>
                  </a:lnTo>
                  <a:lnTo>
                    <a:pt x="270001" y="540004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156705" y="5034698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540003" y="270001"/>
                  </a:moveTo>
                  <a:lnTo>
                    <a:pt x="535653" y="221470"/>
                  </a:lnTo>
                  <a:lnTo>
                    <a:pt x="523111" y="175792"/>
                  </a:lnTo>
                  <a:lnTo>
                    <a:pt x="503139" y="133730"/>
                  </a:lnTo>
                  <a:lnTo>
                    <a:pt x="476500" y="96046"/>
                  </a:lnTo>
                  <a:lnTo>
                    <a:pt x="443957" y="63503"/>
                  </a:lnTo>
                  <a:lnTo>
                    <a:pt x="406273" y="36864"/>
                  </a:lnTo>
                  <a:lnTo>
                    <a:pt x="364211" y="16892"/>
                  </a:lnTo>
                  <a:lnTo>
                    <a:pt x="318533" y="4350"/>
                  </a:lnTo>
                  <a:lnTo>
                    <a:pt x="270002" y="0"/>
                  </a:lnTo>
                  <a:lnTo>
                    <a:pt x="221467" y="4350"/>
                  </a:lnTo>
                  <a:lnTo>
                    <a:pt x="175787" y="16892"/>
                  </a:lnTo>
                  <a:lnTo>
                    <a:pt x="133724" y="36864"/>
                  </a:lnTo>
                  <a:lnTo>
                    <a:pt x="96040" y="63503"/>
                  </a:lnTo>
                  <a:lnTo>
                    <a:pt x="63499" y="96046"/>
                  </a:lnTo>
                  <a:lnTo>
                    <a:pt x="36861" y="133730"/>
                  </a:lnTo>
                  <a:lnTo>
                    <a:pt x="16891" y="175792"/>
                  </a:lnTo>
                  <a:lnTo>
                    <a:pt x="4349" y="221470"/>
                  </a:lnTo>
                  <a:lnTo>
                    <a:pt x="0" y="270001"/>
                  </a:lnTo>
                  <a:lnTo>
                    <a:pt x="4349" y="318533"/>
                  </a:lnTo>
                  <a:lnTo>
                    <a:pt x="16891" y="364211"/>
                  </a:lnTo>
                  <a:lnTo>
                    <a:pt x="36861" y="406273"/>
                  </a:lnTo>
                  <a:lnTo>
                    <a:pt x="63499" y="443957"/>
                  </a:lnTo>
                  <a:lnTo>
                    <a:pt x="96040" y="476500"/>
                  </a:lnTo>
                  <a:lnTo>
                    <a:pt x="133724" y="503139"/>
                  </a:lnTo>
                  <a:lnTo>
                    <a:pt x="175787" y="523111"/>
                  </a:lnTo>
                  <a:lnTo>
                    <a:pt x="221467" y="535653"/>
                  </a:lnTo>
                  <a:lnTo>
                    <a:pt x="270002" y="540003"/>
                  </a:lnTo>
                  <a:lnTo>
                    <a:pt x="318533" y="535653"/>
                  </a:lnTo>
                  <a:lnTo>
                    <a:pt x="364211" y="523111"/>
                  </a:lnTo>
                  <a:lnTo>
                    <a:pt x="406273" y="503139"/>
                  </a:lnTo>
                  <a:lnTo>
                    <a:pt x="443957" y="476500"/>
                  </a:lnTo>
                  <a:lnTo>
                    <a:pt x="476500" y="443957"/>
                  </a:lnTo>
                  <a:lnTo>
                    <a:pt x="503139" y="406273"/>
                  </a:lnTo>
                  <a:lnTo>
                    <a:pt x="523111" y="364211"/>
                  </a:lnTo>
                  <a:lnTo>
                    <a:pt x="535653" y="318533"/>
                  </a:lnTo>
                  <a:lnTo>
                    <a:pt x="540003" y="270001"/>
                  </a:lnTo>
                  <a:close/>
                </a:path>
              </a:pathLst>
            </a:custGeom>
            <a:solidFill>
              <a:srgbClr val="51B1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156705" y="5034698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4" h="540385">
                  <a:moveTo>
                    <a:pt x="270002" y="540003"/>
                  </a:moveTo>
                  <a:lnTo>
                    <a:pt x="318533" y="535653"/>
                  </a:lnTo>
                  <a:lnTo>
                    <a:pt x="364211" y="523111"/>
                  </a:lnTo>
                  <a:lnTo>
                    <a:pt x="406273" y="503139"/>
                  </a:lnTo>
                  <a:lnTo>
                    <a:pt x="443957" y="476500"/>
                  </a:lnTo>
                  <a:lnTo>
                    <a:pt x="476500" y="443957"/>
                  </a:lnTo>
                  <a:lnTo>
                    <a:pt x="503139" y="406273"/>
                  </a:lnTo>
                  <a:lnTo>
                    <a:pt x="523111" y="364211"/>
                  </a:lnTo>
                  <a:lnTo>
                    <a:pt x="535653" y="318533"/>
                  </a:lnTo>
                  <a:lnTo>
                    <a:pt x="540003" y="270001"/>
                  </a:lnTo>
                  <a:lnTo>
                    <a:pt x="535653" y="221470"/>
                  </a:lnTo>
                  <a:lnTo>
                    <a:pt x="523111" y="175792"/>
                  </a:lnTo>
                  <a:lnTo>
                    <a:pt x="503139" y="133730"/>
                  </a:lnTo>
                  <a:lnTo>
                    <a:pt x="476500" y="96046"/>
                  </a:lnTo>
                  <a:lnTo>
                    <a:pt x="443957" y="63503"/>
                  </a:lnTo>
                  <a:lnTo>
                    <a:pt x="406273" y="36864"/>
                  </a:lnTo>
                  <a:lnTo>
                    <a:pt x="364211" y="16892"/>
                  </a:lnTo>
                  <a:lnTo>
                    <a:pt x="318533" y="4350"/>
                  </a:lnTo>
                  <a:lnTo>
                    <a:pt x="270002" y="0"/>
                  </a:lnTo>
                  <a:lnTo>
                    <a:pt x="221467" y="4350"/>
                  </a:lnTo>
                  <a:lnTo>
                    <a:pt x="175787" y="16892"/>
                  </a:lnTo>
                  <a:lnTo>
                    <a:pt x="133724" y="36864"/>
                  </a:lnTo>
                  <a:lnTo>
                    <a:pt x="96040" y="63503"/>
                  </a:lnTo>
                  <a:lnTo>
                    <a:pt x="63499" y="96046"/>
                  </a:lnTo>
                  <a:lnTo>
                    <a:pt x="36861" y="133730"/>
                  </a:lnTo>
                  <a:lnTo>
                    <a:pt x="16891" y="175792"/>
                  </a:lnTo>
                  <a:lnTo>
                    <a:pt x="4349" y="221470"/>
                  </a:lnTo>
                  <a:lnTo>
                    <a:pt x="0" y="270001"/>
                  </a:lnTo>
                  <a:lnTo>
                    <a:pt x="4349" y="318533"/>
                  </a:lnTo>
                  <a:lnTo>
                    <a:pt x="16891" y="364211"/>
                  </a:lnTo>
                  <a:lnTo>
                    <a:pt x="36861" y="406273"/>
                  </a:lnTo>
                  <a:lnTo>
                    <a:pt x="63499" y="443957"/>
                  </a:lnTo>
                  <a:lnTo>
                    <a:pt x="96040" y="476500"/>
                  </a:lnTo>
                  <a:lnTo>
                    <a:pt x="133724" y="503139"/>
                  </a:lnTo>
                  <a:lnTo>
                    <a:pt x="175787" y="523111"/>
                  </a:lnTo>
                  <a:lnTo>
                    <a:pt x="221467" y="535653"/>
                  </a:lnTo>
                  <a:lnTo>
                    <a:pt x="270002" y="540003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9" name="object 99"/>
          <p:cNvGrpSpPr/>
          <p:nvPr/>
        </p:nvGrpSpPr>
        <p:grpSpPr>
          <a:xfrm>
            <a:off x="420877" y="1307731"/>
            <a:ext cx="694690" cy="884555"/>
            <a:chOff x="420877" y="1307731"/>
            <a:chExt cx="694690" cy="884555"/>
          </a:xfrm>
        </p:grpSpPr>
        <p:sp>
          <p:nvSpPr>
            <p:cNvPr id="100" name="object 100"/>
            <p:cNvSpPr/>
            <p:nvPr/>
          </p:nvSpPr>
          <p:spPr>
            <a:xfrm>
              <a:off x="462788" y="1890978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51" y="84696"/>
                  </a:moveTo>
                  <a:lnTo>
                    <a:pt x="212178" y="73355"/>
                  </a:lnTo>
                  <a:lnTo>
                    <a:pt x="172885" y="58508"/>
                  </a:lnTo>
                  <a:lnTo>
                    <a:pt x="137960" y="40170"/>
                  </a:lnTo>
                  <a:lnTo>
                    <a:pt x="100418" y="13106"/>
                  </a:lnTo>
                  <a:lnTo>
                    <a:pt x="92557" y="6985"/>
                  </a:lnTo>
                  <a:lnTo>
                    <a:pt x="85572" y="0"/>
                  </a:lnTo>
                  <a:lnTo>
                    <a:pt x="0" y="223532"/>
                  </a:lnTo>
                  <a:lnTo>
                    <a:pt x="108267" y="218287"/>
                  </a:lnTo>
                  <a:lnTo>
                    <a:pt x="190347" y="296875"/>
                  </a:lnTo>
                  <a:lnTo>
                    <a:pt x="271551" y="84696"/>
                  </a:lnTo>
                  <a:close/>
                </a:path>
                <a:path w="588644" h="301625">
                  <a:moveTo>
                    <a:pt x="588492" y="231381"/>
                  </a:moveTo>
                  <a:lnTo>
                    <a:pt x="509041" y="12230"/>
                  </a:lnTo>
                  <a:lnTo>
                    <a:pt x="502056" y="18338"/>
                  </a:lnTo>
                  <a:lnTo>
                    <a:pt x="486333" y="30568"/>
                  </a:lnTo>
                  <a:lnTo>
                    <a:pt x="476732" y="36677"/>
                  </a:lnTo>
                  <a:lnTo>
                    <a:pt x="466255" y="42786"/>
                  </a:lnTo>
                  <a:lnTo>
                    <a:pt x="455777" y="48031"/>
                  </a:lnTo>
                  <a:lnTo>
                    <a:pt x="444423" y="53263"/>
                  </a:lnTo>
                  <a:lnTo>
                    <a:pt x="432206" y="59372"/>
                  </a:lnTo>
                  <a:lnTo>
                    <a:pt x="392912" y="72478"/>
                  </a:lnTo>
                  <a:lnTo>
                    <a:pt x="349250" y="82080"/>
                  </a:lnTo>
                  <a:lnTo>
                    <a:pt x="333540" y="82956"/>
                  </a:lnTo>
                  <a:lnTo>
                    <a:pt x="317817" y="84696"/>
                  </a:lnTo>
                  <a:lnTo>
                    <a:pt x="397281" y="301231"/>
                  </a:lnTo>
                  <a:lnTo>
                    <a:pt x="479348" y="224396"/>
                  </a:lnTo>
                  <a:lnTo>
                    <a:pt x="588492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20878" y="1307731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70"/>
                  </a:moveTo>
                  <a:lnTo>
                    <a:pt x="0" y="316953"/>
                  </a:lnTo>
                  <a:lnTo>
                    <a:pt x="10477" y="367588"/>
                  </a:lnTo>
                  <a:lnTo>
                    <a:pt x="25323" y="367588"/>
                  </a:lnTo>
                  <a:lnTo>
                    <a:pt x="25323" y="331787"/>
                  </a:lnTo>
                  <a:lnTo>
                    <a:pt x="26200" y="319570"/>
                  </a:lnTo>
                  <a:close/>
                </a:path>
                <a:path w="694690" h="693419">
                  <a:moveTo>
                    <a:pt x="46278" y="461010"/>
                  </a:moveTo>
                  <a:lnTo>
                    <a:pt x="43662" y="455777"/>
                  </a:lnTo>
                  <a:lnTo>
                    <a:pt x="41910" y="449668"/>
                  </a:lnTo>
                  <a:lnTo>
                    <a:pt x="40170" y="444423"/>
                  </a:lnTo>
                  <a:lnTo>
                    <a:pt x="36677" y="432206"/>
                  </a:lnTo>
                  <a:lnTo>
                    <a:pt x="34925" y="426961"/>
                  </a:lnTo>
                  <a:lnTo>
                    <a:pt x="34061" y="420852"/>
                  </a:lnTo>
                  <a:lnTo>
                    <a:pt x="32308" y="415607"/>
                  </a:lnTo>
                  <a:lnTo>
                    <a:pt x="6985" y="420852"/>
                  </a:lnTo>
                  <a:lnTo>
                    <a:pt x="31432" y="466255"/>
                  </a:lnTo>
                  <a:lnTo>
                    <a:pt x="46278" y="461010"/>
                  </a:lnTo>
                  <a:close/>
                </a:path>
                <a:path w="694690" h="693419">
                  <a:moveTo>
                    <a:pt x="48895" y="226148"/>
                  </a:moveTo>
                  <a:lnTo>
                    <a:pt x="24447" y="216535"/>
                  </a:lnTo>
                  <a:lnTo>
                    <a:pt x="20091" y="268058"/>
                  </a:lnTo>
                  <a:lnTo>
                    <a:pt x="34061" y="271551"/>
                  </a:lnTo>
                  <a:lnTo>
                    <a:pt x="35801" y="266306"/>
                  </a:lnTo>
                  <a:lnTo>
                    <a:pt x="39293" y="254088"/>
                  </a:lnTo>
                  <a:lnTo>
                    <a:pt x="41046" y="248843"/>
                  </a:lnTo>
                  <a:lnTo>
                    <a:pt x="42786" y="242735"/>
                  </a:lnTo>
                  <a:lnTo>
                    <a:pt x="46278" y="232257"/>
                  </a:lnTo>
                  <a:lnTo>
                    <a:pt x="48895" y="226148"/>
                  </a:lnTo>
                  <a:close/>
                </a:path>
                <a:path w="694690" h="693419">
                  <a:moveTo>
                    <a:pt x="92557" y="544842"/>
                  </a:moveTo>
                  <a:lnTo>
                    <a:pt x="89065" y="539597"/>
                  </a:lnTo>
                  <a:lnTo>
                    <a:pt x="85572" y="535228"/>
                  </a:lnTo>
                  <a:lnTo>
                    <a:pt x="82080" y="529996"/>
                  </a:lnTo>
                  <a:lnTo>
                    <a:pt x="78587" y="525627"/>
                  </a:lnTo>
                  <a:lnTo>
                    <a:pt x="75095" y="520382"/>
                  </a:lnTo>
                  <a:lnTo>
                    <a:pt x="72478" y="515150"/>
                  </a:lnTo>
                  <a:lnTo>
                    <a:pt x="68986" y="509917"/>
                  </a:lnTo>
                  <a:lnTo>
                    <a:pt x="66357" y="504672"/>
                  </a:lnTo>
                  <a:lnTo>
                    <a:pt x="42786" y="517766"/>
                  </a:lnTo>
                  <a:lnTo>
                    <a:pt x="80327" y="553567"/>
                  </a:lnTo>
                  <a:lnTo>
                    <a:pt x="92557" y="544842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606"/>
                  </a:lnTo>
                  <a:lnTo>
                    <a:pt x="58508" y="174625"/>
                  </a:lnTo>
                  <a:lnTo>
                    <a:pt x="70726" y="182486"/>
                  </a:lnTo>
                  <a:lnTo>
                    <a:pt x="77711" y="172008"/>
                  </a:lnTo>
                  <a:lnTo>
                    <a:pt x="80327" y="166776"/>
                  </a:lnTo>
                  <a:lnTo>
                    <a:pt x="83820" y="162407"/>
                  </a:lnTo>
                  <a:lnTo>
                    <a:pt x="87312" y="157162"/>
                  </a:lnTo>
                  <a:lnTo>
                    <a:pt x="90805" y="152806"/>
                  </a:lnTo>
                  <a:lnTo>
                    <a:pt x="95173" y="148437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200"/>
                  </a:moveTo>
                  <a:lnTo>
                    <a:pt x="157162" y="607695"/>
                  </a:lnTo>
                  <a:lnTo>
                    <a:pt x="151930" y="603338"/>
                  </a:lnTo>
                  <a:lnTo>
                    <a:pt x="147561" y="599846"/>
                  </a:lnTo>
                  <a:lnTo>
                    <a:pt x="142328" y="596353"/>
                  </a:lnTo>
                  <a:lnTo>
                    <a:pt x="137960" y="592861"/>
                  </a:lnTo>
                  <a:lnTo>
                    <a:pt x="133591" y="588492"/>
                  </a:lnTo>
                  <a:lnTo>
                    <a:pt x="129222" y="585000"/>
                  </a:lnTo>
                  <a:lnTo>
                    <a:pt x="124866" y="580631"/>
                  </a:lnTo>
                  <a:lnTo>
                    <a:pt x="106527" y="599846"/>
                  </a:lnTo>
                  <a:lnTo>
                    <a:pt x="152806" y="623417"/>
                  </a:lnTo>
                  <a:lnTo>
                    <a:pt x="161531" y="611200"/>
                  </a:lnTo>
                  <a:close/>
                </a:path>
                <a:path w="694690" h="693419">
                  <a:moveTo>
                    <a:pt x="169392" y="78587"/>
                  </a:moveTo>
                  <a:lnTo>
                    <a:pt x="155422" y="57632"/>
                  </a:lnTo>
                  <a:lnTo>
                    <a:pt x="122237" y="96926"/>
                  </a:lnTo>
                  <a:lnTo>
                    <a:pt x="131851" y="108267"/>
                  </a:lnTo>
                  <a:lnTo>
                    <a:pt x="137083" y="103911"/>
                  </a:lnTo>
                  <a:lnTo>
                    <a:pt x="141452" y="100406"/>
                  </a:lnTo>
                  <a:lnTo>
                    <a:pt x="145821" y="96050"/>
                  </a:lnTo>
                  <a:lnTo>
                    <a:pt x="150177" y="92557"/>
                  </a:lnTo>
                  <a:lnTo>
                    <a:pt x="155422" y="89065"/>
                  </a:lnTo>
                  <a:lnTo>
                    <a:pt x="159791" y="85572"/>
                  </a:lnTo>
                  <a:lnTo>
                    <a:pt x="165023" y="82080"/>
                  </a:lnTo>
                  <a:lnTo>
                    <a:pt x="169392" y="78587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95" y="652233"/>
                  </a:lnTo>
                  <a:lnTo>
                    <a:pt x="235750" y="649617"/>
                  </a:lnTo>
                  <a:lnTo>
                    <a:pt x="230505" y="647865"/>
                  </a:lnTo>
                  <a:lnTo>
                    <a:pt x="224396" y="645248"/>
                  </a:lnTo>
                  <a:lnTo>
                    <a:pt x="219163" y="643496"/>
                  </a:lnTo>
                  <a:lnTo>
                    <a:pt x="213918" y="640880"/>
                  </a:lnTo>
                  <a:lnTo>
                    <a:pt x="207810" y="638263"/>
                  </a:lnTo>
                  <a:lnTo>
                    <a:pt x="202565" y="635635"/>
                  </a:lnTo>
                  <a:lnTo>
                    <a:pt x="191223" y="659218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093"/>
                  </a:lnTo>
                  <a:lnTo>
                    <a:pt x="206933" y="41033"/>
                  </a:lnTo>
                  <a:lnTo>
                    <a:pt x="212178" y="55016"/>
                  </a:lnTo>
                  <a:lnTo>
                    <a:pt x="218287" y="53263"/>
                  </a:lnTo>
                  <a:lnTo>
                    <a:pt x="228765" y="48018"/>
                  </a:lnTo>
                  <a:lnTo>
                    <a:pt x="234873" y="46278"/>
                  </a:lnTo>
                  <a:lnTo>
                    <a:pt x="240118" y="43662"/>
                  </a:lnTo>
                  <a:lnTo>
                    <a:pt x="245351" y="41910"/>
                  </a:lnTo>
                  <a:lnTo>
                    <a:pt x="251460" y="40170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96"/>
                  </a:moveTo>
                  <a:lnTo>
                    <a:pt x="329171" y="669696"/>
                  </a:lnTo>
                  <a:lnTo>
                    <a:pt x="323938" y="668820"/>
                  </a:lnTo>
                  <a:lnTo>
                    <a:pt x="317830" y="667943"/>
                  </a:lnTo>
                  <a:lnTo>
                    <a:pt x="311708" y="667943"/>
                  </a:lnTo>
                  <a:lnTo>
                    <a:pt x="305600" y="667080"/>
                  </a:lnTo>
                  <a:lnTo>
                    <a:pt x="300367" y="666203"/>
                  </a:lnTo>
                  <a:lnTo>
                    <a:pt x="294246" y="665327"/>
                  </a:lnTo>
                  <a:lnTo>
                    <a:pt x="289877" y="691527"/>
                  </a:lnTo>
                  <a:lnTo>
                    <a:pt x="340525" y="684542"/>
                  </a:lnTo>
                  <a:lnTo>
                    <a:pt x="341401" y="669696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83" y="13970"/>
                  </a:lnTo>
                  <a:lnTo>
                    <a:pt x="304723" y="28816"/>
                  </a:lnTo>
                  <a:lnTo>
                    <a:pt x="316953" y="27076"/>
                  </a:lnTo>
                  <a:lnTo>
                    <a:pt x="323062" y="27076"/>
                  </a:lnTo>
                  <a:lnTo>
                    <a:pt x="329171" y="26200"/>
                  </a:lnTo>
                  <a:lnTo>
                    <a:pt x="352755" y="26200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55" y="671436"/>
                  </a:moveTo>
                  <a:lnTo>
                    <a:pt x="436575" y="657466"/>
                  </a:lnTo>
                  <a:lnTo>
                    <a:pt x="430453" y="659218"/>
                  </a:lnTo>
                  <a:lnTo>
                    <a:pt x="425221" y="660082"/>
                  </a:lnTo>
                  <a:lnTo>
                    <a:pt x="419112" y="661835"/>
                  </a:lnTo>
                  <a:lnTo>
                    <a:pt x="412991" y="662711"/>
                  </a:lnTo>
                  <a:lnTo>
                    <a:pt x="406882" y="664451"/>
                  </a:lnTo>
                  <a:lnTo>
                    <a:pt x="401637" y="665327"/>
                  </a:lnTo>
                  <a:lnTo>
                    <a:pt x="389420" y="667080"/>
                  </a:lnTo>
                  <a:lnTo>
                    <a:pt x="392912" y="693267"/>
                  </a:lnTo>
                  <a:lnTo>
                    <a:pt x="440055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22"/>
                  </a:lnTo>
                  <a:lnTo>
                    <a:pt x="401637" y="30556"/>
                  </a:lnTo>
                  <a:lnTo>
                    <a:pt x="406882" y="31432"/>
                  </a:lnTo>
                  <a:lnTo>
                    <a:pt x="412991" y="33185"/>
                  </a:lnTo>
                  <a:lnTo>
                    <a:pt x="419112" y="34061"/>
                  </a:lnTo>
                  <a:lnTo>
                    <a:pt x="424345" y="34925"/>
                  </a:lnTo>
                  <a:lnTo>
                    <a:pt x="430453" y="36677"/>
                  </a:lnTo>
                  <a:lnTo>
                    <a:pt x="435698" y="38417"/>
                  </a:lnTo>
                  <a:lnTo>
                    <a:pt x="441807" y="40170"/>
                  </a:lnTo>
                  <a:lnTo>
                    <a:pt x="447052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72" y="629526"/>
                  </a:moveTo>
                  <a:lnTo>
                    <a:pt x="523011" y="617308"/>
                  </a:lnTo>
                  <a:lnTo>
                    <a:pt x="518642" y="619925"/>
                  </a:lnTo>
                  <a:lnTo>
                    <a:pt x="513410" y="623417"/>
                  </a:lnTo>
                  <a:lnTo>
                    <a:pt x="508165" y="626033"/>
                  </a:lnTo>
                  <a:lnTo>
                    <a:pt x="502932" y="629526"/>
                  </a:lnTo>
                  <a:lnTo>
                    <a:pt x="487210" y="637387"/>
                  </a:lnTo>
                  <a:lnTo>
                    <a:pt x="481101" y="640003"/>
                  </a:lnTo>
                  <a:lnTo>
                    <a:pt x="492442" y="663587"/>
                  </a:lnTo>
                  <a:lnTo>
                    <a:pt x="530872" y="629526"/>
                  </a:lnTo>
                  <a:close/>
                </a:path>
                <a:path w="694690" h="693419">
                  <a:moveTo>
                    <a:pt x="548335" y="63741"/>
                  </a:moveTo>
                  <a:lnTo>
                    <a:pt x="499440" y="47155"/>
                  </a:lnTo>
                  <a:lnTo>
                    <a:pt x="491578" y="60248"/>
                  </a:lnTo>
                  <a:lnTo>
                    <a:pt x="497687" y="63741"/>
                  </a:lnTo>
                  <a:lnTo>
                    <a:pt x="508165" y="68986"/>
                  </a:lnTo>
                  <a:lnTo>
                    <a:pt x="512533" y="72478"/>
                  </a:lnTo>
                  <a:lnTo>
                    <a:pt x="517766" y="75095"/>
                  </a:lnTo>
                  <a:lnTo>
                    <a:pt x="528243" y="82080"/>
                  </a:lnTo>
                  <a:lnTo>
                    <a:pt x="532612" y="85572"/>
                  </a:lnTo>
                  <a:lnTo>
                    <a:pt x="548335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08" y="557936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53" y="579767"/>
                  </a:lnTo>
                  <a:lnTo>
                    <a:pt x="565797" y="583247"/>
                  </a:lnTo>
                  <a:lnTo>
                    <a:pt x="561428" y="587616"/>
                  </a:lnTo>
                  <a:lnTo>
                    <a:pt x="578891" y="606831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41" y="136207"/>
                  </a:moveTo>
                  <a:lnTo>
                    <a:pt x="580631" y="105651"/>
                  </a:lnTo>
                  <a:lnTo>
                    <a:pt x="570153" y="116128"/>
                  </a:lnTo>
                  <a:lnTo>
                    <a:pt x="583260" y="129222"/>
                  </a:lnTo>
                  <a:lnTo>
                    <a:pt x="586752" y="133591"/>
                  </a:lnTo>
                  <a:lnTo>
                    <a:pt x="591108" y="137960"/>
                  </a:lnTo>
                  <a:lnTo>
                    <a:pt x="598093" y="146685"/>
                  </a:lnTo>
                  <a:lnTo>
                    <a:pt x="601586" y="151930"/>
                  </a:lnTo>
                  <a:lnTo>
                    <a:pt x="622541" y="136207"/>
                  </a:lnTo>
                  <a:close/>
                </a:path>
                <a:path w="694690" h="693419">
                  <a:moveTo>
                    <a:pt x="657466" y="476732"/>
                  </a:moveTo>
                  <a:lnTo>
                    <a:pt x="643496" y="470623"/>
                  </a:lnTo>
                  <a:lnTo>
                    <a:pt x="641756" y="476732"/>
                  </a:lnTo>
                  <a:lnTo>
                    <a:pt x="628662" y="502920"/>
                  </a:lnTo>
                  <a:lnTo>
                    <a:pt x="625170" y="508165"/>
                  </a:lnTo>
                  <a:lnTo>
                    <a:pt x="622541" y="513397"/>
                  </a:lnTo>
                  <a:lnTo>
                    <a:pt x="645248" y="527380"/>
                  </a:lnTo>
                  <a:lnTo>
                    <a:pt x="657466" y="476732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78"/>
                  </a:lnTo>
                  <a:lnTo>
                    <a:pt x="628662" y="192087"/>
                  </a:lnTo>
                  <a:lnTo>
                    <a:pt x="631278" y="198208"/>
                  </a:lnTo>
                  <a:lnTo>
                    <a:pt x="634771" y="203441"/>
                  </a:lnTo>
                  <a:lnTo>
                    <a:pt x="636511" y="208686"/>
                  </a:lnTo>
                  <a:lnTo>
                    <a:pt x="641756" y="219163"/>
                  </a:lnTo>
                  <a:lnTo>
                    <a:pt x="643496" y="224396"/>
                  </a:lnTo>
                  <a:lnTo>
                    <a:pt x="646125" y="230505"/>
                  </a:lnTo>
                  <a:lnTo>
                    <a:pt x="647865" y="235750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81913" y="379818"/>
                  </a:lnTo>
                  <a:lnTo>
                    <a:pt x="667080" y="378066"/>
                  </a:lnTo>
                  <a:lnTo>
                    <a:pt x="665327" y="390296"/>
                  </a:lnTo>
                  <a:lnTo>
                    <a:pt x="664451" y="401637"/>
                  </a:lnTo>
                  <a:lnTo>
                    <a:pt x="661835" y="412991"/>
                  </a:lnTo>
                  <a:lnTo>
                    <a:pt x="659218" y="425221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75805" y="279400"/>
                  </a:lnTo>
                  <a:lnTo>
                    <a:pt x="661835" y="282028"/>
                  </a:lnTo>
                  <a:lnTo>
                    <a:pt x="664451" y="294246"/>
                  </a:lnTo>
                  <a:lnTo>
                    <a:pt x="665327" y="305600"/>
                  </a:lnTo>
                  <a:lnTo>
                    <a:pt x="667080" y="317817"/>
                  </a:lnTo>
                  <a:lnTo>
                    <a:pt x="667943" y="329171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20878" y="1307731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07"/>
                  </a:moveTo>
                  <a:lnTo>
                    <a:pt x="29692" y="403390"/>
                  </a:lnTo>
                  <a:lnTo>
                    <a:pt x="27940" y="392036"/>
                  </a:lnTo>
                  <a:lnTo>
                    <a:pt x="26200" y="367588"/>
                  </a:lnTo>
                  <a:lnTo>
                    <a:pt x="10477" y="368465"/>
                  </a:lnTo>
                  <a:lnTo>
                    <a:pt x="6985" y="420852"/>
                  </a:lnTo>
                  <a:lnTo>
                    <a:pt x="32308" y="415607"/>
                  </a:lnTo>
                  <a:close/>
                </a:path>
                <a:path w="694690" h="693419">
                  <a:moveTo>
                    <a:pt x="34061" y="272415"/>
                  </a:moveTo>
                  <a:lnTo>
                    <a:pt x="20091" y="268058"/>
                  </a:lnTo>
                  <a:lnTo>
                    <a:pt x="0" y="316953"/>
                  </a:lnTo>
                  <a:lnTo>
                    <a:pt x="26200" y="319570"/>
                  </a:lnTo>
                  <a:lnTo>
                    <a:pt x="27940" y="308216"/>
                  </a:lnTo>
                  <a:lnTo>
                    <a:pt x="31432" y="283768"/>
                  </a:lnTo>
                  <a:lnTo>
                    <a:pt x="34061" y="272415"/>
                  </a:lnTo>
                  <a:close/>
                </a:path>
                <a:path w="694690" h="693419">
                  <a:moveTo>
                    <a:pt x="66357" y="505548"/>
                  </a:moveTo>
                  <a:lnTo>
                    <a:pt x="63741" y="499440"/>
                  </a:lnTo>
                  <a:lnTo>
                    <a:pt x="60248" y="494195"/>
                  </a:lnTo>
                  <a:lnTo>
                    <a:pt x="52387" y="478472"/>
                  </a:lnTo>
                  <a:lnTo>
                    <a:pt x="50647" y="472363"/>
                  </a:lnTo>
                  <a:lnTo>
                    <a:pt x="48031" y="467131"/>
                  </a:lnTo>
                  <a:lnTo>
                    <a:pt x="46278" y="461010"/>
                  </a:lnTo>
                  <a:lnTo>
                    <a:pt x="31432" y="466255"/>
                  </a:lnTo>
                  <a:lnTo>
                    <a:pt x="42786" y="517766"/>
                  </a:lnTo>
                  <a:lnTo>
                    <a:pt x="66357" y="505548"/>
                  </a:lnTo>
                  <a:close/>
                </a:path>
                <a:path w="694690" h="693419">
                  <a:moveTo>
                    <a:pt x="70726" y="183362"/>
                  </a:moveTo>
                  <a:lnTo>
                    <a:pt x="57632" y="175501"/>
                  </a:lnTo>
                  <a:lnTo>
                    <a:pt x="24447" y="216535"/>
                  </a:lnTo>
                  <a:lnTo>
                    <a:pt x="48895" y="226148"/>
                  </a:lnTo>
                  <a:lnTo>
                    <a:pt x="51523" y="220903"/>
                  </a:lnTo>
                  <a:lnTo>
                    <a:pt x="53263" y="214795"/>
                  </a:lnTo>
                  <a:lnTo>
                    <a:pt x="56756" y="209550"/>
                  </a:lnTo>
                  <a:lnTo>
                    <a:pt x="58508" y="204317"/>
                  </a:lnTo>
                  <a:lnTo>
                    <a:pt x="62001" y="199072"/>
                  </a:lnTo>
                  <a:lnTo>
                    <a:pt x="67233" y="188595"/>
                  </a:lnTo>
                  <a:lnTo>
                    <a:pt x="70726" y="183362"/>
                  </a:lnTo>
                  <a:close/>
                </a:path>
                <a:path w="694690" h="693419">
                  <a:moveTo>
                    <a:pt x="124866" y="580631"/>
                  </a:moveTo>
                  <a:lnTo>
                    <a:pt x="120497" y="577138"/>
                  </a:lnTo>
                  <a:lnTo>
                    <a:pt x="116128" y="572770"/>
                  </a:lnTo>
                  <a:lnTo>
                    <a:pt x="111760" y="567537"/>
                  </a:lnTo>
                  <a:lnTo>
                    <a:pt x="108267" y="563168"/>
                  </a:lnTo>
                  <a:lnTo>
                    <a:pt x="99542" y="554443"/>
                  </a:lnTo>
                  <a:lnTo>
                    <a:pt x="96050" y="550075"/>
                  </a:lnTo>
                  <a:lnTo>
                    <a:pt x="92557" y="544842"/>
                  </a:lnTo>
                  <a:lnTo>
                    <a:pt x="80327" y="553567"/>
                  </a:lnTo>
                  <a:lnTo>
                    <a:pt x="106527" y="599846"/>
                  </a:lnTo>
                  <a:lnTo>
                    <a:pt x="124866" y="580631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26"/>
                  </a:lnTo>
                  <a:lnTo>
                    <a:pt x="78587" y="126606"/>
                  </a:lnTo>
                  <a:lnTo>
                    <a:pt x="97790" y="143192"/>
                  </a:lnTo>
                  <a:lnTo>
                    <a:pt x="106527" y="134467"/>
                  </a:lnTo>
                  <a:lnTo>
                    <a:pt x="110020" y="130098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32" y="633018"/>
                  </a:lnTo>
                  <a:lnTo>
                    <a:pt x="186855" y="627786"/>
                  </a:lnTo>
                  <a:lnTo>
                    <a:pt x="181610" y="624293"/>
                  </a:lnTo>
                  <a:lnTo>
                    <a:pt x="177253" y="620801"/>
                  </a:lnTo>
                  <a:lnTo>
                    <a:pt x="172008" y="618172"/>
                  </a:lnTo>
                  <a:lnTo>
                    <a:pt x="161531" y="611200"/>
                  </a:lnTo>
                  <a:lnTo>
                    <a:pt x="152806" y="623417"/>
                  </a:lnTo>
                  <a:lnTo>
                    <a:pt x="191223" y="659218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70" y="41910"/>
                  </a:lnTo>
                  <a:lnTo>
                    <a:pt x="155422" y="56756"/>
                  </a:lnTo>
                  <a:lnTo>
                    <a:pt x="169392" y="78587"/>
                  </a:lnTo>
                  <a:lnTo>
                    <a:pt x="174625" y="75095"/>
                  </a:lnTo>
                  <a:lnTo>
                    <a:pt x="185102" y="69850"/>
                  </a:lnTo>
                  <a:lnTo>
                    <a:pt x="190347" y="66357"/>
                  </a:lnTo>
                  <a:lnTo>
                    <a:pt x="200825" y="61125"/>
                  </a:lnTo>
                  <a:lnTo>
                    <a:pt x="206933" y="58496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27"/>
                  </a:moveTo>
                  <a:lnTo>
                    <a:pt x="282028" y="663587"/>
                  </a:lnTo>
                  <a:lnTo>
                    <a:pt x="276783" y="661835"/>
                  </a:lnTo>
                  <a:lnTo>
                    <a:pt x="270675" y="660082"/>
                  </a:lnTo>
                  <a:lnTo>
                    <a:pt x="264566" y="659218"/>
                  </a:lnTo>
                  <a:lnTo>
                    <a:pt x="258457" y="657466"/>
                  </a:lnTo>
                  <a:lnTo>
                    <a:pt x="253212" y="655726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77" y="691527"/>
                  </a:lnTo>
                  <a:lnTo>
                    <a:pt x="294246" y="665327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83" y="13970"/>
                  </a:lnTo>
                  <a:lnTo>
                    <a:pt x="249720" y="13093"/>
                  </a:lnTo>
                  <a:lnTo>
                    <a:pt x="256705" y="38417"/>
                  </a:lnTo>
                  <a:lnTo>
                    <a:pt x="268922" y="34925"/>
                  </a:lnTo>
                  <a:lnTo>
                    <a:pt x="275043" y="34061"/>
                  </a:lnTo>
                  <a:lnTo>
                    <a:pt x="280276" y="32308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80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96"/>
                  </a:lnTo>
                  <a:lnTo>
                    <a:pt x="341401" y="669696"/>
                  </a:lnTo>
                  <a:lnTo>
                    <a:pt x="341401" y="684542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22"/>
                  </a:moveTo>
                  <a:lnTo>
                    <a:pt x="353618" y="0"/>
                  </a:lnTo>
                  <a:lnTo>
                    <a:pt x="352755" y="26200"/>
                  </a:lnTo>
                  <a:lnTo>
                    <a:pt x="364096" y="26200"/>
                  </a:lnTo>
                  <a:lnTo>
                    <a:pt x="370217" y="27076"/>
                  </a:lnTo>
                  <a:lnTo>
                    <a:pt x="376326" y="27076"/>
                  </a:lnTo>
                  <a:lnTo>
                    <a:pt x="400773" y="30556"/>
                  </a:lnTo>
                  <a:lnTo>
                    <a:pt x="403390" y="15722"/>
                  </a:lnTo>
                  <a:close/>
                </a:path>
                <a:path w="694690" h="693419">
                  <a:moveTo>
                    <a:pt x="492442" y="663587"/>
                  </a:moveTo>
                  <a:lnTo>
                    <a:pt x="481101" y="640003"/>
                  </a:lnTo>
                  <a:lnTo>
                    <a:pt x="470623" y="645248"/>
                  </a:lnTo>
                  <a:lnTo>
                    <a:pt x="465378" y="646988"/>
                  </a:lnTo>
                  <a:lnTo>
                    <a:pt x="459270" y="649617"/>
                  </a:lnTo>
                  <a:lnTo>
                    <a:pt x="454037" y="651357"/>
                  </a:lnTo>
                  <a:lnTo>
                    <a:pt x="447916" y="653097"/>
                  </a:lnTo>
                  <a:lnTo>
                    <a:pt x="442683" y="654850"/>
                  </a:lnTo>
                  <a:lnTo>
                    <a:pt x="436575" y="656602"/>
                  </a:lnTo>
                  <a:lnTo>
                    <a:pt x="440055" y="671436"/>
                  </a:lnTo>
                  <a:lnTo>
                    <a:pt x="492442" y="663587"/>
                  </a:lnTo>
                  <a:close/>
                </a:path>
                <a:path w="694690" h="693419">
                  <a:moveTo>
                    <a:pt x="498563" y="47155"/>
                  </a:moveTo>
                  <a:lnTo>
                    <a:pt x="455777" y="17462"/>
                  </a:lnTo>
                  <a:lnTo>
                    <a:pt x="447052" y="41910"/>
                  </a:lnTo>
                  <a:lnTo>
                    <a:pt x="453161" y="43662"/>
                  </a:lnTo>
                  <a:lnTo>
                    <a:pt x="459270" y="46278"/>
                  </a:lnTo>
                  <a:lnTo>
                    <a:pt x="464515" y="48018"/>
                  </a:lnTo>
                  <a:lnTo>
                    <a:pt x="469747" y="50647"/>
                  </a:lnTo>
                  <a:lnTo>
                    <a:pt x="475856" y="53263"/>
                  </a:lnTo>
                  <a:lnTo>
                    <a:pt x="481101" y="55016"/>
                  </a:lnTo>
                  <a:lnTo>
                    <a:pt x="491578" y="60248"/>
                  </a:lnTo>
                  <a:lnTo>
                    <a:pt x="498563" y="47155"/>
                  </a:lnTo>
                  <a:close/>
                </a:path>
                <a:path w="694690" h="693419">
                  <a:moveTo>
                    <a:pt x="578891" y="606831"/>
                  </a:moveTo>
                  <a:lnTo>
                    <a:pt x="561428" y="587616"/>
                  </a:lnTo>
                  <a:lnTo>
                    <a:pt x="557060" y="591985"/>
                  </a:lnTo>
                  <a:lnTo>
                    <a:pt x="552691" y="595477"/>
                  </a:lnTo>
                  <a:lnTo>
                    <a:pt x="547458" y="598970"/>
                  </a:lnTo>
                  <a:lnTo>
                    <a:pt x="543090" y="602462"/>
                  </a:lnTo>
                  <a:lnTo>
                    <a:pt x="537857" y="606831"/>
                  </a:lnTo>
                  <a:lnTo>
                    <a:pt x="533488" y="609447"/>
                  </a:lnTo>
                  <a:lnTo>
                    <a:pt x="523011" y="616432"/>
                  </a:lnTo>
                  <a:lnTo>
                    <a:pt x="531736" y="629526"/>
                  </a:lnTo>
                  <a:lnTo>
                    <a:pt x="578891" y="606831"/>
                  </a:lnTo>
                  <a:close/>
                </a:path>
                <a:path w="694690" h="693419">
                  <a:moveTo>
                    <a:pt x="580631" y="105651"/>
                  </a:moveTo>
                  <a:lnTo>
                    <a:pt x="548335" y="63741"/>
                  </a:lnTo>
                  <a:lnTo>
                    <a:pt x="532612" y="85572"/>
                  </a:lnTo>
                  <a:lnTo>
                    <a:pt x="537857" y="89065"/>
                  </a:lnTo>
                  <a:lnTo>
                    <a:pt x="542213" y="92557"/>
                  </a:lnTo>
                  <a:lnTo>
                    <a:pt x="547458" y="96050"/>
                  </a:lnTo>
                  <a:lnTo>
                    <a:pt x="551827" y="99542"/>
                  </a:lnTo>
                  <a:lnTo>
                    <a:pt x="557060" y="103911"/>
                  </a:lnTo>
                  <a:lnTo>
                    <a:pt x="561428" y="108267"/>
                  </a:lnTo>
                  <a:lnTo>
                    <a:pt x="565797" y="111760"/>
                  </a:lnTo>
                  <a:lnTo>
                    <a:pt x="570153" y="116128"/>
                  </a:lnTo>
                  <a:lnTo>
                    <a:pt x="580631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41" y="136207"/>
                  </a:lnTo>
                  <a:lnTo>
                    <a:pt x="601586" y="151930"/>
                  </a:lnTo>
                  <a:lnTo>
                    <a:pt x="605955" y="156298"/>
                  </a:lnTo>
                  <a:lnTo>
                    <a:pt x="609447" y="161531"/>
                  </a:lnTo>
                  <a:lnTo>
                    <a:pt x="612063" y="166776"/>
                  </a:lnTo>
                  <a:lnTo>
                    <a:pt x="615556" y="171132"/>
                  </a:lnTo>
                  <a:lnTo>
                    <a:pt x="619048" y="177253"/>
                  </a:lnTo>
                  <a:lnTo>
                    <a:pt x="622541" y="181610"/>
                  </a:lnTo>
                  <a:lnTo>
                    <a:pt x="625170" y="186855"/>
                  </a:lnTo>
                  <a:lnTo>
                    <a:pt x="628662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80"/>
                  </a:moveTo>
                  <a:lnTo>
                    <a:pt x="622541" y="513397"/>
                  </a:lnTo>
                  <a:lnTo>
                    <a:pt x="619925" y="518642"/>
                  </a:lnTo>
                  <a:lnTo>
                    <a:pt x="612940" y="529120"/>
                  </a:lnTo>
                  <a:lnTo>
                    <a:pt x="609447" y="533488"/>
                  </a:lnTo>
                  <a:lnTo>
                    <a:pt x="605955" y="538721"/>
                  </a:lnTo>
                  <a:lnTo>
                    <a:pt x="602462" y="543090"/>
                  </a:lnTo>
                  <a:lnTo>
                    <a:pt x="598093" y="548322"/>
                  </a:lnTo>
                  <a:lnTo>
                    <a:pt x="594601" y="552691"/>
                  </a:lnTo>
                  <a:lnTo>
                    <a:pt x="605955" y="562305"/>
                  </a:lnTo>
                  <a:lnTo>
                    <a:pt x="645248" y="527380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88" y="227012"/>
                  </a:lnTo>
                  <a:lnTo>
                    <a:pt x="647865" y="235750"/>
                  </a:lnTo>
                  <a:lnTo>
                    <a:pt x="650481" y="240982"/>
                  </a:lnTo>
                  <a:lnTo>
                    <a:pt x="653973" y="253212"/>
                  </a:lnTo>
                  <a:lnTo>
                    <a:pt x="655726" y="258445"/>
                  </a:lnTo>
                  <a:lnTo>
                    <a:pt x="659218" y="270675"/>
                  </a:lnTo>
                  <a:lnTo>
                    <a:pt x="660095" y="275907"/>
                  </a:lnTo>
                  <a:lnTo>
                    <a:pt x="661835" y="282028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59218" y="425221"/>
                  </a:lnTo>
                  <a:lnTo>
                    <a:pt x="657466" y="430453"/>
                  </a:lnTo>
                  <a:lnTo>
                    <a:pt x="653973" y="442683"/>
                  </a:lnTo>
                  <a:lnTo>
                    <a:pt x="652233" y="447916"/>
                  </a:lnTo>
                  <a:lnTo>
                    <a:pt x="650481" y="454025"/>
                  </a:lnTo>
                  <a:lnTo>
                    <a:pt x="648741" y="459270"/>
                  </a:lnTo>
                  <a:lnTo>
                    <a:pt x="646125" y="465378"/>
                  </a:lnTo>
                  <a:lnTo>
                    <a:pt x="643496" y="470623"/>
                  </a:lnTo>
                  <a:lnTo>
                    <a:pt x="657466" y="476732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67943" y="329171"/>
                  </a:lnTo>
                  <a:lnTo>
                    <a:pt x="668820" y="341401"/>
                  </a:lnTo>
                  <a:lnTo>
                    <a:pt x="668820" y="353618"/>
                  </a:lnTo>
                  <a:lnTo>
                    <a:pt x="667080" y="378066"/>
                  </a:lnTo>
                  <a:lnTo>
                    <a:pt x="681913" y="379818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6309415" y="5061143"/>
            <a:ext cx="234950" cy="443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750" b="1" spc="70" dirty="0">
                <a:solidFill>
                  <a:srgbClr val="FFFFFC"/>
                </a:solidFill>
                <a:latin typeface="Gill Sans MT"/>
                <a:cs typeface="Gill Sans MT"/>
              </a:rPr>
              <a:t>2</a:t>
            </a:r>
            <a:endParaRPr sz="2750">
              <a:latin typeface="Gill Sans MT"/>
              <a:cs typeface="Gill Sans MT"/>
            </a:endParaRPr>
          </a:p>
        </p:txBody>
      </p:sp>
      <p:sp>
        <p:nvSpPr>
          <p:cNvPr id="106" name="object 10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©2000</a:t>
            </a:r>
            <a:r>
              <a:rPr spc="75" dirty="0"/>
              <a:t> </a:t>
            </a:r>
            <a:r>
              <a:rPr spc="-10" dirty="0"/>
              <a:t>HOSCH</a:t>
            </a:r>
          </a:p>
        </p:txBody>
      </p:sp>
      <p:sp>
        <p:nvSpPr>
          <p:cNvPr id="107" name="object 107"/>
          <p:cNvSpPr txBox="1"/>
          <p:nvPr/>
        </p:nvSpPr>
        <p:spPr>
          <a:xfrm>
            <a:off x="9146966" y="7295115"/>
            <a:ext cx="1200150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4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II</a:t>
            </a:r>
            <a:r>
              <a:rPr sz="600" spc="4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0827T</a:t>
            </a:r>
            <a:r>
              <a:rPr sz="600" spc="4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20000626</a:t>
            </a:r>
            <a:r>
              <a:rPr sz="600" spc="4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4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349413" y="458722"/>
            <a:ext cx="4510405" cy="17881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z="2400" b="1" dirty="0">
                <a:latin typeface="Gill Sans MT"/>
                <a:cs typeface="Gill Sans MT"/>
              </a:rPr>
              <a:t>Scraper</a:t>
            </a:r>
            <a:r>
              <a:rPr sz="2400" b="1" spc="-114" dirty="0">
                <a:latin typeface="Gill Sans MT"/>
                <a:cs typeface="Gill Sans MT"/>
              </a:rPr>
              <a:t> </a:t>
            </a:r>
            <a:r>
              <a:rPr sz="2400" b="1" spc="-50" dirty="0">
                <a:latin typeface="Gill Sans MT"/>
                <a:cs typeface="Gill Sans MT"/>
              </a:rPr>
              <a:t>Type</a:t>
            </a:r>
            <a:r>
              <a:rPr sz="2400" b="1" spc="-114" dirty="0">
                <a:latin typeface="Gill Sans MT"/>
                <a:cs typeface="Gill Sans MT"/>
              </a:rPr>
              <a:t> </a:t>
            </a:r>
            <a:r>
              <a:rPr sz="2400" b="1" dirty="0">
                <a:latin typeface="Gill Sans MT"/>
                <a:cs typeface="Gill Sans MT"/>
              </a:rPr>
              <a:t>B6</a:t>
            </a:r>
            <a:r>
              <a:rPr sz="2400" b="1" spc="-110" dirty="0">
                <a:latin typeface="Gill Sans MT"/>
                <a:cs typeface="Gill Sans MT"/>
              </a:rPr>
              <a:t> </a:t>
            </a:r>
            <a:r>
              <a:rPr sz="2400" b="1" dirty="0">
                <a:latin typeface="Gill Sans MT"/>
                <a:cs typeface="Gill Sans MT"/>
              </a:rPr>
              <a:t>+</a:t>
            </a:r>
            <a:r>
              <a:rPr sz="2400" b="1" spc="-114" dirty="0">
                <a:latin typeface="Gill Sans MT"/>
                <a:cs typeface="Gill Sans MT"/>
              </a:rPr>
              <a:t> </a:t>
            </a:r>
            <a:r>
              <a:rPr sz="2400" b="1" spc="-20" dirty="0">
                <a:latin typeface="Gill Sans MT"/>
                <a:cs typeface="Gill Sans MT"/>
              </a:rPr>
              <a:t>PEM*</a:t>
            </a:r>
            <a:r>
              <a:rPr sz="2400" b="1" spc="-110" dirty="0">
                <a:latin typeface="Gill Sans MT"/>
                <a:cs typeface="Gill Sans MT"/>
              </a:rPr>
              <a:t> </a:t>
            </a:r>
            <a:r>
              <a:rPr sz="2400" b="1" spc="-50" dirty="0">
                <a:latin typeface="Gill Sans MT"/>
                <a:cs typeface="Gill Sans MT"/>
              </a:rPr>
              <a:t>- </a:t>
            </a:r>
            <a:r>
              <a:rPr sz="2400" b="1" dirty="0">
                <a:latin typeface="Gill Sans MT"/>
                <a:cs typeface="Gill Sans MT"/>
              </a:rPr>
              <a:t>Prepare</a:t>
            </a:r>
            <a:r>
              <a:rPr sz="2400" b="1" spc="-5" dirty="0">
                <a:latin typeface="Gill Sans MT"/>
                <a:cs typeface="Gill Sans MT"/>
              </a:rPr>
              <a:t> </a:t>
            </a:r>
            <a:r>
              <a:rPr sz="2400" b="1" dirty="0">
                <a:latin typeface="Gill Sans MT"/>
                <a:cs typeface="Gill Sans MT"/>
              </a:rPr>
              <a:t>scraper for </a:t>
            </a:r>
            <a:r>
              <a:rPr sz="2400" b="1" spc="-10" dirty="0">
                <a:latin typeface="Gill Sans MT"/>
                <a:cs typeface="Gill Sans MT"/>
              </a:rPr>
              <a:t>installation</a:t>
            </a:r>
            <a:endParaRPr sz="2400">
              <a:latin typeface="Gill Sans MT"/>
              <a:cs typeface="Gill Sans MT"/>
            </a:endParaRPr>
          </a:p>
          <a:p>
            <a:pPr marR="3665220" algn="ctr">
              <a:lnSpc>
                <a:spcPts val="3615"/>
              </a:lnSpc>
              <a:spcBef>
                <a:spcPts val="1410"/>
              </a:spcBef>
            </a:pPr>
            <a:r>
              <a:rPr sz="3200" b="1" spc="90" dirty="0">
                <a:latin typeface="Gill Sans MT"/>
                <a:cs typeface="Gill Sans MT"/>
              </a:rPr>
              <a:t>6</a:t>
            </a:r>
            <a:endParaRPr sz="3200">
              <a:latin typeface="Gill Sans MT"/>
              <a:cs typeface="Gill Sans MT"/>
            </a:endParaRPr>
          </a:p>
          <a:p>
            <a:pPr marL="1091565" algn="ctr">
              <a:lnSpc>
                <a:spcPts val="3075"/>
              </a:lnSpc>
            </a:pPr>
            <a:r>
              <a:rPr sz="2750" b="1" spc="70" dirty="0">
                <a:solidFill>
                  <a:srgbClr val="FFFFFC"/>
                </a:solidFill>
                <a:latin typeface="Gill Sans MT"/>
                <a:cs typeface="Gill Sans MT"/>
              </a:rPr>
              <a:t>1</a:t>
            </a:r>
            <a:endParaRPr sz="2750">
              <a:latin typeface="Gill Sans MT"/>
              <a:cs typeface="Gill Sans MT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347009" y="6819315"/>
            <a:ext cx="69405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90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r>
              <a:rPr sz="600" spc="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Parallel</a:t>
            </a:r>
            <a:r>
              <a:rPr sz="600" spc="3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elasto-</a:t>
            </a:r>
            <a:r>
              <a:rPr sz="600" spc="-35" dirty="0">
                <a:solidFill>
                  <a:srgbClr val="231F20"/>
                </a:solidFill>
                <a:latin typeface="Gill Sans MT"/>
                <a:cs typeface="Gill Sans MT"/>
              </a:rPr>
              <a:t>mount</a:t>
            </a:r>
            <a:endParaRPr sz="600">
              <a:latin typeface="Gill Sans MT"/>
              <a:cs typeface="Gill Sans MT"/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846CE86-ED45-8941-4415-992E1B608278}"/>
              </a:ext>
            </a:extLst>
          </p:cNvPr>
          <p:cNvGrpSpPr/>
          <p:nvPr/>
        </p:nvGrpSpPr>
        <p:grpSpPr>
          <a:xfrm>
            <a:off x="7734934" y="349251"/>
            <a:ext cx="2717165" cy="817393"/>
            <a:chOff x="7734934" y="309245"/>
            <a:chExt cx="2717166" cy="897807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6952AE6-3AA1-2999-8FC7-77570406F254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0" name="Picture 109" descr="A close-up of a logo&#10;&#10;AI-generated content may be incorrect.">
              <a:extLst>
                <a:ext uri="{FF2B5EF4-FFF2-40B4-BE49-F238E27FC236}">
                  <a16:creationId xmlns:a16="http://schemas.microsoft.com/office/drawing/2014/main" id="{DE281DB8-2271-B0CD-3B61-B9F308C54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3498" y="309245"/>
              <a:ext cx="1771123" cy="897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7823" y="4735258"/>
            <a:ext cx="2084070" cy="2050414"/>
            <a:chOff x="837823" y="4735258"/>
            <a:chExt cx="2084070" cy="2050414"/>
          </a:xfrm>
        </p:grpSpPr>
        <p:sp>
          <p:nvSpPr>
            <p:cNvPr id="3" name="object 3"/>
            <p:cNvSpPr/>
            <p:nvPr/>
          </p:nvSpPr>
          <p:spPr>
            <a:xfrm>
              <a:off x="840998" y="4738433"/>
              <a:ext cx="2077720" cy="288290"/>
            </a:xfrm>
            <a:custGeom>
              <a:avLst/>
              <a:gdLst/>
              <a:ahLst/>
              <a:cxnLst/>
              <a:rect l="l" t="t" r="r" b="b"/>
              <a:pathLst>
                <a:path w="2077720" h="288289">
                  <a:moveTo>
                    <a:pt x="2077189" y="196866"/>
                  </a:moveTo>
                  <a:lnTo>
                    <a:pt x="2046815" y="143992"/>
                  </a:lnTo>
                  <a:lnTo>
                    <a:pt x="2006318" y="101244"/>
                  </a:lnTo>
                  <a:lnTo>
                    <a:pt x="1992818" y="71996"/>
                  </a:lnTo>
                  <a:lnTo>
                    <a:pt x="2006318" y="42747"/>
                  </a:lnTo>
                  <a:lnTo>
                    <a:pt x="2046815" y="0"/>
                  </a:lnTo>
                  <a:lnTo>
                    <a:pt x="30373" y="0"/>
                  </a:lnTo>
                  <a:lnTo>
                    <a:pt x="20248" y="12374"/>
                  </a:lnTo>
                  <a:lnTo>
                    <a:pt x="3374" y="44997"/>
                  </a:lnTo>
                  <a:lnTo>
                    <a:pt x="0" y="91120"/>
                  </a:lnTo>
                  <a:lnTo>
                    <a:pt x="30373" y="143992"/>
                  </a:lnTo>
                  <a:lnTo>
                    <a:pt x="70871" y="186740"/>
                  </a:lnTo>
                  <a:lnTo>
                    <a:pt x="84370" y="215990"/>
                  </a:lnTo>
                  <a:lnTo>
                    <a:pt x="70871" y="245242"/>
                  </a:lnTo>
                  <a:lnTo>
                    <a:pt x="30373" y="287997"/>
                  </a:lnTo>
                  <a:lnTo>
                    <a:pt x="2046815" y="287997"/>
                  </a:lnTo>
                  <a:lnTo>
                    <a:pt x="2056940" y="275621"/>
                  </a:lnTo>
                  <a:lnTo>
                    <a:pt x="2073814" y="242993"/>
                  </a:lnTo>
                  <a:lnTo>
                    <a:pt x="2077189" y="196866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40998" y="4738433"/>
              <a:ext cx="2077720" cy="288290"/>
            </a:xfrm>
            <a:custGeom>
              <a:avLst/>
              <a:gdLst/>
              <a:ahLst/>
              <a:cxnLst/>
              <a:rect l="l" t="t" r="r" b="b"/>
              <a:pathLst>
                <a:path w="2077720" h="288289">
                  <a:moveTo>
                    <a:pt x="30373" y="0"/>
                  </a:moveTo>
                  <a:lnTo>
                    <a:pt x="2046815" y="0"/>
                  </a:lnTo>
                  <a:lnTo>
                    <a:pt x="2006318" y="42747"/>
                  </a:lnTo>
                  <a:lnTo>
                    <a:pt x="1992818" y="71996"/>
                  </a:lnTo>
                  <a:lnTo>
                    <a:pt x="2006318" y="101244"/>
                  </a:lnTo>
                  <a:lnTo>
                    <a:pt x="2046815" y="143992"/>
                  </a:lnTo>
                  <a:lnTo>
                    <a:pt x="2077189" y="196866"/>
                  </a:lnTo>
                  <a:lnTo>
                    <a:pt x="2073814" y="242993"/>
                  </a:lnTo>
                  <a:lnTo>
                    <a:pt x="2056940" y="275621"/>
                  </a:lnTo>
                  <a:lnTo>
                    <a:pt x="2046815" y="287997"/>
                  </a:lnTo>
                  <a:lnTo>
                    <a:pt x="30373" y="287997"/>
                  </a:lnTo>
                  <a:lnTo>
                    <a:pt x="70871" y="245242"/>
                  </a:lnTo>
                  <a:lnTo>
                    <a:pt x="84370" y="215990"/>
                  </a:lnTo>
                  <a:lnTo>
                    <a:pt x="70871" y="186740"/>
                  </a:lnTo>
                  <a:lnTo>
                    <a:pt x="30373" y="143992"/>
                  </a:lnTo>
                  <a:lnTo>
                    <a:pt x="0" y="91120"/>
                  </a:lnTo>
                  <a:lnTo>
                    <a:pt x="3374" y="44997"/>
                  </a:lnTo>
                  <a:lnTo>
                    <a:pt x="20248" y="12374"/>
                  </a:lnTo>
                  <a:lnTo>
                    <a:pt x="30373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44001" y="4804676"/>
              <a:ext cx="311150" cy="155575"/>
            </a:xfrm>
            <a:custGeom>
              <a:avLst/>
              <a:gdLst/>
              <a:ahLst/>
              <a:cxnLst/>
              <a:rect l="l" t="t" r="r" b="b"/>
              <a:pathLst>
                <a:path w="311150" h="155575">
                  <a:moveTo>
                    <a:pt x="311023" y="155511"/>
                  </a:moveTo>
                  <a:lnTo>
                    <a:pt x="311023" y="0"/>
                  </a:lnTo>
                  <a:lnTo>
                    <a:pt x="0" y="77749"/>
                  </a:lnTo>
                  <a:lnTo>
                    <a:pt x="311023" y="1555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44001" y="4804676"/>
              <a:ext cx="700405" cy="155575"/>
            </a:xfrm>
            <a:custGeom>
              <a:avLst/>
              <a:gdLst/>
              <a:ahLst/>
              <a:cxnLst/>
              <a:rect l="l" t="t" r="r" b="b"/>
              <a:pathLst>
                <a:path w="700405" h="155575">
                  <a:moveTo>
                    <a:pt x="0" y="77749"/>
                  </a:moveTo>
                  <a:lnTo>
                    <a:pt x="311023" y="0"/>
                  </a:lnTo>
                  <a:lnTo>
                    <a:pt x="311023" y="155511"/>
                  </a:lnTo>
                  <a:lnTo>
                    <a:pt x="0" y="77749"/>
                  </a:lnTo>
                  <a:close/>
                </a:path>
                <a:path w="700405" h="155575">
                  <a:moveTo>
                    <a:pt x="311023" y="77749"/>
                  </a:moveTo>
                  <a:lnTo>
                    <a:pt x="699808" y="77749"/>
                  </a:lnTo>
                </a:path>
              </a:pathLst>
            </a:custGeom>
            <a:ln w="38100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97280" y="5026431"/>
              <a:ext cx="1131570" cy="1696720"/>
            </a:xfrm>
            <a:custGeom>
              <a:avLst/>
              <a:gdLst/>
              <a:ahLst/>
              <a:cxnLst/>
              <a:rect l="l" t="t" r="r" b="b"/>
              <a:pathLst>
                <a:path w="1131570" h="1696720">
                  <a:moveTo>
                    <a:pt x="1131570" y="0"/>
                  </a:moveTo>
                  <a:lnTo>
                    <a:pt x="905510" y="0"/>
                  </a:lnTo>
                  <a:lnTo>
                    <a:pt x="0" y="0"/>
                  </a:lnTo>
                  <a:lnTo>
                    <a:pt x="0" y="226314"/>
                  </a:lnTo>
                  <a:lnTo>
                    <a:pt x="905510" y="226314"/>
                  </a:lnTo>
                  <a:lnTo>
                    <a:pt x="905510" y="1696186"/>
                  </a:lnTo>
                  <a:lnTo>
                    <a:pt x="1131570" y="1696186"/>
                  </a:lnTo>
                  <a:lnTo>
                    <a:pt x="1131570" y="0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97089" y="5026431"/>
              <a:ext cx="1131570" cy="1696720"/>
            </a:xfrm>
            <a:custGeom>
              <a:avLst/>
              <a:gdLst/>
              <a:ahLst/>
              <a:cxnLst/>
              <a:rect l="l" t="t" r="r" b="b"/>
              <a:pathLst>
                <a:path w="1131570" h="1696720">
                  <a:moveTo>
                    <a:pt x="0" y="226313"/>
                  </a:moveTo>
                  <a:lnTo>
                    <a:pt x="905243" y="226313"/>
                  </a:lnTo>
                  <a:lnTo>
                    <a:pt x="905243" y="1696186"/>
                  </a:lnTo>
                  <a:lnTo>
                    <a:pt x="1131557" y="1696186"/>
                  </a:lnTo>
                  <a:lnTo>
                    <a:pt x="1131557" y="0"/>
                  </a:lnTo>
                  <a:lnTo>
                    <a:pt x="0" y="0"/>
                  </a:lnTo>
                  <a:lnTo>
                    <a:pt x="0" y="226313"/>
                  </a:lnTo>
                  <a:close/>
                </a:path>
                <a:path w="1131570" h="1696720">
                  <a:moveTo>
                    <a:pt x="246887" y="226313"/>
                  </a:moveTo>
                  <a:lnTo>
                    <a:pt x="246887" y="105156"/>
                  </a:lnTo>
                </a:path>
                <a:path w="1131570" h="1696720">
                  <a:moveTo>
                    <a:pt x="246887" y="226313"/>
                  </a:moveTo>
                  <a:lnTo>
                    <a:pt x="246887" y="105156"/>
                  </a:lnTo>
                </a:path>
                <a:path w="1131570" h="1696720">
                  <a:moveTo>
                    <a:pt x="294881" y="226313"/>
                  </a:moveTo>
                  <a:lnTo>
                    <a:pt x="294881" y="160020"/>
                  </a:lnTo>
                </a:path>
                <a:path w="1131570" h="1696720">
                  <a:moveTo>
                    <a:pt x="294881" y="226313"/>
                  </a:moveTo>
                  <a:lnTo>
                    <a:pt x="294881" y="160020"/>
                  </a:lnTo>
                </a:path>
                <a:path w="1131570" h="1696720">
                  <a:moveTo>
                    <a:pt x="340601" y="226313"/>
                  </a:moveTo>
                  <a:lnTo>
                    <a:pt x="340601" y="105156"/>
                  </a:lnTo>
                </a:path>
                <a:path w="1131570" h="1696720">
                  <a:moveTo>
                    <a:pt x="340601" y="226313"/>
                  </a:moveTo>
                  <a:lnTo>
                    <a:pt x="340601" y="105156"/>
                  </a:lnTo>
                </a:path>
                <a:path w="1131570" h="1696720">
                  <a:moveTo>
                    <a:pt x="388607" y="226313"/>
                  </a:moveTo>
                  <a:lnTo>
                    <a:pt x="388607" y="160020"/>
                  </a:lnTo>
                </a:path>
                <a:path w="1131570" h="1696720">
                  <a:moveTo>
                    <a:pt x="388607" y="226313"/>
                  </a:moveTo>
                  <a:lnTo>
                    <a:pt x="388607" y="160020"/>
                  </a:lnTo>
                </a:path>
                <a:path w="1131570" h="1696720">
                  <a:moveTo>
                    <a:pt x="434327" y="226313"/>
                  </a:moveTo>
                  <a:lnTo>
                    <a:pt x="434327" y="105156"/>
                  </a:lnTo>
                </a:path>
                <a:path w="1131570" h="1696720">
                  <a:moveTo>
                    <a:pt x="434327" y="226313"/>
                  </a:moveTo>
                  <a:lnTo>
                    <a:pt x="434327" y="105156"/>
                  </a:lnTo>
                </a:path>
                <a:path w="1131570" h="1696720">
                  <a:moveTo>
                    <a:pt x="482333" y="226313"/>
                  </a:moveTo>
                  <a:lnTo>
                    <a:pt x="482333" y="160020"/>
                  </a:lnTo>
                </a:path>
                <a:path w="1131570" h="1696720">
                  <a:moveTo>
                    <a:pt x="482333" y="226313"/>
                  </a:moveTo>
                  <a:lnTo>
                    <a:pt x="482333" y="160020"/>
                  </a:lnTo>
                </a:path>
                <a:path w="1131570" h="1696720">
                  <a:moveTo>
                    <a:pt x="528053" y="226313"/>
                  </a:moveTo>
                  <a:lnTo>
                    <a:pt x="528053" y="105156"/>
                  </a:lnTo>
                </a:path>
                <a:path w="1131570" h="1696720">
                  <a:moveTo>
                    <a:pt x="528053" y="226313"/>
                  </a:moveTo>
                  <a:lnTo>
                    <a:pt x="528053" y="105156"/>
                  </a:lnTo>
                </a:path>
                <a:path w="1131570" h="1696720">
                  <a:moveTo>
                    <a:pt x="576059" y="226313"/>
                  </a:moveTo>
                  <a:lnTo>
                    <a:pt x="576059" y="160020"/>
                  </a:lnTo>
                </a:path>
                <a:path w="1131570" h="1696720">
                  <a:moveTo>
                    <a:pt x="576059" y="226313"/>
                  </a:moveTo>
                  <a:lnTo>
                    <a:pt x="576059" y="160020"/>
                  </a:lnTo>
                </a:path>
                <a:path w="1131570" h="1696720">
                  <a:moveTo>
                    <a:pt x="624065" y="226313"/>
                  </a:moveTo>
                  <a:lnTo>
                    <a:pt x="624065" y="105156"/>
                  </a:lnTo>
                </a:path>
                <a:path w="1131570" h="1696720">
                  <a:moveTo>
                    <a:pt x="624065" y="226313"/>
                  </a:moveTo>
                  <a:lnTo>
                    <a:pt x="624065" y="105156"/>
                  </a:lnTo>
                </a:path>
                <a:path w="1131570" h="1696720">
                  <a:moveTo>
                    <a:pt x="672071" y="226313"/>
                  </a:moveTo>
                  <a:lnTo>
                    <a:pt x="672071" y="160020"/>
                  </a:lnTo>
                </a:path>
                <a:path w="1131570" h="1696720">
                  <a:moveTo>
                    <a:pt x="672071" y="226313"/>
                  </a:moveTo>
                  <a:lnTo>
                    <a:pt x="672071" y="160020"/>
                  </a:lnTo>
                </a:path>
                <a:path w="1131570" h="1696720">
                  <a:moveTo>
                    <a:pt x="715505" y="226313"/>
                  </a:moveTo>
                  <a:lnTo>
                    <a:pt x="715505" y="105156"/>
                  </a:lnTo>
                </a:path>
                <a:path w="1131570" h="1696720">
                  <a:moveTo>
                    <a:pt x="715505" y="226313"/>
                  </a:moveTo>
                  <a:lnTo>
                    <a:pt x="715505" y="105156"/>
                  </a:lnTo>
                </a:path>
                <a:path w="1131570" h="1696720">
                  <a:moveTo>
                    <a:pt x="765797" y="226313"/>
                  </a:moveTo>
                  <a:lnTo>
                    <a:pt x="765797" y="160020"/>
                  </a:lnTo>
                </a:path>
                <a:path w="1131570" h="1696720">
                  <a:moveTo>
                    <a:pt x="765797" y="226313"/>
                  </a:moveTo>
                  <a:lnTo>
                    <a:pt x="765797" y="160020"/>
                  </a:lnTo>
                </a:path>
                <a:path w="1131570" h="1696720">
                  <a:moveTo>
                    <a:pt x="811517" y="226313"/>
                  </a:moveTo>
                  <a:lnTo>
                    <a:pt x="811517" y="105156"/>
                  </a:lnTo>
                </a:path>
                <a:path w="1131570" h="1696720">
                  <a:moveTo>
                    <a:pt x="811517" y="226313"/>
                  </a:moveTo>
                  <a:lnTo>
                    <a:pt x="811517" y="105156"/>
                  </a:lnTo>
                </a:path>
                <a:path w="1131570" h="1696720">
                  <a:moveTo>
                    <a:pt x="857237" y="226313"/>
                  </a:moveTo>
                  <a:lnTo>
                    <a:pt x="857237" y="160020"/>
                  </a:lnTo>
                </a:path>
                <a:path w="1131570" h="1696720">
                  <a:moveTo>
                    <a:pt x="857237" y="226313"/>
                  </a:moveTo>
                  <a:lnTo>
                    <a:pt x="857237" y="160020"/>
                  </a:lnTo>
                </a:path>
                <a:path w="1131570" h="1696720">
                  <a:moveTo>
                    <a:pt x="905243" y="226313"/>
                  </a:moveTo>
                  <a:lnTo>
                    <a:pt x="905243" y="105156"/>
                  </a:lnTo>
                </a:path>
                <a:path w="1131570" h="1696720">
                  <a:moveTo>
                    <a:pt x="905243" y="226313"/>
                  </a:moveTo>
                  <a:lnTo>
                    <a:pt x="905243" y="105156"/>
                  </a:lnTo>
                </a:path>
                <a:path w="1131570" h="1696720">
                  <a:moveTo>
                    <a:pt x="905243" y="226313"/>
                  </a:moveTo>
                  <a:lnTo>
                    <a:pt x="1028687" y="226313"/>
                  </a:lnTo>
                </a:path>
                <a:path w="1131570" h="1696720">
                  <a:moveTo>
                    <a:pt x="905243" y="226313"/>
                  </a:moveTo>
                  <a:lnTo>
                    <a:pt x="1028687" y="226313"/>
                  </a:lnTo>
                </a:path>
                <a:path w="1131570" h="1696720">
                  <a:moveTo>
                    <a:pt x="905243" y="274307"/>
                  </a:moveTo>
                  <a:lnTo>
                    <a:pt x="969251" y="274307"/>
                  </a:lnTo>
                </a:path>
                <a:path w="1131570" h="1696720">
                  <a:moveTo>
                    <a:pt x="905243" y="274307"/>
                  </a:moveTo>
                  <a:lnTo>
                    <a:pt x="969251" y="274307"/>
                  </a:lnTo>
                </a:path>
                <a:path w="1131570" h="1696720">
                  <a:moveTo>
                    <a:pt x="905243" y="322313"/>
                  </a:moveTo>
                  <a:lnTo>
                    <a:pt x="1028687" y="322313"/>
                  </a:lnTo>
                </a:path>
                <a:path w="1131570" h="1696720">
                  <a:moveTo>
                    <a:pt x="905243" y="322313"/>
                  </a:moveTo>
                  <a:lnTo>
                    <a:pt x="1028687" y="322313"/>
                  </a:lnTo>
                </a:path>
                <a:path w="1131570" h="1696720">
                  <a:moveTo>
                    <a:pt x="905243" y="368033"/>
                  </a:moveTo>
                  <a:lnTo>
                    <a:pt x="969251" y="368033"/>
                  </a:lnTo>
                </a:path>
                <a:path w="1131570" h="1696720">
                  <a:moveTo>
                    <a:pt x="905243" y="368033"/>
                  </a:moveTo>
                  <a:lnTo>
                    <a:pt x="969251" y="368033"/>
                  </a:lnTo>
                </a:path>
                <a:path w="1131570" h="1696720">
                  <a:moveTo>
                    <a:pt x="905243" y="413753"/>
                  </a:moveTo>
                  <a:lnTo>
                    <a:pt x="1028687" y="413753"/>
                  </a:lnTo>
                </a:path>
                <a:path w="1131570" h="1696720">
                  <a:moveTo>
                    <a:pt x="905243" y="413753"/>
                  </a:moveTo>
                  <a:lnTo>
                    <a:pt x="1028687" y="413753"/>
                  </a:lnTo>
                </a:path>
                <a:path w="1131570" h="1696720">
                  <a:moveTo>
                    <a:pt x="905243" y="461772"/>
                  </a:moveTo>
                  <a:lnTo>
                    <a:pt x="969251" y="461772"/>
                  </a:lnTo>
                </a:path>
                <a:path w="1131570" h="1696720">
                  <a:moveTo>
                    <a:pt x="905243" y="461772"/>
                  </a:moveTo>
                  <a:lnTo>
                    <a:pt x="969251" y="461772"/>
                  </a:lnTo>
                </a:path>
                <a:path w="1131570" h="1696720">
                  <a:moveTo>
                    <a:pt x="905243" y="509765"/>
                  </a:moveTo>
                  <a:lnTo>
                    <a:pt x="1028687" y="509765"/>
                  </a:lnTo>
                </a:path>
                <a:path w="1131570" h="1696720">
                  <a:moveTo>
                    <a:pt x="905243" y="509765"/>
                  </a:moveTo>
                  <a:lnTo>
                    <a:pt x="1028687" y="509765"/>
                  </a:lnTo>
                </a:path>
                <a:path w="1131570" h="1696720">
                  <a:moveTo>
                    <a:pt x="905243" y="555485"/>
                  </a:moveTo>
                  <a:lnTo>
                    <a:pt x="969251" y="555485"/>
                  </a:lnTo>
                </a:path>
                <a:path w="1131570" h="1696720">
                  <a:moveTo>
                    <a:pt x="905243" y="555485"/>
                  </a:moveTo>
                  <a:lnTo>
                    <a:pt x="969251" y="555485"/>
                  </a:lnTo>
                </a:path>
                <a:path w="1131570" h="1696720">
                  <a:moveTo>
                    <a:pt x="905243" y="603491"/>
                  </a:moveTo>
                  <a:lnTo>
                    <a:pt x="1028687" y="603491"/>
                  </a:lnTo>
                </a:path>
                <a:path w="1131570" h="1696720">
                  <a:moveTo>
                    <a:pt x="905243" y="603491"/>
                  </a:moveTo>
                  <a:lnTo>
                    <a:pt x="1028687" y="603491"/>
                  </a:lnTo>
                </a:path>
                <a:path w="1131570" h="1696720">
                  <a:moveTo>
                    <a:pt x="905243" y="651497"/>
                  </a:moveTo>
                  <a:lnTo>
                    <a:pt x="969251" y="651497"/>
                  </a:lnTo>
                </a:path>
                <a:path w="1131570" h="1696720">
                  <a:moveTo>
                    <a:pt x="905243" y="651497"/>
                  </a:moveTo>
                  <a:lnTo>
                    <a:pt x="969251" y="651497"/>
                  </a:lnTo>
                </a:path>
                <a:path w="1131570" h="1696720">
                  <a:moveTo>
                    <a:pt x="905243" y="697217"/>
                  </a:moveTo>
                  <a:lnTo>
                    <a:pt x="1028687" y="697217"/>
                  </a:lnTo>
                </a:path>
                <a:path w="1131570" h="1696720">
                  <a:moveTo>
                    <a:pt x="905243" y="697217"/>
                  </a:moveTo>
                  <a:lnTo>
                    <a:pt x="1028687" y="697217"/>
                  </a:lnTo>
                </a:path>
                <a:path w="1131570" h="1696720">
                  <a:moveTo>
                    <a:pt x="905243" y="745223"/>
                  </a:moveTo>
                  <a:lnTo>
                    <a:pt x="969251" y="745223"/>
                  </a:lnTo>
                </a:path>
                <a:path w="1131570" h="1696720">
                  <a:moveTo>
                    <a:pt x="905243" y="745223"/>
                  </a:moveTo>
                  <a:lnTo>
                    <a:pt x="969251" y="745223"/>
                  </a:lnTo>
                </a:path>
                <a:path w="1131570" h="1696720">
                  <a:moveTo>
                    <a:pt x="905243" y="790943"/>
                  </a:moveTo>
                  <a:lnTo>
                    <a:pt x="1028687" y="790943"/>
                  </a:lnTo>
                </a:path>
                <a:path w="1131570" h="1696720">
                  <a:moveTo>
                    <a:pt x="905243" y="790943"/>
                  </a:moveTo>
                  <a:lnTo>
                    <a:pt x="1028687" y="790943"/>
                  </a:lnTo>
                </a:path>
                <a:path w="1131570" h="1696720">
                  <a:moveTo>
                    <a:pt x="905243" y="841235"/>
                  </a:moveTo>
                  <a:lnTo>
                    <a:pt x="969251" y="841235"/>
                  </a:lnTo>
                </a:path>
                <a:path w="1131570" h="1696720">
                  <a:moveTo>
                    <a:pt x="905243" y="841235"/>
                  </a:moveTo>
                  <a:lnTo>
                    <a:pt x="969251" y="841235"/>
                  </a:lnTo>
                </a:path>
                <a:path w="1131570" h="1696720">
                  <a:moveTo>
                    <a:pt x="905243" y="884669"/>
                  </a:moveTo>
                  <a:lnTo>
                    <a:pt x="1028687" y="884669"/>
                  </a:lnTo>
                </a:path>
                <a:path w="1131570" h="1696720">
                  <a:moveTo>
                    <a:pt x="905243" y="884669"/>
                  </a:moveTo>
                  <a:lnTo>
                    <a:pt x="1028687" y="884669"/>
                  </a:lnTo>
                </a:path>
                <a:path w="1131570" h="1696720">
                  <a:moveTo>
                    <a:pt x="905243" y="932675"/>
                  </a:moveTo>
                  <a:lnTo>
                    <a:pt x="969251" y="932675"/>
                  </a:lnTo>
                </a:path>
                <a:path w="1131570" h="1696720">
                  <a:moveTo>
                    <a:pt x="905243" y="932675"/>
                  </a:moveTo>
                  <a:lnTo>
                    <a:pt x="969251" y="932675"/>
                  </a:lnTo>
                </a:path>
                <a:path w="1131570" h="1696720">
                  <a:moveTo>
                    <a:pt x="905243" y="980681"/>
                  </a:moveTo>
                  <a:lnTo>
                    <a:pt x="1028687" y="980681"/>
                  </a:lnTo>
                </a:path>
                <a:path w="1131570" h="1696720">
                  <a:moveTo>
                    <a:pt x="905243" y="980681"/>
                  </a:moveTo>
                  <a:lnTo>
                    <a:pt x="1028687" y="980681"/>
                  </a:lnTo>
                </a:path>
                <a:path w="1131570" h="1696720">
                  <a:moveTo>
                    <a:pt x="905243" y="1028687"/>
                  </a:moveTo>
                  <a:lnTo>
                    <a:pt x="969251" y="1028687"/>
                  </a:lnTo>
                </a:path>
                <a:path w="1131570" h="1696720">
                  <a:moveTo>
                    <a:pt x="905243" y="1028687"/>
                  </a:moveTo>
                  <a:lnTo>
                    <a:pt x="969251" y="1028687"/>
                  </a:lnTo>
                </a:path>
                <a:path w="1131570" h="1696720">
                  <a:moveTo>
                    <a:pt x="905243" y="1074407"/>
                  </a:moveTo>
                  <a:lnTo>
                    <a:pt x="1028687" y="1074407"/>
                  </a:lnTo>
                </a:path>
                <a:path w="1131570" h="1696720">
                  <a:moveTo>
                    <a:pt x="905243" y="1074407"/>
                  </a:moveTo>
                  <a:lnTo>
                    <a:pt x="1028687" y="1074407"/>
                  </a:lnTo>
                </a:path>
                <a:path w="1131570" h="1696720">
                  <a:moveTo>
                    <a:pt x="905243" y="1122413"/>
                  </a:moveTo>
                  <a:lnTo>
                    <a:pt x="969251" y="1122413"/>
                  </a:lnTo>
                </a:path>
                <a:path w="1131570" h="1696720">
                  <a:moveTo>
                    <a:pt x="905243" y="1122413"/>
                  </a:moveTo>
                  <a:lnTo>
                    <a:pt x="969251" y="1122413"/>
                  </a:lnTo>
                </a:path>
                <a:path w="1131570" h="1696720">
                  <a:moveTo>
                    <a:pt x="905243" y="1170419"/>
                  </a:moveTo>
                  <a:lnTo>
                    <a:pt x="1028687" y="1170419"/>
                  </a:lnTo>
                </a:path>
                <a:path w="1131570" h="1696720">
                  <a:moveTo>
                    <a:pt x="905243" y="1170419"/>
                  </a:moveTo>
                  <a:lnTo>
                    <a:pt x="1028687" y="1170419"/>
                  </a:lnTo>
                </a:path>
                <a:path w="1131570" h="1696720">
                  <a:moveTo>
                    <a:pt x="905243" y="1216139"/>
                  </a:moveTo>
                  <a:lnTo>
                    <a:pt x="969251" y="1216139"/>
                  </a:lnTo>
                </a:path>
                <a:path w="1131570" h="1696720">
                  <a:moveTo>
                    <a:pt x="905243" y="1216139"/>
                  </a:moveTo>
                  <a:lnTo>
                    <a:pt x="969251" y="1216139"/>
                  </a:lnTo>
                </a:path>
                <a:path w="1131570" h="1696720">
                  <a:moveTo>
                    <a:pt x="905243" y="1261846"/>
                  </a:moveTo>
                  <a:lnTo>
                    <a:pt x="1028687" y="1261846"/>
                  </a:lnTo>
                </a:path>
                <a:path w="1131570" h="1696720">
                  <a:moveTo>
                    <a:pt x="905243" y="1261846"/>
                  </a:moveTo>
                  <a:lnTo>
                    <a:pt x="1028687" y="1261846"/>
                  </a:lnTo>
                </a:path>
                <a:path w="1131570" h="1696720">
                  <a:moveTo>
                    <a:pt x="905243" y="1309865"/>
                  </a:moveTo>
                  <a:lnTo>
                    <a:pt x="969251" y="1309865"/>
                  </a:lnTo>
                </a:path>
                <a:path w="1131570" h="1696720">
                  <a:moveTo>
                    <a:pt x="905243" y="1309865"/>
                  </a:moveTo>
                  <a:lnTo>
                    <a:pt x="969251" y="1309865"/>
                  </a:lnTo>
                </a:path>
                <a:path w="1131570" h="1696720">
                  <a:moveTo>
                    <a:pt x="905243" y="1357858"/>
                  </a:moveTo>
                  <a:lnTo>
                    <a:pt x="1028687" y="1357858"/>
                  </a:lnTo>
                </a:path>
                <a:path w="1131570" h="1696720">
                  <a:moveTo>
                    <a:pt x="905243" y="1357858"/>
                  </a:moveTo>
                  <a:lnTo>
                    <a:pt x="1028687" y="1357858"/>
                  </a:lnTo>
                </a:path>
                <a:path w="1131570" h="1696720">
                  <a:moveTo>
                    <a:pt x="905243" y="1405864"/>
                  </a:moveTo>
                  <a:lnTo>
                    <a:pt x="969251" y="1405864"/>
                  </a:lnTo>
                </a:path>
                <a:path w="1131570" h="1696720">
                  <a:moveTo>
                    <a:pt x="905243" y="1405864"/>
                  </a:moveTo>
                  <a:lnTo>
                    <a:pt x="969251" y="1405864"/>
                  </a:lnTo>
                </a:path>
                <a:path w="1131570" h="1696720">
                  <a:moveTo>
                    <a:pt x="905243" y="1451584"/>
                  </a:moveTo>
                  <a:lnTo>
                    <a:pt x="1028687" y="1451584"/>
                  </a:lnTo>
                </a:path>
                <a:path w="1131570" h="1696720">
                  <a:moveTo>
                    <a:pt x="905243" y="1451584"/>
                  </a:moveTo>
                  <a:lnTo>
                    <a:pt x="1028687" y="1451584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4449" y="5416829"/>
              <a:ext cx="159804" cy="1651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79715" y="5434482"/>
              <a:ext cx="439420" cy="611505"/>
            </a:xfrm>
            <a:custGeom>
              <a:avLst/>
              <a:gdLst/>
              <a:ahLst/>
              <a:cxnLst/>
              <a:rect l="l" t="t" r="r" b="b"/>
              <a:pathLst>
                <a:path w="439419" h="611504">
                  <a:moveTo>
                    <a:pt x="438899" y="455714"/>
                  </a:moveTo>
                  <a:lnTo>
                    <a:pt x="257098" y="294728"/>
                  </a:lnTo>
                  <a:lnTo>
                    <a:pt x="219456" y="245859"/>
                  </a:lnTo>
                  <a:lnTo>
                    <a:pt x="191414" y="189814"/>
                  </a:lnTo>
                  <a:lnTo>
                    <a:pt x="175399" y="129743"/>
                  </a:lnTo>
                  <a:lnTo>
                    <a:pt x="166585" y="10414"/>
                  </a:lnTo>
                  <a:lnTo>
                    <a:pt x="146570" y="0"/>
                  </a:lnTo>
                  <a:lnTo>
                    <a:pt x="0" y="274700"/>
                  </a:lnTo>
                  <a:lnTo>
                    <a:pt x="282714" y="611085"/>
                  </a:lnTo>
                  <a:lnTo>
                    <a:pt x="278714" y="605485"/>
                  </a:lnTo>
                  <a:lnTo>
                    <a:pt x="277113" y="598271"/>
                  </a:lnTo>
                  <a:lnTo>
                    <a:pt x="411683" y="455714"/>
                  </a:lnTo>
                  <a:lnTo>
                    <a:pt x="425284" y="450100"/>
                  </a:lnTo>
                  <a:lnTo>
                    <a:pt x="432485" y="451700"/>
                  </a:lnTo>
                  <a:lnTo>
                    <a:pt x="438899" y="455714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79715" y="5434482"/>
              <a:ext cx="439420" cy="611505"/>
            </a:xfrm>
            <a:custGeom>
              <a:avLst/>
              <a:gdLst/>
              <a:ahLst/>
              <a:cxnLst/>
              <a:rect l="l" t="t" r="r" b="b"/>
              <a:pathLst>
                <a:path w="439419" h="611504">
                  <a:moveTo>
                    <a:pt x="438899" y="455714"/>
                  </a:moveTo>
                  <a:lnTo>
                    <a:pt x="432485" y="451700"/>
                  </a:lnTo>
                  <a:lnTo>
                    <a:pt x="425284" y="450100"/>
                  </a:lnTo>
                  <a:lnTo>
                    <a:pt x="418071" y="451700"/>
                  </a:lnTo>
                  <a:lnTo>
                    <a:pt x="411683" y="455714"/>
                  </a:lnTo>
                  <a:lnTo>
                    <a:pt x="282714" y="584657"/>
                  </a:lnTo>
                  <a:lnTo>
                    <a:pt x="278714" y="591070"/>
                  </a:lnTo>
                  <a:lnTo>
                    <a:pt x="277113" y="598271"/>
                  </a:lnTo>
                  <a:lnTo>
                    <a:pt x="278714" y="605485"/>
                  </a:lnTo>
                  <a:lnTo>
                    <a:pt x="282714" y="611085"/>
                  </a:lnTo>
                  <a:lnTo>
                    <a:pt x="0" y="274700"/>
                  </a:lnTo>
                  <a:lnTo>
                    <a:pt x="146570" y="0"/>
                  </a:lnTo>
                  <a:lnTo>
                    <a:pt x="166585" y="10414"/>
                  </a:lnTo>
                  <a:lnTo>
                    <a:pt x="172199" y="99301"/>
                  </a:lnTo>
                  <a:lnTo>
                    <a:pt x="175399" y="129743"/>
                  </a:lnTo>
                  <a:lnTo>
                    <a:pt x="191414" y="189814"/>
                  </a:lnTo>
                  <a:lnTo>
                    <a:pt x="219456" y="245859"/>
                  </a:lnTo>
                  <a:lnTo>
                    <a:pt x="257098" y="294728"/>
                  </a:lnTo>
                  <a:lnTo>
                    <a:pt x="438099" y="45491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56829" y="5884583"/>
              <a:ext cx="296545" cy="295910"/>
            </a:xfrm>
            <a:custGeom>
              <a:avLst/>
              <a:gdLst/>
              <a:ahLst/>
              <a:cxnLst/>
              <a:rect l="l" t="t" r="r" b="b"/>
              <a:pathLst>
                <a:path w="296544" h="295910">
                  <a:moveTo>
                    <a:pt x="296341" y="148170"/>
                  </a:moveTo>
                  <a:lnTo>
                    <a:pt x="161785" y="5613"/>
                  </a:lnTo>
                  <a:lnTo>
                    <a:pt x="148170" y="0"/>
                  </a:lnTo>
                  <a:lnTo>
                    <a:pt x="140957" y="1600"/>
                  </a:lnTo>
                  <a:lnTo>
                    <a:pt x="134569" y="5613"/>
                  </a:lnTo>
                  <a:lnTo>
                    <a:pt x="5600" y="134556"/>
                  </a:lnTo>
                  <a:lnTo>
                    <a:pt x="1600" y="140969"/>
                  </a:lnTo>
                  <a:lnTo>
                    <a:pt x="0" y="148170"/>
                  </a:lnTo>
                  <a:lnTo>
                    <a:pt x="1600" y="155384"/>
                  </a:lnTo>
                  <a:lnTo>
                    <a:pt x="5600" y="160985"/>
                  </a:lnTo>
                  <a:lnTo>
                    <a:pt x="134556" y="289928"/>
                  </a:lnTo>
                  <a:lnTo>
                    <a:pt x="140157" y="293941"/>
                  </a:lnTo>
                  <a:lnTo>
                    <a:pt x="147370" y="295528"/>
                  </a:lnTo>
                  <a:lnTo>
                    <a:pt x="154571" y="293941"/>
                  </a:lnTo>
                  <a:lnTo>
                    <a:pt x="160985" y="289928"/>
                  </a:lnTo>
                  <a:lnTo>
                    <a:pt x="290728" y="160985"/>
                  </a:lnTo>
                  <a:lnTo>
                    <a:pt x="294741" y="155384"/>
                  </a:lnTo>
                  <a:lnTo>
                    <a:pt x="296341" y="148170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56829" y="5884583"/>
              <a:ext cx="296545" cy="295910"/>
            </a:xfrm>
            <a:custGeom>
              <a:avLst/>
              <a:gdLst/>
              <a:ahLst/>
              <a:cxnLst/>
              <a:rect l="l" t="t" r="r" b="b"/>
              <a:pathLst>
                <a:path w="296544" h="295910">
                  <a:moveTo>
                    <a:pt x="5600" y="160985"/>
                  </a:moveTo>
                  <a:lnTo>
                    <a:pt x="1600" y="155384"/>
                  </a:lnTo>
                  <a:lnTo>
                    <a:pt x="0" y="148170"/>
                  </a:lnTo>
                  <a:lnTo>
                    <a:pt x="1600" y="140969"/>
                  </a:lnTo>
                  <a:lnTo>
                    <a:pt x="5600" y="134556"/>
                  </a:lnTo>
                  <a:lnTo>
                    <a:pt x="134569" y="5613"/>
                  </a:lnTo>
                  <a:lnTo>
                    <a:pt x="140957" y="1600"/>
                  </a:lnTo>
                  <a:lnTo>
                    <a:pt x="148170" y="0"/>
                  </a:lnTo>
                  <a:lnTo>
                    <a:pt x="155371" y="1600"/>
                  </a:lnTo>
                  <a:lnTo>
                    <a:pt x="161785" y="5613"/>
                  </a:lnTo>
                  <a:lnTo>
                    <a:pt x="290728" y="134556"/>
                  </a:lnTo>
                  <a:lnTo>
                    <a:pt x="294741" y="140969"/>
                  </a:lnTo>
                  <a:lnTo>
                    <a:pt x="296341" y="148170"/>
                  </a:lnTo>
                  <a:lnTo>
                    <a:pt x="294741" y="155384"/>
                  </a:lnTo>
                  <a:lnTo>
                    <a:pt x="290728" y="160985"/>
                  </a:lnTo>
                  <a:lnTo>
                    <a:pt x="160985" y="289928"/>
                  </a:lnTo>
                  <a:lnTo>
                    <a:pt x="154571" y="293941"/>
                  </a:lnTo>
                  <a:lnTo>
                    <a:pt x="147370" y="295528"/>
                  </a:lnTo>
                  <a:lnTo>
                    <a:pt x="140157" y="293941"/>
                  </a:lnTo>
                  <a:lnTo>
                    <a:pt x="134556" y="289928"/>
                  </a:lnTo>
                  <a:lnTo>
                    <a:pt x="5600" y="16098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0794" y="5908637"/>
              <a:ext cx="248221" cy="24822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3695" y="5444909"/>
              <a:ext cx="108064" cy="1817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810385" y="5938240"/>
              <a:ext cx="189230" cy="314960"/>
            </a:xfrm>
            <a:custGeom>
              <a:avLst/>
              <a:gdLst/>
              <a:ahLst/>
              <a:cxnLst/>
              <a:rect l="l" t="t" r="r" b="b"/>
              <a:pathLst>
                <a:path w="189230" h="314960">
                  <a:moveTo>
                    <a:pt x="189014" y="314706"/>
                  </a:moveTo>
                  <a:lnTo>
                    <a:pt x="189014" y="94513"/>
                  </a:lnTo>
                  <a:lnTo>
                    <a:pt x="187413" y="77685"/>
                  </a:lnTo>
                  <a:lnTo>
                    <a:pt x="166585" y="33642"/>
                  </a:lnTo>
                  <a:lnTo>
                    <a:pt x="126542" y="5613"/>
                  </a:lnTo>
                  <a:lnTo>
                    <a:pt x="94513" y="0"/>
                  </a:lnTo>
                  <a:lnTo>
                    <a:pt x="77698" y="1600"/>
                  </a:lnTo>
                  <a:lnTo>
                    <a:pt x="33642" y="21628"/>
                  </a:lnTo>
                  <a:lnTo>
                    <a:pt x="5613" y="61671"/>
                  </a:lnTo>
                  <a:lnTo>
                    <a:pt x="0" y="94513"/>
                  </a:lnTo>
                  <a:lnTo>
                    <a:pt x="0" y="314706"/>
                  </a:lnTo>
                  <a:lnTo>
                    <a:pt x="189014" y="314706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10385" y="5938240"/>
              <a:ext cx="189230" cy="314960"/>
            </a:xfrm>
            <a:custGeom>
              <a:avLst/>
              <a:gdLst/>
              <a:ahLst/>
              <a:cxnLst/>
              <a:rect l="l" t="t" r="r" b="b"/>
              <a:pathLst>
                <a:path w="189230" h="314960">
                  <a:moveTo>
                    <a:pt x="189014" y="314706"/>
                  </a:moveTo>
                  <a:lnTo>
                    <a:pt x="189014" y="94513"/>
                  </a:lnTo>
                  <a:lnTo>
                    <a:pt x="187413" y="77685"/>
                  </a:lnTo>
                  <a:lnTo>
                    <a:pt x="166585" y="33642"/>
                  </a:lnTo>
                  <a:lnTo>
                    <a:pt x="126542" y="5613"/>
                  </a:lnTo>
                  <a:lnTo>
                    <a:pt x="94513" y="0"/>
                  </a:lnTo>
                  <a:lnTo>
                    <a:pt x="77698" y="1600"/>
                  </a:lnTo>
                  <a:lnTo>
                    <a:pt x="33642" y="21628"/>
                  </a:lnTo>
                  <a:lnTo>
                    <a:pt x="5613" y="61671"/>
                  </a:lnTo>
                  <a:lnTo>
                    <a:pt x="0" y="94513"/>
                  </a:lnTo>
                  <a:lnTo>
                    <a:pt x="0" y="314706"/>
                  </a:lnTo>
                  <a:lnTo>
                    <a:pt x="189014" y="31470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40128" y="5106098"/>
              <a:ext cx="481330" cy="1232535"/>
            </a:xfrm>
            <a:custGeom>
              <a:avLst/>
              <a:gdLst/>
              <a:ahLst/>
              <a:cxnLst/>
              <a:rect l="l" t="t" r="r" b="b"/>
              <a:pathLst>
                <a:path w="481330" h="1232535">
                  <a:moveTo>
                    <a:pt x="480936" y="1230261"/>
                  </a:moveTo>
                  <a:lnTo>
                    <a:pt x="465632" y="1105027"/>
                  </a:lnTo>
                  <a:lnTo>
                    <a:pt x="29197" y="126542"/>
                  </a:lnTo>
                  <a:lnTo>
                    <a:pt x="88684" y="14414"/>
                  </a:lnTo>
                  <a:lnTo>
                    <a:pt x="60655" y="0"/>
                  </a:lnTo>
                  <a:lnTo>
                    <a:pt x="2184" y="109727"/>
                  </a:lnTo>
                  <a:lnTo>
                    <a:pt x="0" y="138099"/>
                  </a:lnTo>
                  <a:lnTo>
                    <a:pt x="432104" y="1113777"/>
                  </a:lnTo>
                  <a:lnTo>
                    <a:pt x="444868" y="1231988"/>
                  </a:lnTo>
                  <a:lnTo>
                    <a:pt x="480936" y="1230261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40128" y="5106098"/>
              <a:ext cx="481330" cy="1232535"/>
            </a:xfrm>
            <a:custGeom>
              <a:avLst/>
              <a:gdLst/>
              <a:ahLst/>
              <a:cxnLst/>
              <a:rect l="l" t="t" r="r" b="b"/>
              <a:pathLst>
                <a:path w="481330" h="1232535">
                  <a:moveTo>
                    <a:pt x="480936" y="1230261"/>
                  </a:moveTo>
                  <a:lnTo>
                    <a:pt x="444868" y="1231988"/>
                  </a:lnTo>
                  <a:lnTo>
                    <a:pt x="432104" y="1113777"/>
                  </a:lnTo>
                  <a:lnTo>
                    <a:pt x="0" y="138099"/>
                  </a:lnTo>
                  <a:lnTo>
                    <a:pt x="2184" y="109727"/>
                  </a:lnTo>
                  <a:lnTo>
                    <a:pt x="60655" y="0"/>
                  </a:lnTo>
                  <a:lnTo>
                    <a:pt x="88684" y="14414"/>
                  </a:lnTo>
                  <a:lnTo>
                    <a:pt x="29197" y="126542"/>
                  </a:lnTo>
                  <a:lnTo>
                    <a:pt x="465632" y="1105027"/>
                  </a:lnTo>
                  <a:lnTo>
                    <a:pt x="480936" y="1230261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8838" y="5403265"/>
              <a:ext cx="146507" cy="23460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809584" y="5028412"/>
              <a:ext cx="47625" cy="66675"/>
            </a:xfrm>
            <a:custGeom>
              <a:avLst/>
              <a:gdLst/>
              <a:ahLst/>
              <a:cxnLst/>
              <a:rect l="l" t="t" r="r" b="b"/>
              <a:pathLst>
                <a:path w="47625" h="66675">
                  <a:moveTo>
                    <a:pt x="47256" y="0"/>
                  </a:moveTo>
                  <a:lnTo>
                    <a:pt x="32842" y="0"/>
                  </a:lnTo>
                  <a:lnTo>
                    <a:pt x="0" y="60871"/>
                  </a:lnTo>
                  <a:lnTo>
                    <a:pt x="12014" y="66471"/>
                  </a:lnTo>
                  <a:lnTo>
                    <a:pt x="472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09584" y="5028412"/>
              <a:ext cx="47625" cy="66675"/>
            </a:xfrm>
            <a:custGeom>
              <a:avLst/>
              <a:gdLst/>
              <a:ahLst/>
              <a:cxnLst/>
              <a:rect l="l" t="t" r="r" b="b"/>
              <a:pathLst>
                <a:path w="47625" h="66675">
                  <a:moveTo>
                    <a:pt x="32842" y="0"/>
                  </a:moveTo>
                  <a:lnTo>
                    <a:pt x="47256" y="0"/>
                  </a:lnTo>
                  <a:lnTo>
                    <a:pt x="12014" y="66471"/>
                  </a:lnTo>
                  <a:lnTo>
                    <a:pt x="0" y="60871"/>
                  </a:lnTo>
                  <a:lnTo>
                    <a:pt x="32842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61998" y="5032413"/>
              <a:ext cx="377825" cy="669290"/>
            </a:xfrm>
            <a:custGeom>
              <a:avLst/>
              <a:gdLst/>
              <a:ahLst/>
              <a:cxnLst/>
              <a:rect l="l" t="t" r="r" b="b"/>
              <a:pathLst>
                <a:path w="377825" h="669289">
                  <a:moveTo>
                    <a:pt x="377228" y="1612"/>
                  </a:moveTo>
                  <a:lnTo>
                    <a:pt x="374027" y="0"/>
                  </a:lnTo>
                  <a:lnTo>
                    <a:pt x="345186" y="8813"/>
                  </a:lnTo>
                  <a:lnTo>
                    <a:pt x="0" y="657542"/>
                  </a:lnTo>
                  <a:lnTo>
                    <a:pt x="21628" y="668756"/>
                  </a:lnTo>
                  <a:lnTo>
                    <a:pt x="377228" y="1612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61998" y="5032413"/>
              <a:ext cx="377825" cy="669290"/>
            </a:xfrm>
            <a:custGeom>
              <a:avLst/>
              <a:gdLst/>
              <a:ahLst/>
              <a:cxnLst/>
              <a:rect l="l" t="t" r="r" b="b"/>
              <a:pathLst>
                <a:path w="377825" h="669289">
                  <a:moveTo>
                    <a:pt x="21628" y="668756"/>
                  </a:moveTo>
                  <a:lnTo>
                    <a:pt x="0" y="657542"/>
                  </a:lnTo>
                  <a:lnTo>
                    <a:pt x="345186" y="8813"/>
                  </a:lnTo>
                  <a:lnTo>
                    <a:pt x="374027" y="0"/>
                  </a:lnTo>
                  <a:lnTo>
                    <a:pt x="377228" y="1612"/>
                  </a:lnTo>
                  <a:lnTo>
                    <a:pt x="21628" y="668756"/>
                  </a:lnTo>
                  <a:close/>
                </a:path>
                <a:path w="377825" h="669289">
                  <a:moveTo>
                    <a:pt x="374027" y="12"/>
                  </a:moveTo>
                  <a:lnTo>
                    <a:pt x="152971" y="417283"/>
                  </a:lnTo>
                  <a:lnTo>
                    <a:pt x="148170" y="422871"/>
                  </a:lnTo>
                  <a:lnTo>
                    <a:pt x="141757" y="426085"/>
                  </a:lnTo>
                  <a:lnTo>
                    <a:pt x="133743" y="426885"/>
                  </a:lnTo>
                  <a:lnTo>
                    <a:pt x="124142" y="42368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03209" y="6249771"/>
              <a:ext cx="203377" cy="7762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665477" y="6303391"/>
              <a:ext cx="479425" cy="479425"/>
            </a:xfrm>
            <a:custGeom>
              <a:avLst/>
              <a:gdLst/>
              <a:ahLst/>
              <a:cxnLst/>
              <a:rect l="l" t="t" r="r" b="b"/>
              <a:pathLst>
                <a:path w="479425" h="479425">
                  <a:moveTo>
                    <a:pt x="478828" y="239420"/>
                  </a:moveTo>
                  <a:lnTo>
                    <a:pt x="473964" y="191167"/>
                  </a:lnTo>
                  <a:lnTo>
                    <a:pt x="460014" y="146225"/>
                  </a:lnTo>
                  <a:lnTo>
                    <a:pt x="437940" y="105556"/>
                  </a:lnTo>
                  <a:lnTo>
                    <a:pt x="408706" y="70123"/>
                  </a:lnTo>
                  <a:lnTo>
                    <a:pt x="373274" y="40888"/>
                  </a:lnTo>
                  <a:lnTo>
                    <a:pt x="332608" y="18814"/>
                  </a:lnTo>
                  <a:lnTo>
                    <a:pt x="287668" y="4864"/>
                  </a:lnTo>
                  <a:lnTo>
                    <a:pt x="239420" y="0"/>
                  </a:lnTo>
                  <a:lnTo>
                    <a:pt x="191171" y="4864"/>
                  </a:lnTo>
                  <a:lnTo>
                    <a:pt x="146230" y="18814"/>
                  </a:lnTo>
                  <a:lnTo>
                    <a:pt x="105561" y="40888"/>
                  </a:lnTo>
                  <a:lnTo>
                    <a:pt x="70127" y="70123"/>
                  </a:lnTo>
                  <a:lnTo>
                    <a:pt x="40891" y="105556"/>
                  </a:lnTo>
                  <a:lnTo>
                    <a:pt x="18816" y="146225"/>
                  </a:lnTo>
                  <a:lnTo>
                    <a:pt x="4864" y="191167"/>
                  </a:lnTo>
                  <a:lnTo>
                    <a:pt x="0" y="239420"/>
                  </a:lnTo>
                  <a:lnTo>
                    <a:pt x="4864" y="287668"/>
                  </a:lnTo>
                  <a:lnTo>
                    <a:pt x="18816" y="332608"/>
                  </a:lnTo>
                  <a:lnTo>
                    <a:pt x="40891" y="373274"/>
                  </a:lnTo>
                  <a:lnTo>
                    <a:pt x="70127" y="408706"/>
                  </a:lnTo>
                  <a:lnTo>
                    <a:pt x="105561" y="437940"/>
                  </a:lnTo>
                  <a:lnTo>
                    <a:pt x="146230" y="460014"/>
                  </a:lnTo>
                  <a:lnTo>
                    <a:pt x="191171" y="473964"/>
                  </a:lnTo>
                  <a:lnTo>
                    <a:pt x="239420" y="478828"/>
                  </a:lnTo>
                  <a:lnTo>
                    <a:pt x="287668" y="473964"/>
                  </a:lnTo>
                  <a:lnTo>
                    <a:pt x="332608" y="460014"/>
                  </a:lnTo>
                  <a:lnTo>
                    <a:pt x="373274" y="437940"/>
                  </a:lnTo>
                  <a:lnTo>
                    <a:pt x="408706" y="408706"/>
                  </a:lnTo>
                  <a:lnTo>
                    <a:pt x="437940" y="373274"/>
                  </a:lnTo>
                  <a:lnTo>
                    <a:pt x="460014" y="332608"/>
                  </a:lnTo>
                  <a:lnTo>
                    <a:pt x="473964" y="287668"/>
                  </a:lnTo>
                  <a:lnTo>
                    <a:pt x="478828" y="239420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65477" y="6303391"/>
              <a:ext cx="479425" cy="479425"/>
            </a:xfrm>
            <a:custGeom>
              <a:avLst/>
              <a:gdLst/>
              <a:ahLst/>
              <a:cxnLst/>
              <a:rect l="l" t="t" r="r" b="b"/>
              <a:pathLst>
                <a:path w="479425" h="479425">
                  <a:moveTo>
                    <a:pt x="239420" y="478828"/>
                  </a:moveTo>
                  <a:lnTo>
                    <a:pt x="287668" y="473964"/>
                  </a:lnTo>
                  <a:lnTo>
                    <a:pt x="332608" y="460014"/>
                  </a:lnTo>
                  <a:lnTo>
                    <a:pt x="373274" y="437940"/>
                  </a:lnTo>
                  <a:lnTo>
                    <a:pt x="408706" y="408706"/>
                  </a:lnTo>
                  <a:lnTo>
                    <a:pt x="437940" y="373274"/>
                  </a:lnTo>
                  <a:lnTo>
                    <a:pt x="460014" y="332608"/>
                  </a:lnTo>
                  <a:lnTo>
                    <a:pt x="473964" y="287668"/>
                  </a:lnTo>
                  <a:lnTo>
                    <a:pt x="478828" y="239420"/>
                  </a:lnTo>
                  <a:lnTo>
                    <a:pt x="473964" y="191167"/>
                  </a:lnTo>
                  <a:lnTo>
                    <a:pt x="460014" y="146225"/>
                  </a:lnTo>
                  <a:lnTo>
                    <a:pt x="437940" y="105556"/>
                  </a:lnTo>
                  <a:lnTo>
                    <a:pt x="408706" y="70123"/>
                  </a:lnTo>
                  <a:lnTo>
                    <a:pt x="373274" y="40888"/>
                  </a:lnTo>
                  <a:lnTo>
                    <a:pt x="332608" y="18814"/>
                  </a:lnTo>
                  <a:lnTo>
                    <a:pt x="287668" y="4864"/>
                  </a:lnTo>
                  <a:lnTo>
                    <a:pt x="239420" y="0"/>
                  </a:lnTo>
                  <a:lnTo>
                    <a:pt x="191171" y="4864"/>
                  </a:lnTo>
                  <a:lnTo>
                    <a:pt x="146230" y="18814"/>
                  </a:lnTo>
                  <a:lnTo>
                    <a:pt x="105561" y="40888"/>
                  </a:lnTo>
                  <a:lnTo>
                    <a:pt x="70127" y="70123"/>
                  </a:lnTo>
                  <a:lnTo>
                    <a:pt x="40891" y="105556"/>
                  </a:lnTo>
                  <a:lnTo>
                    <a:pt x="18816" y="146225"/>
                  </a:lnTo>
                  <a:lnTo>
                    <a:pt x="4864" y="191167"/>
                  </a:lnTo>
                  <a:lnTo>
                    <a:pt x="0" y="239420"/>
                  </a:lnTo>
                  <a:lnTo>
                    <a:pt x="4864" y="287668"/>
                  </a:lnTo>
                  <a:lnTo>
                    <a:pt x="18816" y="332608"/>
                  </a:lnTo>
                  <a:lnTo>
                    <a:pt x="40891" y="373274"/>
                  </a:lnTo>
                  <a:lnTo>
                    <a:pt x="70127" y="408706"/>
                  </a:lnTo>
                  <a:lnTo>
                    <a:pt x="105561" y="437940"/>
                  </a:lnTo>
                  <a:lnTo>
                    <a:pt x="146230" y="460014"/>
                  </a:lnTo>
                  <a:lnTo>
                    <a:pt x="191171" y="473964"/>
                  </a:lnTo>
                  <a:lnTo>
                    <a:pt x="239420" y="47882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96986" y="6334899"/>
              <a:ext cx="415925" cy="415925"/>
            </a:xfrm>
            <a:custGeom>
              <a:avLst/>
              <a:gdLst/>
              <a:ahLst/>
              <a:cxnLst/>
              <a:rect l="l" t="t" r="r" b="b"/>
              <a:pathLst>
                <a:path w="415925" h="415925">
                  <a:moveTo>
                    <a:pt x="415823" y="207911"/>
                  </a:moveTo>
                  <a:lnTo>
                    <a:pt x="410332" y="160237"/>
                  </a:lnTo>
                  <a:lnTo>
                    <a:pt x="394690" y="116474"/>
                  </a:lnTo>
                  <a:lnTo>
                    <a:pt x="370145" y="77870"/>
                  </a:lnTo>
                  <a:lnTo>
                    <a:pt x="337947" y="45673"/>
                  </a:lnTo>
                  <a:lnTo>
                    <a:pt x="299343" y="21131"/>
                  </a:lnTo>
                  <a:lnTo>
                    <a:pt x="255582" y="5490"/>
                  </a:lnTo>
                  <a:lnTo>
                    <a:pt x="207911" y="0"/>
                  </a:lnTo>
                  <a:lnTo>
                    <a:pt x="160241" y="5490"/>
                  </a:lnTo>
                  <a:lnTo>
                    <a:pt x="116479" y="21131"/>
                  </a:lnTo>
                  <a:lnTo>
                    <a:pt x="77875" y="45673"/>
                  </a:lnTo>
                  <a:lnTo>
                    <a:pt x="45677" y="77870"/>
                  </a:lnTo>
                  <a:lnTo>
                    <a:pt x="21133" y="116474"/>
                  </a:lnTo>
                  <a:lnTo>
                    <a:pt x="5491" y="160237"/>
                  </a:lnTo>
                  <a:lnTo>
                    <a:pt x="0" y="207911"/>
                  </a:lnTo>
                  <a:lnTo>
                    <a:pt x="5491" y="255582"/>
                  </a:lnTo>
                  <a:lnTo>
                    <a:pt x="21133" y="299343"/>
                  </a:lnTo>
                  <a:lnTo>
                    <a:pt x="45677" y="337947"/>
                  </a:lnTo>
                  <a:lnTo>
                    <a:pt x="77875" y="370145"/>
                  </a:lnTo>
                  <a:lnTo>
                    <a:pt x="116479" y="394690"/>
                  </a:lnTo>
                  <a:lnTo>
                    <a:pt x="160241" y="410332"/>
                  </a:lnTo>
                  <a:lnTo>
                    <a:pt x="207911" y="415823"/>
                  </a:lnTo>
                  <a:lnTo>
                    <a:pt x="255582" y="410332"/>
                  </a:lnTo>
                  <a:lnTo>
                    <a:pt x="299343" y="394690"/>
                  </a:lnTo>
                  <a:lnTo>
                    <a:pt x="337947" y="370145"/>
                  </a:lnTo>
                  <a:lnTo>
                    <a:pt x="370145" y="337947"/>
                  </a:lnTo>
                  <a:lnTo>
                    <a:pt x="394690" y="299343"/>
                  </a:lnTo>
                  <a:lnTo>
                    <a:pt x="410332" y="255582"/>
                  </a:lnTo>
                  <a:lnTo>
                    <a:pt x="415823" y="2079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96986" y="6334899"/>
              <a:ext cx="415925" cy="415925"/>
            </a:xfrm>
            <a:custGeom>
              <a:avLst/>
              <a:gdLst/>
              <a:ahLst/>
              <a:cxnLst/>
              <a:rect l="l" t="t" r="r" b="b"/>
              <a:pathLst>
                <a:path w="415925" h="415925">
                  <a:moveTo>
                    <a:pt x="207911" y="415823"/>
                  </a:moveTo>
                  <a:lnTo>
                    <a:pt x="255582" y="410332"/>
                  </a:lnTo>
                  <a:lnTo>
                    <a:pt x="299343" y="394690"/>
                  </a:lnTo>
                  <a:lnTo>
                    <a:pt x="337947" y="370145"/>
                  </a:lnTo>
                  <a:lnTo>
                    <a:pt x="370145" y="337947"/>
                  </a:lnTo>
                  <a:lnTo>
                    <a:pt x="394690" y="299343"/>
                  </a:lnTo>
                  <a:lnTo>
                    <a:pt x="410332" y="255582"/>
                  </a:lnTo>
                  <a:lnTo>
                    <a:pt x="415823" y="207911"/>
                  </a:lnTo>
                  <a:lnTo>
                    <a:pt x="410332" y="160237"/>
                  </a:lnTo>
                  <a:lnTo>
                    <a:pt x="394690" y="116474"/>
                  </a:lnTo>
                  <a:lnTo>
                    <a:pt x="370145" y="77870"/>
                  </a:lnTo>
                  <a:lnTo>
                    <a:pt x="337947" y="45673"/>
                  </a:lnTo>
                  <a:lnTo>
                    <a:pt x="299343" y="21131"/>
                  </a:lnTo>
                  <a:lnTo>
                    <a:pt x="255582" y="5490"/>
                  </a:lnTo>
                  <a:lnTo>
                    <a:pt x="207911" y="0"/>
                  </a:lnTo>
                  <a:lnTo>
                    <a:pt x="160241" y="5490"/>
                  </a:lnTo>
                  <a:lnTo>
                    <a:pt x="116479" y="21131"/>
                  </a:lnTo>
                  <a:lnTo>
                    <a:pt x="77875" y="45673"/>
                  </a:lnTo>
                  <a:lnTo>
                    <a:pt x="45677" y="77870"/>
                  </a:lnTo>
                  <a:lnTo>
                    <a:pt x="21133" y="116474"/>
                  </a:lnTo>
                  <a:lnTo>
                    <a:pt x="5491" y="160237"/>
                  </a:lnTo>
                  <a:lnTo>
                    <a:pt x="0" y="207911"/>
                  </a:lnTo>
                  <a:lnTo>
                    <a:pt x="5491" y="255582"/>
                  </a:lnTo>
                  <a:lnTo>
                    <a:pt x="21133" y="299343"/>
                  </a:lnTo>
                  <a:lnTo>
                    <a:pt x="45677" y="337947"/>
                  </a:lnTo>
                  <a:lnTo>
                    <a:pt x="77875" y="370145"/>
                  </a:lnTo>
                  <a:lnTo>
                    <a:pt x="116479" y="394690"/>
                  </a:lnTo>
                  <a:lnTo>
                    <a:pt x="160241" y="410332"/>
                  </a:lnTo>
                  <a:lnTo>
                    <a:pt x="207911" y="415823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26679" y="5849747"/>
              <a:ext cx="356870" cy="353060"/>
            </a:xfrm>
            <a:custGeom>
              <a:avLst/>
              <a:gdLst/>
              <a:ahLst/>
              <a:cxnLst/>
              <a:rect l="l" t="t" r="r" b="b"/>
              <a:pathLst>
                <a:path w="356869" h="353060">
                  <a:moveTo>
                    <a:pt x="356400" y="352818"/>
                  </a:moveTo>
                  <a:lnTo>
                    <a:pt x="356400" y="178206"/>
                  </a:lnTo>
                  <a:lnTo>
                    <a:pt x="178206" y="0"/>
                  </a:lnTo>
                  <a:lnTo>
                    <a:pt x="0" y="178206"/>
                  </a:lnTo>
                  <a:lnTo>
                    <a:pt x="0" y="352818"/>
                  </a:lnTo>
                  <a:lnTo>
                    <a:pt x="356400" y="352818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26679" y="5849747"/>
              <a:ext cx="356870" cy="353060"/>
            </a:xfrm>
            <a:custGeom>
              <a:avLst/>
              <a:gdLst/>
              <a:ahLst/>
              <a:cxnLst/>
              <a:rect l="l" t="t" r="r" b="b"/>
              <a:pathLst>
                <a:path w="356869" h="353060">
                  <a:moveTo>
                    <a:pt x="0" y="352818"/>
                  </a:moveTo>
                  <a:lnTo>
                    <a:pt x="356400" y="352818"/>
                  </a:lnTo>
                  <a:lnTo>
                    <a:pt x="356400" y="178206"/>
                  </a:lnTo>
                  <a:lnTo>
                    <a:pt x="178206" y="0"/>
                  </a:lnTo>
                  <a:lnTo>
                    <a:pt x="0" y="178206"/>
                  </a:lnTo>
                  <a:lnTo>
                    <a:pt x="0" y="352818"/>
                  </a:lnTo>
                  <a:close/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04885" y="602795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5637" y="6057595"/>
              <a:ext cx="157721" cy="148120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3149625" y="1384515"/>
            <a:ext cx="6962775" cy="2675890"/>
            <a:chOff x="3149625" y="1384515"/>
            <a:chExt cx="6962775" cy="2675890"/>
          </a:xfrm>
        </p:grpSpPr>
        <p:sp>
          <p:nvSpPr>
            <p:cNvPr id="35" name="object 35"/>
            <p:cNvSpPr/>
            <p:nvPr/>
          </p:nvSpPr>
          <p:spPr>
            <a:xfrm>
              <a:off x="3620541" y="1700428"/>
              <a:ext cx="4627880" cy="965835"/>
            </a:xfrm>
            <a:custGeom>
              <a:avLst/>
              <a:gdLst/>
              <a:ahLst/>
              <a:cxnLst/>
              <a:rect l="l" t="t" r="r" b="b"/>
              <a:pathLst>
                <a:path w="4627880" h="965835">
                  <a:moveTo>
                    <a:pt x="385394" y="0"/>
                  </a:moveTo>
                  <a:lnTo>
                    <a:pt x="0" y="0"/>
                  </a:lnTo>
                  <a:lnTo>
                    <a:pt x="0" y="965606"/>
                  </a:lnTo>
                  <a:lnTo>
                    <a:pt x="385394" y="965606"/>
                  </a:lnTo>
                  <a:lnTo>
                    <a:pt x="385394" y="0"/>
                  </a:lnTo>
                  <a:close/>
                </a:path>
                <a:path w="4627880" h="965835">
                  <a:moveTo>
                    <a:pt x="4627765" y="0"/>
                  </a:moveTo>
                  <a:lnTo>
                    <a:pt x="4242333" y="0"/>
                  </a:lnTo>
                  <a:lnTo>
                    <a:pt x="4242333" y="965606"/>
                  </a:lnTo>
                  <a:lnTo>
                    <a:pt x="4627765" y="965606"/>
                  </a:lnTo>
                  <a:lnTo>
                    <a:pt x="4627765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620541" y="1700428"/>
              <a:ext cx="4627880" cy="965835"/>
            </a:xfrm>
            <a:custGeom>
              <a:avLst/>
              <a:gdLst/>
              <a:ahLst/>
              <a:cxnLst/>
              <a:rect l="l" t="t" r="r" b="b"/>
              <a:pathLst>
                <a:path w="4627880" h="965835">
                  <a:moveTo>
                    <a:pt x="4627765" y="0"/>
                  </a:moveTo>
                  <a:lnTo>
                    <a:pt x="4627765" y="965606"/>
                  </a:lnTo>
                  <a:lnTo>
                    <a:pt x="0" y="965606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005935" y="1700428"/>
              <a:ext cx="3856990" cy="1042669"/>
            </a:xfrm>
            <a:custGeom>
              <a:avLst/>
              <a:gdLst/>
              <a:ahLst/>
              <a:cxnLst/>
              <a:rect l="l" t="t" r="r" b="b"/>
              <a:pathLst>
                <a:path w="3856990" h="1042669">
                  <a:moveTo>
                    <a:pt x="3856939" y="1042416"/>
                  </a:moveTo>
                  <a:lnTo>
                    <a:pt x="3856939" y="0"/>
                  </a:lnTo>
                  <a:lnTo>
                    <a:pt x="0" y="0"/>
                  </a:lnTo>
                  <a:lnTo>
                    <a:pt x="0" y="1042416"/>
                  </a:lnTo>
                  <a:lnTo>
                    <a:pt x="3856939" y="1042416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005935" y="1700428"/>
              <a:ext cx="3856990" cy="1042669"/>
            </a:xfrm>
            <a:custGeom>
              <a:avLst/>
              <a:gdLst/>
              <a:ahLst/>
              <a:cxnLst/>
              <a:rect l="l" t="t" r="r" b="b"/>
              <a:pathLst>
                <a:path w="3856990" h="1042669">
                  <a:moveTo>
                    <a:pt x="3856939" y="0"/>
                  </a:moveTo>
                  <a:lnTo>
                    <a:pt x="3856939" y="1042416"/>
                  </a:lnTo>
                  <a:lnTo>
                    <a:pt x="0" y="1042416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52800" y="1893823"/>
              <a:ext cx="5561965" cy="0"/>
            </a:xfrm>
            <a:custGeom>
              <a:avLst/>
              <a:gdLst/>
              <a:ahLst/>
              <a:cxnLst/>
              <a:rect l="l" t="t" r="r" b="b"/>
              <a:pathLst>
                <a:path w="5561965">
                  <a:moveTo>
                    <a:pt x="0" y="0"/>
                  </a:moveTo>
                  <a:lnTo>
                    <a:pt x="5561838" y="0"/>
                  </a:lnTo>
                </a:path>
              </a:pathLst>
            </a:custGeom>
            <a:ln w="6350">
              <a:solidFill>
                <a:srgbClr val="000000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03572" y="1426870"/>
              <a:ext cx="680720" cy="0"/>
            </a:xfrm>
            <a:custGeom>
              <a:avLst/>
              <a:gdLst/>
              <a:ahLst/>
              <a:cxnLst/>
              <a:rect l="l" t="t" r="r" b="b"/>
              <a:pathLst>
                <a:path w="680720">
                  <a:moveTo>
                    <a:pt x="680161" y="0"/>
                  </a:moveTo>
                  <a:lnTo>
                    <a:pt x="0" y="0"/>
                  </a:lnTo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603572" y="1426870"/>
              <a:ext cx="680720" cy="0"/>
            </a:xfrm>
            <a:custGeom>
              <a:avLst/>
              <a:gdLst/>
              <a:ahLst/>
              <a:cxnLst/>
              <a:rect l="l" t="t" r="r" b="b"/>
              <a:pathLst>
                <a:path w="680720">
                  <a:moveTo>
                    <a:pt x="0" y="0"/>
                  </a:moveTo>
                  <a:lnTo>
                    <a:pt x="680161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45939" y="1397190"/>
              <a:ext cx="86995" cy="59055"/>
            </a:xfrm>
            <a:custGeom>
              <a:avLst/>
              <a:gdLst/>
              <a:ahLst/>
              <a:cxnLst/>
              <a:rect l="l" t="t" r="r" b="b"/>
              <a:pathLst>
                <a:path w="86995" h="59055">
                  <a:moveTo>
                    <a:pt x="86436" y="58496"/>
                  </a:moveTo>
                  <a:lnTo>
                    <a:pt x="59372" y="29679"/>
                  </a:lnTo>
                  <a:lnTo>
                    <a:pt x="86436" y="0"/>
                  </a:lnTo>
                  <a:lnTo>
                    <a:pt x="0" y="29679"/>
                  </a:lnTo>
                  <a:lnTo>
                    <a:pt x="86436" y="58496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67278" y="1433309"/>
              <a:ext cx="681355" cy="0"/>
            </a:xfrm>
            <a:custGeom>
              <a:avLst/>
              <a:gdLst/>
              <a:ahLst/>
              <a:cxnLst/>
              <a:rect l="l" t="t" r="r" b="b"/>
              <a:pathLst>
                <a:path w="681354">
                  <a:moveTo>
                    <a:pt x="681037" y="0"/>
                  </a:moveTo>
                  <a:lnTo>
                    <a:pt x="0" y="0"/>
                  </a:lnTo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67278" y="1433309"/>
              <a:ext cx="681355" cy="0"/>
            </a:xfrm>
            <a:custGeom>
              <a:avLst/>
              <a:gdLst/>
              <a:ahLst/>
              <a:cxnLst/>
              <a:rect l="l" t="t" r="r" b="b"/>
              <a:pathLst>
                <a:path w="681354">
                  <a:moveTo>
                    <a:pt x="681037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919499" y="1404492"/>
              <a:ext cx="86995" cy="59055"/>
            </a:xfrm>
            <a:custGeom>
              <a:avLst/>
              <a:gdLst/>
              <a:ahLst/>
              <a:cxnLst/>
              <a:rect l="l" t="t" r="r" b="b"/>
              <a:pathLst>
                <a:path w="86995" h="59055">
                  <a:moveTo>
                    <a:pt x="86436" y="28816"/>
                  </a:moveTo>
                  <a:lnTo>
                    <a:pt x="0" y="0"/>
                  </a:lnTo>
                  <a:lnTo>
                    <a:pt x="27063" y="28816"/>
                  </a:lnTo>
                  <a:lnTo>
                    <a:pt x="0" y="58496"/>
                  </a:lnTo>
                  <a:lnTo>
                    <a:pt x="86436" y="28816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005935" y="1390865"/>
              <a:ext cx="540385" cy="1352550"/>
            </a:xfrm>
            <a:custGeom>
              <a:avLst/>
              <a:gdLst/>
              <a:ahLst/>
              <a:cxnLst/>
              <a:rect l="l" t="t" r="r" b="b"/>
              <a:pathLst>
                <a:path w="540385" h="1352550">
                  <a:moveTo>
                    <a:pt x="540003" y="1351978"/>
                  </a:moveTo>
                  <a:lnTo>
                    <a:pt x="540003" y="0"/>
                  </a:lnTo>
                </a:path>
                <a:path w="540385" h="1352550">
                  <a:moveTo>
                    <a:pt x="0" y="309562"/>
                  </a:moveTo>
                  <a:lnTo>
                    <a:pt x="0" y="6438"/>
                  </a:lnTo>
                </a:path>
              </a:pathLst>
            </a:custGeom>
            <a:ln w="1270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561632" y="1426870"/>
              <a:ext cx="680720" cy="0"/>
            </a:xfrm>
            <a:custGeom>
              <a:avLst/>
              <a:gdLst/>
              <a:ahLst/>
              <a:cxnLst/>
              <a:rect l="l" t="t" r="r" b="b"/>
              <a:pathLst>
                <a:path w="680720">
                  <a:moveTo>
                    <a:pt x="680161" y="0"/>
                  </a:moveTo>
                  <a:lnTo>
                    <a:pt x="0" y="0"/>
                  </a:lnTo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561632" y="1426870"/>
              <a:ext cx="680720" cy="0"/>
            </a:xfrm>
            <a:custGeom>
              <a:avLst/>
              <a:gdLst/>
              <a:ahLst/>
              <a:cxnLst/>
              <a:rect l="l" t="t" r="r" b="b"/>
              <a:pathLst>
                <a:path w="680720">
                  <a:moveTo>
                    <a:pt x="680161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212990" y="1397190"/>
              <a:ext cx="86995" cy="59055"/>
            </a:xfrm>
            <a:custGeom>
              <a:avLst/>
              <a:gdLst/>
              <a:ahLst/>
              <a:cxnLst/>
              <a:rect l="l" t="t" r="r" b="b"/>
              <a:pathLst>
                <a:path w="86995" h="59055">
                  <a:moveTo>
                    <a:pt x="86436" y="29679"/>
                  </a:moveTo>
                  <a:lnTo>
                    <a:pt x="0" y="0"/>
                  </a:lnTo>
                  <a:lnTo>
                    <a:pt x="27063" y="29679"/>
                  </a:lnTo>
                  <a:lnTo>
                    <a:pt x="0" y="58496"/>
                  </a:lnTo>
                  <a:lnTo>
                    <a:pt x="86436" y="29679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920507" y="1433309"/>
              <a:ext cx="681355" cy="0"/>
            </a:xfrm>
            <a:custGeom>
              <a:avLst/>
              <a:gdLst/>
              <a:ahLst/>
              <a:cxnLst/>
              <a:rect l="l" t="t" r="r" b="b"/>
              <a:pathLst>
                <a:path w="681354">
                  <a:moveTo>
                    <a:pt x="681037" y="0"/>
                  </a:moveTo>
                  <a:lnTo>
                    <a:pt x="0" y="0"/>
                  </a:lnTo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920507" y="1433309"/>
              <a:ext cx="681355" cy="0"/>
            </a:xfrm>
            <a:custGeom>
              <a:avLst/>
              <a:gdLst/>
              <a:ahLst/>
              <a:cxnLst/>
              <a:rect l="l" t="t" r="r" b="b"/>
              <a:pathLst>
                <a:path w="681354">
                  <a:moveTo>
                    <a:pt x="0" y="0"/>
                  </a:moveTo>
                  <a:lnTo>
                    <a:pt x="681037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862874" y="1404492"/>
              <a:ext cx="86995" cy="59055"/>
            </a:xfrm>
            <a:custGeom>
              <a:avLst/>
              <a:gdLst/>
              <a:ahLst/>
              <a:cxnLst/>
              <a:rect l="l" t="t" r="r" b="b"/>
              <a:pathLst>
                <a:path w="86995" h="59055">
                  <a:moveTo>
                    <a:pt x="86448" y="58496"/>
                  </a:moveTo>
                  <a:lnTo>
                    <a:pt x="59385" y="28816"/>
                  </a:lnTo>
                  <a:lnTo>
                    <a:pt x="86448" y="0"/>
                  </a:lnTo>
                  <a:lnTo>
                    <a:pt x="0" y="28816"/>
                  </a:lnTo>
                  <a:lnTo>
                    <a:pt x="86448" y="58496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299426" y="1390865"/>
              <a:ext cx="2806700" cy="2663190"/>
            </a:xfrm>
            <a:custGeom>
              <a:avLst/>
              <a:gdLst/>
              <a:ahLst/>
              <a:cxnLst/>
              <a:rect l="l" t="t" r="r" b="b"/>
              <a:pathLst>
                <a:path w="2806700" h="2663190">
                  <a:moveTo>
                    <a:pt x="0" y="1351978"/>
                  </a:moveTo>
                  <a:lnTo>
                    <a:pt x="0" y="0"/>
                  </a:lnTo>
                </a:path>
                <a:path w="2806700" h="2663190">
                  <a:moveTo>
                    <a:pt x="563448" y="309562"/>
                  </a:moveTo>
                  <a:lnTo>
                    <a:pt x="563448" y="6438"/>
                  </a:lnTo>
                </a:path>
                <a:path w="2806700" h="2663190">
                  <a:moveTo>
                    <a:pt x="2806509" y="502958"/>
                  </a:moveTo>
                  <a:lnTo>
                    <a:pt x="1415211" y="502958"/>
                  </a:lnTo>
                </a:path>
                <a:path w="2806700" h="2663190">
                  <a:moveTo>
                    <a:pt x="2806509" y="2662859"/>
                  </a:moveTo>
                  <a:lnTo>
                    <a:pt x="2415730" y="2662859"/>
                  </a:lnTo>
                </a:path>
              </a:pathLst>
            </a:custGeom>
            <a:ln w="1270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069499" y="1951443"/>
              <a:ext cx="0" cy="925830"/>
            </a:xfrm>
            <a:custGeom>
              <a:avLst/>
              <a:gdLst/>
              <a:ahLst/>
              <a:cxnLst/>
              <a:rect l="l" t="t" r="r" b="b"/>
              <a:pathLst>
                <a:path h="925830">
                  <a:moveTo>
                    <a:pt x="0" y="925601"/>
                  </a:moveTo>
                  <a:lnTo>
                    <a:pt x="0" y="0"/>
                  </a:lnTo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0069499" y="1951443"/>
              <a:ext cx="0" cy="925830"/>
            </a:xfrm>
            <a:custGeom>
              <a:avLst/>
              <a:gdLst/>
              <a:ahLst/>
              <a:cxnLst/>
              <a:rect l="l" t="t" r="r" b="b"/>
              <a:pathLst>
                <a:path h="925830">
                  <a:moveTo>
                    <a:pt x="0" y="0"/>
                  </a:moveTo>
                  <a:lnTo>
                    <a:pt x="0" y="925601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0040251" y="1893823"/>
              <a:ext cx="59055" cy="86995"/>
            </a:xfrm>
            <a:custGeom>
              <a:avLst/>
              <a:gdLst/>
              <a:ahLst/>
              <a:cxnLst/>
              <a:rect l="l" t="t" r="r" b="b"/>
              <a:pathLst>
                <a:path w="59054" h="86994">
                  <a:moveTo>
                    <a:pt x="58496" y="86436"/>
                  </a:moveTo>
                  <a:lnTo>
                    <a:pt x="29679" y="0"/>
                  </a:lnTo>
                  <a:lnTo>
                    <a:pt x="0" y="86436"/>
                  </a:lnTo>
                  <a:lnTo>
                    <a:pt x="29679" y="59372"/>
                  </a:lnTo>
                  <a:lnTo>
                    <a:pt x="58496" y="86436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0069499" y="3087700"/>
              <a:ext cx="0" cy="908685"/>
            </a:xfrm>
            <a:custGeom>
              <a:avLst/>
              <a:gdLst/>
              <a:ahLst/>
              <a:cxnLst/>
              <a:rect l="l" t="t" r="r" b="b"/>
              <a:pathLst>
                <a:path h="908685">
                  <a:moveTo>
                    <a:pt x="0" y="908405"/>
                  </a:moveTo>
                  <a:lnTo>
                    <a:pt x="0" y="0"/>
                  </a:lnTo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0069499" y="3087700"/>
              <a:ext cx="0" cy="908685"/>
            </a:xfrm>
            <a:custGeom>
              <a:avLst/>
              <a:gdLst/>
              <a:ahLst/>
              <a:cxnLst/>
              <a:rect l="l" t="t" r="r" b="b"/>
              <a:pathLst>
                <a:path h="908685">
                  <a:moveTo>
                    <a:pt x="0" y="908405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040251" y="3967289"/>
              <a:ext cx="59055" cy="86995"/>
            </a:xfrm>
            <a:custGeom>
              <a:avLst/>
              <a:gdLst/>
              <a:ahLst/>
              <a:cxnLst/>
              <a:rect l="l" t="t" r="r" b="b"/>
              <a:pathLst>
                <a:path w="59054" h="86995">
                  <a:moveTo>
                    <a:pt x="58496" y="0"/>
                  </a:moveTo>
                  <a:lnTo>
                    <a:pt x="28816" y="27063"/>
                  </a:lnTo>
                  <a:lnTo>
                    <a:pt x="0" y="0"/>
                  </a:lnTo>
                  <a:lnTo>
                    <a:pt x="28816" y="86436"/>
                  </a:lnTo>
                  <a:lnTo>
                    <a:pt x="58496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194657" y="1185430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A650"/>
                </a:solidFill>
                <a:latin typeface="Gill Sans MT"/>
                <a:cs typeface="Gill Sans MT"/>
              </a:rPr>
              <a:t>=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499870" y="1185430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A650"/>
                </a:solidFill>
                <a:latin typeface="Gill Sans MT"/>
                <a:cs typeface="Gill Sans MT"/>
              </a:rPr>
              <a:t>=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988219" y="2793072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A650"/>
                </a:solidFill>
                <a:latin typeface="Gill Sans MT"/>
                <a:cs typeface="Gill Sans MT"/>
              </a:rPr>
              <a:t>=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380883" y="1887473"/>
            <a:ext cx="1778635" cy="2172970"/>
            <a:chOff x="1380883" y="1887473"/>
            <a:chExt cx="1778635" cy="2172970"/>
          </a:xfrm>
        </p:grpSpPr>
        <p:sp>
          <p:nvSpPr>
            <p:cNvPr id="64" name="object 64"/>
            <p:cNvSpPr/>
            <p:nvPr/>
          </p:nvSpPr>
          <p:spPr>
            <a:xfrm>
              <a:off x="1387233" y="1893823"/>
              <a:ext cx="1765935" cy="2160270"/>
            </a:xfrm>
            <a:custGeom>
              <a:avLst/>
              <a:gdLst/>
              <a:ahLst/>
              <a:cxnLst/>
              <a:rect l="l" t="t" r="r" b="b"/>
              <a:pathLst>
                <a:path w="1765935" h="2160270">
                  <a:moveTo>
                    <a:pt x="1765566" y="0"/>
                  </a:moveTo>
                  <a:lnTo>
                    <a:pt x="17640" y="0"/>
                  </a:lnTo>
                </a:path>
                <a:path w="1765935" h="2160270">
                  <a:moveTo>
                    <a:pt x="727214" y="2159901"/>
                  </a:moveTo>
                  <a:lnTo>
                    <a:pt x="0" y="2159901"/>
                  </a:lnTo>
                </a:path>
              </a:pathLst>
            </a:custGeom>
            <a:ln w="1270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440446" y="1951443"/>
              <a:ext cx="0" cy="925830"/>
            </a:xfrm>
            <a:custGeom>
              <a:avLst/>
              <a:gdLst/>
              <a:ahLst/>
              <a:cxnLst/>
              <a:rect l="l" t="t" r="r" b="b"/>
              <a:pathLst>
                <a:path h="925830">
                  <a:moveTo>
                    <a:pt x="0" y="925601"/>
                  </a:moveTo>
                  <a:lnTo>
                    <a:pt x="0" y="0"/>
                  </a:lnTo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440446" y="1951443"/>
              <a:ext cx="0" cy="925830"/>
            </a:xfrm>
            <a:custGeom>
              <a:avLst/>
              <a:gdLst/>
              <a:ahLst/>
              <a:cxnLst/>
              <a:rect l="l" t="t" r="r" b="b"/>
              <a:pathLst>
                <a:path h="925830">
                  <a:moveTo>
                    <a:pt x="0" y="0"/>
                  </a:moveTo>
                  <a:lnTo>
                    <a:pt x="0" y="925601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411198" y="1893823"/>
              <a:ext cx="59055" cy="86995"/>
            </a:xfrm>
            <a:custGeom>
              <a:avLst/>
              <a:gdLst/>
              <a:ahLst/>
              <a:cxnLst/>
              <a:rect l="l" t="t" r="r" b="b"/>
              <a:pathLst>
                <a:path w="59055" h="86994">
                  <a:moveTo>
                    <a:pt x="58496" y="86436"/>
                  </a:moveTo>
                  <a:lnTo>
                    <a:pt x="29679" y="0"/>
                  </a:lnTo>
                  <a:lnTo>
                    <a:pt x="0" y="86436"/>
                  </a:lnTo>
                  <a:lnTo>
                    <a:pt x="29679" y="59372"/>
                  </a:lnTo>
                  <a:lnTo>
                    <a:pt x="58496" y="86436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440446" y="3087700"/>
              <a:ext cx="0" cy="908685"/>
            </a:xfrm>
            <a:custGeom>
              <a:avLst/>
              <a:gdLst/>
              <a:ahLst/>
              <a:cxnLst/>
              <a:rect l="l" t="t" r="r" b="b"/>
              <a:pathLst>
                <a:path h="908685">
                  <a:moveTo>
                    <a:pt x="0" y="908405"/>
                  </a:moveTo>
                  <a:lnTo>
                    <a:pt x="0" y="0"/>
                  </a:lnTo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440446" y="3087700"/>
              <a:ext cx="0" cy="908685"/>
            </a:xfrm>
            <a:custGeom>
              <a:avLst/>
              <a:gdLst/>
              <a:ahLst/>
              <a:cxnLst/>
              <a:rect l="l" t="t" r="r" b="b"/>
              <a:pathLst>
                <a:path h="908685">
                  <a:moveTo>
                    <a:pt x="0" y="908405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411198" y="3967289"/>
              <a:ext cx="59055" cy="86995"/>
            </a:xfrm>
            <a:custGeom>
              <a:avLst/>
              <a:gdLst/>
              <a:ahLst/>
              <a:cxnLst/>
              <a:rect l="l" t="t" r="r" b="b"/>
              <a:pathLst>
                <a:path w="59055" h="86995">
                  <a:moveTo>
                    <a:pt x="58496" y="0"/>
                  </a:moveTo>
                  <a:lnTo>
                    <a:pt x="28803" y="27063"/>
                  </a:lnTo>
                  <a:lnTo>
                    <a:pt x="0" y="0"/>
                  </a:lnTo>
                  <a:lnTo>
                    <a:pt x="28803" y="86436"/>
                  </a:lnTo>
                  <a:lnTo>
                    <a:pt x="58496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1359166" y="2793072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00A650"/>
                </a:solidFill>
                <a:latin typeface="Gill Sans MT"/>
                <a:cs typeface="Gill Sans MT"/>
              </a:rPr>
              <a:t>=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2126195" y="1227188"/>
            <a:ext cx="7725409" cy="3290570"/>
            <a:chOff x="2126195" y="1227188"/>
            <a:chExt cx="7725409" cy="3290570"/>
          </a:xfrm>
        </p:grpSpPr>
        <p:sp>
          <p:nvSpPr>
            <p:cNvPr id="73" name="object 73"/>
            <p:cNvSpPr/>
            <p:nvPr/>
          </p:nvSpPr>
          <p:spPr>
            <a:xfrm>
              <a:off x="9488207" y="2508364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360006" y="179997"/>
                  </a:moveTo>
                  <a:lnTo>
                    <a:pt x="353576" y="132149"/>
                  </a:lnTo>
                  <a:lnTo>
                    <a:pt x="335430" y="89152"/>
                  </a:lnTo>
                  <a:lnTo>
                    <a:pt x="307282" y="52722"/>
                  </a:lnTo>
                  <a:lnTo>
                    <a:pt x="270851" y="24576"/>
                  </a:lnTo>
                  <a:lnTo>
                    <a:pt x="227850" y="6430"/>
                  </a:lnTo>
                  <a:lnTo>
                    <a:pt x="179997" y="0"/>
                  </a:lnTo>
                  <a:lnTo>
                    <a:pt x="132149" y="6430"/>
                  </a:lnTo>
                  <a:lnTo>
                    <a:pt x="89152" y="24576"/>
                  </a:lnTo>
                  <a:lnTo>
                    <a:pt x="52722" y="52722"/>
                  </a:lnTo>
                  <a:lnTo>
                    <a:pt x="24576" y="89152"/>
                  </a:lnTo>
                  <a:lnTo>
                    <a:pt x="6430" y="132149"/>
                  </a:lnTo>
                  <a:lnTo>
                    <a:pt x="0" y="179997"/>
                  </a:lnTo>
                  <a:lnTo>
                    <a:pt x="6430" y="227850"/>
                  </a:lnTo>
                  <a:lnTo>
                    <a:pt x="24576" y="270851"/>
                  </a:lnTo>
                  <a:lnTo>
                    <a:pt x="52722" y="307282"/>
                  </a:lnTo>
                  <a:lnTo>
                    <a:pt x="89152" y="335430"/>
                  </a:lnTo>
                  <a:lnTo>
                    <a:pt x="132149" y="353576"/>
                  </a:lnTo>
                  <a:lnTo>
                    <a:pt x="179997" y="360006"/>
                  </a:lnTo>
                  <a:lnTo>
                    <a:pt x="227850" y="353576"/>
                  </a:lnTo>
                  <a:lnTo>
                    <a:pt x="270851" y="335430"/>
                  </a:lnTo>
                  <a:lnTo>
                    <a:pt x="307282" y="307282"/>
                  </a:lnTo>
                  <a:lnTo>
                    <a:pt x="335430" y="270851"/>
                  </a:lnTo>
                  <a:lnTo>
                    <a:pt x="353576" y="227850"/>
                  </a:lnTo>
                  <a:lnTo>
                    <a:pt x="360006" y="179997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9488207" y="2508364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179997" y="360006"/>
                  </a:moveTo>
                  <a:lnTo>
                    <a:pt x="227850" y="353576"/>
                  </a:lnTo>
                  <a:lnTo>
                    <a:pt x="270851" y="335430"/>
                  </a:lnTo>
                  <a:lnTo>
                    <a:pt x="307282" y="307282"/>
                  </a:lnTo>
                  <a:lnTo>
                    <a:pt x="335430" y="270851"/>
                  </a:lnTo>
                  <a:lnTo>
                    <a:pt x="353576" y="227850"/>
                  </a:lnTo>
                  <a:lnTo>
                    <a:pt x="360006" y="179997"/>
                  </a:lnTo>
                  <a:lnTo>
                    <a:pt x="353576" y="132149"/>
                  </a:lnTo>
                  <a:lnTo>
                    <a:pt x="335430" y="89152"/>
                  </a:lnTo>
                  <a:lnTo>
                    <a:pt x="307282" y="52722"/>
                  </a:lnTo>
                  <a:lnTo>
                    <a:pt x="270851" y="24576"/>
                  </a:lnTo>
                  <a:lnTo>
                    <a:pt x="227850" y="6430"/>
                  </a:lnTo>
                  <a:lnTo>
                    <a:pt x="179997" y="0"/>
                  </a:lnTo>
                  <a:lnTo>
                    <a:pt x="132149" y="6430"/>
                  </a:lnTo>
                  <a:lnTo>
                    <a:pt x="89152" y="24576"/>
                  </a:lnTo>
                  <a:lnTo>
                    <a:pt x="52722" y="52722"/>
                  </a:lnTo>
                  <a:lnTo>
                    <a:pt x="24576" y="89152"/>
                  </a:lnTo>
                  <a:lnTo>
                    <a:pt x="6430" y="132149"/>
                  </a:lnTo>
                  <a:lnTo>
                    <a:pt x="0" y="179997"/>
                  </a:lnTo>
                  <a:lnTo>
                    <a:pt x="6430" y="227850"/>
                  </a:lnTo>
                  <a:lnTo>
                    <a:pt x="24576" y="270851"/>
                  </a:lnTo>
                  <a:lnTo>
                    <a:pt x="52722" y="307282"/>
                  </a:lnTo>
                  <a:lnTo>
                    <a:pt x="89152" y="335430"/>
                  </a:lnTo>
                  <a:lnTo>
                    <a:pt x="132149" y="353576"/>
                  </a:lnTo>
                  <a:lnTo>
                    <a:pt x="179997" y="360006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050203" y="123036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359994" y="179997"/>
                  </a:moveTo>
                  <a:lnTo>
                    <a:pt x="353564" y="132149"/>
                  </a:lnTo>
                  <a:lnTo>
                    <a:pt x="335420" y="89152"/>
                  </a:lnTo>
                  <a:lnTo>
                    <a:pt x="307276" y="52722"/>
                  </a:lnTo>
                  <a:lnTo>
                    <a:pt x="270847" y="24576"/>
                  </a:lnTo>
                  <a:lnTo>
                    <a:pt x="227849" y="6430"/>
                  </a:lnTo>
                  <a:lnTo>
                    <a:pt x="179997" y="0"/>
                  </a:lnTo>
                  <a:lnTo>
                    <a:pt x="132149" y="6430"/>
                  </a:lnTo>
                  <a:lnTo>
                    <a:pt x="89152" y="24576"/>
                  </a:lnTo>
                  <a:lnTo>
                    <a:pt x="52722" y="52722"/>
                  </a:lnTo>
                  <a:lnTo>
                    <a:pt x="24576" y="89152"/>
                  </a:lnTo>
                  <a:lnTo>
                    <a:pt x="6430" y="132149"/>
                  </a:lnTo>
                  <a:lnTo>
                    <a:pt x="0" y="179997"/>
                  </a:lnTo>
                  <a:lnTo>
                    <a:pt x="6430" y="227850"/>
                  </a:lnTo>
                  <a:lnTo>
                    <a:pt x="24576" y="270851"/>
                  </a:lnTo>
                  <a:lnTo>
                    <a:pt x="52722" y="307282"/>
                  </a:lnTo>
                  <a:lnTo>
                    <a:pt x="89152" y="335430"/>
                  </a:lnTo>
                  <a:lnTo>
                    <a:pt x="132149" y="353576"/>
                  </a:lnTo>
                  <a:lnTo>
                    <a:pt x="179997" y="360006"/>
                  </a:lnTo>
                  <a:lnTo>
                    <a:pt x="227849" y="353576"/>
                  </a:lnTo>
                  <a:lnTo>
                    <a:pt x="270847" y="335430"/>
                  </a:lnTo>
                  <a:lnTo>
                    <a:pt x="307276" y="307282"/>
                  </a:lnTo>
                  <a:lnTo>
                    <a:pt x="335420" y="270851"/>
                  </a:lnTo>
                  <a:lnTo>
                    <a:pt x="353564" y="227850"/>
                  </a:lnTo>
                  <a:lnTo>
                    <a:pt x="359994" y="179997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050203" y="123036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179997" y="360006"/>
                  </a:moveTo>
                  <a:lnTo>
                    <a:pt x="227849" y="353576"/>
                  </a:lnTo>
                  <a:lnTo>
                    <a:pt x="270847" y="335430"/>
                  </a:lnTo>
                  <a:lnTo>
                    <a:pt x="307276" y="307282"/>
                  </a:lnTo>
                  <a:lnTo>
                    <a:pt x="335420" y="270851"/>
                  </a:lnTo>
                  <a:lnTo>
                    <a:pt x="353564" y="227850"/>
                  </a:lnTo>
                  <a:lnTo>
                    <a:pt x="359994" y="179997"/>
                  </a:lnTo>
                  <a:lnTo>
                    <a:pt x="353564" y="132149"/>
                  </a:lnTo>
                  <a:lnTo>
                    <a:pt x="335420" y="89152"/>
                  </a:lnTo>
                  <a:lnTo>
                    <a:pt x="307276" y="52722"/>
                  </a:lnTo>
                  <a:lnTo>
                    <a:pt x="270847" y="24576"/>
                  </a:lnTo>
                  <a:lnTo>
                    <a:pt x="227849" y="6430"/>
                  </a:lnTo>
                  <a:lnTo>
                    <a:pt x="179997" y="0"/>
                  </a:lnTo>
                  <a:lnTo>
                    <a:pt x="132149" y="6430"/>
                  </a:lnTo>
                  <a:lnTo>
                    <a:pt x="89152" y="24576"/>
                  </a:lnTo>
                  <a:lnTo>
                    <a:pt x="52722" y="52722"/>
                  </a:lnTo>
                  <a:lnTo>
                    <a:pt x="24576" y="89152"/>
                  </a:lnTo>
                  <a:lnTo>
                    <a:pt x="6430" y="132149"/>
                  </a:lnTo>
                  <a:lnTo>
                    <a:pt x="0" y="179997"/>
                  </a:lnTo>
                  <a:lnTo>
                    <a:pt x="6430" y="227850"/>
                  </a:lnTo>
                  <a:lnTo>
                    <a:pt x="24576" y="270851"/>
                  </a:lnTo>
                  <a:lnTo>
                    <a:pt x="52722" y="307282"/>
                  </a:lnTo>
                  <a:lnTo>
                    <a:pt x="89152" y="335430"/>
                  </a:lnTo>
                  <a:lnTo>
                    <a:pt x="132149" y="353576"/>
                  </a:lnTo>
                  <a:lnTo>
                    <a:pt x="179997" y="360006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306802" y="3885475"/>
              <a:ext cx="7218680" cy="335280"/>
            </a:xfrm>
            <a:custGeom>
              <a:avLst/>
              <a:gdLst/>
              <a:ahLst/>
              <a:cxnLst/>
              <a:rect l="l" t="t" r="r" b="b"/>
              <a:pathLst>
                <a:path w="7218680" h="335279">
                  <a:moveTo>
                    <a:pt x="982306" y="0"/>
                  </a:moveTo>
                  <a:lnTo>
                    <a:pt x="0" y="0"/>
                  </a:lnTo>
                  <a:lnTo>
                    <a:pt x="0" y="334810"/>
                  </a:lnTo>
                  <a:lnTo>
                    <a:pt x="982306" y="334810"/>
                  </a:lnTo>
                  <a:lnTo>
                    <a:pt x="982306" y="0"/>
                  </a:lnTo>
                  <a:close/>
                </a:path>
                <a:path w="7218680" h="335279">
                  <a:moveTo>
                    <a:pt x="6124321" y="0"/>
                  </a:moveTo>
                  <a:lnTo>
                    <a:pt x="1089291" y="0"/>
                  </a:lnTo>
                  <a:lnTo>
                    <a:pt x="1089291" y="334810"/>
                  </a:lnTo>
                  <a:lnTo>
                    <a:pt x="6124321" y="334810"/>
                  </a:lnTo>
                  <a:lnTo>
                    <a:pt x="6124321" y="0"/>
                  </a:lnTo>
                  <a:close/>
                </a:path>
                <a:path w="7218680" h="335279">
                  <a:moveTo>
                    <a:pt x="7218235" y="0"/>
                  </a:moveTo>
                  <a:lnTo>
                    <a:pt x="6231306" y="0"/>
                  </a:lnTo>
                  <a:lnTo>
                    <a:pt x="6231306" y="334810"/>
                  </a:lnTo>
                  <a:lnTo>
                    <a:pt x="7218235" y="334810"/>
                  </a:lnTo>
                  <a:lnTo>
                    <a:pt x="7218235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306802" y="3885476"/>
              <a:ext cx="7218680" cy="335280"/>
            </a:xfrm>
            <a:custGeom>
              <a:avLst/>
              <a:gdLst/>
              <a:ahLst/>
              <a:cxnLst/>
              <a:rect l="l" t="t" r="r" b="b"/>
              <a:pathLst>
                <a:path w="7218680" h="335279">
                  <a:moveTo>
                    <a:pt x="7218235" y="0"/>
                  </a:moveTo>
                  <a:lnTo>
                    <a:pt x="7218235" y="334810"/>
                  </a:lnTo>
                  <a:lnTo>
                    <a:pt x="0" y="334810"/>
                  </a:lnTo>
                  <a:lnTo>
                    <a:pt x="0" y="0"/>
                  </a:lnTo>
                  <a:lnTo>
                    <a:pt x="7218235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105694" y="3842918"/>
              <a:ext cx="3036570" cy="43180"/>
            </a:xfrm>
            <a:custGeom>
              <a:avLst/>
              <a:gdLst/>
              <a:ahLst/>
              <a:cxnLst/>
              <a:rect l="l" t="t" r="r" b="b"/>
              <a:pathLst>
                <a:path w="3036570" h="43179">
                  <a:moveTo>
                    <a:pt x="3035973" y="42557"/>
                  </a:moveTo>
                  <a:lnTo>
                    <a:pt x="3035973" y="0"/>
                  </a:lnTo>
                  <a:lnTo>
                    <a:pt x="0" y="0"/>
                  </a:lnTo>
                  <a:lnTo>
                    <a:pt x="0" y="42557"/>
                  </a:lnTo>
                  <a:lnTo>
                    <a:pt x="3035973" y="42557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105694" y="3842918"/>
              <a:ext cx="3036570" cy="43180"/>
            </a:xfrm>
            <a:custGeom>
              <a:avLst/>
              <a:gdLst/>
              <a:ahLst/>
              <a:cxnLst/>
              <a:rect l="l" t="t" r="r" b="b"/>
              <a:pathLst>
                <a:path w="3036570" h="43179">
                  <a:moveTo>
                    <a:pt x="3035973" y="0"/>
                  </a:moveTo>
                  <a:lnTo>
                    <a:pt x="3035973" y="42557"/>
                  </a:lnTo>
                  <a:lnTo>
                    <a:pt x="0" y="42557"/>
                  </a:lnTo>
                  <a:lnTo>
                    <a:pt x="0" y="0"/>
                  </a:lnTo>
                  <a:lnTo>
                    <a:pt x="3035973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126195" y="4052874"/>
              <a:ext cx="7585709" cy="0"/>
            </a:xfrm>
            <a:custGeom>
              <a:avLst/>
              <a:gdLst/>
              <a:ahLst/>
              <a:cxnLst/>
              <a:rect l="l" t="t" r="r" b="b"/>
              <a:pathLst>
                <a:path w="7585709">
                  <a:moveTo>
                    <a:pt x="0" y="0"/>
                  </a:moveTo>
                  <a:lnTo>
                    <a:pt x="768616" y="0"/>
                  </a:lnTo>
                </a:path>
                <a:path w="7585709">
                  <a:moveTo>
                    <a:pt x="944181" y="0"/>
                  </a:moveTo>
                  <a:lnTo>
                    <a:pt x="1162913" y="0"/>
                  </a:lnTo>
                </a:path>
                <a:path w="7585709">
                  <a:moveTo>
                    <a:pt x="1269898" y="0"/>
                  </a:moveTo>
                  <a:lnTo>
                    <a:pt x="6304927" y="0"/>
                  </a:lnTo>
                </a:path>
                <a:path w="7585709">
                  <a:moveTo>
                    <a:pt x="6411912" y="0"/>
                  </a:moveTo>
                  <a:lnTo>
                    <a:pt x="6630644" y="0"/>
                  </a:lnTo>
                </a:path>
                <a:path w="7585709">
                  <a:moveTo>
                    <a:pt x="6806209" y="0"/>
                  </a:moveTo>
                  <a:lnTo>
                    <a:pt x="7585379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618249" y="2742844"/>
              <a:ext cx="681355" cy="593725"/>
            </a:xfrm>
            <a:custGeom>
              <a:avLst/>
              <a:gdLst/>
              <a:ahLst/>
              <a:cxnLst/>
              <a:rect l="l" t="t" r="r" b="b"/>
              <a:pathLst>
                <a:path w="681354" h="593725">
                  <a:moveTo>
                    <a:pt x="681177" y="354279"/>
                  </a:moveTo>
                  <a:lnTo>
                    <a:pt x="681177" y="0"/>
                  </a:lnTo>
                  <a:lnTo>
                    <a:pt x="0" y="0"/>
                  </a:lnTo>
                  <a:lnTo>
                    <a:pt x="0" y="354291"/>
                  </a:lnTo>
                  <a:lnTo>
                    <a:pt x="723" y="362953"/>
                  </a:lnTo>
                  <a:lnTo>
                    <a:pt x="247510" y="585914"/>
                  </a:lnTo>
                  <a:lnTo>
                    <a:pt x="266992" y="593140"/>
                  </a:lnTo>
                  <a:lnTo>
                    <a:pt x="414197" y="593115"/>
                  </a:lnTo>
                  <a:lnTo>
                    <a:pt x="671791" y="375196"/>
                  </a:lnTo>
                  <a:lnTo>
                    <a:pt x="681177" y="354279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618249" y="2742844"/>
              <a:ext cx="681355" cy="593725"/>
            </a:xfrm>
            <a:custGeom>
              <a:avLst/>
              <a:gdLst/>
              <a:ahLst/>
              <a:cxnLst/>
              <a:rect l="l" t="t" r="r" b="b"/>
              <a:pathLst>
                <a:path w="681354" h="593725">
                  <a:moveTo>
                    <a:pt x="266992" y="593140"/>
                  </a:moveTo>
                  <a:lnTo>
                    <a:pt x="266268" y="593140"/>
                  </a:lnTo>
                  <a:lnTo>
                    <a:pt x="256171" y="591692"/>
                  </a:lnTo>
                  <a:lnTo>
                    <a:pt x="9385" y="375221"/>
                  </a:lnTo>
                  <a:lnTo>
                    <a:pt x="0" y="354291"/>
                  </a:lnTo>
                  <a:lnTo>
                    <a:pt x="0" y="0"/>
                  </a:lnTo>
                  <a:lnTo>
                    <a:pt x="681177" y="0"/>
                  </a:lnTo>
                  <a:lnTo>
                    <a:pt x="681177" y="354279"/>
                  </a:lnTo>
                  <a:lnTo>
                    <a:pt x="434390" y="585901"/>
                  </a:lnTo>
                  <a:lnTo>
                    <a:pt x="414197" y="593115"/>
                  </a:lnTo>
                  <a:lnTo>
                    <a:pt x="266992" y="59314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56806" y="3475659"/>
              <a:ext cx="71297" cy="171589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89572" y="3475659"/>
              <a:ext cx="71297" cy="171589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6402502" y="3558933"/>
              <a:ext cx="454659" cy="283845"/>
            </a:xfrm>
            <a:custGeom>
              <a:avLst/>
              <a:gdLst/>
              <a:ahLst/>
              <a:cxnLst/>
              <a:rect l="l" t="t" r="r" b="b"/>
              <a:pathLst>
                <a:path w="454659" h="283845">
                  <a:moveTo>
                    <a:pt x="454596" y="221526"/>
                  </a:moveTo>
                  <a:lnTo>
                    <a:pt x="454596" y="0"/>
                  </a:lnTo>
                  <a:lnTo>
                    <a:pt x="409130" y="0"/>
                  </a:lnTo>
                  <a:lnTo>
                    <a:pt x="409130" y="221526"/>
                  </a:lnTo>
                  <a:lnTo>
                    <a:pt x="407695" y="228015"/>
                  </a:lnTo>
                  <a:lnTo>
                    <a:pt x="403364" y="233070"/>
                  </a:lnTo>
                  <a:lnTo>
                    <a:pt x="398310" y="236677"/>
                  </a:lnTo>
                  <a:lnTo>
                    <a:pt x="391820" y="238125"/>
                  </a:lnTo>
                  <a:lnTo>
                    <a:pt x="0" y="238125"/>
                  </a:lnTo>
                  <a:lnTo>
                    <a:pt x="0" y="283578"/>
                  </a:lnTo>
                  <a:lnTo>
                    <a:pt x="391820" y="283578"/>
                  </a:lnTo>
                  <a:lnTo>
                    <a:pt x="404088" y="282130"/>
                  </a:lnTo>
                  <a:lnTo>
                    <a:pt x="443776" y="256159"/>
                  </a:lnTo>
                  <a:lnTo>
                    <a:pt x="453148" y="233070"/>
                  </a:lnTo>
                  <a:lnTo>
                    <a:pt x="454596" y="221526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402502" y="3558933"/>
              <a:ext cx="454659" cy="283845"/>
            </a:xfrm>
            <a:custGeom>
              <a:avLst/>
              <a:gdLst/>
              <a:ahLst/>
              <a:cxnLst/>
              <a:rect l="l" t="t" r="r" b="b"/>
              <a:pathLst>
                <a:path w="454659" h="283845">
                  <a:moveTo>
                    <a:pt x="435838" y="265544"/>
                  </a:moveTo>
                  <a:lnTo>
                    <a:pt x="426453" y="273481"/>
                  </a:lnTo>
                  <a:lnTo>
                    <a:pt x="415632" y="278523"/>
                  </a:lnTo>
                  <a:lnTo>
                    <a:pt x="404088" y="282130"/>
                  </a:lnTo>
                  <a:lnTo>
                    <a:pt x="391820" y="283578"/>
                  </a:lnTo>
                  <a:lnTo>
                    <a:pt x="0" y="283578"/>
                  </a:lnTo>
                  <a:lnTo>
                    <a:pt x="0" y="238125"/>
                  </a:lnTo>
                  <a:lnTo>
                    <a:pt x="391820" y="238125"/>
                  </a:lnTo>
                  <a:lnTo>
                    <a:pt x="398310" y="236677"/>
                  </a:lnTo>
                  <a:lnTo>
                    <a:pt x="403364" y="233070"/>
                  </a:lnTo>
                  <a:lnTo>
                    <a:pt x="407695" y="228015"/>
                  </a:lnTo>
                  <a:lnTo>
                    <a:pt x="409130" y="221526"/>
                  </a:lnTo>
                  <a:lnTo>
                    <a:pt x="409130" y="0"/>
                  </a:lnTo>
                  <a:lnTo>
                    <a:pt x="454596" y="0"/>
                  </a:lnTo>
                  <a:lnTo>
                    <a:pt x="454596" y="221526"/>
                  </a:lnTo>
                  <a:lnTo>
                    <a:pt x="453148" y="233070"/>
                  </a:lnTo>
                  <a:lnTo>
                    <a:pt x="449541" y="244614"/>
                  </a:lnTo>
                  <a:lnTo>
                    <a:pt x="443776" y="256159"/>
                  </a:lnTo>
                  <a:lnTo>
                    <a:pt x="435838" y="26554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618249" y="2742844"/>
              <a:ext cx="681355" cy="57150"/>
            </a:xfrm>
            <a:custGeom>
              <a:avLst/>
              <a:gdLst/>
              <a:ahLst/>
              <a:cxnLst/>
              <a:rect l="l" t="t" r="r" b="b"/>
              <a:pathLst>
                <a:path w="681354" h="57150">
                  <a:moveTo>
                    <a:pt x="681177" y="56984"/>
                  </a:moveTo>
                  <a:lnTo>
                    <a:pt x="681177" y="0"/>
                  </a:lnTo>
                  <a:lnTo>
                    <a:pt x="0" y="0"/>
                  </a:lnTo>
                  <a:lnTo>
                    <a:pt x="0" y="56984"/>
                  </a:lnTo>
                  <a:lnTo>
                    <a:pt x="681177" y="56984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618249" y="2742844"/>
              <a:ext cx="681355" cy="57150"/>
            </a:xfrm>
            <a:custGeom>
              <a:avLst/>
              <a:gdLst/>
              <a:ahLst/>
              <a:cxnLst/>
              <a:rect l="l" t="t" r="r" b="b"/>
              <a:pathLst>
                <a:path w="681354" h="57150">
                  <a:moveTo>
                    <a:pt x="0" y="0"/>
                  </a:moveTo>
                  <a:lnTo>
                    <a:pt x="0" y="56984"/>
                  </a:lnTo>
                  <a:lnTo>
                    <a:pt x="681177" y="56984"/>
                  </a:lnTo>
                  <a:lnTo>
                    <a:pt x="681177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44780" y="3621709"/>
              <a:ext cx="142735" cy="238836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6616661" y="3785946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618249" y="3783342"/>
              <a:ext cx="136525" cy="6350"/>
            </a:xfrm>
            <a:custGeom>
              <a:avLst/>
              <a:gdLst/>
              <a:ahLst/>
              <a:cxnLst/>
              <a:rect l="l" t="t" r="r" b="b"/>
              <a:pathLst>
                <a:path w="136525" h="6350">
                  <a:moveTo>
                    <a:pt x="0" y="5778"/>
                  </a:moveTo>
                  <a:lnTo>
                    <a:pt x="2895" y="0"/>
                  </a:lnTo>
                  <a:lnTo>
                    <a:pt x="133489" y="0"/>
                  </a:lnTo>
                  <a:lnTo>
                    <a:pt x="136385" y="5778"/>
                  </a:lnTo>
                  <a:lnTo>
                    <a:pt x="0" y="577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618249" y="2805607"/>
              <a:ext cx="681355" cy="1127125"/>
            </a:xfrm>
            <a:custGeom>
              <a:avLst/>
              <a:gdLst/>
              <a:ahLst/>
              <a:cxnLst/>
              <a:rect l="l" t="t" r="r" b="b"/>
              <a:pathLst>
                <a:path w="681354" h="1127125">
                  <a:moveTo>
                    <a:pt x="681177" y="1127099"/>
                  </a:moveTo>
                  <a:lnTo>
                    <a:pt x="681177" y="0"/>
                  </a:lnTo>
                  <a:lnTo>
                    <a:pt x="0" y="12"/>
                  </a:lnTo>
                  <a:lnTo>
                    <a:pt x="0" y="1127112"/>
                  </a:lnTo>
                  <a:lnTo>
                    <a:pt x="681177" y="11270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618249" y="2805607"/>
              <a:ext cx="681355" cy="1127125"/>
            </a:xfrm>
            <a:custGeom>
              <a:avLst/>
              <a:gdLst/>
              <a:ahLst/>
              <a:cxnLst/>
              <a:rect l="l" t="t" r="r" b="b"/>
              <a:pathLst>
                <a:path w="681354" h="1127125">
                  <a:moveTo>
                    <a:pt x="0" y="12"/>
                  </a:moveTo>
                  <a:lnTo>
                    <a:pt x="681177" y="0"/>
                  </a:lnTo>
                  <a:lnTo>
                    <a:pt x="681177" y="1127099"/>
                  </a:lnTo>
                  <a:lnTo>
                    <a:pt x="0" y="1127112"/>
                  </a:lnTo>
                  <a:lnTo>
                    <a:pt x="0" y="12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944614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28803" y="22352"/>
                  </a:moveTo>
                  <a:lnTo>
                    <a:pt x="28803" y="6451"/>
                  </a:lnTo>
                  <a:lnTo>
                    <a:pt x="22351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lnTo>
                    <a:pt x="22351" y="28803"/>
                  </a:lnTo>
                  <a:lnTo>
                    <a:pt x="28803" y="22352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944614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14401" y="28803"/>
                  </a:moveTo>
                  <a:lnTo>
                    <a:pt x="22351" y="28803"/>
                  </a:lnTo>
                  <a:lnTo>
                    <a:pt x="28803" y="22352"/>
                  </a:lnTo>
                  <a:lnTo>
                    <a:pt x="28803" y="14401"/>
                  </a:lnTo>
                  <a:lnTo>
                    <a:pt x="28803" y="6451"/>
                  </a:lnTo>
                  <a:lnTo>
                    <a:pt x="22351" y="0"/>
                  </a:lnTo>
                  <a:lnTo>
                    <a:pt x="14401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1440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694424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28803" y="22352"/>
                  </a:moveTo>
                  <a:lnTo>
                    <a:pt x="28803" y="6451"/>
                  </a:lnTo>
                  <a:lnTo>
                    <a:pt x="22351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lnTo>
                    <a:pt x="22351" y="28803"/>
                  </a:lnTo>
                  <a:lnTo>
                    <a:pt x="28803" y="22352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694424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14401" y="28803"/>
                  </a:moveTo>
                  <a:lnTo>
                    <a:pt x="22351" y="28803"/>
                  </a:lnTo>
                  <a:lnTo>
                    <a:pt x="28803" y="22352"/>
                  </a:lnTo>
                  <a:lnTo>
                    <a:pt x="28803" y="14401"/>
                  </a:lnTo>
                  <a:lnTo>
                    <a:pt x="28803" y="6451"/>
                  </a:lnTo>
                  <a:lnTo>
                    <a:pt x="22351" y="0"/>
                  </a:lnTo>
                  <a:lnTo>
                    <a:pt x="14401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1440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194816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28790" y="22352"/>
                  </a:moveTo>
                  <a:lnTo>
                    <a:pt x="28790" y="6451"/>
                  </a:lnTo>
                  <a:lnTo>
                    <a:pt x="22351" y="0"/>
                  </a:lnTo>
                  <a:lnTo>
                    <a:pt x="6438" y="0"/>
                  </a:lnTo>
                  <a:lnTo>
                    <a:pt x="0" y="6451"/>
                  </a:lnTo>
                  <a:lnTo>
                    <a:pt x="0" y="22352"/>
                  </a:lnTo>
                  <a:lnTo>
                    <a:pt x="6438" y="28803"/>
                  </a:lnTo>
                  <a:lnTo>
                    <a:pt x="14389" y="28803"/>
                  </a:lnTo>
                  <a:lnTo>
                    <a:pt x="22351" y="28803"/>
                  </a:lnTo>
                  <a:lnTo>
                    <a:pt x="28790" y="22352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194816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14389" y="28803"/>
                  </a:moveTo>
                  <a:lnTo>
                    <a:pt x="22351" y="28803"/>
                  </a:lnTo>
                  <a:lnTo>
                    <a:pt x="28790" y="22352"/>
                  </a:lnTo>
                  <a:lnTo>
                    <a:pt x="28790" y="14401"/>
                  </a:lnTo>
                  <a:lnTo>
                    <a:pt x="28790" y="6451"/>
                  </a:lnTo>
                  <a:lnTo>
                    <a:pt x="22351" y="0"/>
                  </a:lnTo>
                  <a:lnTo>
                    <a:pt x="14389" y="0"/>
                  </a:lnTo>
                  <a:lnTo>
                    <a:pt x="6438" y="0"/>
                  </a:lnTo>
                  <a:lnTo>
                    <a:pt x="0" y="6451"/>
                  </a:lnTo>
                  <a:lnTo>
                    <a:pt x="0" y="14401"/>
                  </a:lnTo>
                  <a:lnTo>
                    <a:pt x="0" y="22352"/>
                  </a:lnTo>
                  <a:lnTo>
                    <a:pt x="6438" y="28803"/>
                  </a:lnTo>
                  <a:lnTo>
                    <a:pt x="14389" y="28803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927483" y="2742844"/>
              <a:ext cx="681355" cy="593725"/>
            </a:xfrm>
            <a:custGeom>
              <a:avLst/>
              <a:gdLst/>
              <a:ahLst/>
              <a:cxnLst/>
              <a:rect l="l" t="t" r="r" b="b"/>
              <a:pathLst>
                <a:path w="681354" h="593725">
                  <a:moveTo>
                    <a:pt x="681177" y="354279"/>
                  </a:moveTo>
                  <a:lnTo>
                    <a:pt x="681177" y="0"/>
                  </a:lnTo>
                  <a:lnTo>
                    <a:pt x="0" y="0"/>
                  </a:lnTo>
                  <a:lnTo>
                    <a:pt x="0" y="354291"/>
                  </a:lnTo>
                  <a:lnTo>
                    <a:pt x="723" y="362953"/>
                  </a:lnTo>
                  <a:lnTo>
                    <a:pt x="247497" y="585914"/>
                  </a:lnTo>
                  <a:lnTo>
                    <a:pt x="266979" y="593140"/>
                  </a:lnTo>
                  <a:lnTo>
                    <a:pt x="414185" y="593115"/>
                  </a:lnTo>
                  <a:lnTo>
                    <a:pt x="671791" y="375196"/>
                  </a:lnTo>
                  <a:lnTo>
                    <a:pt x="681177" y="354279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927483" y="2742844"/>
              <a:ext cx="681355" cy="593725"/>
            </a:xfrm>
            <a:custGeom>
              <a:avLst/>
              <a:gdLst/>
              <a:ahLst/>
              <a:cxnLst/>
              <a:rect l="l" t="t" r="r" b="b"/>
              <a:pathLst>
                <a:path w="681354" h="593725">
                  <a:moveTo>
                    <a:pt x="266979" y="593140"/>
                  </a:moveTo>
                  <a:lnTo>
                    <a:pt x="266268" y="593140"/>
                  </a:lnTo>
                  <a:lnTo>
                    <a:pt x="256159" y="591692"/>
                  </a:lnTo>
                  <a:lnTo>
                    <a:pt x="9385" y="375221"/>
                  </a:lnTo>
                  <a:lnTo>
                    <a:pt x="0" y="354291"/>
                  </a:lnTo>
                  <a:lnTo>
                    <a:pt x="0" y="0"/>
                  </a:lnTo>
                  <a:lnTo>
                    <a:pt x="681177" y="0"/>
                  </a:lnTo>
                  <a:lnTo>
                    <a:pt x="681177" y="354279"/>
                  </a:lnTo>
                  <a:lnTo>
                    <a:pt x="434390" y="585901"/>
                  </a:lnTo>
                  <a:lnTo>
                    <a:pt x="414185" y="593115"/>
                  </a:lnTo>
                  <a:lnTo>
                    <a:pt x="266979" y="59314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66040" y="3475659"/>
              <a:ext cx="71285" cy="171589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98806" y="3475659"/>
              <a:ext cx="71297" cy="171589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5711736" y="3558933"/>
              <a:ext cx="454659" cy="283845"/>
            </a:xfrm>
            <a:custGeom>
              <a:avLst/>
              <a:gdLst/>
              <a:ahLst/>
              <a:cxnLst/>
              <a:rect l="l" t="t" r="r" b="b"/>
              <a:pathLst>
                <a:path w="454660" h="283845">
                  <a:moveTo>
                    <a:pt x="454583" y="221526"/>
                  </a:moveTo>
                  <a:lnTo>
                    <a:pt x="454583" y="0"/>
                  </a:lnTo>
                  <a:lnTo>
                    <a:pt x="409130" y="0"/>
                  </a:lnTo>
                  <a:lnTo>
                    <a:pt x="409130" y="221526"/>
                  </a:lnTo>
                  <a:lnTo>
                    <a:pt x="407682" y="228015"/>
                  </a:lnTo>
                  <a:lnTo>
                    <a:pt x="403364" y="233070"/>
                  </a:lnTo>
                  <a:lnTo>
                    <a:pt x="398310" y="236677"/>
                  </a:lnTo>
                  <a:lnTo>
                    <a:pt x="391807" y="238125"/>
                  </a:lnTo>
                  <a:lnTo>
                    <a:pt x="0" y="238125"/>
                  </a:lnTo>
                  <a:lnTo>
                    <a:pt x="0" y="283578"/>
                  </a:lnTo>
                  <a:lnTo>
                    <a:pt x="391807" y="283578"/>
                  </a:lnTo>
                  <a:lnTo>
                    <a:pt x="435825" y="265544"/>
                  </a:lnTo>
                  <a:lnTo>
                    <a:pt x="453148" y="233070"/>
                  </a:lnTo>
                  <a:lnTo>
                    <a:pt x="454583" y="221526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711736" y="3558933"/>
              <a:ext cx="454659" cy="283845"/>
            </a:xfrm>
            <a:custGeom>
              <a:avLst/>
              <a:gdLst/>
              <a:ahLst/>
              <a:cxnLst/>
              <a:rect l="l" t="t" r="r" b="b"/>
              <a:pathLst>
                <a:path w="454660" h="283845">
                  <a:moveTo>
                    <a:pt x="435825" y="265544"/>
                  </a:moveTo>
                  <a:lnTo>
                    <a:pt x="391807" y="283578"/>
                  </a:lnTo>
                  <a:lnTo>
                    <a:pt x="0" y="283578"/>
                  </a:lnTo>
                  <a:lnTo>
                    <a:pt x="0" y="238125"/>
                  </a:lnTo>
                  <a:lnTo>
                    <a:pt x="391807" y="238125"/>
                  </a:lnTo>
                  <a:lnTo>
                    <a:pt x="398310" y="236677"/>
                  </a:lnTo>
                  <a:lnTo>
                    <a:pt x="403364" y="233070"/>
                  </a:lnTo>
                  <a:lnTo>
                    <a:pt x="407682" y="228015"/>
                  </a:lnTo>
                  <a:lnTo>
                    <a:pt x="409130" y="221526"/>
                  </a:lnTo>
                  <a:lnTo>
                    <a:pt x="409130" y="0"/>
                  </a:lnTo>
                  <a:lnTo>
                    <a:pt x="454583" y="0"/>
                  </a:lnTo>
                  <a:lnTo>
                    <a:pt x="454583" y="221526"/>
                  </a:lnTo>
                  <a:lnTo>
                    <a:pt x="453148" y="233070"/>
                  </a:lnTo>
                  <a:lnTo>
                    <a:pt x="449541" y="244614"/>
                  </a:lnTo>
                  <a:lnTo>
                    <a:pt x="443763" y="256159"/>
                  </a:lnTo>
                  <a:lnTo>
                    <a:pt x="435825" y="26554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927483" y="2742844"/>
              <a:ext cx="681355" cy="57150"/>
            </a:xfrm>
            <a:custGeom>
              <a:avLst/>
              <a:gdLst/>
              <a:ahLst/>
              <a:cxnLst/>
              <a:rect l="l" t="t" r="r" b="b"/>
              <a:pathLst>
                <a:path w="681354" h="57150">
                  <a:moveTo>
                    <a:pt x="681177" y="56984"/>
                  </a:moveTo>
                  <a:lnTo>
                    <a:pt x="681177" y="0"/>
                  </a:lnTo>
                  <a:lnTo>
                    <a:pt x="0" y="0"/>
                  </a:lnTo>
                  <a:lnTo>
                    <a:pt x="0" y="56984"/>
                  </a:lnTo>
                  <a:lnTo>
                    <a:pt x="681177" y="56984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927483" y="2742844"/>
              <a:ext cx="681355" cy="57150"/>
            </a:xfrm>
            <a:custGeom>
              <a:avLst/>
              <a:gdLst/>
              <a:ahLst/>
              <a:cxnLst/>
              <a:rect l="l" t="t" r="r" b="b"/>
              <a:pathLst>
                <a:path w="681354" h="57150">
                  <a:moveTo>
                    <a:pt x="0" y="0"/>
                  </a:moveTo>
                  <a:lnTo>
                    <a:pt x="0" y="56984"/>
                  </a:lnTo>
                  <a:lnTo>
                    <a:pt x="681177" y="56984"/>
                  </a:lnTo>
                  <a:lnTo>
                    <a:pt x="681177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54014" y="3621709"/>
              <a:ext cx="142735" cy="238836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5925896" y="3785946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5927483" y="3783342"/>
              <a:ext cx="136525" cy="6350"/>
            </a:xfrm>
            <a:custGeom>
              <a:avLst/>
              <a:gdLst/>
              <a:ahLst/>
              <a:cxnLst/>
              <a:rect l="l" t="t" r="r" b="b"/>
              <a:pathLst>
                <a:path w="136525" h="6350">
                  <a:moveTo>
                    <a:pt x="0" y="5778"/>
                  </a:moveTo>
                  <a:lnTo>
                    <a:pt x="2882" y="0"/>
                  </a:lnTo>
                  <a:lnTo>
                    <a:pt x="133489" y="0"/>
                  </a:lnTo>
                  <a:lnTo>
                    <a:pt x="136372" y="5778"/>
                  </a:lnTo>
                  <a:lnTo>
                    <a:pt x="0" y="577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927483" y="2805607"/>
              <a:ext cx="681355" cy="1127125"/>
            </a:xfrm>
            <a:custGeom>
              <a:avLst/>
              <a:gdLst/>
              <a:ahLst/>
              <a:cxnLst/>
              <a:rect l="l" t="t" r="r" b="b"/>
              <a:pathLst>
                <a:path w="681354" h="1127125">
                  <a:moveTo>
                    <a:pt x="681177" y="1127099"/>
                  </a:moveTo>
                  <a:lnTo>
                    <a:pt x="681177" y="0"/>
                  </a:lnTo>
                  <a:lnTo>
                    <a:pt x="0" y="12"/>
                  </a:lnTo>
                  <a:lnTo>
                    <a:pt x="0" y="1127112"/>
                  </a:lnTo>
                  <a:lnTo>
                    <a:pt x="681177" y="11270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927483" y="2805607"/>
              <a:ext cx="681355" cy="1127125"/>
            </a:xfrm>
            <a:custGeom>
              <a:avLst/>
              <a:gdLst/>
              <a:ahLst/>
              <a:cxnLst/>
              <a:rect l="l" t="t" r="r" b="b"/>
              <a:pathLst>
                <a:path w="681354" h="1127125">
                  <a:moveTo>
                    <a:pt x="0" y="12"/>
                  </a:moveTo>
                  <a:lnTo>
                    <a:pt x="681177" y="0"/>
                  </a:lnTo>
                  <a:lnTo>
                    <a:pt x="681177" y="1127099"/>
                  </a:lnTo>
                  <a:lnTo>
                    <a:pt x="0" y="1127112"/>
                  </a:lnTo>
                  <a:lnTo>
                    <a:pt x="0" y="12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253848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28803" y="22352"/>
                  </a:moveTo>
                  <a:lnTo>
                    <a:pt x="28803" y="6451"/>
                  </a:lnTo>
                  <a:lnTo>
                    <a:pt x="22352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lnTo>
                    <a:pt x="22352" y="28803"/>
                  </a:lnTo>
                  <a:lnTo>
                    <a:pt x="28803" y="22352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253848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14401" y="28803"/>
                  </a:moveTo>
                  <a:lnTo>
                    <a:pt x="22352" y="28803"/>
                  </a:lnTo>
                  <a:lnTo>
                    <a:pt x="28803" y="22352"/>
                  </a:lnTo>
                  <a:lnTo>
                    <a:pt x="28803" y="14401"/>
                  </a:lnTo>
                  <a:lnTo>
                    <a:pt x="28803" y="6451"/>
                  </a:lnTo>
                  <a:lnTo>
                    <a:pt x="22352" y="0"/>
                  </a:lnTo>
                  <a:lnTo>
                    <a:pt x="14401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1440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003658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28790" y="22352"/>
                  </a:moveTo>
                  <a:lnTo>
                    <a:pt x="28790" y="6451"/>
                  </a:lnTo>
                  <a:lnTo>
                    <a:pt x="22351" y="0"/>
                  </a:lnTo>
                  <a:lnTo>
                    <a:pt x="6438" y="0"/>
                  </a:lnTo>
                  <a:lnTo>
                    <a:pt x="0" y="6451"/>
                  </a:lnTo>
                  <a:lnTo>
                    <a:pt x="0" y="22352"/>
                  </a:lnTo>
                  <a:lnTo>
                    <a:pt x="6438" y="28803"/>
                  </a:lnTo>
                  <a:lnTo>
                    <a:pt x="14401" y="28803"/>
                  </a:lnTo>
                  <a:lnTo>
                    <a:pt x="22351" y="28803"/>
                  </a:lnTo>
                  <a:lnTo>
                    <a:pt x="28790" y="22352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003658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14401" y="28803"/>
                  </a:moveTo>
                  <a:lnTo>
                    <a:pt x="22351" y="28803"/>
                  </a:lnTo>
                  <a:lnTo>
                    <a:pt x="28790" y="22352"/>
                  </a:lnTo>
                  <a:lnTo>
                    <a:pt x="28790" y="14401"/>
                  </a:lnTo>
                  <a:lnTo>
                    <a:pt x="28790" y="6451"/>
                  </a:lnTo>
                  <a:lnTo>
                    <a:pt x="22351" y="0"/>
                  </a:lnTo>
                  <a:lnTo>
                    <a:pt x="14401" y="0"/>
                  </a:lnTo>
                  <a:lnTo>
                    <a:pt x="6438" y="0"/>
                  </a:lnTo>
                  <a:lnTo>
                    <a:pt x="0" y="6451"/>
                  </a:lnTo>
                  <a:lnTo>
                    <a:pt x="0" y="14401"/>
                  </a:lnTo>
                  <a:lnTo>
                    <a:pt x="0" y="22352"/>
                  </a:lnTo>
                  <a:lnTo>
                    <a:pt x="6438" y="28803"/>
                  </a:lnTo>
                  <a:lnTo>
                    <a:pt x="14401" y="28803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504038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28803" y="22352"/>
                  </a:moveTo>
                  <a:lnTo>
                    <a:pt x="28803" y="6451"/>
                  </a:lnTo>
                  <a:lnTo>
                    <a:pt x="22351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lnTo>
                    <a:pt x="22351" y="28803"/>
                  </a:lnTo>
                  <a:lnTo>
                    <a:pt x="28803" y="22352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504038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14401" y="28803"/>
                  </a:moveTo>
                  <a:lnTo>
                    <a:pt x="22351" y="28803"/>
                  </a:lnTo>
                  <a:lnTo>
                    <a:pt x="28803" y="22352"/>
                  </a:lnTo>
                  <a:lnTo>
                    <a:pt x="28803" y="14401"/>
                  </a:lnTo>
                  <a:lnTo>
                    <a:pt x="28803" y="6451"/>
                  </a:lnTo>
                  <a:lnTo>
                    <a:pt x="22351" y="0"/>
                  </a:lnTo>
                  <a:lnTo>
                    <a:pt x="14401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1440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5236705" y="2742844"/>
              <a:ext cx="681355" cy="593725"/>
            </a:xfrm>
            <a:custGeom>
              <a:avLst/>
              <a:gdLst/>
              <a:ahLst/>
              <a:cxnLst/>
              <a:rect l="l" t="t" r="r" b="b"/>
              <a:pathLst>
                <a:path w="681354" h="593725">
                  <a:moveTo>
                    <a:pt x="681177" y="354279"/>
                  </a:moveTo>
                  <a:lnTo>
                    <a:pt x="681177" y="0"/>
                  </a:lnTo>
                  <a:lnTo>
                    <a:pt x="0" y="0"/>
                  </a:lnTo>
                  <a:lnTo>
                    <a:pt x="0" y="354291"/>
                  </a:lnTo>
                  <a:lnTo>
                    <a:pt x="723" y="362953"/>
                  </a:lnTo>
                  <a:lnTo>
                    <a:pt x="247510" y="585914"/>
                  </a:lnTo>
                  <a:lnTo>
                    <a:pt x="266992" y="593140"/>
                  </a:lnTo>
                  <a:lnTo>
                    <a:pt x="414197" y="593115"/>
                  </a:lnTo>
                  <a:lnTo>
                    <a:pt x="671804" y="375196"/>
                  </a:lnTo>
                  <a:lnTo>
                    <a:pt x="681177" y="354279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5236705" y="2742844"/>
              <a:ext cx="681355" cy="593725"/>
            </a:xfrm>
            <a:custGeom>
              <a:avLst/>
              <a:gdLst/>
              <a:ahLst/>
              <a:cxnLst/>
              <a:rect l="l" t="t" r="r" b="b"/>
              <a:pathLst>
                <a:path w="681354" h="593725">
                  <a:moveTo>
                    <a:pt x="266992" y="593140"/>
                  </a:moveTo>
                  <a:lnTo>
                    <a:pt x="266268" y="593140"/>
                  </a:lnTo>
                  <a:lnTo>
                    <a:pt x="256171" y="591693"/>
                  </a:lnTo>
                  <a:lnTo>
                    <a:pt x="9385" y="375221"/>
                  </a:lnTo>
                  <a:lnTo>
                    <a:pt x="0" y="354291"/>
                  </a:lnTo>
                  <a:lnTo>
                    <a:pt x="0" y="0"/>
                  </a:lnTo>
                  <a:lnTo>
                    <a:pt x="681177" y="0"/>
                  </a:lnTo>
                  <a:lnTo>
                    <a:pt x="681177" y="354279"/>
                  </a:lnTo>
                  <a:lnTo>
                    <a:pt x="434403" y="585901"/>
                  </a:lnTo>
                  <a:lnTo>
                    <a:pt x="414197" y="593115"/>
                  </a:lnTo>
                  <a:lnTo>
                    <a:pt x="266992" y="59314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75262" y="3475659"/>
              <a:ext cx="71297" cy="171589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08028" y="3475659"/>
              <a:ext cx="71297" cy="171589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5020957" y="3558933"/>
              <a:ext cx="454659" cy="283845"/>
            </a:xfrm>
            <a:custGeom>
              <a:avLst/>
              <a:gdLst/>
              <a:ahLst/>
              <a:cxnLst/>
              <a:rect l="l" t="t" r="r" b="b"/>
              <a:pathLst>
                <a:path w="454660" h="283845">
                  <a:moveTo>
                    <a:pt x="454596" y="221526"/>
                  </a:moveTo>
                  <a:lnTo>
                    <a:pt x="454596" y="0"/>
                  </a:lnTo>
                  <a:lnTo>
                    <a:pt x="409130" y="0"/>
                  </a:lnTo>
                  <a:lnTo>
                    <a:pt x="409130" y="221526"/>
                  </a:lnTo>
                  <a:lnTo>
                    <a:pt x="407695" y="228015"/>
                  </a:lnTo>
                  <a:lnTo>
                    <a:pt x="403364" y="233070"/>
                  </a:lnTo>
                  <a:lnTo>
                    <a:pt x="398310" y="236677"/>
                  </a:lnTo>
                  <a:lnTo>
                    <a:pt x="391820" y="238125"/>
                  </a:lnTo>
                  <a:lnTo>
                    <a:pt x="0" y="238125"/>
                  </a:lnTo>
                  <a:lnTo>
                    <a:pt x="0" y="283578"/>
                  </a:lnTo>
                  <a:lnTo>
                    <a:pt x="391820" y="283578"/>
                  </a:lnTo>
                  <a:lnTo>
                    <a:pt x="404088" y="282130"/>
                  </a:lnTo>
                  <a:lnTo>
                    <a:pt x="443776" y="256159"/>
                  </a:lnTo>
                  <a:lnTo>
                    <a:pt x="453148" y="233070"/>
                  </a:lnTo>
                  <a:lnTo>
                    <a:pt x="454596" y="221526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5020957" y="3558933"/>
              <a:ext cx="454659" cy="283845"/>
            </a:xfrm>
            <a:custGeom>
              <a:avLst/>
              <a:gdLst/>
              <a:ahLst/>
              <a:cxnLst/>
              <a:rect l="l" t="t" r="r" b="b"/>
              <a:pathLst>
                <a:path w="454660" h="283845">
                  <a:moveTo>
                    <a:pt x="435838" y="265544"/>
                  </a:moveTo>
                  <a:lnTo>
                    <a:pt x="426453" y="273481"/>
                  </a:lnTo>
                  <a:lnTo>
                    <a:pt x="415632" y="278523"/>
                  </a:lnTo>
                  <a:lnTo>
                    <a:pt x="404088" y="282130"/>
                  </a:lnTo>
                  <a:lnTo>
                    <a:pt x="391820" y="283578"/>
                  </a:lnTo>
                  <a:lnTo>
                    <a:pt x="0" y="283578"/>
                  </a:lnTo>
                  <a:lnTo>
                    <a:pt x="0" y="238125"/>
                  </a:lnTo>
                  <a:lnTo>
                    <a:pt x="391820" y="238125"/>
                  </a:lnTo>
                  <a:lnTo>
                    <a:pt x="398310" y="236677"/>
                  </a:lnTo>
                  <a:lnTo>
                    <a:pt x="403364" y="233070"/>
                  </a:lnTo>
                  <a:lnTo>
                    <a:pt x="407695" y="228015"/>
                  </a:lnTo>
                  <a:lnTo>
                    <a:pt x="409130" y="221526"/>
                  </a:lnTo>
                  <a:lnTo>
                    <a:pt x="409130" y="0"/>
                  </a:lnTo>
                  <a:lnTo>
                    <a:pt x="454596" y="0"/>
                  </a:lnTo>
                  <a:lnTo>
                    <a:pt x="454596" y="221526"/>
                  </a:lnTo>
                  <a:lnTo>
                    <a:pt x="453148" y="233070"/>
                  </a:lnTo>
                  <a:lnTo>
                    <a:pt x="449541" y="244614"/>
                  </a:lnTo>
                  <a:lnTo>
                    <a:pt x="443776" y="256159"/>
                  </a:lnTo>
                  <a:lnTo>
                    <a:pt x="435838" y="26554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236705" y="2742844"/>
              <a:ext cx="681355" cy="57150"/>
            </a:xfrm>
            <a:custGeom>
              <a:avLst/>
              <a:gdLst/>
              <a:ahLst/>
              <a:cxnLst/>
              <a:rect l="l" t="t" r="r" b="b"/>
              <a:pathLst>
                <a:path w="681354" h="57150">
                  <a:moveTo>
                    <a:pt x="681177" y="56984"/>
                  </a:moveTo>
                  <a:lnTo>
                    <a:pt x="681177" y="0"/>
                  </a:lnTo>
                  <a:lnTo>
                    <a:pt x="0" y="0"/>
                  </a:lnTo>
                  <a:lnTo>
                    <a:pt x="0" y="56984"/>
                  </a:lnTo>
                  <a:lnTo>
                    <a:pt x="681177" y="56984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236705" y="2742844"/>
              <a:ext cx="681355" cy="57150"/>
            </a:xfrm>
            <a:custGeom>
              <a:avLst/>
              <a:gdLst/>
              <a:ahLst/>
              <a:cxnLst/>
              <a:rect l="l" t="t" r="r" b="b"/>
              <a:pathLst>
                <a:path w="681354" h="57150">
                  <a:moveTo>
                    <a:pt x="0" y="0"/>
                  </a:moveTo>
                  <a:lnTo>
                    <a:pt x="0" y="56984"/>
                  </a:lnTo>
                  <a:lnTo>
                    <a:pt x="681177" y="56984"/>
                  </a:lnTo>
                  <a:lnTo>
                    <a:pt x="681177" y="0"/>
                  </a:lnTo>
                  <a:lnTo>
                    <a:pt x="0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1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63248" y="3621709"/>
              <a:ext cx="142722" cy="238836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5235117" y="3785946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236705" y="3783342"/>
              <a:ext cx="136525" cy="6350"/>
            </a:xfrm>
            <a:custGeom>
              <a:avLst/>
              <a:gdLst/>
              <a:ahLst/>
              <a:cxnLst/>
              <a:rect l="l" t="t" r="r" b="b"/>
              <a:pathLst>
                <a:path w="136525" h="6350">
                  <a:moveTo>
                    <a:pt x="0" y="5778"/>
                  </a:moveTo>
                  <a:lnTo>
                    <a:pt x="2895" y="0"/>
                  </a:lnTo>
                  <a:lnTo>
                    <a:pt x="133502" y="0"/>
                  </a:lnTo>
                  <a:lnTo>
                    <a:pt x="136385" y="5778"/>
                  </a:lnTo>
                  <a:lnTo>
                    <a:pt x="0" y="5778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236705" y="2805607"/>
              <a:ext cx="681355" cy="1127125"/>
            </a:xfrm>
            <a:custGeom>
              <a:avLst/>
              <a:gdLst/>
              <a:ahLst/>
              <a:cxnLst/>
              <a:rect l="l" t="t" r="r" b="b"/>
              <a:pathLst>
                <a:path w="681354" h="1127125">
                  <a:moveTo>
                    <a:pt x="681177" y="1127099"/>
                  </a:moveTo>
                  <a:lnTo>
                    <a:pt x="681177" y="0"/>
                  </a:lnTo>
                  <a:lnTo>
                    <a:pt x="0" y="12"/>
                  </a:lnTo>
                  <a:lnTo>
                    <a:pt x="0" y="1127112"/>
                  </a:lnTo>
                  <a:lnTo>
                    <a:pt x="681177" y="11270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5236705" y="2805607"/>
              <a:ext cx="681355" cy="1127125"/>
            </a:xfrm>
            <a:custGeom>
              <a:avLst/>
              <a:gdLst/>
              <a:ahLst/>
              <a:cxnLst/>
              <a:rect l="l" t="t" r="r" b="b"/>
              <a:pathLst>
                <a:path w="681354" h="1127125">
                  <a:moveTo>
                    <a:pt x="0" y="12"/>
                  </a:moveTo>
                  <a:lnTo>
                    <a:pt x="681177" y="0"/>
                  </a:lnTo>
                  <a:lnTo>
                    <a:pt x="681177" y="1127099"/>
                  </a:lnTo>
                  <a:lnTo>
                    <a:pt x="0" y="1127112"/>
                  </a:lnTo>
                  <a:lnTo>
                    <a:pt x="0" y="12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312879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28803" y="22352"/>
                  </a:moveTo>
                  <a:lnTo>
                    <a:pt x="28803" y="6451"/>
                  </a:lnTo>
                  <a:lnTo>
                    <a:pt x="22351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lnTo>
                    <a:pt x="22351" y="28803"/>
                  </a:lnTo>
                  <a:lnTo>
                    <a:pt x="28803" y="22352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312879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14401" y="28803"/>
                  </a:moveTo>
                  <a:lnTo>
                    <a:pt x="22351" y="28803"/>
                  </a:lnTo>
                  <a:lnTo>
                    <a:pt x="28803" y="22352"/>
                  </a:lnTo>
                  <a:lnTo>
                    <a:pt x="28803" y="14401"/>
                  </a:lnTo>
                  <a:lnTo>
                    <a:pt x="28803" y="6451"/>
                  </a:lnTo>
                  <a:lnTo>
                    <a:pt x="22351" y="0"/>
                  </a:lnTo>
                  <a:lnTo>
                    <a:pt x="14401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1440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563069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28803" y="22352"/>
                  </a:moveTo>
                  <a:lnTo>
                    <a:pt x="28803" y="6451"/>
                  </a:lnTo>
                  <a:lnTo>
                    <a:pt x="22364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lnTo>
                    <a:pt x="22364" y="28803"/>
                  </a:lnTo>
                  <a:lnTo>
                    <a:pt x="28803" y="22352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5563069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14401" y="28803"/>
                  </a:moveTo>
                  <a:lnTo>
                    <a:pt x="22364" y="28803"/>
                  </a:lnTo>
                  <a:lnTo>
                    <a:pt x="28803" y="22352"/>
                  </a:lnTo>
                  <a:lnTo>
                    <a:pt x="28803" y="14401"/>
                  </a:lnTo>
                  <a:lnTo>
                    <a:pt x="28803" y="6451"/>
                  </a:lnTo>
                  <a:lnTo>
                    <a:pt x="22364" y="0"/>
                  </a:lnTo>
                  <a:lnTo>
                    <a:pt x="14401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1440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5813272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28790" y="22352"/>
                  </a:moveTo>
                  <a:lnTo>
                    <a:pt x="28790" y="6451"/>
                  </a:lnTo>
                  <a:lnTo>
                    <a:pt x="22351" y="0"/>
                  </a:lnTo>
                  <a:lnTo>
                    <a:pt x="6438" y="0"/>
                  </a:lnTo>
                  <a:lnTo>
                    <a:pt x="0" y="6451"/>
                  </a:lnTo>
                  <a:lnTo>
                    <a:pt x="0" y="22352"/>
                  </a:lnTo>
                  <a:lnTo>
                    <a:pt x="6438" y="28803"/>
                  </a:lnTo>
                  <a:lnTo>
                    <a:pt x="14389" y="28803"/>
                  </a:lnTo>
                  <a:lnTo>
                    <a:pt x="22351" y="28803"/>
                  </a:lnTo>
                  <a:lnTo>
                    <a:pt x="28790" y="22352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5813272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14389" y="28803"/>
                  </a:moveTo>
                  <a:lnTo>
                    <a:pt x="22351" y="28803"/>
                  </a:lnTo>
                  <a:lnTo>
                    <a:pt x="28790" y="22352"/>
                  </a:lnTo>
                  <a:lnTo>
                    <a:pt x="28790" y="14401"/>
                  </a:lnTo>
                  <a:lnTo>
                    <a:pt x="28790" y="6451"/>
                  </a:lnTo>
                  <a:lnTo>
                    <a:pt x="22351" y="0"/>
                  </a:lnTo>
                  <a:lnTo>
                    <a:pt x="14389" y="0"/>
                  </a:lnTo>
                  <a:lnTo>
                    <a:pt x="6438" y="0"/>
                  </a:lnTo>
                  <a:lnTo>
                    <a:pt x="0" y="6451"/>
                  </a:lnTo>
                  <a:lnTo>
                    <a:pt x="0" y="14401"/>
                  </a:lnTo>
                  <a:lnTo>
                    <a:pt x="0" y="22352"/>
                  </a:lnTo>
                  <a:lnTo>
                    <a:pt x="6438" y="28803"/>
                  </a:lnTo>
                  <a:lnTo>
                    <a:pt x="14389" y="28803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4545939" y="2742844"/>
              <a:ext cx="681355" cy="593725"/>
            </a:xfrm>
            <a:custGeom>
              <a:avLst/>
              <a:gdLst/>
              <a:ahLst/>
              <a:cxnLst/>
              <a:rect l="l" t="t" r="r" b="b"/>
              <a:pathLst>
                <a:path w="681354" h="593725">
                  <a:moveTo>
                    <a:pt x="681177" y="354279"/>
                  </a:moveTo>
                  <a:lnTo>
                    <a:pt x="681177" y="0"/>
                  </a:lnTo>
                  <a:lnTo>
                    <a:pt x="0" y="0"/>
                  </a:lnTo>
                  <a:lnTo>
                    <a:pt x="0" y="354291"/>
                  </a:lnTo>
                  <a:lnTo>
                    <a:pt x="723" y="362953"/>
                  </a:lnTo>
                  <a:lnTo>
                    <a:pt x="247497" y="585914"/>
                  </a:lnTo>
                  <a:lnTo>
                    <a:pt x="266979" y="593140"/>
                  </a:lnTo>
                  <a:lnTo>
                    <a:pt x="414185" y="593115"/>
                  </a:lnTo>
                  <a:lnTo>
                    <a:pt x="671791" y="375196"/>
                  </a:lnTo>
                  <a:lnTo>
                    <a:pt x="681177" y="354279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545939" y="2742844"/>
              <a:ext cx="681355" cy="593725"/>
            </a:xfrm>
            <a:custGeom>
              <a:avLst/>
              <a:gdLst/>
              <a:ahLst/>
              <a:cxnLst/>
              <a:rect l="l" t="t" r="r" b="b"/>
              <a:pathLst>
                <a:path w="681354" h="593725">
                  <a:moveTo>
                    <a:pt x="266979" y="593140"/>
                  </a:moveTo>
                  <a:lnTo>
                    <a:pt x="266268" y="593140"/>
                  </a:lnTo>
                  <a:lnTo>
                    <a:pt x="256159" y="591693"/>
                  </a:lnTo>
                  <a:lnTo>
                    <a:pt x="9385" y="375221"/>
                  </a:lnTo>
                  <a:lnTo>
                    <a:pt x="0" y="354291"/>
                  </a:lnTo>
                  <a:lnTo>
                    <a:pt x="0" y="0"/>
                  </a:lnTo>
                  <a:lnTo>
                    <a:pt x="681177" y="0"/>
                  </a:lnTo>
                  <a:lnTo>
                    <a:pt x="681177" y="354279"/>
                  </a:lnTo>
                  <a:lnTo>
                    <a:pt x="434390" y="585901"/>
                  </a:lnTo>
                  <a:lnTo>
                    <a:pt x="414185" y="593115"/>
                  </a:lnTo>
                  <a:lnTo>
                    <a:pt x="266979" y="59314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84496" y="3475659"/>
              <a:ext cx="71285" cy="171589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17262" y="3475659"/>
              <a:ext cx="71297" cy="171589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4330192" y="3558933"/>
              <a:ext cx="454659" cy="283845"/>
            </a:xfrm>
            <a:custGeom>
              <a:avLst/>
              <a:gdLst/>
              <a:ahLst/>
              <a:cxnLst/>
              <a:rect l="l" t="t" r="r" b="b"/>
              <a:pathLst>
                <a:path w="454660" h="283845">
                  <a:moveTo>
                    <a:pt x="454596" y="221526"/>
                  </a:moveTo>
                  <a:lnTo>
                    <a:pt x="454596" y="0"/>
                  </a:lnTo>
                  <a:lnTo>
                    <a:pt x="409130" y="0"/>
                  </a:lnTo>
                  <a:lnTo>
                    <a:pt x="409130" y="221526"/>
                  </a:lnTo>
                  <a:lnTo>
                    <a:pt x="407682" y="228015"/>
                  </a:lnTo>
                  <a:lnTo>
                    <a:pt x="403364" y="233070"/>
                  </a:lnTo>
                  <a:lnTo>
                    <a:pt x="398310" y="236677"/>
                  </a:lnTo>
                  <a:lnTo>
                    <a:pt x="391807" y="238125"/>
                  </a:lnTo>
                  <a:lnTo>
                    <a:pt x="0" y="238125"/>
                  </a:lnTo>
                  <a:lnTo>
                    <a:pt x="0" y="283578"/>
                  </a:lnTo>
                  <a:lnTo>
                    <a:pt x="391807" y="283578"/>
                  </a:lnTo>
                  <a:lnTo>
                    <a:pt x="404075" y="282130"/>
                  </a:lnTo>
                  <a:lnTo>
                    <a:pt x="443763" y="256159"/>
                  </a:lnTo>
                  <a:lnTo>
                    <a:pt x="453148" y="233070"/>
                  </a:lnTo>
                  <a:lnTo>
                    <a:pt x="454596" y="221526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4330192" y="3558933"/>
              <a:ext cx="454659" cy="283845"/>
            </a:xfrm>
            <a:custGeom>
              <a:avLst/>
              <a:gdLst/>
              <a:ahLst/>
              <a:cxnLst/>
              <a:rect l="l" t="t" r="r" b="b"/>
              <a:pathLst>
                <a:path w="454660" h="283845">
                  <a:moveTo>
                    <a:pt x="435825" y="265544"/>
                  </a:moveTo>
                  <a:lnTo>
                    <a:pt x="426453" y="273481"/>
                  </a:lnTo>
                  <a:lnTo>
                    <a:pt x="415620" y="278523"/>
                  </a:lnTo>
                  <a:lnTo>
                    <a:pt x="404075" y="282130"/>
                  </a:lnTo>
                  <a:lnTo>
                    <a:pt x="391807" y="283578"/>
                  </a:lnTo>
                  <a:lnTo>
                    <a:pt x="0" y="283578"/>
                  </a:lnTo>
                  <a:lnTo>
                    <a:pt x="0" y="238125"/>
                  </a:lnTo>
                  <a:lnTo>
                    <a:pt x="391807" y="238125"/>
                  </a:lnTo>
                  <a:lnTo>
                    <a:pt x="398310" y="236677"/>
                  </a:lnTo>
                  <a:lnTo>
                    <a:pt x="403364" y="233070"/>
                  </a:lnTo>
                  <a:lnTo>
                    <a:pt x="407682" y="228015"/>
                  </a:lnTo>
                  <a:lnTo>
                    <a:pt x="409130" y="221526"/>
                  </a:lnTo>
                  <a:lnTo>
                    <a:pt x="409130" y="0"/>
                  </a:lnTo>
                  <a:lnTo>
                    <a:pt x="454596" y="0"/>
                  </a:lnTo>
                  <a:lnTo>
                    <a:pt x="454596" y="221526"/>
                  </a:lnTo>
                  <a:lnTo>
                    <a:pt x="453148" y="233070"/>
                  </a:lnTo>
                  <a:lnTo>
                    <a:pt x="449541" y="244614"/>
                  </a:lnTo>
                  <a:lnTo>
                    <a:pt x="443763" y="256159"/>
                  </a:lnTo>
                  <a:lnTo>
                    <a:pt x="435825" y="26554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4545939" y="2742844"/>
              <a:ext cx="681355" cy="57150"/>
            </a:xfrm>
            <a:custGeom>
              <a:avLst/>
              <a:gdLst/>
              <a:ahLst/>
              <a:cxnLst/>
              <a:rect l="l" t="t" r="r" b="b"/>
              <a:pathLst>
                <a:path w="681354" h="57150">
                  <a:moveTo>
                    <a:pt x="681177" y="56984"/>
                  </a:moveTo>
                  <a:lnTo>
                    <a:pt x="681177" y="0"/>
                  </a:lnTo>
                  <a:lnTo>
                    <a:pt x="0" y="0"/>
                  </a:lnTo>
                  <a:lnTo>
                    <a:pt x="0" y="56984"/>
                  </a:lnTo>
                  <a:lnTo>
                    <a:pt x="681177" y="56984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4545939" y="2742844"/>
              <a:ext cx="681355" cy="57150"/>
            </a:xfrm>
            <a:custGeom>
              <a:avLst/>
              <a:gdLst/>
              <a:ahLst/>
              <a:cxnLst/>
              <a:rect l="l" t="t" r="r" b="b"/>
              <a:pathLst>
                <a:path w="681354" h="57150">
                  <a:moveTo>
                    <a:pt x="0" y="0"/>
                  </a:moveTo>
                  <a:lnTo>
                    <a:pt x="0" y="56984"/>
                  </a:lnTo>
                  <a:lnTo>
                    <a:pt x="681177" y="56984"/>
                  </a:lnTo>
                  <a:lnTo>
                    <a:pt x="681177" y="0"/>
                  </a:lnTo>
                  <a:lnTo>
                    <a:pt x="0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7" name="object 1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72470" y="3621709"/>
              <a:ext cx="142735" cy="238836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4544345" y="3785946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31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4545939" y="3783342"/>
              <a:ext cx="136525" cy="6350"/>
            </a:xfrm>
            <a:custGeom>
              <a:avLst/>
              <a:gdLst/>
              <a:ahLst/>
              <a:cxnLst/>
              <a:rect l="l" t="t" r="r" b="b"/>
              <a:pathLst>
                <a:path w="136525" h="6350">
                  <a:moveTo>
                    <a:pt x="0" y="5778"/>
                  </a:moveTo>
                  <a:lnTo>
                    <a:pt x="2882" y="0"/>
                  </a:lnTo>
                  <a:lnTo>
                    <a:pt x="133489" y="0"/>
                  </a:lnTo>
                  <a:lnTo>
                    <a:pt x="136372" y="5778"/>
                  </a:lnTo>
                  <a:lnTo>
                    <a:pt x="0" y="577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4545939" y="2805607"/>
              <a:ext cx="681355" cy="1127125"/>
            </a:xfrm>
            <a:custGeom>
              <a:avLst/>
              <a:gdLst/>
              <a:ahLst/>
              <a:cxnLst/>
              <a:rect l="l" t="t" r="r" b="b"/>
              <a:pathLst>
                <a:path w="681354" h="1127125">
                  <a:moveTo>
                    <a:pt x="681177" y="1127099"/>
                  </a:moveTo>
                  <a:lnTo>
                    <a:pt x="681177" y="0"/>
                  </a:lnTo>
                  <a:lnTo>
                    <a:pt x="0" y="12"/>
                  </a:lnTo>
                  <a:lnTo>
                    <a:pt x="0" y="1127112"/>
                  </a:lnTo>
                  <a:lnTo>
                    <a:pt x="681177" y="11270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4545939" y="2805607"/>
              <a:ext cx="681355" cy="1127125"/>
            </a:xfrm>
            <a:custGeom>
              <a:avLst/>
              <a:gdLst/>
              <a:ahLst/>
              <a:cxnLst/>
              <a:rect l="l" t="t" r="r" b="b"/>
              <a:pathLst>
                <a:path w="681354" h="1127125">
                  <a:moveTo>
                    <a:pt x="0" y="12"/>
                  </a:moveTo>
                  <a:lnTo>
                    <a:pt x="681177" y="0"/>
                  </a:lnTo>
                  <a:lnTo>
                    <a:pt x="681177" y="1127099"/>
                  </a:lnTo>
                  <a:lnTo>
                    <a:pt x="0" y="1127112"/>
                  </a:lnTo>
                  <a:lnTo>
                    <a:pt x="0" y="12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4872304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28803" y="22352"/>
                  </a:moveTo>
                  <a:lnTo>
                    <a:pt x="28803" y="6451"/>
                  </a:lnTo>
                  <a:lnTo>
                    <a:pt x="22351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lnTo>
                    <a:pt x="22351" y="28803"/>
                  </a:lnTo>
                  <a:lnTo>
                    <a:pt x="28803" y="22352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4872304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14401" y="28803"/>
                  </a:moveTo>
                  <a:lnTo>
                    <a:pt x="22351" y="28803"/>
                  </a:lnTo>
                  <a:lnTo>
                    <a:pt x="28803" y="22352"/>
                  </a:lnTo>
                  <a:lnTo>
                    <a:pt x="28803" y="14401"/>
                  </a:lnTo>
                  <a:lnTo>
                    <a:pt x="28803" y="6451"/>
                  </a:lnTo>
                  <a:lnTo>
                    <a:pt x="22351" y="0"/>
                  </a:lnTo>
                  <a:lnTo>
                    <a:pt x="14401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1440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4622114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28803" y="22352"/>
                  </a:moveTo>
                  <a:lnTo>
                    <a:pt x="28803" y="6451"/>
                  </a:lnTo>
                  <a:lnTo>
                    <a:pt x="22351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lnTo>
                    <a:pt x="22351" y="28803"/>
                  </a:lnTo>
                  <a:lnTo>
                    <a:pt x="28803" y="22352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4622114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14401" y="28803"/>
                  </a:moveTo>
                  <a:lnTo>
                    <a:pt x="22351" y="28803"/>
                  </a:lnTo>
                  <a:lnTo>
                    <a:pt x="28803" y="22352"/>
                  </a:lnTo>
                  <a:lnTo>
                    <a:pt x="28803" y="14401"/>
                  </a:lnTo>
                  <a:lnTo>
                    <a:pt x="28803" y="6451"/>
                  </a:lnTo>
                  <a:lnTo>
                    <a:pt x="22351" y="0"/>
                  </a:lnTo>
                  <a:lnTo>
                    <a:pt x="14401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1440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5122494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28803" y="22352"/>
                  </a:moveTo>
                  <a:lnTo>
                    <a:pt x="28803" y="6451"/>
                  </a:lnTo>
                  <a:lnTo>
                    <a:pt x="22351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lnTo>
                    <a:pt x="22351" y="28803"/>
                  </a:lnTo>
                  <a:lnTo>
                    <a:pt x="28803" y="22352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5122494" y="2818015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14401" y="28803"/>
                  </a:moveTo>
                  <a:lnTo>
                    <a:pt x="22351" y="28803"/>
                  </a:lnTo>
                  <a:lnTo>
                    <a:pt x="28803" y="22352"/>
                  </a:lnTo>
                  <a:lnTo>
                    <a:pt x="28803" y="14401"/>
                  </a:lnTo>
                  <a:lnTo>
                    <a:pt x="28803" y="6451"/>
                  </a:lnTo>
                  <a:lnTo>
                    <a:pt x="22351" y="0"/>
                  </a:lnTo>
                  <a:lnTo>
                    <a:pt x="14401" y="0"/>
                  </a:lnTo>
                  <a:lnTo>
                    <a:pt x="6451" y="0"/>
                  </a:lnTo>
                  <a:lnTo>
                    <a:pt x="0" y="6451"/>
                  </a:lnTo>
                  <a:lnTo>
                    <a:pt x="0" y="14401"/>
                  </a:lnTo>
                  <a:lnTo>
                    <a:pt x="0" y="22352"/>
                  </a:lnTo>
                  <a:lnTo>
                    <a:pt x="6451" y="28803"/>
                  </a:lnTo>
                  <a:lnTo>
                    <a:pt x="14401" y="28803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4773193" y="2954820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227012" y="253199"/>
                  </a:moveTo>
                  <a:lnTo>
                    <a:pt x="113512" y="0"/>
                  </a:lnTo>
                  <a:lnTo>
                    <a:pt x="0" y="253199"/>
                  </a:lnTo>
                  <a:lnTo>
                    <a:pt x="55880" y="253199"/>
                  </a:lnTo>
                  <a:lnTo>
                    <a:pt x="55880" y="508152"/>
                  </a:lnTo>
                  <a:lnTo>
                    <a:pt x="169392" y="508152"/>
                  </a:lnTo>
                  <a:lnTo>
                    <a:pt x="169392" y="253199"/>
                  </a:lnTo>
                  <a:lnTo>
                    <a:pt x="227012" y="253199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4773193" y="2954820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0" y="253199"/>
                  </a:moveTo>
                  <a:lnTo>
                    <a:pt x="55880" y="253199"/>
                  </a:lnTo>
                  <a:lnTo>
                    <a:pt x="55880" y="508152"/>
                  </a:lnTo>
                  <a:lnTo>
                    <a:pt x="169392" y="508152"/>
                  </a:lnTo>
                  <a:lnTo>
                    <a:pt x="169392" y="253199"/>
                  </a:lnTo>
                  <a:lnTo>
                    <a:pt x="227012" y="253199"/>
                  </a:lnTo>
                  <a:lnTo>
                    <a:pt x="113512" y="0"/>
                  </a:lnTo>
                  <a:lnTo>
                    <a:pt x="0" y="253199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3980192" y="3066491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360006" y="179997"/>
                  </a:moveTo>
                  <a:lnTo>
                    <a:pt x="353576" y="132149"/>
                  </a:lnTo>
                  <a:lnTo>
                    <a:pt x="335430" y="89152"/>
                  </a:lnTo>
                  <a:lnTo>
                    <a:pt x="307284" y="52722"/>
                  </a:lnTo>
                  <a:lnTo>
                    <a:pt x="270854" y="24576"/>
                  </a:lnTo>
                  <a:lnTo>
                    <a:pt x="227857" y="6430"/>
                  </a:lnTo>
                  <a:lnTo>
                    <a:pt x="180009" y="0"/>
                  </a:lnTo>
                  <a:lnTo>
                    <a:pt x="132156" y="6430"/>
                  </a:lnTo>
                  <a:lnTo>
                    <a:pt x="89155" y="24576"/>
                  </a:lnTo>
                  <a:lnTo>
                    <a:pt x="52724" y="52722"/>
                  </a:lnTo>
                  <a:lnTo>
                    <a:pt x="24576" y="89152"/>
                  </a:lnTo>
                  <a:lnTo>
                    <a:pt x="6430" y="132149"/>
                  </a:lnTo>
                  <a:lnTo>
                    <a:pt x="0" y="179997"/>
                  </a:lnTo>
                  <a:lnTo>
                    <a:pt x="6430" y="227849"/>
                  </a:lnTo>
                  <a:lnTo>
                    <a:pt x="24576" y="270847"/>
                  </a:lnTo>
                  <a:lnTo>
                    <a:pt x="52724" y="307276"/>
                  </a:lnTo>
                  <a:lnTo>
                    <a:pt x="89155" y="335420"/>
                  </a:lnTo>
                  <a:lnTo>
                    <a:pt x="132156" y="353564"/>
                  </a:lnTo>
                  <a:lnTo>
                    <a:pt x="180009" y="359994"/>
                  </a:lnTo>
                  <a:lnTo>
                    <a:pt x="227857" y="353564"/>
                  </a:lnTo>
                  <a:lnTo>
                    <a:pt x="270854" y="335420"/>
                  </a:lnTo>
                  <a:lnTo>
                    <a:pt x="307284" y="307276"/>
                  </a:lnTo>
                  <a:lnTo>
                    <a:pt x="335430" y="270847"/>
                  </a:lnTo>
                  <a:lnTo>
                    <a:pt x="353576" y="227849"/>
                  </a:lnTo>
                  <a:lnTo>
                    <a:pt x="360006" y="179997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3980192" y="3066491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80009" y="359994"/>
                  </a:moveTo>
                  <a:lnTo>
                    <a:pt x="227857" y="353564"/>
                  </a:lnTo>
                  <a:lnTo>
                    <a:pt x="270854" y="335420"/>
                  </a:lnTo>
                  <a:lnTo>
                    <a:pt x="307284" y="307276"/>
                  </a:lnTo>
                  <a:lnTo>
                    <a:pt x="335430" y="270847"/>
                  </a:lnTo>
                  <a:lnTo>
                    <a:pt x="353576" y="227849"/>
                  </a:lnTo>
                  <a:lnTo>
                    <a:pt x="360006" y="179997"/>
                  </a:lnTo>
                  <a:lnTo>
                    <a:pt x="353576" y="132149"/>
                  </a:lnTo>
                  <a:lnTo>
                    <a:pt x="335430" y="89152"/>
                  </a:lnTo>
                  <a:lnTo>
                    <a:pt x="307284" y="52722"/>
                  </a:lnTo>
                  <a:lnTo>
                    <a:pt x="270854" y="24576"/>
                  </a:lnTo>
                  <a:lnTo>
                    <a:pt x="227857" y="6430"/>
                  </a:lnTo>
                  <a:lnTo>
                    <a:pt x="180009" y="0"/>
                  </a:lnTo>
                  <a:lnTo>
                    <a:pt x="132156" y="6430"/>
                  </a:lnTo>
                  <a:lnTo>
                    <a:pt x="89155" y="24576"/>
                  </a:lnTo>
                  <a:lnTo>
                    <a:pt x="52724" y="52722"/>
                  </a:lnTo>
                  <a:lnTo>
                    <a:pt x="24576" y="89152"/>
                  </a:lnTo>
                  <a:lnTo>
                    <a:pt x="6430" y="132149"/>
                  </a:lnTo>
                  <a:lnTo>
                    <a:pt x="0" y="179997"/>
                  </a:lnTo>
                  <a:lnTo>
                    <a:pt x="6430" y="227849"/>
                  </a:lnTo>
                  <a:lnTo>
                    <a:pt x="24576" y="270847"/>
                  </a:lnTo>
                  <a:lnTo>
                    <a:pt x="52724" y="307276"/>
                  </a:lnTo>
                  <a:lnTo>
                    <a:pt x="89155" y="335420"/>
                  </a:lnTo>
                  <a:lnTo>
                    <a:pt x="132156" y="353564"/>
                  </a:lnTo>
                  <a:lnTo>
                    <a:pt x="180009" y="359994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6154737" y="2954820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227012" y="253199"/>
                  </a:moveTo>
                  <a:lnTo>
                    <a:pt x="113512" y="0"/>
                  </a:lnTo>
                  <a:lnTo>
                    <a:pt x="0" y="253199"/>
                  </a:lnTo>
                  <a:lnTo>
                    <a:pt x="55879" y="253199"/>
                  </a:lnTo>
                  <a:lnTo>
                    <a:pt x="55879" y="508152"/>
                  </a:lnTo>
                  <a:lnTo>
                    <a:pt x="169392" y="508152"/>
                  </a:lnTo>
                  <a:lnTo>
                    <a:pt x="169392" y="253199"/>
                  </a:lnTo>
                  <a:lnTo>
                    <a:pt x="227012" y="253199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6154737" y="2954820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0" y="253199"/>
                  </a:moveTo>
                  <a:lnTo>
                    <a:pt x="55879" y="253199"/>
                  </a:lnTo>
                  <a:lnTo>
                    <a:pt x="55879" y="508152"/>
                  </a:lnTo>
                  <a:lnTo>
                    <a:pt x="169392" y="508152"/>
                  </a:lnTo>
                  <a:lnTo>
                    <a:pt x="169392" y="253199"/>
                  </a:lnTo>
                  <a:lnTo>
                    <a:pt x="227012" y="253199"/>
                  </a:lnTo>
                  <a:lnTo>
                    <a:pt x="113512" y="0"/>
                  </a:lnTo>
                  <a:lnTo>
                    <a:pt x="0" y="253199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6845516" y="2954820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227012" y="253199"/>
                  </a:moveTo>
                  <a:lnTo>
                    <a:pt x="113499" y="0"/>
                  </a:lnTo>
                  <a:lnTo>
                    <a:pt x="0" y="253199"/>
                  </a:lnTo>
                  <a:lnTo>
                    <a:pt x="55879" y="253199"/>
                  </a:lnTo>
                  <a:lnTo>
                    <a:pt x="55879" y="508152"/>
                  </a:lnTo>
                  <a:lnTo>
                    <a:pt x="169379" y="508152"/>
                  </a:lnTo>
                  <a:lnTo>
                    <a:pt x="169379" y="253199"/>
                  </a:lnTo>
                  <a:lnTo>
                    <a:pt x="227012" y="253199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6845516" y="2954820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0" y="253199"/>
                  </a:moveTo>
                  <a:lnTo>
                    <a:pt x="55879" y="253199"/>
                  </a:lnTo>
                  <a:lnTo>
                    <a:pt x="55879" y="508152"/>
                  </a:lnTo>
                  <a:lnTo>
                    <a:pt x="169379" y="508152"/>
                  </a:lnTo>
                  <a:lnTo>
                    <a:pt x="169379" y="253199"/>
                  </a:lnTo>
                  <a:lnTo>
                    <a:pt x="227012" y="253199"/>
                  </a:lnTo>
                  <a:lnTo>
                    <a:pt x="113499" y="0"/>
                  </a:lnTo>
                  <a:lnTo>
                    <a:pt x="0" y="253199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5463971" y="2954820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227012" y="253199"/>
                  </a:moveTo>
                  <a:lnTo>
                    <a:pt x="113499" y="0"/>
                  </a:lnTo>
                  <a:lnTo>
                    <a:pt x="0" y="253199"/>
                  </a:lnTo>
                  <a:lnTo>
                    <a:pt x="55880" y="253199"/>
                  </a:lnTo>
                  <a:lnTo>
                    <a:pt x="55880" y="508152"/>
                  </a:lnTo>
                  <a:lnTo>
                    <a:pt x="169379" y="508152"/>
                  </a:lnTo>
                  <a:lnTo>
                    <a:pt x="169379" y="253199"/>
                  </a:lnTo>
                  <a:lnTo>
                    <a:pt x="227012" y="253199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5463971" y="2954820"/>
              <a:ext cx="227329" cy="508634"/>
            </a:xfrm>
            <a:custGeom>
              <a:avLst/>
              <a:gdLst/>
              <a:ahLst/>
              <a:cxnLst/>
              <a:rect l="l" t="t" r="r" b="b"/>
              <a:pathLst>
                <a:path w="227329" h="508635">
                  <a:moveTo>
                    <a:pt x="0" y="253199"/>
                  </a:moveTo>
                  <a:lnTo>
                    <a:pt x="55880" y="253199"/>
                  </a:lnTo>
                  <a:lnTo>
                    <a:pt x="55880" y="508152"/>
                  </a:lnTo>
                  <a:lnTo>
                    <a:pt x="169379" y="508152"/>
                  </a:lnTo>
                  <a:lnTo>
                    <a:pt x="169379" y="253199"/>
                  </a:lnTo>
                  <a:lnTo>
                    <a:pt x="227012" y="253199"/>
                  </a:lnTo>
                  <a:lnTo>
                    <a:pt x="113499" y="0"/>
                  </a:lnTo>
                  <a:lnTo>
                    <a:pt x="0" y="253199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3289109" y="3776306"/>
              <a:ext cx="107314" cy="586105"/>
            </a:xfrm>
            <a:custGeom>
              <a:avLst/>
              <a:gdLst/>
              <a:ahLst/>
              <a:cxnLst/>
              <a:rect l="l" t="t" r="r" b="b"/>
              <a:pathLst>
                <a:path w="107314" h="586104">
                  <a:moveTo>
                    <a:pt x="106984" y="585673"/>
                  </a:moveTo>
                  <a:lnTo>
                    <a:pt x="106984" y="0"/>
                  </a:lnTo>
                  <a:lnTo>
                    <a:pt x="0" y="0"/>
                  </a:lnTo>
                  <a:lnTo>
                    <a:pt x="0" y="585673"/>
                  </a:lnTo>
                  <a:lnTo>
                    <a:pt x="106984" y="585673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3289109" y="3776306"/>
              <a:ext cx="107314" cy="586105"/>
            </a:xfrm>
            <a:custGeom>
              <a:avLst/>
              <a:gdLst/>
              <a:ahLst/>
              <a:cxnLst/>
              <a:rect l="l" t="t" r="r" b="b"/>
              <a:pathLst>
                <a:path w="107314" h="586104">
                  <a:moveTo>
                    <a:pt x="106984" y="0"/>
                  </a:moveTo>
                  <a:lnTo>
                    <a:pt x="106984" y="585673"/>
                  </a:lnTo>
                  <a:lnTo>
                    <a:pt x="0" y="585673"/>
                  </a:lnTo>
                  <a:lnTo>
                    <a:pt x="0" y="0"/>
                  </a:lnTo>
                  <a:lnTo>
                    <a:pt x="106984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0" name="object 17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87280" y="4358792"/>
              <a:ext cx="109245" cy="158597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3320656" y="3338766"/>
              <a:ext cx="44450" cy="937260"/>
            </a:xfrm>
            <a:custGeom>
              <a:avLst/>
              <a:gdLst/>
              <a:ahLst/>
              <a:cxnLst/>
              <a:rect l="l" t="t" r="r" b="b"/>
              <a:pathLst>
                <a:path w="44450" h="937260">
                  <a:moveTo>
                    <a:pt x="43891" y="936802"/>
                  </a:moveTo>
                  <a:lnTo>
                    <a:pt x="43891" y="0"/>
                  </a:lnTo>
                  <a:lnTo>
                    <a:pt x="0" y="0"/>
                  </a:lnTo>
                  <a:lnTo>
                    <a:pt x="0" y="936802"/>
                  </a:lnTo>
                  <a:lnTo>
                    <a:pt x="43891" y="936802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320656" y="3338766"/>
              <a:ext cx="44450" cy="937260"/>
            </a:xfrm>
            <a:custGeom>
              <a:avLst/>
              <a:gdLst/>
              <a:ahLst/>
              <a:cxnLst/>
              <a:rect l="l" t="t" r="r" b="b"/>
              <a:pathLst>
                <a:path w="44450" h="937260">
                  <a:moveTo>
                    <a:pt x="0" y="0"/>
                  </a:moveTo>
                  <a:lnTo>
                    <a:pt x="0" y="936802"/>
                  </a:lnTo>
                  <a:lnTo>
                    <a:pt x="43891" y="936802"/>
                  </a:lnTo>
                  <a:lnTo>
                    <a:pt x="43891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359950" y="3718699"/>
              <a:ext cx="121983" cy="133870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59950" y="3340137"/>
              <a:ext cx="121983" cy="133883"/>
            </a:xfrm>
            <a:prstGeom prst="rect">
              <a:avLst/>
            </a:prstGeom>
          </p:spPr>
        </p:pic>
        <p:sp>
          <p:nvSpPr>
            <p:cNvPr id="175" name="object 175"/>
            <p:cNvSpPr/>
            <p:nvPr/>
          </p:nvSpPr>
          <p:spPr>
            <a:xfrm>
              <a:off x="2767253" y="2115502"/>
              <a:ext cx="432434" cy="81280"/>
            </a:xfrm>
            <a:custGeom>
              <a:avLst/>
              <a:gdLst/>
              <a:ahLst/>
              <a:cxnLst/>
              <a:rect l="l" t="t" r="r" b="b"/>
              <a:pathLst>
                <a:path w="432435" h="81280">
                  <a:moveTo>
                    <a:pt x="432054" y="80924"/>
                  </a:moveTo>
                  <a:lnTo>
                    <a:pt x="432054" y="0"/>
                  </a:lnTo>
                  <a:lnTo>
                    <a:pt x="0" y="0"/>
                  </a:lnTo>
                  <a:lnTo>
                    <a:pt x="0" y="80924"/>
                  </a:lnTo>
                  <a:lnTo>
                    <a:pt x="432054" y="80924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2767253" y="2115502"/>
              <a:ext cx="432434" cy="81280"/>
            </a:xfrm>
            <a:custGeom>
              <a:avLst/>
              <a:gdLst/>
              <a:ahLst/>
              <a:cxnLst/>
              <a:rect l="l" t="t" r="r" b="b"/>
              <a:pathLst>
                <a:path w="432435" h="81280">
                  <a:moveTo>
                    <a:pt x="432054" y="0"/>
                  </a:moveTo>
                  <a:lnTo>
                    <a:pt x="432054" y="80924"/>
                  </a:lnTo>
                  <a:lnTo>
                    <a:pt x="0" y="80924"/>
                  </a:lnTo>
                  <a:lnTo>
                    <a:pt x="0" y="0"/>
                  </a:lnTo>
                  <a:lnTo>
                    <a:pt x="432054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2868752" y="2196426"/>
              <a:ext cx="227965" cy="761365"/>
            </a:xfrm>
            <a:custGeom>
              <a:avLst/>
              <a:gdLst/>
              <a:ahLst/>
              <a:cxnLst/>
              <a:rect l="l" t="t" r="r" b="b"/>
              <a:pathLst>
                <a:path w="227964" h="761364">
                  <a:moveTo>
                    <a:pt x="227685" y="761009"/>
                  </a:moveTo>
                  <a:lnTo>
                    <a:pt x="227685" y="0"/>
                  </a:lnTo>
                  <a:lnTo>
                    <a:pt x="0" y="0"/>
                  </a:lnTo>
                  <a:lnTo>
                    <a:pt x="0" y="761009"/>
                  </a:lnTo>
                  <a:lnTo>
                    <a:pt x="227685" y="761009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2868752" y="2196426"/>
              <a:ext cx="227965" cy="761365"/>
            </a:xfrm>
            <a:custGeom>
              <a:avLst/>
              <a:gdLst/>
              <a:ahLst/>
              <a:cxnLst/>
              <a:rect l="l" t="t" r="r" b="b"/>
              <a:pathLst>
                <a:path w="227964" h="761364">
                  <a:moveTo>
                    <a:pt x="0" y="0"/>
                  </a:moveTo>
                  <a:lnTo>
                    <a:pt x="0" y="761009"/>
                  </a:lnTo>
                  <a:lnTo>
                    <a:pt x="227685" y="761009"/>
                  </a:lnTo>
                  <a:lnTo>
                    <a:pt x="227685" y="0"/>
                  </a:lnTo>
                  <a:lnTo>
                    <a:pt x="0" y="0"/>
                  </a:lnTo>
                  <a:close/>
                </a:path>
                <a:path w="227964" h="761364">
                  <a:moveTo>
                    <a:pt x="0" y="108356"/>
                  </a:moveTo>
                  <a:lnTo>
                    <a:pt x="227685" y="10835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2934589" y="2115502"/>
              <a:ext cx="96520" cy="81280"/>
            </a:xfrm>
            <a:custGeom>
              <a:avLst/>
              <a:gdLst/>
              <a:ahLst/>
              <a:cxnLst/>
              <a:rect l="l" t="t" r="r" b="b"/>
              <a:pathLst>
                <a:path w="96519" h="81280">
                  <a:moveTo>
                    <a:pt x="96012" y="80924"/>
                  </a:moveTo>
                  <a:lnTo>
                    <a:pt x="96012" y="0"/>
                  </a:lnTo>
                </a:path>
                <a:path w="96519" h="81280">
                  <a:moveTo>
                    <a:pt x="0" y="8092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2885211" y="2304783"/>
              <a:ext cx="194945" cy="651510"/>
            </a:xfrm>
            <a:custGeom>
              <a:avLst/>
              <a:gdLst/>
              <a:ahLst/>
              <a:cxnLst/>
              <a:rect l="l" t="t" r="r" b="b"/>
              <a:pathLst>
                <a:path w="194944" h="651510">
                  <a:moveTo>
                    <a:pt x="0" y="0"/>
                  </a:moveTo>
                  <a:lnTo>
                    <a:pt x="0" y="651281"/>
                  </a:lnTo>
                </a:path>
                <a:path w="194944" h="651510">
                  <a:moveTo>
                    <a:pt x="194767" y="0"/>
                  </a:moveTo>
                  <a:lnTo>
                    <a:pt x="194767" y="65128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3096437" y="2196426"/>
              <a:ext cx="36195" cy="32384"/>
            </a:xfrm>
            <a:custGeom>
              <a:avLst/>
              <a:gdLst/>
              <a:ahLst/>
              <a:cxnLst/>
              <a:rect l="l" t="t" r="r" b="b"/>
              <a:pathLst>
                <a:path w="36194" h="32385">
                  <a:moveTo>
                    <a:pt x="35725" y="0"/>
                  </a:moveTo>
                  <a:lnTo>
                    <a:pt x="0" y="0"/>
                  </a:lnTo>
                  <a:lnTo>
                    <a:pt x="0" y="32143"/>
                  </a:lnTo>
                  <a:lnTo>
                    <a:pt x="35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3096437" y="2196426"/>
              <a:ext cx="36195" cy="32384"/>
            </a:xfrm>
            <a:custGeom>
              <a:avLst/>
              <a:gdLst/>
              <a:ahLst/>
              <a:cxnLst/>
              <a:rect l="l" t="t" r="r" b="b"/>
              <a:pathLst>
                <a:path w="36194" h="32385">
                  <a:moveTo>
                    <a:pt x="35725" y="0"/>
                  </a:moveTo>
                  <a:lnTo>
                    <a:pt x="0" y="0"/>
                  </a:lnTo>
                  <a:lnTo>
                    <a:pt x="0" y="32143"/>
                  </a:lnTo>
                  <a:lnTo>
                    <a:pt x="35725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2833039" y="2196426"/>
              <a:ext cx="36195" cy="32384"/>
            </a:xfrm>
            <a:custGeom>
              <a:avLst/>
              <a:gdLst/>
              <a:ahLst/>
              <a:cxnLst/>
              <a:rect l="l" t="t" r="r" b="b"/>
              <a:pathLst>
                <a:path w="36194" h="32385">
                  <a:moveTo>
                    <a:pt x="35712" y="32143"/>
                  </a:moveTo>
                  <a:lnTo>
                    <a:pt x="35712" y="0"/>
                  </a:lnTo>
                  <a:lnTo>
                    <a:pt x="0" y="0"/>
                  </a:lnTo>
                  <a:lnTo>
                    <a:pt x="35712" y="32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2833039" y="2196426"/>
              <a:ext cx="36195" cy="32384"/>
            </a:xfrm>
            <a:custGeom>
              <a:avLst/>
              <a:gdLst/>
              <a:ahLst/>
              <a:cxnLst/>
              <a:rect l="l" t="t" r="r" b="b"/>
              <a:pathLst>
                <a:path w="36194" h="32385">
                  <a:moveTo>
                    <a:pt x="35712" y="32143"/>
                  </a:moveTo>
                  <a:lnTo>
                    <a:pt x="0" y="0"/>
                  </a:lnTo>
                  <a:lnTo>
                    <a:pt x="35712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5" name="object 18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865577" y="4075214"/>
              <a:ext cx="234035" cy="203708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3171875" y="3739616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5" h="97789">
                  <a:moveTo>
                    <a:pt x="120700" y="97383"/>
                  </a:moveTo>
                  <a:lnTo>
                    <a:pt x="120700" y="0"/>
                  </a:lnTo>
                  <a:lnTo>
                    <a:pt x="0" y="0"/>
                  </a:lnTo>
                  <a:lnTo>
                    <a:pt x="0" y="97383"/>
                  </a:lnTo>
                  <a:lnTo>
                    <a:pt x="120700" y="97383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3171875" y="3739616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5" h="97789">
                  <a:moveTo>
                    <a:pt x="120700" y="0"/>
                  </a:moveTo>
                  <a:lnTo>
                    <a:pt x="120700" y="97383"/>
                  </a:lnTo>
                  <a:lnTo>
                    <a:pt x="0" y="97383"/>
                  </a:lnTo>
                  <a:lnTo>
                    <a:pt x="0" y="0"/>
                  </a:lnTo>
                  <a:lnTo>
                    <a:pt x="120700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3199307" y="3361054"/>
              <a:ext cx="93345" cy="97790"/>
            </a:xfrm>
            <a:custGeom>
              <a:avLst/>
              <a:gdLst/>
              <a:ahLst/>
              <a:cxnLst/>
              <a:rect l="l" t="t" r="r" b="b"/>
              <a:pathLst>
                <a:path w="93345" h="97789">
                  <a:moveTo>
                    <a:pt x="0" y="97383"/>
                  </a:moveTo>
                  <a:lnTo>
                    <a:pt x="93268" y="97383"/>
                  </a:lnTo>
                  <a:lnTo>
                    <a:pt x="93268" y="0"/>
                  </a:lnTo>
                  <a:lnTo>
                    <a:pt x="0" y="0"/>
                  </a:lnTo>
                  <a:lnTo>
                    <a:pt x="0" y="97383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3171875" y="3361054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5" h="97789">
                  <a:moveTo>
                    <a:pt x="120700" y="0"/>
                  </a:moveTo>
                  <a:lnTo>
                    <a:pt x="120700" y="97383"/>
                  </a:lnTo>
                  <a:lnTo>
                    <a:pt x="0" y="97383"/>
                  </a:lnTo>
                  <a:lnTo>
                    <a:pt x="0" y="0"/>
                  </a:lnTo>
                  <a:lnTo>
                    <a:pt x="120700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3171647" y="2983217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5" h="97789">
                  <a:moveTo>
                    <a:pt x="120700" y="97383"/>
                  </a:moveTo>
                  <a:lnTo>
                    <a:pt x="120700" y="0"/>
                  </a:lnTo>
                  <a:lnTo>
                    <a:pt x="0" y="0"/>
                  </a:lnTo>
                  <a:lnTo>
                    <a:pt x="0" y="97383"/>
                  </a:lnTo>
                  <a:lnTo>
                    <a:pt x="120700" y="97383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3171647" y="2983217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5" h="97789">
                  <a:moveTo>
                    <a:pt x="120700" y="0"/>
                  </a:moveTo>
                  <a:lnTo>
                    <a:pt x="120700" y="97383"/>
                  </a:lnTo>
                  <a:lnTo>
                    <a:pt x="0" y="97383"/>
                  </a:lnTo>
                  <a:lnTo>
                    <a:pt x="0" y="0"/>
                  </a:lnTo>
                  <a:lnTo>
                    <a:pt x="120700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3292576" y="2897428"/>
              <a:ext cx="27940" cy="1026160"/>
            </a:xfrm>
            <a:custGeom>
              <a:avLst/>
              <a:gdLst/>
              <a:ahLst/>
              <a:cxnLst/>
              <a:rect l="l" t="t" r="r" b="b"/>
              <a:pathLst>
                <a:path w="27939" h="1026160">
                  <a:moveTo>
                    <a:pt x="27432" y="1025956"/>
                  </a:moveTo>
                  <a:lnTo>
                    <a:pt x="27432" y="0"/>
                  </a:lnTo>
                  <a:lnTo>
                    <a:pt x="0" y="0"/>
                  </a:lnTo>
                  <a:lnTo>
                    <a:pt x="0" y="1025956"/>
                  </a:lnTo>
                  <a:lnTo>
                    <a:pt x="27432" y="1025956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3292576" y="2897428"/>
              <a:ext cx="27940" cy="1026160"/>
            </a:xfrm>
            <a:custGeom>
              <a:avLst/>
              <a:gdLst/>
              <a:ahLst/>
              <a:cxnLst/>
              <a:rect l="l" t="t" r="r" b="b"/>
              <a:pathLst>
                <a:path w="27939" h="1026160">
                  <a:moveTo>
                    <a:pt x="0" y="1025956"/>
                  </a:moveTo>
                  <a:lnTo>
                    <a:pt x="27432" y="1025956"/>
                  </a:lnTo>
                  <a:lnTo>
                    <a:pt x="27432" y="0"/>
                  </a:lnTo>
                  <a:lnTo>
                    <a:pt x="0" y="0"/>
                  </a:lnTo>
                  <a:lnTo>
                    <a:pt x="0" y="102595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3144545" y="2897441"/>
              <a:ext cx="27940" cy="1026160"/>
            </a:xfrm>
            <a:custGeom>
              <a:avLst/>
              <a:gdLst/>
              <a:ahLst/>
              <a:cxnLst/>
              <a:rect l="l" t="t" r="r" b="b"/>
              <a:pathLst>
                <a:path w="27939" h="1026160">
                  <a:moveTo>
                    <a:pt x="27432" y="945045"/>
                  </a:moveTo>
                  <a:lnTo>
                    <a:pt x="0" y="945045"/>
                  </a:lnTo>
                  <a:lnTo>
                    <a:pt x="0" y="1025956"/>
                  </a:lnTo>
                  <a:lnTo>
                    <a:pt x="27432" y="1025956"/>
                  </a:lnTo>
                  <a:lnTo>
                    <a:pt x="27432" y="945045"/>
                  </a:lnTo>
                  <a:close/>
                </a:path>
                <a:path w="27939" h="1026160">
                  <a:moveTo>
                    <a:pt x="27432" y="0"/>
                  </a:moveTo>
                  <a:lnTo>
                    <a:pt x="0" y="0"/>
                  </a:lnTo>
                  <a:lnTo>
                    <a:pt x="0" y="80937"/>
                  </a:lnTo>
                  <a:lnTo>
                    <a:pt x="27432" y="80937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3144545" y="2897441"/>
              <a:ext cx="27940" cy="1026160"/>
            </a:xfrm>
            <a:custGeom>
              <a:avLst/>
              <a:gdLst/>
              <a:ahLst/>
              <a:cxnLst/>
              <a:rect l="l" t="t" r="r" b="b"/>
              <a:pathLst>
                <a:path w="27939" h="1026160">
                  <a:moveTo>
                    <a:pt x="0" y="1025956"/>
                  </a:moveTo>
                  <a:lnTo>
                    <a:pt x="27432" y="1025956"/>
                  </a:lnTo>
                  <a:lnTo>
                    <a:pt x="27431" y="0"/>
                  </a:lnTo>
                  <a:lnTo>
                    <a:pt x="0" y="0"/>
                  </a:lnTo>
                  <a:lnTo>
                    <a:pt x="0" y="102595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3199307" y="3059302"/>
              <a:ext cx="53975" cy="323850"/>
            </a:xfrm>
            <a:custGeom>
              <a:avLst/>
              <a:gdLst/>
              <a:ahLst/>
              <a:cxnLst/>
              <a:rect l="l" t="t" r="r" b="b"/>
              <a:pathLst>
                <a:path w="53975" h="323850">
                  <a:moveTo>
                    <a:pt x="53492" y="323697"/>
                  </a:moveTo>
                  <a:lnTo>
                    <a:pt x="53492" y="0"/>
                  </a:lnTo>
                  <a:lnTo>
                    <a:pt x="0" y="0"/>
                  </a:lnTo>
                  <a:lnTo>
                    <a:pt x="0" y="323697"/>
                  </a:lnTo>
                  <a:lnTo>
                    <a:pt x="53492" y="323697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3199307" y="3059302"/>
              <a:ext cx="53975" cy="323850"/>
            </a:xfrm>
            <a:custGeom>
              <a:avLst/>
              <a:gdLst/>
              <a:ahLst/>
              <a:cxnLst/>
              <a:rect l="l" t="t" r="r" b="b"/>
              <a:pathLst>
                <a:path w="53975" h="323850">
                  <a:moveTo>
                    <a:pt x="0" y="0"/>
                  </a:moveTo>
                  <a:lnTo>
                    <a:pt x="0" y="323697"/>
                  </a:lnTo>
                  <a:lnTo>
                    <a:pt x="53492" y="323697"/>
                  </a:lnTo>
                  <a:lnTo>
                    <a:pt x="53492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3252800" y="3096336"/>
              <a:ext cx="27940" cy="250190"/>
            </a:xfrm>
            <a:custGeom>
              <a:avLst/>
              <a:gdLst/>
              <a:ahLst/>
              <a:cxnLst/>
              <a:rect l="l" t="t" r="r" b="b"/>
              <a:pathLst>
                <a:path w="27939" h="250189">
                  <a:moveTo>
                    <a:pt x="27432" y="249631"/>
                  </a:moveTo>
                  <a:lnTo>
                    <a:pt x="27432" y="0"/>
                  </a:lnTo>
                  <a:lnTo>
                    <a:pt x="0" y="0"/>
                  </a:lnTo>
                  <a:lnTo>
                    <a:pt x="0" y="249631"/>
                  </a:lnTo>
                  <a:lnTo>
                    <a:pt x="27432" y="249631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3252800" y="3096336"/>
              <a:ext cx="27940" cy="250190"/>
            </a:xfrm>
            <a:custGeom>
              <a:avLst/>
              <a:gdLst/>
              <a:ahLst/>
              <a:cxnLst/>
              <a:rect l="l" t="t" r="r" b="b"/>
              <a:pathLst>
                <a:path w="27939" h="250189">
                  <a:moveTo>
                    <a:pt x="0" y="0"/>
                  </a:moveTo>
                  <a:lnTo>
                    <a:pt x="0" y="249631"/>
                  </a:lnTo>
                  <a:lnTo>
                    <a:pt x="27432" y="249631"/>
                  </a:lnTo>
                  <a:lnTo>
                    <a:pt x="27432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3199307" y="3436492"/>
              <a:ext cx="53975" cy="323850"/>
            </a:xfrm>
            <a:custGeom>
              <a:avLst/>
              <a:gdLst/>
              <a:ahLst/>
              <a:cxnLst/>
              <a:rect l="l" t="t" r="r" b="b"/>
              <a:pathLst>
                <a:path w="53975" h="323850">
                  <a:moveTo>
                    <a:pt x="53492" y="323697"/>
                  </a:moveTo>
                  <a:lnTo>
                    <a:pt x="53492" y="0"/>
                  </a:lnTo>
                  <a:lnTo>
                    <a:pt x="0" y="0"/>
                  </a:lnTo>
                  <a:lnTo>
                    <a:pt x="0" y="323697"/>
                  </a:lnTo>
                  <a:lnTo>
                    <a:pt x="53492" y="323697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3199307" y="3436492"/>
              <a:ext cx="53975" cy="323850"/>
            </a:xfrm>
            <a:custGeom>
              <a:avLst/>
              <a:gdLst/>
              <a:ahLst/>
              <a:cxnLst/>
              <a:rect l="l" t="t" r="r" b="b"/>
              <a:pathLst>
                <a:path w="53975" h="323850">
                  <a:moveTo>
                    <a:pt x="0" y="0"/>
                  </a:moveTo>
                  <a:lnTo>
                    <a:pt x="0" y="323697"/>
                  </a:lnTo>
                  <a:lnTo>
                    <a:pt x="53492" y="323697"/>
                  </a:lnTo>
                  <a:lnTo>
                    <a:pt x="53492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3252800" y="3473526"/>
              <a:ext cx="27940" cy="250190"/>
            </a:xfrm>
            <a:custGeom>
              <a:avLst/>
              <a:gdLst/>
              <a:ahLst/>
              <a:cxnLst/>
              <a:rect l="l" t="t" r="r" b="b"/>
              <a:pathLst>
                <a:path w="27939" h="250189">
                  <a:moveTo>
                    <a:pt x="27432" y="249631"/>
                  </a:moveTo>
                  <a:lnTo>
                    <a:pt x="27432" y="0"/>
                  </a:lnTo>
                  <a:lnTo>
                    <a:pt x="0" y="0"/>
                  </a:lnTo>
                  <a:lnTo>
                    <a:pt x="0" y="249631"/>
                  </a:lnTo>
                  <a:lnTo>
                    <a:pt x="27432" y="249631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3252800" y="3473526"/>
              <a:ext cx="27940" cy="250190"/>
            </a:xfrm>
            <a:custGeom>
              <a:avLst/>
              <a:gdLst/>
              <a:ahLst/>
              <a:cxnLst/>
              <a:rect l="l" t="t" r="r" b="b"/>
              <a:pathLst>
                <a:path w="27939" h="250189">
                  <a:moveTo>
                    <a:pt x="0" y="0"/>
                  </a:moveTo>
                  <a:lnTo>
                    <a:pt x="0" y="249631"/>
                  </a:lnTo>
                  <a:lnTo>
                    <a:pt x="27432" y="249631"/>
                  </a:lnTo>
                  <a:lnTo>
                    <a:pt x="27432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2793314" y="2978378"/>
              <a:ext cx="379095" cy="864235"/>
            </a:xfrm>
            <a:custGeom>
              <a:avLst/>
              <a:gdLst/>
              <a:ahLst/>
              <a:cxnLst/>
              <a:rect l="l" t="t" r="r" b="b"/>
              <a:pathLst>
                <a:path w="379094" h="864235">
                  <a:moveTo>
                    <a:pt x="378561" y="864108"/>
                  </a:moveTo>
                  <a:lnTo>
                    <a:pt x="378561" y="0"/>
                  </a:lnTo>
                  <a:lnTo>
                    <a:pt x="0" y="0"/>
                  </a:lnTo>
                  <a:lnTo>
                    <a:pt x="1371" y="864108"/>
                  </a:lnTo>
                  <a:lnTo>
                    <a:pt x="378561" y="864108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2793314" y="2978378"/>
              <a:ext cx="379095" cy="864235"/>
            </a:xfrm>
            <a:custGeom>
              <a:avLst/>
              <a:gdLst/>
              <a:ahLst/>
              <a:cxnLst/>
              <a:rect l="l" t="t" r="r" b="b"/>
              <a:pathLst>
                <a:path w="379094" h="864235">
                  <a:moveTo>
                    <a:pt x="378561" y="0"/>
                  </a:moveTo>
                  <a:lnTo>
                    <a:pt x="0" y="0"/>
                  </a:lnTo>
                  <a:lnTo>
                    <a:pt x="1371" y="864108"/>
                  </a:lnTo>
                  <a:lnTo>
                    <a:pt x="378561" y="864108"/>
                  </a:lnTo>
                  <a:lnTo>
                    <a:pt x="378561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2324201" y="3042843"/>
              <a:ext cx="20955" cy="356870"/>
            </a:xfrm>
            <a:custGeom>
              <a:avLst/>
              <a:gdLst/>
              <a:ahLst/>
              <a:cxnLst/>
              <a:rect l="l" t="t" r="r" b="b"/>
              <a:pathLst>
                <a:path w="20955" h="356870">
                  <a:moveTo>
                    <a:pt x="20599" y="356628"/>
                  </a:moveTo>
                  <a:lnTo>
                    <a:pt x="20586" y="12"/>
                  </a:lnTo>
                  <a:lnTo>
                    <a:pt x="0" y="0"/>
                  </a:lnTo>
                  <a:lnTo>
                    <a:pt x="0" y="356628"/>
                  </a:lnTo>
                  <a:lnTo>
                    <a:pt x="20599" y="356628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2324201" y="3042843"/>
              <a:ext cx="965835" cy="356870"/>
            </a:xfrm>
            <a:custGeom>
              <a:avLst/>
              <a:gdLst/>
              <a:ahLst/>
              <a:cxnLst/>
              <a:rect l="l" t="t" r="r" b="b"/>
              <a:pathLst>
                <a:path w="965835" h="356870">
                  <a:moveTo>
                    <a:pt x="20586" y="12"/>
                  </a:moveTo>
                  <a:lnTo>
                    <a:pt x="0" y="0"/>
                  </a:lnTo>
                  <a:lnTo>
                    <a:pt x="0" y="356628"/>
                  </a:lnTo>
                  <a:lnTo>
                    <a:pt x="20599" y="356628"/>
                  </a:lnTo>
                </a:path>
                <a:path w="965835" h="356870">
                  <a:moveTo>
                    <a:pt x="956030" y="97383"/>
                  </a:moveTo>
                  <a:lnTo>
                    <a:pt x="956030" y="259232"/>
                  </a:lnTo>
                  <a:lnTo>
                    <a:pt x="965619" y="259232"/>
                  </a:lnTo>
                  <a:lnTo>
                    <a:pt x="965619" y="97383"/>
                  </a:lnTo>
                  <a:lnTo>
                    <a:pt x="956030" y="97383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2324201" y="3421405"/>
              <a:ext cx="20955" cy="356870"/>
            </a:xfrm>
            <a:custGeom>
              <a:avLst/>
              <a:gdLst/>
              <a:ahLst/>
              <a:cxnLst/>
              <a:rect l="l" t="t" r="r" b="b"/>
              <a:pathLst>
                <a:path w="20955" h="356870">
                  <a:moveTo>
                    <a:pt x="20599" y="356628"/>
                  </a:moveTo>
                  <a:lnTo>
                    <a:pt x="20586" y="12"/>
                  </a:lnTo>
                  <a:lnTo>
                    <a:pt x="12" y="0"/>
                  </a:lnTo>
                  <a:lnTo>
                    <a:pt x="0" y="356628"/>
                  </a:lnTo>
                  <a:lnTo>
                    <a:pt x="20599" y="356628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2324201" y="3421405"/>
              <a:ext cx="20955" cy="356870"/>
            </a:xfrm>
            <a:custGeom>
              <a:avLst/>
              <a:gdLst/>
              <a:ahLst/>
              <a:cxnLst/>
              <a:rect l="l" t="t" r="r" b="b"/>
              <a:pathLst>
                <a:path w="20955" h="356870">
                  <a:moveTo>
                    <a:pt x="20586" y="12"/>
                  </a:moveTo>
                  <a:lnTo>
                    <a:pt x="12" y="0"/>
                  </a:lnTo>
                  <a:lnTo>
                    <a:pt x="0" y="356628"/>
                  </a:lnTo>
                  <a:lnTo>
                    <a:pt x="20599" y="35662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2344801" y="3031870"/>
              <a:ext cx="27940" cy="756285"/>
            </a:xfrm>
            <a:custGeom>
              <a:avLst/>
              <a:gdLst/>
              <a:ahLst/>
              <a:cxnLst/>
              <a:rect l="l" t="t" r="r" b="b"/>
              <a:pathLst>
                <a:path w="27939" h="756285">
                  <a:moveTo>
                    <a:pt x="27431" y="755751"/>
                  </a:moveTo>
                  <a:lnTo>
                    <a:pt x="27431" y="0"/>
                  </a:lnTo>
                  <a:lnTo>
                    <a:pt x="0" y="0"/>
                  </a:lnTo>
                  <a:lnTo>
                    <a:pt x="0" y="755751"/>
                  </a:lnTo>
                  <a:lnTo>
                    <a:pt x="27431" y="7557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2344801" y="3031870"/>
              <a:ext cx="27940" cy="756285"/>
            </a:xfrm>
            <a:custGeom>
              <a:avLst/>
              <a:gdLst/>
              <a:ahLst/>
              <a:cxnLst/>
              <a:rect l="l" t="t" r="r" b="b"/>
              <a:pathLst>
                <a:path w="27939" h="756285">
                  <a:moveTo>
                    <a:pt x="0" y="0"/>
                  </a:moveTo>
                  <a:lnTo>
                    <a:pt x="0" y="755751"/>
                  </a:lnTo>
                  <a:lnTo>
                    <a:pt x="27431" y="755751"/>
                  </a:lnTo>
                  <a:lnTo>
                    <a:pt x="27431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2372233" y="3031870"/>
              <a:ext cx="800100" cy="379095"/>
            </a:xfrm>
            <a:custGeom>
              <a:avLst/>
              <a:gdLst/>
              <a:ahLst/>
              <a:cxnLst/>
              <a:rect l="l" t="t" r="r" b="b"/>
              <a:pathLst>
                <a:path w="800100" h="379095">
                  <a:moveTo>
                    <a:pt x="799642" y="378536"/>
                  </a:moveTo>
                  <a:lnTo>
                    <a:pt x="799642" y="0"/>
                  </a:lnTo>
                  <a:lnTo>
                    <a:pt x="0" y="0"/>
                  </a:lnTo>
                  <a:lnTo>
                    <a:pt x="0" y="378536"/>
                  </a:lnTo>
                  <a:lnTo>
                    <a:pt x="799642" y="378536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2372233" y="3031870"/>
              <a:ext cx="800100" cy="379095"/>
            </a:xfrm>
            <a:custGeom>
              <a:avLst/>
              <a:gdLst/>
              <a:ahLst/>
              <a:cxnLst/>
              <a:rect l="l" t="t" r="r" b="b"/>
              <a:pathLst>
                <a:path w="800100" h="379095">
                  <a:moveTo>
                    <a:pt x="0" y="0"/>
                  </a:moveTo>
                  <a:lnTo>
                    <a:pt x="0" y="378536"/>
                  </a:lnTo>
                  <a:lnTo>
                    <a:pt x="799642" y="378536"/>
                  </a:lnTo>
                  <a:lnTo>
                    <a:pt x="799642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4" name="object 21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610459" y="3112363"/>
              <a:ext cx="250494" cy="249123"/>
            </a:xfrm>
            <a:prstGeom prst="rect">
              <a:avLst/>
            </a:prstGeom>
          </p:spPr>
        </p:pic>
        <p:sp>
          <p:nvSpPr>
            <p:cNvPr id="215" name="object 215"/>
            <p:cNvSpPr/>
            <p:nvPr/>
          </p:nvSpPr>
          <p:spPr>
            <a:xfrm>
              <a:off x="2372233" y="3410407"/>
              <a:ext cx="800100" cy="379095"/>
            </a:xfrm>
            <a:custGeom>
              <a:avLst/>
              <a:gdLst/>
              <a:ahLst/>
              <a:cxnLst/>
              <a:rect l="l" t="t" r="r" b="b"/>
              <a:pathLst>
                <a:path w="800100" h="379095">
                  <a:moveTo>
                    <a:pt x="799642" y="378536"/>
                  </a:moveTo>
                  <a:lnTo>
                    <a:pt x="799642" y="0"/>
                  </a:lnTo>
                  <a:lnTo>
                    <a:pt x="0" y="0"/>
                  </a:lnTo>
                  <a:lnTo>
                    <a:pt x="0" y="378536"/>
                  </a:lnTo>
                  <a:lnTo>
                    <a:pt x="799642" y="378536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2372233" y="3410407"/>
              <a:ext cx="800100" cy="379095"/>
            </a:xfrm>
            <a:custGeom>
              <a:avLst/>
              <a:gdLst/>
              <a:ahLst/>
              <a:cxnLst/>
              <a:rect l="l" t="t" r="r" b="b"/>
              <a:pathLst>
                <a:path w="800100" h="379095">
                  <a:moveTo>
                    <a:pt x="0" y="0"/>
                  </a:moveTo>
                  <a:lnTo>
                    <a:pt x="0" y="378536"/>
                  </a:lnTo>
                  <a:lnTo>
                    <a:pt x="799642" y="378536"/>
                  </a:lnTo>
                  <a:lnTo>
                    <a:pt x="799642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3171875" y="3031870"/>
              <a:ext cx="27940" cy="756285"/>
            </a:xfrm>
            <a:custGeom>
              <a:avLst/>
              <a:gdLst/>
              <a:ahLst/>
              <a:cxnLst/>
              <a:rect l="l" t="t" r="r" b="b"/>
              <a:pathLst>
                <a:path w="27939" h="756285">
                  <a:moveTo>
                    <a:pt x="27431" y="755751"/>
                  </a:moveTo>
                  <a:lnTo>
                    <a:pt x="27431" y="0"/>
                  </a:lnTo>
                  <a:lnTo>
                    <a:pt x="0" y="0"/>
                  </a:lnTo>
                  <a:lnTo>
                    <a:pt x="0" y="755751"/>
                  </a:lnTo>
                  <a:lnTo>
                    <a:pt x="27431" y="7557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3171875" y="3031870"/>
              <a:ext cx="118110" cy="756285"/>
            </a:xfrm>
            <a:custGeom>
              <a:avLst/>
              <a:gdLst/>
              <a:ahLst/>
              <a:cxnLst/>
              <a:rect l="l" t="t" r="r" b="b"/>
              <a:pathLst>
                <a:path w="118110" h="756285">
                  <a:moveTo>
                    <a:pt x="0" y="0"/>
                  </a:moveTo>
                  <a:lnTo>
                    <a:pt x="0" y="755751"/>
                  </a:lnTo>
                  <a:lnTo>
                    <a:pt x="27431" y="755751"/>
                  </a:lnTo>
                  <a:lnTo>
                    <a:pt x="27431" y="0"/>
                  </a:lnTo>
                  <a:lnTo>
                    <a:pt x="0" y="0"/>
                  </a:lnTo>
                  <a:close/>
                </a:path>
                <a:path w="118110" h="756285">
                  <a:moveTo>
                    <a:pt x="108356" y="486918"/>
                  </a:moveTo>
                  <a:lnTo>
                    <a:pt x="108356" y="648766"/>
                  </a:lnTo>
                  <a:lnTo>
                    <a:pt x="117944" y="648766"/>
                  </a:lnTo>
                  <a:lnTo>
                    <a:pt x="117944" y="486918"/>
                  </a:lnTo>
                  <a:lnTo>
                    <a:pt x="108356" y="48691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9" name="object 21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792730" y="3842486"/>
              <a:ext cx="368604" cy="240461"/>
            </a:xfrm>
            <a:prstGeom prst="rect">
              <a:avLst/>
            </a:prstGeom>
          </p:spPr>
        </p:pic>
        <p:sp>
          <p:nvSpPr>
            <p:cNvPr id="220" name="object 220"/>
            <p:cNvSpPr/>
            <p:nvPr/>
          </p:nvSpPr>
          <p:spPr>
            <a:xfrm>
              <a:off x="2799080" y="3842486"/>
              <a:ext cx="373380" cy="20955"/>
            </a:xfrm>
            <a:custGeom>
              <a:avLst/>
              <a:gdLst/>
              <a:ahLst/>
              <a:cxnLst/>
              <a:rect l="l" t="t" r="r" b="b"/>
              <a:pathLst>
                <a:path w="373380" h="20954">
                  <a:moveTo>
                    <a:pt x="373380" y="0"/>
                  </a:moveTo>
                  <a:lnTo>
                    <a:pt x="367030" y="0"/>
                  </a:lnTo>
                  <a:lnTo>
                    <a:pt x="0" y="0"/>
                  </a:lnTo>
                  <a:lnTo>
                    <a:pt x="0" y="20548"/>
                  </a:lnTo>
                  <a:lnTo>
                    <a:pt x="367030" y="20548"/>
                  </a:lnTo>
                  <a:lnTo>
                    <a:pt x="367030" y="18389"/>
                  </a:lnTo>
                  <a:lnTo>
                    <a:pt x="373380" y="18389"/>
                  </a:lnTo>
                  <a:lnTo>
                    <a:pt x="37338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2793314" y="3842473"/>
              <a:ext cx="379095" cy="20955"/>
            </a:xfrm>
            <a:custGeom>
              <a:avLst/>
              <a:gdLst/>
              <a:ahLst/>
              <a:cxnLst/>
              <a:rect l="l" t="t" r="r" b="b"/>
              <a:pathLst>
                <a:path w="379094" h="20954">
                  <a:moveTo>
                    <a:pt x="378561" y="0"/>
                  </a:moveTo>
                  <a:lnTo>
                    <a:pt x="378561" y="16459"/>
                  </a:lnTo>
                  <a:lnTo>
                    <a:pt x="373075" y="20561"/>
                  </a:lnTo>
                  <a:lnTo>
                    <a:pt x="5486" y="20561"/>
                  </a:lnTo>
                  <a:lnTo>
                    <a:pt x="0" y="16459"/>
                  </a:lnTo>
                  <a:lnTo>
                    <a:pt x="1016" y="12"/>
                  </a:lnTo>
                  <a:lnTo>
                    <a:pt x="378561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2792730" y="2956420"/>
              <a:ext cx="379730" cy="20955"/>
            </a:xfrm>
            <a:custGeom>
              <a:avLst/>
              <a:gdLst/>
              <a:ahLst/>
              <a:cxnLst/>
              <a:rect l="l" t="t" r="r" b="b"/>
              <a:pathLst>
                <a:path w="379730" h="20955">
                  <a:moveTo>
                    <a:pt x="379730" y="2171"/>
                  </a:moveTo>
                  <a:lnTo>
                    <a:pt x="373380" y="2171"/>
                  </a:lnTo>
                  <a:lnTo>
                    <a:pt x="373380" y="0"/>
                  </a:lnTo>
                  <a:lnTo>
                    <a:pt x="6350" y="0"/>
                  </a:lnTo>
                  <a:lnTo>
                    <a:pt x="6350" y="1701"/>
                  </a:lnTo>
                  <a:lnTo>
                    <a:pt x="1270" y="1701"/>
                  </a:lnTo>
                  <a:lnTo>
                    <a:pt x="1270" y="4076"/>
                  </a:lnTo>
                  <a:lnTo>
                    <a:pt x="0" y="4076"/>
                  </a:lnTo>
                  <a:lnTo>
                    <a:pt x="0" y="4927"/>
                  </a:lnTo>
                  <a:lnTo>
                    <a:pt x="1270" y="4927"/>
                  </a:lnTo>
                  <a:lnTo>
                    <a:pt x="1270" y="20561"/>
                  </a:lnTo>
                  <a:lnTo>
                    <a:pt x="6350" y="20561"/>
                  </a:lnTo>
                  <a:lnTo>
                    <a:pt x="373380" y="20561"/>
                  </a:lnTo>
                  <a:lnTo>
                    <a:pt x="379730" y="20561"/>
                  </a:lnTo>
                  <a:lnTo>
                    <a:pt x="379730" y="2171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2793314" y="2956420"/>
              <a:ext cx="379095" cy="20955"/>
            </a:xfrm>
            <a:custGeom>
              <a:avLst/>
              <a:gdLst/>
              <a:ahLst/>
              <a:cxnLst/>
              <a:rect l="l" t="t" r="r" b="b"/>
              <a:pathLst>
                <a:path w="379094" h="20955">
                  <a:moveTo>
                    <a:pt x="378561" y="20561"/>
                  </a:moveTo>
                  <a:lnTo>
                    <a:pt x="378561" y="4102"/>
                  </a:lnTo>
                  <a:lnTo>
                    <a:pt x="373075" y="0"/>
                  </a:lnTo>
                  <a:lnTo>
                    <a:pt x="5486" y="0"/>
                  </a:lnTo>
                  <a:lnTo>
                    <a:pt x="0" y="4102"/>
                  </a:lnTo>
                  <a:lnTo>
                    <a:pt x="1016" y="20561"/>
                  </a:lnTo>
                  <a:lnTo>
                    <a:pt x="378561" y="20561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4" name="object 22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803855" y="2412872"/>
              <a:ext cx="357479" cy="114719"/>
            </a:xfrm>
            <a:prstGeom prst="rect">
              <a:avLst/>
            </a:prstGeom>
          </p:spPr>
        </p:pic>
        <p:sp>
          <p:nvSpPr>
            <p:cNvPr id="225" name="object 225"/>
            <p:cNvSpPr/>
            <p:nvPr/>
          </p:nvSpPr>
          <p:spPr>
            <a:xfrm>
              <a:off x="2982595" y="2072970"/>
              <a:ext cx="0" cy="2256790"/>
            </a:xfrm>
            <a:custGeom>
              <a:avLst/>
              <a:gdLst/>
              <a:ahLst/>
              <a:cxnLst/>
              <a:rect l="l" t="t" r="r" b="b"/>
              <a:pathLst>
                <a:path h="2256790">
                  <a:moveTo>
                    <a:pt x="0" y="0"/>
                  </a:moveTo>
                  <a:lnTo>
                    <a:pt x="0" y="2256256"/>
                  </a:lnTo>
                </a:path>
              </a:pathLst>
            </a:custGeom>
            <a:ln w="6350">
              <a:solidFill>
                <a:srgbClr val="000000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8431123" y="3772090"/>
              <a:ext cx="107314" cy="586105"/>
            </a:xfrm>
            <a:custGeom>
              <a:avLst/>
              <a:gdLst/>
              <a:ahLst/>
              <a:cxnLst/>
              <a:rect l="l" t="t" r="r" b="b"/>
              <a:pathLst>
                <a:path w="107315" h="586104">
                  <a:moveTo>
                    <a:pt x="106984" y="585673"/>
                  </a:moveTo>
                  <a:lnTo>
                    <a:pt x="106984" y="0"/>
                  </a:lnTo>
                  <a:lnTo>
                    <a:pt x="0" y="0"/>
                  </a:lnTo>
                  <a:lnTo>
                    <a:pt x="0" y="585673"/>
                  </a:lnTo>
                  <a:lnTo>
                    <a:pt x="106984" y="585673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8431123" y="3772090"/>
              <a:ext cx="107314" cy="586105"/>
            </a:xfrm>
            <a:custGeom>
              <a:avLst/>
              <a:gdLst/>
              <a:ahLst/>
              <a:cxnLst/>
              <a:rect l="l" t="t" r="r" b="b"/>
              <a:pathLst>
                <a:path w="107315" h="586104">
                  <a:moveTo>
                    <a:pt x="0" y="0"/>
                  </a:moveTo>
                  <a:lnTo>
                    <a:pt x="0" y="585673"/>
                  </a:lnTo>
                  <a:lnTo>
                    <a:pt x="106984" y="585673"/>
                  </a:lnTo>
                  <a:lnTo>
                    <a:pt x="106984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8" name="object 2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430691" y="4354588"/>
              <a:ext cx="109245" cy="158597"/>
            </a:xfrm>
            <a:prstGeom prst="rect">
              <a:avLst/>
            </a:prstGeom>
          </p:spPr>
        </p:pic>
        <p:sp>
          <p:nvSpPr>
            <p:cNvPr id="229" name="object 229"/>
            <p:cNvSpPr/>
            <p:nvPr/>
          </p:nvSpPr>
          <p:spPr>
            <a:xfrm>
              <a:off x="8462670" y="3334562"/>
              <a:ext cx="44450" cy="937260"/>
            </a:xfrm>
            <a:custGeom>
              <a:avLst/>
              <a:gdLst/>
              <a:ahLst/>
              <a:cxnLst/>
              <a:rect l="l" t="t" r="r" b="b"/>
              <a:pathLst>
                <a:path w="44450" h="937260">
                  <a:moveTo>
                    <a:pt x="43891" y="936802"/>
                  </a:moveTo>
                  <a:lnTo>
                    <a:pt x="43891" y="0"/>
                  </a:lnTo>
                  <a:lnTo>
                    <a:pt x="0" y="0"/>
                  </a:lnTo>
                  <a:lnTo>
                    <a:pt x="0" y="936802"/>
                  </a:lnTo>
                  <a:lnTo>
                    <a:pt x="43891" y="936802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8462670" y="3334562"/>
              <a:ext cx="44450" cy="937260"/>
            </a:xfrm>
            <a:custGeom>
              <a:avLst/>
              <a:gdLst/>
              <a:ahLst/>
              <a:cxnLst/>
              <a:rect l="l" t="t" r="r" b="b"/>
              <a:pathLst>
                <a:path w="44450" h="937260">
                  <a:moveTo>
                    <a:pt x="43891" y="0"/>
                  </a:moveTo>
                  <a:lnTo>
                    <a:pt x="43891" y="936802"/>
                  </a:lnTo>
                  <a:lnTo>
                    <a:pt x="0" y="936802"/>
                  </a:lnTo>
                  <a:lnTo>
                    <a:pt x="0" y="0"/>
                  </a:lnTo>
                  <a:lnTo>
                    <a:pt x="43891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1" name="object 2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345284" y="3714495"/>
              <a:ext cx="121983" cy="133870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345284" y="3335934"/>
              <a:ext cx="121983" cy="133883"/>
            </a:xfrm>
            <a:prstGeom prst="rect">
              <a:avLst/>
            </a:prstGeom>
          </p:spPr>
        </p:pic>
        <p:sp>
          <p:nvSpPr>
            <p:cNvPr id="233" name="object 233"/>
            <p:cNvSpPr/>
            <p:nvPr/>
          </p:nvSpPr>
          <p:spPr>
            <a:xfrm>
              <a:off x="8627910" y="2111298"/>
              <a:ext cx="432434" cy="81280"/>
            </a:xfrm>
            <a:custGeom>
              <a:avLst/>
              <a:gdLst/>
              <a:ahLst/>
              <a:cxnLst/>
              <a:rect l="l" t="t" r="r" b="b"/>
              <a:pathLst>
                <a:path w="432434" h="81280">
                  <a:moveTo>
                    <a:pt x="432053" y="80924"/>
                  </a:moveTo>
                  <a:lnTo>
                    <a:pt x="432053" y="0"/>
                  </a:lnTo>
                  <a:lnTo>
                    <a:pt x="0" y="0"/>
                  </a:lnTo>
                  <a:lnTo>
                    <a:pt x="0" y="80924"/>
                  </a:lnTo>
                  <a:lnTo>
                    <a:pt x="432053" y="80924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8627910" y="2111298"/>
              <a:ext cx="432434" cy="81280"/>
            </a:xfrm>
            <a:custGeom>
              <a:avLst/>
              <a:gdLst/>
              <a:ahLst/>
              <a:cxnLst/>
              <a:rect l="l" t="t" r="r" b="b"/>
              <a:pathLst>
                <a:path w="432434" h="81280">
                  <a:moveTo>
                    <a:pt x="0" y="0"/>
                  </a:moveTo>
                  <a:lnTo>
                    <a:pt x="0" y="80924"/>
                  </a:lnTo>
                  <a:lnTo>
                    <a:pt x="432053" y="80924"/>
                  </a:lnTo>
                  <a:lnTo>
                    <a:pt x="432053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8730780" y="2192223"/>
              <a:ext cx="227965" cy="761365"/>
            </a:xfrm>
            <a:custGeom>
              <a:avLst/>
              <a:gdLst/>
              <a:ahLst/>
              <a:cxnLst/>
              <a:rect l="l" t="t" r="r" b="b"/>
              <a:pathLst>
                <a:path w="227965" h="761364">
                  <a:moveTo>
                    <a:pt x="227685" y="761009"/>
                  </a:moveTo>
                  <a:lnTo>
                    <a:pt x="227685" y="0"/>
                  </a:lnTo>
                  <a:lnTo>
                    <a:pt x="0" y="0"/>
                  </a:lnTo>
                  <a:lnTo>
                    <a:pt x="0" y="761009"/>
                  </a:lnTo>
                  <a:lnTo>
                    <a:pt x="227685" y="761009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8730780" y="2192223"/>
              <a:ext cx="227965" cy="761365"/>
            </a:xfrm>
            <a:custGeom>
              <a:avLst/>
              <a:gdLst/>
              <a:ahLst/>
              <a:cxnLst/>
              <a:rect l="l" t="t" r="r" b="b"/>
              <a:pathLst>
                <a:path w="227965" h="761364">
                  <a:moveTo>
                    <a:pt x="227685" y="0"/>
                  </a:moveTo>
                  <a:lnTo>
                    <a:pt x="227685" y="761009"/>
                  </a:lnTo>
                  <a:lnTo>
                    <a:pt x="0" y="761009"/>
                  </a:lnTo>
                  <a:lnTo>
                    <a:pt x="0" y="0"/>
                  </a:lnTo>
                  <a:lnTo>
                    <a:pt x="227685" y="0"/>
                  </a:lnTo>
                  <a:close/>
                </a:path>
                <a:path w="227965" h="761364">
                  <a:moveTo>
                    <a:pt x="227685" y="108356"/>
                  </a:moveTo>
                  <a:lnTo>
                    <a:pt x="0" y="10835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8796616" y="2111298"/>
              <a:ext cx="96520" cy="81280"/>
            </a:xfrm>
            <a:custGeom>
              <a:avLst/>
              <a:gdLst/>
              <a:ahLst/>
              <a:cxnLst/>
              <a:rect l="l" t="t" r="r" b="b"/>
              <a:pathLst>
                <a:path w="96520" h="81280">
                  <a:moveTo>
                    <a:pt x="0" y="80924"/>
                  </a:moveTo>
                  <a:lnTo>
                    <a:pt x="0" y="0"/>
                  </a:lnTo>
                </a:path>
                <a:path w="96520" h="81280">
                  <a:moveTo>
                    <a:pt x="96011" y="80924"/>
                  </a:moveTo>
                  <a:lnTo>
                    <a:pt x="96011" y="0"/>
                  </a:lnTo>
                </a:path>
              </a:pathLst>
            </a:custGeom>
            <a:ln w="63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8747239" y="2300579"/>
              <a:ext cx="194945" cy="651510"/>
            </a:xfrm>
            <a:custGeom>
              <a:avLst/>
              <a:gdLst/>
              <a:ahLst/>
              <a:cxnLst/>
              <a:rect l="l" t="t" r="r" b="b"/>
              <a:pathLst>
                <a:path w="194945" h="651510">
                  <a:moveTo>
                    <a:pt x="194767" y="0"/>
                  </a:moveTo>
                  <a:lnTo>
                    <a:pt x="194767" y="651281"/>
                  </a:lnTo>
                </a:path>
                <a:path w="194945" h="651510">
                  <a:moveTo>
                    <a:pt x="0" y="0"/>
                  </a:moveTo>
                  <a:lnTo>
                    <a:pt x="0" y="65128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8695054" y="2192223"/>
              <a:ext cx="36195" cy="32384"/>
            </a:xfrm>
            <a:custGeom>
              <a:avLst/>
              <a:gdLst/>
              <a:ahLst/>
              <a:cxnLst/>
              <a:rect l="l" t="t" r="r" b="b"/>
              <a:pathLst>
                <a:path w="36195" h="32385">
                  <a:moveTo>
                    <a:pt x="35725" y="32143"/>
                  </a:moveTo>
                  <a:lnTo>
                    <a:pt x="35725" y="0"/>
                  </a:lnTo>
                  <a:lnTo>
                    <a:pt x="0" y="0"/>
                  </a:lnTo>
                  <a:lnTo>
                    <a:pt x="35725" y="32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8695054" y="2192223"/>
              <a:ext cx="36195" cy="32384"/>
            </a:xfrm>
            <a:custGeom>
              <a:avLst/>
              <a:gdLst/>
              <a:ahLst/>
              <a:cxnLst/>
              <a:rect l="l" t="t" r="r" b="b"/>
              <a:pathLst>
                <a:path w="36195" h="32385">
                  <a:moveTo>
                    <a:pt x="0" y="0"/>
                  </a:moveTo>
                  <a:lnTo>
                    <a:pt x="35725" y="0"/>
                  </a:lnTo>
                  <a:lnTo>
                    <a:pt x="35725" y="32143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8958465" y="2192223"/>
              <a:ext cx="36195" cy="32384"/>
            </a:xfrm>
            <a:custGeom>
              <a:avLst/>
              <a:gdLst/>
              <a:ahLst/>
              <a:cxnLst/>
              <a:rect l="l" t="t" r="r" b="b"/>
              <a:pathLst>
                <a:path w="36195" h="32385">
                  <a:moveTo>
                    <a:pt x="35712" y="0"/>
                  </a:moveTo>
                  <a:lnTo>
                    <a:pt x="0" y="0"/>
                  </a:lnTo>
                  <a:lnTo>
                    <a:pt x="0" y="32143"/>
                  </a:lnTo>
                  <a:lnTo>
                    <a:pt x="357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8958465" y="2192223"/>
              <a:ext cx="36195" cy="32384"/>
            </a:xfrm>
            <a:custGeom>
              <a:avLst/>
              <a:gdLst/>
              <a:ahLst/>
              <a:cxnLst/>
              <a:rect l="l" t="t" r="r" b="b"/>
              <a:pathLst>
                <a:path w="36195" h="32385">
                  <a:moveTo>
                    <a:pt x="0" y="32143"/>
                  </a:moveTo>
                  <a:lnTo>
                    <a:pt x="35712" y="0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3" name="object 2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727605" y="4071010"/>
              <a:ext cx="234035" cy="203707"/>
            </a:xfrm>
            <a:prstGeom prst="rect">
              <a:avLst/>
            </a:prstGeom>
          </p:spPr>
        </p:pic>
        <p:sp>
          <p:nvSpPr>
            <p:cNvPr id="244" name="object 244"/>
            <p:cNvSpPr/>
            <p:nvPr/>
          </p:nvSpPr>
          <p:spPr>
            <a:xfrm>
              <a:off x="8534641" y="3735412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4" h="97789">
                  <a:moveTo>
                    <a:pt x="120700" y="97383"/>
                  </a:moveTo>
                  <a:lnTo>
                    <a:pt x="120700" y="0"/>
                  </a:lnTo>
                  <a:lnTo>
                    <a:pt x="0" y="0"/>
                  </a:lnTo>
                  <a:lnTo>
                    <a:pt x="0" y="97383"/>
                  </a:lnTo>
                  <a:lnTo>
                    <a:pt x="120700" y="97383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8534641" y="3735412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4" h="97789">
                  <a:moveTo>
                    <a:pt x="0" y="0"/>
                  </a:moveTo>
                  <a:lnTo>
                    <a:pt x="0" y="97383"/>
                  </a:lnTo>
                  <a:lnTo>
                    <a:pt x="120700" y="97383"/>
                  </a:lnTo>
                  <a:lnTo>
                    <a:pt x="120700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8534641" y="3356851"/>
              <a:ext cx="93345" cy="97790"/>
            </a:xfrm>
            <a:custGeom>
              <a:avLst/>
              <a:gdLst/>
              <a:ahLst/>
              <a:cxnLst/>
              <a:rect l="l" t="t" r="r" b="b"/>
              <a:pathLst>
                <a:path w="93345" h="97789">
                  <a:moveTo>
                    <a:pt x="0" y="97383"/>
                  </a:moveTo>
                  <a:lnTo>
                    <a:pt x="93268" y="97383"/>
                  </a:lnTo>
                  <a:lnTo>
                    <a:pt x="93268" y="0"/>
                  </a:lnTo>
                  <a:lnTo>
                    <a:pt x="0" y="0"/>
                  </a:lnTo>
                  <a:lnTo>
                    <a:pt x="0" y="97383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8534641" y="3356851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4" h="97789">
                  <a:moveTo>
                    <a:pt x="0" y="0"/>
                  </a:moveTo>
                  <a:lnTo>
                    <a:pt x="0" y="97383"/>
                  </a:lnTo>
                  <a:lnTo>
                    <a:pt x="120700" y="97383"/>
                  </a:lnTo>
                  <a:lnTo>
                    <a:pt x="120700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8534857" y="2979013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4" h="97789">
                  <a:moveTo>
                    <a:pt x="120700" y="97383"/>
                  </a:moveTo>
                  <a:lnTo>
                    <a:pt x="120700" y="0"/>
                  </a:lnTo>
                  <a:lnTo>
                    <a:pt x="0" y="0"/>
                  </a:lnTo>
                  <a:lnTo>
                    <a:pt x="0" y="97383"/>
                  </a:lnTo>
                  <a:lnTo>
                    <a:pt x="120700" y="97383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8534857" y="2979013"/>
              <a:ext cx="121285" cy="97790"/>
            </a:xfrm>
            <a:custGeom>
              <a:avLst/>
              <a:gdLst/>
              <a:ahLst/>
              <a:cxnLst/>
              <a:rect l="l" t="t" r="r" b="b"/>
              <a:pathLst>
                <a:path w="121284" h="97789">
                  <a:moveTo>
                    <a:pt x="0" y="0"/>
                  </a:moveTo>
                  <a:lnTo>
                    <a:pt x="0" y="97383"/>
                  </a:lnTo>
                  <a:lnTo>
                    <a:pt x="120700" y="97383"/>
                  </a:lnTo>
                  <a:lnTo>
                    <a:pt x="120700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8507209" y="2893225"/>
              <a:ext cx="27940" cy="1026160"/>
            </a:xfrm>
            <a:custGeom>
              <a:avLst/>
              <a:gdLst/>
              <a:ahLst/>
              <a:cxnLst/>
              <a:rect l="l" t="t" r="r" b="b"/>
              <a:pathLst>
                <a:path w="27940" h="1026160">
                  <a:moveTo>
                    <a:pt x="27431" y="1025956"/>
                  </a:moveTo>
                  <a:lnTo>
                    <a:pt x="27431" y="0"/>
                  </a:lnTo>
                  <a:lnTo>
                    <a:pt x="0" y="0"/>
                  </a:lnTo>
                  <a:lnTo>
                    <a:pt x="0" y="1025956"/>
                  </a:lnTo>
                  <a:lnTo>
                    <a:pt x="27431" y="1025956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8507209" y="2893225"/>
              <a:ext cx="27940" cy="1026160"/>
            </a:xfrm>
            <a:custGeom>
              <a:avLst/>
              <a:gdLst/>
              <a:ahLst/>
              <a:cxnLst/>
              <a:rect l="l" t="t" r="r" b="b"/>
              <a:pathLst>
                <a:path w="27940" h="1026160">
                  <a:moveTo>
                    <a:pt x="27431" y="1025956"/>
                  </a:moveTo>
                  <a:lnTo>
                    <a:pt x="0" y="1025956"/>
                  </a:lnTo>
                  <a:lnTo>
                    <a:pt x="0" y="0"/>
                  </a:lnTo>
                  <a:lnTo>
                    <a:pt x="27431" y="0"/>
                  </a:lnTo>
                  <a:lnTo>
                    <a:pt x="27431" y="102595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8655240" y="2893237"/>
              <a:ext cx="27940" cy="1026160"/>
            </a:xfrm>
            <a:custGeom>
              <a:avLst/>
              <a:gdLst/>
              <a:ahLst/>
              <a:cxnLst/>
              <a:rect l="l" t="t" r="r" b="b"/>
              <a:pathLst>
                <a:path w="27940" h="1026160">
                  <a:moveTo>
                    <a:pt x="27432" y="945045"/>
                  </a:moveTo>
                  <a:lnTo>
                    <a:pt x="0" y="945045"/>
                  </a:lnTo>
                  <a:lnTo>
                    <a:pt x="0" y="1025956"/>
                  </a:lnTo>
                  <a:lnTo>
                    <a:pt x="27432" y="1025956"/>
                  </a:lnTo>
                  <a:lnTo>
                    <a:pt x="27432" y="945045"/>
                  </a:lnTo>
                  <a:close/>
                </a:path>
                <a:path w="27940" h="1026160">
                  <a:moveTo>
                    <a:pt x="27432" y="0"/>
                  </a:moveTo>
                  <a:lnTo>
                    <a:pt x="0" y="0"/>
                  </a:lnTo>
                  <a:lnTo>
                    <a:pt x="0" y="80937"/>
                  </a:lnTo>
                  <a:lnTo>
                    <a:pt x="27432" y="80937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8655240" y="2893237"/>
              <a:ext cx="27940" cy="1026160"/>
            </a:xfrm>
            <a:custGeom>
              <a:avLst/>
              <a:gdLst/>
              <a:ahLst/>
              <a:cxnLst/>
              <a:rect l="l" t="t" r="r" b="b"/>
              <a:pathLst>
                <a:path w="27940" h="1026160">
                  <a:moveTo>
                    <a:pt x="27431" y="1025956"/>
                  </a:moveTo>
                  <a:lnTo>
                    <a:pt x="0" y="1025956"/>
                  </a:lnTo>
                  <a:lnTo>
                    <a:pt x="0" y="0"/>
                  </a:lnTo>
                  <a:lnTo>
                    <a:pt x="27431" y="0"/>
                  </a:lnTo>
                  <a:lnTo>
                    <a:pt x="27431" y="102595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8574417" y="3055099"/>
              <a:ext cx="53975" cy="323850"/>
            </a:xfrm>
            <a:custGeom>
              <a:avLst/>
              <a:gdLst/>
              <a:ahLst/>
              <a:cxnLst/>
              <a:rect l="l" t="t" r="r" b="b"/>
              <a:pathLst>
                <a:path w="53975" h="323850">
                  <a:moveTo>
                    <a:pt x="53492" y="323697"/>
                  </a:moveTo>
                  <a:lnTo>
                    <a:pt x="53492" y="0"/>
                  </a:lnTo>
                  <a:lnTo>
                    <a:pt x="0" y="0"/>
                  </a:lnTo>
                  <a:lnTo>
                    <a:pt x="0" y="323697"/>
                  </a:lnTo>
                  <a:lnTo>
                    <a:pt x="53492" y="323697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8574417" y="3055099"/>
              <a:ext cx="53975" cy="323850"/>
            </a:xfrm>
            <a:custGeom>
              <a:avLst/>
              <a:gdLst/>
              <a:ahLst/>
              <a:cxnLst/>
              <a:rect l="l" t="t" r="r" b="b"/>
              <a:pathLst>
                <a:path w="53975" h="323850">
                  <a:moveTo>
                    <a:pt x="53492" y="0"/>
                  </a:moveTo>
                  <a:lnTo>
                    <a:pt x="53492" y="323697"/>
                  </a:lnTo>
                  <a:lnTo>
                    <a:pt x="0" y="323697"/>
                  </a:lnTo>
                  <a:lnTo>
                    <a:pt x="0" y="0"/>
                  </a:lnTo>
                  <a:lnTo>
                    <a:pt x="53492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8546985" y="3092132"/>
              <a:ext cx="27940" cy="250190"/>
            </a:xfrm>
            <a:custGeom>
              <a:avLst/>
              <a:gdLst/>
              <a:ahLst/>
              <a:cxnLst/>
              <a:rect l="l" t="t" r="r" b="b"/>
              <a:pathLst>
                <a:path w="27940" h="250189">
                  <a:moveTo>
                    <a:pt x="27431" y="249631"/>
                  </a:moveTo>
                  <a:lnTo>
                    <a:pt x="27431" y="0"/>
                  </a:lnTo>
                  <a:lnTo>
                    <a:pt x="0" y="0"/>
                  </a:lnTo>
                  <a:lnTo>
                    <a:pt x="0" y="249631"/>
                  </a:lnTo>
                  <a:lnTo>
                    <a:pt x="27431" y="249631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8546985" y="3092132"/>
              <a:ext cx="27940" cy="250190"/>
            </a:xfrm>
            <a:custGeom>
              <a:avLst/>
              <a:gdLst/>
              <a:ahLst/>
              <a:cxnLst/>
              <a:rect l="l" t="t" r="r" b="b"/>
              <a:pathLst>
                <a:path w="27940" h="250189">
                  <a:moveTo>
                    <a:pt x="27431" y="0"/>
                  </a:moveTo>
                  <a:lnTo>
                    <a:pt x="27431" y="249631"/>
                  </a:lnTo>
                  <a:lnTo>
                    <a:pt x="0" y="249631"/>
                  </a:lnTo>
                  <a:lnTo>
                    <a:pt x="0" y="0"/>
                  </a:lnTo>
                  <a:lnTo>
                    <a:pt x="27431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8574417" y="3432289"/>
              <a:ext cx="53975" cy="323850"/>
            </a:xfrm>
            <a:custGeom>
              <a:avLst/>
              <a:gdLst/>
              <a:ahLst/>
              <a:cxnLst/>
              <a:rect l="l" t="t" r="r" b="b"/>
              <a:pathLst>
                <a:path w="53975" h="323850">
                  <a:moveTo>
                    <a:pt x="53492" y="323697"/>
                  </a:moveTo>
                  <a:lnTo>
                    <a:pt x="53492" y="0"/>
                  </a:lnTo>
                  <a:lnTo>
                    <a:pt x="0" y="0"/>
                  </a:lnTo>
                  <a:lnTo>
                    <a:pt x="0" y="323697"/>
                  </a:lnTo>
                  <a:lnTo>
                    <a:pt x="53492" y="323697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8574417" y="3432289"/>
              <a:ext cx="53975" cy="323850"/>
            </a:xfrm>
            <a:custGeom>
              <a:avLst/>
              <a:gdLst/>
              <a:ahLst/>
              <a:cxnLst/>
              <a:rect l="l" t="t" r="r" b="b"/>
              <a:pathLst>
                <a:path w="53975" h="323850">
                  <a:moveTo>
                    <a:pt x="53492" y="0"/>
                  </a:moveTo>
                  <a:lnTo>
                    <a:pt x="53492" y="323697"/>
                  </a:lnTo>
                  <a:lnTo>
                    <a:pt x="0" y="323697"/>
                  </a:lnTo>
                  <a:lnTo>
                    <a:pt x="0" y="0"/>
                  </a:lnTo>
                  <a:lnTo>
                    <a:pt x="53492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8546985" y="3469322"/>
              <a:ext cx="27940" cy="250190"/>
            </a:xfrm>
            <a:custGeom>
              <a:avLst/>
              <a:gdLst/>
              <a:ahLst/>
              <a:cxnLst/>
              <a:rect l="l" t="t" r="r" b="b"/>
              <a:pathLst>
                <a:path w="27940" h="250189">
                  <a:moveTo>
                    <a:pt x="27431" y="249631"/>
                  </a:moveTo>
                  <a:lnTo>
                    <a:pt x="27431" y="0"/>
                  </a:lnTo>
                  <a:lnTo>
                    <a:pt x="0" y="0"/>
                  </a:lnTo>
                  <a:lnTo>
                    <a:pt x="0" y="249631"/>
                  </a:lnTo>
                  <a:lnTo>
                    <a:pt x="27431" y="249631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8546985" y="3469322"/>
              <a:ext cx="27940" cy="250190"/>
            </a:xfrm>
            <a:custGeom>
              <a:avLst/>
              <a:gdLst/>
              <a:ahLst/>
              <a:cxnLst/>
              <a:rect l="l" t="t" r="r" b="b"/>
              <a:pathLst>
                <a:path w="27940" h="250189">
                  <a:moveTo>
                    <a:pt x="27431" y="0"/>
                  </a:moveTo>
                  <a:lnTo>
                    <a:pt x="27431" y="249631"/>
                  </a:lnTo>
                  <a:lnTo>
                    <a:pt x="0" y="249631"/>
                  </a:lnTo>
                  <a:lnTo>
                    <a:pt x="0" y="0"/>
                  </a:lnTo>
                  <a:lnTo>
                    <a:pt x="27431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8655342" y="2974174"/>
              <a:ext cx="379095" cy="864235"/>
            </a:xfrm>
            <a:custGeom>
              <a:avLst/>
              <a:gdLst/>
              <a:ahLst/>
              <a:cxnLst/>
              <a:rect l="l" t="t" r="r" b="b"/>
              <a:pathLst>
                <a:path w="379095" h="864235">
                  <a:moveTo>
                    <a:pt x="378561" y="0"/>
                  </a:moveTo>
                  <a:lnTo>
                    <a:pt x="0" y="0"/>
                  </a:lnTo>
                  <a:lnTo>
                    <a:pt x="0" y="864107"/>
                  </a:lnTo>
                  <a:lnTo>
                    <a:pt x="377189" y="864107"/>
                  </a:lnTo>
                  <a:lnTo>
                    <a:pt x="378561" y="0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8655342" y="2974174"/>
              <a:ext cx="379095" cy="864235"/>
            </a:xfrm>
            <a:custGeom>
              <a:avLst/>
              <a:gdLst/>
              <a:ahLst/>
              <a:cxnLst/>
              <a:rect l="l" t="t" r="r" b="b"/>
              <a:pathLst>
                <a:path w="379095" h="864235">
                  <a:moveTo>
                    <a:pt x="0" y="0"/>
                  </a:moveTo>
                  <a:lnTo>
                    <a:pt x="378561" y="0"/>
                  </a:lnTo>
                  <a:lnTo>
                    <a:pt x="377189" y="864107"/>
                  </a:lnTo>
                  <a:lnTo>
                    <a:pt x="0" y="86410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9482416" y="3038652"/>
              <a:ext cx="20955" cy="356870"/>
            </a:xfrm>
            <a:custGeom>
              <a:avLst/>
              <a:gdLst/>
              <a:ahLst/>
              <a:cxnLst/>
              <a:rect l="l" t="t" r="r" b="b"/>
              <a:pathLst>
                <a:path w="20954" h="356870">
                  <a:moveTo>
                    <a:pt x="20599" y="356615"/>
                  </a:moveTo>
                  <a:lnTo>
                    <a:pt x="20599" y="0"/>
                  </a:lnTo>
                  <a:lnTo>
                    <a:pt x="12" y="0"/>
                  </a:lnTo>
                  <a:lnTo>
                    <a:pt x="0" y="356615"/>
                  </a:lnTo>
                  <a:lnTo>
                    <a:pt x="20599" y="356615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8537397" y="3038652"/>
              <a:ext cx="965835" cy="356870"/>
            </a:xfrm>
            <a:custGeom>
              <a:avLst/>
              <a:gdLst/>
              <a:ahLst/>
              <a:cxnLst/>
              <a:rect l="l" t="t" r="r" b="b"/>
              <a:pathLst>
                <a:path w="965834" h="356870">
                  <a:moveTo>
                    <a:pt x="945032" y="0"/>
                  </a:moveTo>
                  <a:lnTo>
                    <a:pt x="965619" y="0"/>
                  </a:lnTo>
                  <a:lnTo>
                    <a:pt x="965619" y="356615"/>
                  </a:lnTo>
                  <a:lnTo>
                    <a:pt x="945019" y="356615"/>
                  </a:lnTo>
                </a:path>
                <a:path w="965834" h="356870">
                  <a:moveTo>
                    <a:pt x="9588" y="97370"/>
                  </a:moveTo>
                  <a:lnTo>
                    <a:pt x="9588" y="259219"/>
                  </a:lnTo>
                  <a:lnTo>
                    <a:pt x="0" y="259219"/>
                  </a:lnTo>
                  <a:lnTo>
                    <a:pt x="0" y="97370"/>
                  </a:lnTo>
                  <a:lnTo>
                    <a:pt x="9588" y="9737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9482416" y="3417201"/>
              <a:ext cx="20955" cy="356870"/>
            </a:xfrm>
            <a:custGeom>
              <a:avLst/>
              <a:gdLst/>
              <a:ahLst/>
              <a:cxnLst/>
              <a:rect l="l" t="t" r="r" b="b"/>
              <a:pathLst>
                <a:path w="20954" h="356870">
                  <a:moveTo>
                    <a:pt x="20599" y="356628"/>
                  </a:moveTo>
                  <a:lnTo>
                    <a:pt x="20586" y="0"/>
                  </a:lnTo>
                  <a:lnTo>
                    <a:pt x="12" y="12"/>
                  </a:lnTo>
                  <a:lnTo>
                    <a:pt x="0" y="356628"/>
                  </a:lnTo>
                  <a:lnTo>
                    <a:pt x="20599" y="356628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9482416" y="3417201"/>
              <a:ext cx="20955" cy="356870"/>
            </a:xfrm>
            <a:custGeom>
              <a:avLst/>
              <a:gdLst/>
              <a:ahLst/>
              <a:cxnLst/>
              <a:rect l="l" t="t" r="r" b="b"/>
              <a:pathLst>
                <a:path w="20954" h="356870">
                  <a:moveTo>
                    <a:pt x="12" y="12"/>
                  </a:moveTo>
                  <a:lnTo>
                    <a:pt x="20586" y="0"/>
                  </a:lnTo>
                  <a:lnTo>
                    <a:pt x="20599" y="356628"/>
                  </a:lnTo>
                  <a:lnTo>
                    <a:pt x="0" y="35662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9454985" y="3027667"/>
              <a:ext cx="27940" cy="756285"/>
            </a:xfrm>
            <a:custGeom>
              <a:avLst/>
              <a:gdLst/>
              <a:ahLst/>
              <a:cxnLst/>
              <a:rect l="l" t="t" r="r" b="b"/>
              <a:pathLst>
                <a:path w="27940" h="756285">
                  <a:moveTo>
                    <a:pt x="27431" y="755751"/>
                  </a:moveTo>
                  <a:lnTo>
                    <a:pt x="27431" y="0"/>
                  </a:lnTo>
                  <a:lnTo>
                    <a:pt x="0" y="0"/>
                  </a:lnTo>
                  <a:lnTo>
                    <a:pt x="0" y="755751"/>
                  </a:lnTo>
                  <a:lnTo>
                    <a:pt x="27431" y="7557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9454985" y="3027667"/>
              <a:ext cx="27940" cy="756285"/>
            </a:xfrm>
            <a:custGeom>
              <a:avLst/>
              <a:gdLst/>
              <a:ahLst/>
              <a:cxnLst/>
              <a:rect l="l" t="t" r="r" b="b"/>
              <a:pathLst>
                <a:path w="27940" h="756285">
                  <a:moveTo>
                    <a:pt x="27431" y="0"/>
                  </a:moveTo>
                  <a:lnTo>
                    <a:pt x="27431" y="755751"/>
                  </a:lnTo>
                  <a:lnTo>
                    <a:pt x="0" y="755751"/>
                  </a:lnTo>
                  <a:lnTo>
                    <a:pt x="0" y="0"/>
                  </a:lnTo>
                  <a:lnTo>
                    <a:pt x="27431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8655342" y="3027667"/>
              <a:ext cx="800100" cy="379095"/>
            </a:xfrm>
            <a:custGeom>
              <a:avLst/>
              <a:gdLst/>
              <a:ahLst/>
              <a:cxnLst/>
              <a:rect l="l" t="t" r="r" b="b"/>
              <a:pathLst>
                <a:path w="800100" h="379095">
                  <a:moveTo>
                    <a:pt x="799642" y="378548"/>
                  </a:moveTo>
                  <a:lnTo>
                    <a:pt x="799642" y="0"/>
                  </a:lnTo>
                  <a:lnTo>
                    <a:pt x="0" y="0"/>
                  </a:lnTo>
                  <a:lnTo>
                    <a:pt x="0" y="378548"/>
                  </a:lnTo>
                  <a:lnTo>
                    <a:pt x="799642" y="378548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8655342" y="3027667"/>
              <a:ext cx="800100" cy="379095"/>
            </a:xfrm>
            <a:custGeom>
              <a:avLst/>
              <a:gdLst/>
              <a:ahLst/>
              <a:cxnLst/>
              <a:rect l="l" t="t" r="r" b="b"/>
              <a:pathLst>
                <a:path w="800100" h="379095">
                  <a:moveTo>
                    <a:pt x="799642" y="0"/>
                  </a:moveTo>
                  <a:lnTo>
                    <a:pt x="799642" y="378548"/>
                  </a:lnTo>
                  <a:lnTo>
                    <a:pt x="0" y="378548"/>
                  </a:lnTo>
                  <a:lnTo>
                    <a:pt x="0" y="0"/>
                  </a:lnTo>
                  <a:lnTo>
                    <a:pt x="799642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2" name="object 27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966263" y="3108159"/>
              <a:ext cx="250494" cy="249123"/>
            </a:xfrm>
            <a:prstGeom prst="rect">
              <a:avLst/>
            </a:prstGeom>
          </p:spPr>
        </p:pic>
        <p:sp>
          <p:nvSpPr>
            <p:cNvPr id="273" name="object 273"/>
            <p:cNvSpPr/>
            <p:nvPr/>
          </p:nvSpPr>
          <p:spPr>
            <a:xfrm>
              <a:off x="8655342" y="3406203"/>
              <a:ext cx="800100" cy="379095"/>
            </a:xfrm>
            <a:custGeom>
              <a:avLst/>
              <a:gdLst/>
              <a:ahLst/>
              <a:cxnLst/>
              <a:rect l="l" t="t" r="r" b="b"/>
              <a:pathLst>
                <a:path w="800100" h="379095">
                  <a:moveTo>
                    <a:pt x="799642" y="378536"/>
                  </a:moveTo>
                  <a:lnTo>
                    <a:pt x="799642" y="0"/>
                  </a:lnTo>
                  <a:lnTo>
                    <a:pt x="0" y="0"/>
                  </a:lnTo>
                  <a:lnTo>
                    <a:pt x="0" y="378536"/>
                  </a:lnTo>
                  <a:lnTo>
                    <a:pt x="799642" y="378536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8655342" y="3406203"/>
              <a:ext cx="800100" cy="379095"/>
            </a:xfrm>
            <a:custGeom>
              <a:avLst/>
              <a:gdLst/>
              <a:ahLst/>
              <a:cxnLst/>
              <a:rect l="l" t="t" r="r" b="b"/>
              <a:pathLst>
                <a:path w="800100" h="379095">
                  <a:moveTo>
                    <a:pt x="799642" y="0"/>
                  </a:moveTo>
                  <a:lnTo>
                    <a:pt x="799642" y="378536"/>
                  </a:lnTo>
                  <a:lnTo>
                    <a:pt x="0" y="378536"/>
                  </a:lnTo>
                  <a:lnTo>
                    <a:pt x="0" y="0"/>
                  </a:lnTo>
                  <a:lnTo>
                    <a:pt x="799642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8627910" y="3027667"/>
              <a:ext cx="27940" cy="756285"/>
            </a:xfrm>
            <a:custGeom>
              <a:avLst/>
              <a:gdLst/>
              <a:ahLst/>
              <a:cxnLst/>
              <a:rect l="l" t="t" r="r" b="b"/>
              <a:pathLst>
                <a:path w="27940" h="756285">
                  <a:moveTo>
                    <a:pt x="27431" y="755751"/>
                  </a:moveTo>
                  <a:lnTo>
                    <a:pt x="27431" y="0"/>
                  </a:lnTo>
                  <a:lnTo>
                    <a:pt x="0" y="0"/>
                  </a:lnTo>
                  <a:lnTo>
                    <a:pt x="0" y="755751"/>
                  </a:lnTo>
                  <a:lnTo>
                    <a:pt x="27431" y="7557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8537397" y="3027667"/>
              <a:ext cx="118110" cy="756285"/>
            </a:xfrm>
            <a:custGeom>
              <a:avLst/>
              <a:gdLst/>
              <a:ahLst/>
              <a:cxnLst/>
              <a:rect l="l" t="t" r="r" b="b"/>
              <a:pathLst>
                <a:path w="118109" h="756285">
                  <a:moveTo>
                    <a:pt x="117944" y="0"/>
                  </a:moveTo>
                  <a:lnTo>
                    <a:pt x="117944" y="755751"/>
                  </a:lnTo>
                  <a:lnTo>
                    <a:pt x="90512" y="755751"/>
                  </a:lnTo>
                  <a:lnTo>
                    <a:pt x="90512" y="0"/>
                  </a:lnTo>
                  <a:lnTo>
                    <a:pt x="117944" y="0"/>
                  </a:lnTo>
                  <a:close/>
                </a:path>
                <a:path w="118109" h="756285">
                  <a:moveTo>
                    <a:pt x="9588" y="486917"/>
                  </a:moveTo>
                  <a:lnTo>
                    <a:pt x="9588" y="648766"/>
                  </a:lnTo>
                  <a:lnTo>
                    <a:pt x="0" y="648766"/>
                  </a:lnTo>
                  <a:lnTo>
                    <a:pt x="0" y="486917"/>
                  </a:lnTo>
                  <a:lnTo>
                    <a:pt x="9588" y="486917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7" name="object 27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655050" y="3838270"/>
              <a:ext cx="368312" cy="240474"/>
            </a:xfrm>
            <a:prstGeom prst="rect">
              <a:avLst/>
            </a:prstGeom>
          </p:spPr>
        </p:pic>
        <p:sp>
          <p:nvSpPr>
            <p:cNvPr id="278" name="object 278"/>
            <p:cNvSpPr/>
            <p:nvPr/>
          </p:nvSpPr>
          <p:spPr>
            <a:xfrm>
              <a:off x="8661400" y="3838282"/>
              <a:ext cx="372110" cy="20955"/>
            </a:xfrm>
            <a:custGeom>
              <a:avLst/>
              <a:gdLst/>
              <a:ahLst/>
              <a:cxnLst/>
              <a:rect l="l" t="t" r="r" b="b"/>
              <a:pathLst>
                <a:path w="372109" h="20954">
                  <a:moveTo>
                    <a:pt x="372110" y="0"/>
                  </a:moveTo>
                  <a:lnTo>
                    <a:pt x="367030" y="0"/>
                  </a:lnTo>
                  <a:lnTo>
                    <a:pt x="0" y="0"/>
                  </a:lnTo>
                  <a:lnTo>
                    <a:pt x="0" y="20548"/>
                  </a:lnTo>
                  <a:lnTo>
                    <a:pt x="367030" y="20548"/>
                  </a:lnTo>
                  <a:lnTo>
                    <a:pt x="367030" y="18643"/>
                  </a:lnTo>
                  <a:lnTo>
                    <a:pt x="372110" y="18643"/>
                  </a:lnTo>
                  <a:lnTo>
                    <a:pt x="37211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8655342" y="3838270"/>
              <a:ext cx="379095" cy="20955"/>
            </a:xfrm>
            <a:custGeom>
              <a:avLst/>
              <a:gdLst/>
              <a:ahLst/>
              <a:cxnLst/>
              <a:rect l="l" t="t" r="r" b="b"/>
              <a:pathLst>
                <a:path w="379095" h="20954">
                  <a:moveTo>
                    <a:pt x="0" y="0"/>
                  </a:moveTo>
                  <a:lnTo>
                    <a:pt x="0" y="16459"/>
                  </a:lnTo>
                  <a:lnTo>
                    <a:pt x="5486" y="20561"/>
                  </a:lnTo>
                  <a:lnTo>
                    <a:pt x="373075" y="20561"/>
                  </a:lnTo>
                  <a:lnTo>
                    <a:pt x="378561" y="16459"/>
                  </a:lnTo>
                  <a:lnTo>
                    <a:pt x="377545" y="12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8655050" y="2952216"/>
              <a:ext cx="378460" cy="20955"/>
            </a:xfrm>
            <a:custGeom>
              <a:avLst/>
              <a:gdLst/>
              <a:ahLst/>
              <a:cxnLst/>
              <a:rect l="l" t="t" r="r" b="b"/>
              <a:pathLst>
                <a:path w="378459" h="20955">
                  <a:moveTo>
                    <a:pt x="378460" y="1917"/>
                  </a:moveTo>
                  <a:lnTo>
                    <a:pt x="373380" y="1917"/>
                  </a:lnTo>
                  <a:lnTo>
                    <a:pt x="373380" y="0"/>
                  </a:lnTo>
                  <a:lnTo>
                    <a:pt x="6350" y="0"/>
                  </a:lnTo>
                  <a:lnTo>
                    <a:pt x="6350" y="1955"/>
                  </a:lnTo>
                  <a:lnTo>
                    <a:pt x="0" y="1955"/>
                  </a:lnTo>
                  <a:lnTo>
                    <a:pt x="0" y="20561"/>
                  </a:lnTo>
                  <a:lnTo>
                    <a:pt x="6350" y="20561"/>
                  </a:lnTo>
                  <a:lnTo>
                    <a:pt x="373380" y="20561"/>
                  </a:lnTo>
                  <a:lnTo>
                    <a:pt x="378460" y="20561"/>
                  </a:lnTo>
                  <a:lnTo>
                    <a:pt x="378460" y="191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8655342" y="2952216"/>
              <a:ext cx="379095" cy="20955"/>
            </a:xfrm>
            <a:custGeom>
              <a:avLst/>
              <a:gdLst/>
              <a:ahLst/>
              <a:cxnLst/>
              <a:rect l="l" t="t" r="r" b="b"/>
              <a:pathLst>
                <a:path w="379095" h="20955">
                  <a:moveTo>
                    <a:pt x="0" y="20561"/>
                  </a:moveTo>
                  <a:lnTo>
                    <a:pt x="0" y="4102"/>
                  </a:lnTo>
                  <a:lnTo>
                    <a:pt x="5486" y="0"/>
                  </a:lnTo>
                  <a:lnTo>
                    <a:pt x="373075" y="0"/>
                  </a:lnTo>
                  <a:lnTo>
                    <a:pt x="378561" y="4102"/>
                  </a:lnTo>
                  <a:lnTo>
                    <a:pt x="377545" y="20561"/>
                  </a:lnTo>
                  <a:lnTo>
                    <a:pt x="0" y="20561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2" name="object 28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665882" y="2408669"/>
              <a:ext cx="357479" cy="114719"/>
            </a:xfrm>
            <a:prstGeom prst="rect">
              <a:avLst/>
            </a:prstGeom>
          </p:spPr>
        </p:pic>
        <p:sp>
          <p:nvSpPr>
            <p:cNvPr id="283" name="object 283"/>
            <p:cNvSpPr/>
            <p:nvPr/>
          </p:nvSpPr>
          <p:spPr>
            <a:xfrm>
              <a:off x="8844623" y="2068766"/>
              <a:ext cx="0" cy="2256790"/>
            </a:xfrm>
            <a:custGeom>
              <a:avLst/>
              <a:gdLst/>
              <a:ahLst/>
              <a:cxnLst/>
              <a:rect l="l" t="t" r="r" b="b"/>
              <a:pathLst>
                <a:path h="2256790">
                  <a:moveTo>
                    <a:pt x="0" y="0"/>
                  </a:moveTo>
                  <a:lnTo>
                    <a:pt x="0" y="2256256"/>
                  </a:lnTo>
                </a:path>
              </a:pathLst>
            </a:custGeom>
            <a:ln w="6350">
              <a:solidFill>
                <a:srgbClr val="000000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4" name="object 284"/>
          <p:cNvGrpSpPr/>
          <p:nvPr/>
        </p:nvGrpSpPr>
        <p:grpSpPr>
          <a:xfrm>
            <a:off x="2460980" y="5903658"/>
            <a:ext cx="366395" cy="366395"/>
            <a:chOff x="2460980" y="5903658"/>
            <a:chExt cx="366395" cy="366395"/>
          </a:xfrm>
        </p:grpSpPr>
        <p:sp>
          <p:nvSpPr>
            <p:cNvPr id="285" name="object 285"/>
            <p:cNvSpPr/>
            <p:nvPr/>
          </p:nvSpPr>
          <p:spPr>
            <a:xfrm>
              <a:off x="2464155" y="590683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360006" y="180009"/>
                  </a:moveTo>
                  <a:lnTo>
                    <a:pt x="353576" y="132156"/>
                  </a:lnTo>
                  <a:lnTo>
                    <a:pt x="335430" y="89155"/>
                  </a:lnTo>
                  <a:lnTo>
                    <a:pt x="307284" y="52724"/>
                  </a:lnTo>
                  <a:lnTo>
                    <a:pt x="270854" y="24576"/>
                  </a:lnTo>
                  <a:lnTo>
                    <a:pt x="227857" y="6430"/>
                  </a:lnTo>
                  <a:lnTo>
                    <a:pt x="180009" y="0"/>
                  </a:lnTo>
                  <a:lnTo>
                    <a:pt x="132156" y="6430"/>
                  </a:lnTo>
                  <a:lnTo>
                    <a:pt x="89155" y="24576"/>
                  </a:lnTo>
                  <a:lnTo>
                    <a:pt x="52724" y="52724"/>
                  </a:lnTo>
                  <a:lnTo>
                    <a:pt x="24576" y="89155"/>
                  </a:lnTo>
                  <a:lnTo>
                    <a:pt x="6430" y="132156"/>
                  </a:lnTo>
                  <a:lnTo>
                    <a:pt x="0" y="180009"/>
                  </a:lnTo>
                  <a:lnTo>
                    <a:pt x="6430" y="227857"/>
                  </a:lnTo>
                  <a:lnTo>
                    <a:pt x="24576" y="270854"/>
                  </a:lnTo>
                  <a:lnTo>
                    <a:pt x="52724" y="307284"/>
                  </a:lnTo>
                  <a:lnTo>
                    <a:pt x="89155" y="335430"/>
                  </a:lnTo>
                  <a:lnTo>
                    <a:pt x="132156" y="353576"/>
                  </a:lnTo>
                  <a:lnTo>
                    <a:pt x="180009" y="360006"/>
                  </a:lnTo>
                  <a:lnTo>
                    <a:pt x="227857" y="353576"/>
                  </a:lnTo>
                  <a:lnTo>
                    <a:pt x="270854" y="335430"/>
                  </a:lnTo>
                  <a:lnTo>
                    <a:pt x="307284" y="307284"/>
                  </a:lnTo>
                  <a:lnTo>
                    <a:pt x="335430" y="270854"/>
                  </a:lnTo>
                  <a:lnTo>
                    <a:pt x="353576" y="227857"/>
                  </a:lnTo>
                  <a:lnTo>
                    <a:pt x="360006" y="180009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2464155" y="590683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180009" y="360006"/>
                  </a:moveTo>
                  <a:lnTo>
                    <a:pt x="227857" y="353576"/>
                  </a:lnTo>
                  <a:lnTo>
                    <a:pt x="270854" y="335430"/>
                  </a:lnTo>
                  <a:lnTo>
                    <a:pt x="307284" y="307284"/>
                  </a:lnTo>
                  <a:lnTo>
                    <a:pt x="335430" y="270854"/>
                  </a:lnTo>
                  <a:lnTo>
                    <a:pt x="353576" y="227857"/>
                  </a:lnTo>
                  <a:lnTo>
                    <a:pt x="360006" y="180009"/>
                  </a:lnTo>
                  <a:lnTo>
                    <a:pt x="353576" y="132156"/>
                  </a:lnTo>
                  <a:lnTo>
                    <a:pt x="335430" y="89155"/>
                  </a:lnTo>
                  <a:lnTo>
                    <a:pt x="307284" y="52724"/>
                  </a:lnTo>
                  <a:lnTo>
                    <a:pt x="270854" y="24576"/>
                  </a:lnTo>
                  <a:lnTo>
                    <a:pt x="227857" y="6430"/>
                  </a:lnTo>
                  <a:lnTo>
                    <a:pt x="180009" y="0"/>
                  </a:lnTo>
                  <a:lnTo>
                    <a:pt x="132156" y="6430"/>
                  </a:lnTo>
                  <a:lnTo>
                    <a:pt x="89155" y="24576"/>
                  </a:lnTo>
                  <a:lnTo>
                    <a:pt x="52724" y="52724"/>
                  </a:lnTo>
                  <a:lnTo>
                    <a:pt x="24576" y="89155"/>
                  </a:lnTo>
                  <a:lnTo>
                    <a:pt x="6430" y="132156"/>
                  </a:lnTo>
                  <a:lnTo>
                    <a:pt x="0" y="180009"/>
                  </a:lnTo>
                  <a:lnTo>
                    <a:pt x="6430" y="227857"/>
                  </a:lnTo>
                  <a:lnTo>
                    <a:pt x="24576" y="270854"/>
                  </a:lnTo>
                  <a:lnTo>
                    <a:pt x="52724" y="307284"/>
                  </a:lnTo>
                  <a:lnTo>
                    <a:pt x="89155" y="335430"/>
                  </a:lnTo>
                  <a:lnTo>
                    <a:pt x="132156" y="353576"/>
                  </a:lnTo>
                  <a:lnTo>
                    <a:pt x="180009" y="360006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7" name="object 287"/>
          <p:cNvGrpSpPr/>
          <p:nvPr/>
        </p:nvGrpSpPr>
        <p:grpSpPr>
          <a:xfrm>
            <a:off x="419061" y="1307731"/>
            <a:ext cx="694690" cy="884555"/>
            <a:chOff x="419061" y="1307731"/>
            <a:chExt cx="694690" cy="884555"/>
          </a:xfrm>
        </p:grpSpPr>
        <p:sp>
          <p:nvSpPr>
            <p:cNvPr id="288" name="object 288"/>
            <p:cNvSpPr/>
            <p:nvPr/>
          </p:nvSpPr>
          <p:spPr>
            <a:xfrm>
              <a:off x="460984" y="1890978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38" y="84696"/>
                  </a:moveTo>
                  <a:lnTo>
                    <a:pt x="212166" y="73342"/>
                  </a:lnTo>
                  <a:lnTo>
                    <a:pt x="172872" y="58508"/>
                  </a:lnTo>
                  <a:lnTo>
                    <a:pt x="137947" y="40170"/>
                  </a:lnTo>
                  <a:lnTo>
                    <a:pt x="100406" y="13093"/>
                  </a:lnTo>
                  <a:lnTo>
                    <a:pt x="92544" y="6985"/>
                  </a:lnTo>
                  <a:lnTo>
                    <a:pt x="85559" y="0"/>
                  </a:lnTo>
                  <a:lnTo>
                    <a:pt x="0" y="223520"/>
                  </a:lnTo>
                  <a:lnTo>
                    <a:pt x="108267" y="218287"/>
                  </a:lnTo>
                  <a:lnTo>
                    <a:pt x="190334" y="296862"/>
                  </a:lnTo>
                  <a:lnTo>
                    <a:pt x="271538" y="84696"/>
                  </a:lnTo>
                  <a:close/>
                </a:path>
                <a:path w="588644" h="301625">
                  <a:moveTo>
                    <a:pt x="588479" y="231381"/>
                  </a:moveTo>
                  <a:lnTo>
                    <a:pt x="509028" y="12230"/>
                  </a:lnTo>
                  <a:lnTo>
                    <a:pt x="502043" y="18338"/>
                  </a:lnTo>
                  <a:lnTo>
                    <a:pt x="486333" y="30568"/>
                  </a:lnTo>
                  <a:lnTo>
                    <a:pt x="476719" y="36677"/>
                  </a:lnTo>
                  <a:lnTo>
                    <a:pt x="466242" y="42786"/>
                  </a:lnTo>
                  <a:lnTo>
                    <a:pt x="455764" y="48031"/>
                  </a:lnTo>
                  <a:lnTo>
                    <a:pt x="444411" y="53263"/>
                  </a:lnTo>
                  <a:lnTo>
                    <a:pt x="432193" y="59372"/>
                  </a:lnTo>
                  <a:lnTo>
                    <a:pt x="392899" y="72478"/>
                  </a:lnTo>
                  <a:lnTo>
                    <a:pt x="349250" y="82080"/>
                  </a:lnTo>
                  <a:lnTo>
                    <a:pt x="333527" y="82956"/>
                  </a:lnTo>
                  <a:lnTo>
                    <a:pt x="317817" y="84696"/>
                  </a:lnTo>
                  <a:lnTo>
                    <a:pt x="397268" y="301231"/>
                  </a:lnTo>
                  <a:lnTo>
                    <a:pt x="479336" y="224396"/>
                  </a:lnTo>
                  <a:lnTo>
                    <a:pt x="588479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419061" y="1307731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70"/>
                  </a:moveTo>
                  <a:lnTo>
                    <a:pt x="0" y="316941"/>
                  </a:lnTo>
                  <a:lnTo>
                    <a:pt x="10490" y="367588"/>
                  </a:lnTo>
                  <a:lnTo>
                    <a:pt x="25323" y="367588"/>
                  </a:lnTo>
                  <a:lnTo>
                    <a:pt x="25323" y="331787"/>
                  </a:lnTo>
                  <a:lnTo>
                    <a:pt x="26200" y="319570"/>
                  </a:lnTo>
                  <a:close/>
                </a:path>
                <a:path w="694690" h="693419">
                  <a:moveTo>
                    <a:pt x="46278" y="461010"/>
                  </a:moveTo>
                  <a:lnTo>
                    <a:pt x="43662" y="455777"/>
                  </a:lnTo>
                  <a:lnTo>
                    <a:pt x="41922" y="449656"/>
                  </a:lnTo>
                  <a:lnTo>
                    <a:pt x="40170" y="444423"/>
                  </a:lnTo>
                  <a:lnTo>
                    <a:pt x="36677" y="432193"/>
                  </a:lnTo>
                  <a:lnTo>
                    <a:pt x="34925" y="426961"/>
                  </a:lnTo>
                  <a:lnTo>
                    <a:pt x="34061" y="420852"/>
                  </a:lnTo>
                  <a:lnTo>
                    <a:pt x="32308" y="415607"/>
                  </a:lnTo>
                  <a:lnTo>
                    <a:pt x="6997" y="420852"/>
                  </a:lnTo>
                  <a:lnTo>
                    <a:pt x="31445" y="466255"/>
                  </a:lnTo>
                  <a:lnTo>
                    <a:pt x="46278" y="461010"/>
                  </a:lnTo>
                  <a:close/>
                </a:path>
                <a:path w="694690" h="693419">
                  <a:moveTo>
                    <a:pt x="48907" y="226136"/>
                  </a:moveTo>
                  <a:lnTo>
                    <a:pt x="24460" y="216535"/>
                  </a:lnTo>
                  <a:lnTo>
                    <a:pt x="20091" y="268046"/>
                  </a:lnTo>
                  <a:lnTo>
                    <a:pt x="34061" y="271538"/>
                  </a:lnTo>
                  <a:lnTo>
                    <a:pt x="35801" y="266306"/>
                  </a:lnTo>
                  <a:lnTo>
                    <a:pt x="39293" y="254076"/>
                  </a:lnTo>
                  <a:lnTo>
                    <a:pt x="41046" y="248843"/>
                  </a:lnTo>
                  <a:lnTo>
                    <a:pt x="42786" y="242735"/>
                  </a:lnTo>
                  <a:lnTo>
                    <a:pt x="46278" y="232257"/>
                  </a:lnTo>
                  <a:lnTo>
                    <a:pt x="48907" y="226136"/>
                  </a:lnTo>
                  <a:close/>
                </a:path>
                <a:path w="694690" h="693419">
                  <a:moveTo>
                    <a:pt x="92557" y="544830"/>
                  </a:moveTo>
                  <a:lnTo>
                    <a:pt x="89065" y="539597"/>
                  </a:lnTo>
                  <a:lnTo>
                    <a:pt x="85572" y="535228"/>
                  </a:lnTo>
                  <a:lnTo>
                    <a:pt x="82080" y="529983"/>
                  </a:lnTo>
                  <a:lnTo>
                    <a:pt x="78587" y="525627"/>
                  </a:lnTo>
                  <a:lnTo>
                    <a:pt x="75095" y="520382"/>
                  </a:lnTo>
                  <a:lnTo>
                    <a:pt x="72478" y="515150"/>
                  </a:lnTo>
                  <a:lnTo>
                    <a:pt x="68986" y="509905"/>
                  </a:lnTo>
                  <a:lnTo>
                    <a:pt x="66370" y="504672"/>
                  </a:lnTo>
                  <a:lnTo>
                    <a:pt x="42786" y="517766"/>
                  </a:lnTo>
                  <a:lnTo>
                    <a:pt x="80340" y="553567"/>
                  </a:lnTo>
                  <a:lnTo>
                    <a:pt x="92557" y="544830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606"/>
                  </a:lnTo>
                  <a:lnTo>
                    <a:pt x="58508" y="174625"/>
                  </a:lnTo>
                  <a:lnTo>
                    <a:pt x="70726" y="182486"/>
                  </a:lnTo>
                  <a:lnTo>
                    <a:pt x="77711" y="172008"/>
                  </a:lnTo>
                  <a:lnTo>
                    <a:pt x="80340" y="166763"/>
                  </a:lnTo>
                  <a:lnTo>
                    <a:pt x="83832" y="162407"/>
                  </a:lnTo>
                  <a:lnTo>
                    <a:pt x="87312" y="157162"/>
                  </a:lnTo>
                  <a:lnTo>
                    <a:pt x="90817" y="152793"/>
                  </a:lnTo>
                  <a:lnTo>
                    <a:pt x="95173" y="148437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187"/>
                  </a:moveTo>
                  <a:lnTo>
                    <a:pt x="157162" y="607695"/>
                  </a:lnTo>
                  <a:lnTo>
                    <a:pt x="151930" y="603338"/>
                  </a:lnTo>
                  <a:lnTo>
                    <a:pt x="147561" y="599846"/>
                  </a:lnTo>
                  <a:lnTo>
                    <a:pt x="142328" y="596341"/>
                  </a:lnTo>
                  <a:lnTo>
                    <a:pt x="137960" y="592861"/>
                  </a:lnTo>
                  <a:lnTo>
                    <a:pt x="133591" y="588492"/>
                  </a:lnTo>
                  <a:lnTo>
                    <a:pt x="129235" y="585000"/>
                  </a:lnTo>
                  <a:lnTo>
                    <a:pt x="124866" y="580631"/>
                  </a:lnTo>
                  <a:lnTo>
                    <a:pt x="106527" y="599846"/>
                  </a:lnTo>
                  <a:lnTo>
                    <a:pt x="152806" y="623417"/>
                  </a:lnTo>
                  <a:lnTo>
                    <a:pt x="161531" y="611187"/>
                  </a:lnTo>
                  <a:close/>
                </a:path>
                <a:path w="694690" h="693419">
                  <a:moveTo>
                    <a:pt x="169392" y="78587"/>
                  </a:moveTo>
                  <a:lnTo>
                    <a:pt x="155422" y="57632"/>
                  </a:lnTo>
                  <a:lnTo>
                    <a:pt x="122237" y="96913"/>
                  </a:lnTo>
                  <a:lnTo>
                    <a:pt x="131851" y="108267"/>
                  </a:lnTo>
                  <a:lnTo>
                    <a:pt x="137083" y="103898"/>
                  </a:lnTo>
                  <a:lnTo>
                    <a:pt x="141452" y="100406"/>
                  </a:lnTo>
                  <a:lnTo>
                    <a:pt x="145821" y="96050"/>
                  </a:lnTo>
                  <a:lnTo>
                    <a:pt x="150190" y="92557"/>
                  </a:lnTo>
                  <a:lnTo>
                    <a:pt x="155422" y="89065"/>
                  </a:lnTo>
                  <a:lnTo>
                    <a:pt x="159791" y="85572"/>
                  </a:lnTo>
                  <a:lnTo>
                    <a:pt x="165023" y="82080"/>
                  </a:lnTo>
                  <a:lnTo>
                    <a:pt x="169392" y="78587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95" y="652233"/>
                  </a:lnTo>
                  <a:lnTo>
                    <a:pt x="235750" y="649605"/>
                  </a:lnTo>
                  <a:lnTo>
                    <a:pt x="230517" y="647865"/>
                  </a:lnTo>
                  <a:lnTo>
                    <a:pt x="224396" y="645248"/>
                  </a:lnTo>
                  <a:lnTo>
                    <a:pt x="219163" y="643496"/>
                  </a:lnTo>
                  <a:lnTo>
                    <a:pt x="213918" y="640880"/>
                  </a:lnTo>
                  <a:lnTo>
                    <a:pt x="207810" y="638263"/>
                  </a:lnTo>
                  <a:lnTo>
                    <a:pt x="202577" y="635635"/>
                  </a:lnTo>
                  <a:lnTo>
                    <a:pt x="191223" y="659218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093"/>
                  </a:lnTo>
                  <a:lnTo>
                    <a:pt x="206933" y="41033"/>
                  </a:lnTo>
                  <a:lnTo>
                    <a:pt x="212178" y="55003"/>
                  </a:lnTo>
                  <a:lnTo>
                    <a:pt x="218287" y="53263"/>
                  </a:lnTo>
                  <a:lnTo>
                    <a:pt x="228765" y="48018"/>
                  </a:lnTo>
                  <a:lnTo>
                    <a:pt x="234873" y="46278"/>
                  </a:lnTo>
                  <a:lnTo>
                    <a:pt x="240118" y="43662"/>
                  </a:lnTo>
                  <a:lnTo>
                    <a:pt x="245351" y="41910"/>
                  </a:lnTo>
                  <a:lnTo>
                    <a:pt x="251472" y="40170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96"/>
                  </a:moveTo>
                  <a:lnTo>
                    <a:pt x="329171" y="669696"/>
                  </a:lnTo>
                  <a:lnTo>
                    <a:pt x="323938" y="668820"/>
                  </a:lnTo>
                  <a:lnTo>
                    <a:pt x="317830" y="667943"/>
                  </a:lnTo>
                  <a:lnTo>
                    <a:pt x="311708" y="667943"/>
                  </a:lnTo>
                  <a:lnTo>
                    <a:pt x="305600" y="667067"/>
                  </a:lnTo>
                  <a:lnTo>
                    <a:pt x="300367" y="666203"/>
                  </a:lnTo>
                  <a:lnTo>
                    <a:pt x="294246" y="665327"/>
                  </a:lnTo>
                  <a:lnTo>
                    <a:pt x="289890" y="691515"/>
                  </a:lnTo>
                  <a:lnTo>
                    <a:pt x="340525" y="684530"/>
                  </a:lnTo>
                  <a:lnTo>
                    <a:pt x="341401" y="669696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83" y="13970"/>
                  </a:lnTo>
                  <a:lnTo>
                    <a:pt x="304723" y="28816"/>
                  </a:lnTo>
                  <a:lnTo>
                    <a:pt x="316953" y="27063"/>
                  </a:lnTo>
                  <a:lnTo>
                    <a:pt x="323062" y="27063"/>
                  </a:lnTo>
                  <a:lnTo>
                    <a:pt x="329171" y="26200"/>
                  </a:lnTo>
                  <a:lnTo>
                    <a:pt x="352755" y="26200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67" y="671436"/>
                  </a:moveTo>
                  <a:lnTo>
                    <a:pt x="436575" y="657466"/>
                  </a:lnTo>
                  <a:lnTo>
                    <a:pt x="430453" y="659218"/>
                  </a:lnTo>
                  <a:lnTo>
                    <a:pt x="425221" y="660082"/>
                  </a:lnTo>
                  <a:lnTo>
                    <a:pt x="419112" y="661835"/>
                  </a:lnTo>
                  <a:lnTo>
                    <a:pt x="412991" y="662711"/>
                  </a:lnTo>
                  <a:lnTo>
                    <a:pt x="406882" y="664451"/>
                  </a:lnTo>
                  <a:lnTo>
                    <a:pt x="401650" y="665327"/>
                  </a:lnTo>
                  <a:lnTo>
                    <a:pt x="389420" y="667067"/>
                  </a:lnTo>
                  <a:lnTo>
                    <a:pt x="392912" y="693267"/>
                  </a:lnTo>
                  <a:lnTo>
                    <a:pt x="440067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22"/>
                  </a:lnTo>
                  <a:lnTo>
                    <a:pt x="401650" y="30556"/>
                  </a:lnTo>
                  <a:lnTo>
                    <a:pt x="406882" y="31432"/>
                  </a:lnTo>
                  <a:lnTo>
                    <a:pt x="412991" y="33185"/>
                  </a:lnTo>
                  <a:lnTo>
                    <a:pt x="419112" y="34048"/>
                  </a:lnTo>
                  <a:lnTo>
                    <a:pt x="424345" y="34925"/>
                  </a:lnTo>
                  <a:lnTo>
                    <a:pt x="430453" y="36664"/>
                  </a:lnTo>
                  <a:lnTo>
                    <a:pt x="435698" y="38417"/>
                  </a:lnTo>
                  <a:lnTo>
                    <a:pt x="441807" y="40170"/>
                  </a:lnTo>
                  <a:lnTo>
                    <a:pt x="447052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72" y="629526"/>
                  </a:moveTo>
                  <a:lnTo>
                    <a:pt x="523011" y="617308"/>
                  </a:lnTo>
                  <a:lnTo>
                    <a:pt x="518642" y="619925"/>
                  </a:lnTo>
                  <a:lnTo>
                    <a:pt x="513410" y="623417"/>
                  </a:lnTo>
                  <a:lnTo>
                    <a:pt x="508165" y="626033"/>
                  </a:lnTo>
                  <a:lnTo>
                    <a:pt x="502932" y="629526"/>
                  </a:lnTo>
                  <a:lnTo>
                    <a:pt x="487210" y="637387"/>
                  </a:lnTo>
                  <a:lnTo>
                    <a:pt x="481101" y="640003"/>
                  </a:lnTo>
                  <a:lnTo>
                    <a:pt x="492455" y="663575"/>
                  </a:lnTo>
                  <a:lnTo>
                    <a:pt x="530872" y="629526"/>
                  </a:lnTo>
                  <a:close/>
                </a:path>
                <a:path w="694690" h="693419">
                  <a:moveTo>
                    <a:pt x="548335" y="63741"/>
                  </a:moveTo>
                  <a:lnTo>
                    <a:pt x="499440" y="47155"/>
                  </a:lnTo>
                  <a:lnTo>
                    <a:pt x="491578" y="60248"/>
                  </a:lnTo>
                  <a:lnTo>
                    <a:pt x="497687" y="63741"/>
                  </a:lnTo>
                  <a:lnTo>
                    <a:pt x="508165" y="68973"/>
                  </a:lnTo>
                  <a:lnTo>
                    <a:pt x="512533" y="72466"/>
                  </a:lnTo>
                  <a:lnTo>
                    <a:pt x="517766" y="75095"/>
                  </a:lnTo>
                  <a:lnTo>
                    <a:pt x="528256" y="82080"/>
                  </a:lnTo>
                  <a:lnTo>
                    <a:pt x="532612" y="85572"/>
                  </a:lnTo>
                  <a:lnTo>
                    <a:pt x="548335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21" y="557936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66" y="579755"/>
                  </a:lnTo>
                  <a:lnTo>
                    <a:pt x="565797" y="583247"/>
                  </a:lnTo>
                  <a:lnTo>
                    <a:pt x="561428" y="587616"/>
                  </a:lnTo>
                  <a:lnTo>
                    <a:pt x="578891" y="606831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54" y="136207"/>
                  </a:moveTo>
                  <a:lnTo>
                    <a:pt x="580644" y="105651"/>
                  </a:lnTo>
                  <a:lnTo>
                    <a:pt x="570166" y="116128"/>
                  </a:lnTo>
                  <a:lnTo>
                    <a:pt x="583260" y="129222"/>
                  </a:lnTo>
                  <a:lnTo>
                    <a:pt x="586752" y="133591"/>
                  </a:lnTo>
                  <a:lnTo>
                    <a:pt x="591121" y="137960"/>
                  </a:lnTo>
                  <a:lnTo>
                    <a:pt x="598106" y="146685"/>
                  </a:lnTo>
                  <a:lnTo>
                    <a:pt x="601599" y="151930"/>
                  </a:lnTo>
                  <a:lnTo>
                    <a:pt x="622554" y="136207"/>
                  </a:lnTo>
                  <a:close/>
                </a:path>
                <a:path w="694690" h="693419">
                  <a:moveTo>
                    <a:pt x="657479" y="476732"/>
                  </a:moveTo>
                  <a:lnTo>
                    <a:pt x="643509" y="470623"/>
                  </a:lnTo>
                  <a:lnTo>
                    <a:pt x="641756" y="476732"/>
                  </a:lnTo>
                  <a:lnTo>
                    <a:pt x="628662" y="502920"/>
                  </a:lnTo>
                  <a:lnTo>
                    <a:pt x="625170" y="508165"/>
                  </a:lnTo>
                  <a:lnTo>
                    <a:pt x="622554" y="513397"/>
                  </a:lnTo>
                  <a:lnTo>
                    <a:pt x="645248" y="527367"/>
                  </a:lnTo>
                  <a:lnTo>
                    <a:pt x="657479" y="476732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78"/>
                  </a:lnTo>
                  <a:lnTo>
                    <a:pt x="628662" y="192087"/>
                  </a:lnTo>
                  <a:lnTo>
                    <a:pt x="631278" y="198196"/>
                  </a:lnTo>
                  <a:lnTo>
                    <a:pt x="634771" y="203441"/>
                  </a:lnTo>
                  <a:lnTo>
                    <a:pt x="636511" y="208673"/>
                  </a:lnTo>
                  <a:lnTo>
                    <a:pt x="641756" y="219151"/>
                  </a:lnTo>
                  <a:lnTo>
                    <a:pt x="643509" y="224396"/>
                  </a:lnTo>
                  <a:lnTo>
                    <a:pt x="646125" y="230505"/>
                  </a:lnTo>
                  <a:lnTo>
                    <a:pt x="647865" y="235750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81913" y="379806"/>
                  </a:lnTo>
                  <a:lnTo>
                    <a:pt x="667080" y="378066"/>
                  </a:lnTo>
                  <a:lnTo>
                    <a:pt x="665327" y="390283"/>
                  </a:lnTo>
                  <a:lnTo>
                    <a:pt x="664451" y="401637"/>
                  </a:lnTo>
                  <a:lnTo>
                    <a:pt x="661835" y="412991"/>
                  </a:lnTo>
                  <a:lnTo>
                    <a:pt x="659218" y="425208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75805" y="279400"/>
                  </a:lnTo>
                  <a:lnTo>
                    <a:pt x="661835" y="282016"/>
                  </a:lnTo>
                  <a:lnTo>
                    <a:pt x="664451" y="294246"/>
                  </a:lnTo>
                  <a:lnTo>
                    <a:pt x="665327" y="305600"/>
                  </a:lnTo>
                  <a:lnTo>
                    <a:pt x="667080" y="317817"/>
                  </a:lnTo>
                  <a:lnTo>
                    <a:pt x="667956" y="329171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419061" y="1307731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07"/>
                  </a:moveTo>
                  <a:lnTo>
                    <a:pt x="29692" y="403390"/>
                  </a:lnTo>
                  <a:lnTo>
                    <a:pt x="27952" y="392036"/>
                  </a:lnTo>
                  <a:lnTo>
                    <a:pt x="26200" y="367588"/>
                  </a:lnTo>
                  <a:lnTo>
                    <a:pt x="10490" y="368465"/>
                  </a:lnTo>
                  <a:lnTo>
                    <a:pt x="6997" y="420852"/>
                  </a:lnTo>
                  <a:lnTo>
                    <a:pt x="32308" y="415607"/>
                  </a:lnTo>
                  <a:close/>
                </a:path>
                <a:path w="694690" h="693419">
                  <a:moveTo>
                    <a:pt x="34061" y="272415"/>
                  </a:moveTo>
                  <a:lnTo>
                    <a:pt x="20091" y="268046"/>
                  </a:lnTo>
                  <a:lnTo>
                    <a:pt x="0" y="316941"/>
                  </a:lnTo>
                  <a:lnTo>
                    <a:pt x="26200" y="319570"/>
                  </a:lnTo>
                  <a:lnTo>
                    <a:pt x="27952" y="308216"/>
                  </a:lnTo>
                  <a:lnTo>
                    <a:pt x="31445" y="283768"/>
                  </a:lnTo>
                  <a:lnTo>
                    <a:pt x="34061" y="272415"/>
                  </a:lnTo>
                  <a:close/>
                </a:path>
                <a:path w="694690" h="693419">
                  <a:moveTo>
                    <a:pt x="66370" y="505548"/>
                  </a:moveTo>
                  <a:lnTo>
                    <a:pt x="63741" y="499427"/>
                  </a:lnTo>
                  <a:lnTo>
                    <a:pt x="60248" y="494195"/>
                  </a:lnTo>
                  <a:lnTo>
                    <a:pt x="52387" y="478472"/>
                  </a:lnTo>
                  <a:lnTo>
                    <a:pt x="50647" y="472363"/>
                  </a:lnTo>
                  <a:lnTo>
                    <a:pt x="48031" y="467118"/>
                  </a:lnTo>
                  <a:lnTo>
                    <a:pt x="46278" y="461010"/>
                  </a:lnTo>
                  <a:lnTo>
                    <a:pt x="31445" y="466255"/>
                  </a:lnTo>
                  <a:lnTo>
                    <a:pt x="42786" y="517766"/>
                  </a:lnTo>
                  <a:lnTo>
                    <a:pt x="66370" y="505548"/>
                  </a:lnTo>
                  <a:close/>
                </a:path>
                <a:path w="694690" h="693419">
                  <a:moveTo>
                    <a:pt x="70726" y="183362"/>
                  </a:moveTo>
                  <a:lnTo>
                    <a:pt x="57632" y="175501"/>
                  </a:lnTo>
                  <a:lnTo>
                    <a:pt x="24460" y="216535"/>
                  </a:lnTo>
                  <a:lnTo>
                    <a:pt x="48907" y="226136"/>
                  </a:lnTo>
                  <a:lnTo>
                    <a:pt x="51523" y="220903"/>
                  </a:lnTo>
                  <a:lnTo>
                    <a:pt x="53263" y="214795"/>
                  </a:lnTo>
                  <a:lnTo>
                    <a:pt x="56756" y="209550"/>
                  </a:lnTo>
                  <a:lnTo>
                    <a:pt x="58508" y="204317"/>
                  </a:lnTo>
                  <a:lnTo>
                    <a:pt x="62001" y="199072"/>
                  </a:lnTo>
                  <a:lnTo>
                    <a:pt x="67233" y="188595"/>
                  </a:lnTo>
                  <a:lnTo>
                    <a:pt x="70726" y="183362"/>
                  </a:lnTo>
                  <a:close/>
                </a:path>
                <a:path w="694690" h="693419">
                  <a:moveTo>
                    <a:pt x="124866" y="580631"/>
                  </a:moveTo>
                  <a:lnTo>
                    <a:pt x="120497" y="577138"/>
                  </a:lnTo>
                  <a:lnTo>
                    <a:pt x="116128" y="572770"/>
                  </a:lnTo>
                  <a:lnTo>
                    <a:pt x="111772" y="567537"/>
                  </a:lnTo>
                  <a:lnTo>
                    <a:pt x="108280" y="563168"/>
                  </a:lnTo>
                  <a:lnTo>
                    <a:pt x="99542" y="554431"/>
                  </a:lnTo>
                  <a:lnTo>
                    <a:pt x="96050" y="550075"/>
                  </a:lnTo>
                  <a:lnTo>
                    <a:pt x="92557" y="544830"/>
                  </a:lnTo>
                  <a:lnTo>
                    <a:pt x="80340" y="553567"/>
                  </a:lnTo>
                  <a:lnTo>
                    <a:pt x="106527" y="599846"/>
                  </a:lnTo>
                  <a:lnTo>
                    <a:pt x="124866" y="580631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13"/>
                  </a:lnTo>
                  <a:lnTo>
                    <a:pt x="78587" y="126606"/>
                  </a:lnTo>
                  <a:lnTo>
                    <a:pt x="97802" y="143192"/>
                  </a:lnTo>
                  <a:lnTo>
                    <a:pt x="106527" y="134467"/>
                  </a:lnTo>
                  <a:lnTo>
                    <a:pt x="110020" y="130098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32" y="633018"/>
                  </a:lnTo>
                  <a:lnTo>
                    <a:pt x="186855" y="627786"/>
                  </a:lnTo>
                  <a:lnTo>
                    <a:pt x="181622" y="624293"/>
                  </a:lnTo>
                  <a:lnTo>
                    <a:pt x="177253" y="620801"/>
                  </a:lnTo>
                  <a:lnTo>
                    <a:pt x="172008" y="618172"/>
                  </a:lnTo>
                  <a:lnTo>
                    <a:pt x="161531" y="611187"/>
                  </a:lnTo>
                  <a:lnTo>
                    <a:pt x="152806" y="623417"/>
                  </a:lnTo>
                  <a:lnTo>
                    <a:pt x="191223" y="659218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70" y="41910"/>
                  </a:lnTo>
                  <a:lnTo>
                    <a:pt x="155422" y="56756"/>
                  </a:lnTo>
                  <a:lnTo>
                    <a:pt x="169392" y="78587"/>
                  </a:lnTo>
                  <a:lnTo>
                    <a:pt x="174625" y="75095"/>
                  </a:lnTo>
                  <a:lnTo>
                    <a:pt x="185115" y="69850"/>
                  </a:lnTo>
                  <a:lnTo>
                    <a:pt x="190347" y="66357"/>
                  </a:lnTo>
                  <a:lnTo>
                    <a:pt x="200825" y="61125"/>
                  </a:lnTo>
                  <a:lnTo>
                    <a:pt x="206933" y="58496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27"/>
                  </a:moveTo>
                  <a:lnTo>
                    <a:pt x="282028" y="663575"/>
                  </a:lnTo>
                  <a:lnTo>
                    <a:pt x="276783" y="661835"/>
                  </a:lnTo>
                  <a:lnTo>
                    <a:pt x="270675" y="660082"/>
                  </a:lnTo>
                  <a:lnTo>
                    <a:pt x="264566" y="659218"/>
                  </a:lnTo>
                  <a:lnTo>
                    <a:pt x="258457" y="657466"/>
                  </a:lnTo>
                  <a:lnTo>
                    <a:pt x="253212" y="655726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90" y="691515"/>
                  </a:lnTo>
                  <a:lnTo>
                    <a:pt x="294246" y="665327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83" y="13970"/>
                  </a:lnTo>
                  <a:lnTo>
                    <a:pt x="249720" y="13093"/>
                  </a:lnTo>
                  <a:lnTo>
                    <a:pt x="256705" y="38417"/>
                  </a:lnTo>
                  <a:lnTo>
                    <a:pt x="268935" y="34925"/>
                  </a:lnTo>
                  <a:lnTo>
                    <a:pt x="275043" y="34048"/>
                  </a:lnTo>
                  <a:lnTo>
                    <a:pt x="280276" y="32308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67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96"/>
                  </a:lnTo>
                  <a:lnTo>
                    <a:pt x="341401" y="669696"/>
                  </a:lnTo>
                  <a:lnTo>
                    <a:pt x="341401" y="684530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22"/>
                  </a:moveTo>
                  <a:lnTo>
                    <a:pt x="353618" y="0"/>
                  </a:lnTo>
                  <a:lnTo>
                    <a:pt x="352755" y="26200"/>
                  </a:lnTo>
                  <a:lnTo>
                    <a:pt x="364096" y="26200"/>
                  </a:lnTo>
                  <a:lnTo>
                    <a:pt x="370217" y="27063"/>
                  </a:lnTo>
                  <a:lnTo>
                    <a:pt x="376326" y="27063"/>
                  </a:lnTo>
                  <a:lnTo>
                    <a:pt x="400773" y="30556"/>
                  </a:lnTo>
                  <a:lnTo>
                    <a:pt x="403390" y="15722"/>
                  </a:lnTo>
                  <a:close/>
                </a:path>
                <a:path w="694690" h="693419">
                  <a:moveTo>
                    <a:pt x="492455" y="663575"/>
                  </a:moveTo>
                  <a:lnTo>
                    <a:pt x="481101" y="640003"/>
                  </a:lnTo>
                  <a:lnTo>
                    <a:pt x="470623" y="645248"/>
                  </a:lnTo>
                  <a:lnTo>
                    <a:pt x="465378" y="646988"/>
                  </a:lnTo>
                  <a:lnTo>
                    <a:pt x="459270" y="649605"/>
                  </a:lnTo>
                  <a:lnTo>
                    <a:pt x="454037" y="651357"/>
                  </a:lnTo>
                  <a:lnTo>
                    <a:pt x="447916" y="653097"/>
                  </a:lnTo>
                  <a:lnTo>
                    <a:pt x="442683" y="654850"/>
                  </a:lnTo>
                  <a:lnTo>
                    <a:pt x="436575" y="656590"/>
                  </a:lnTo>
                  <a:lnTo>
                    <a:pt x="440067" y="671436"/>
                  </a:lnTo>
                  <a:lnTo>
                    <a:pt x="492455" y="663575"/>
                  </a:lnTo>
                  <a:close/>
                </a:path>
                <a:path w="694690" h="693419">
                  <a:moveTo>
                    <a:pt x="498563" y="47155"/>
                  </a:moveTo>
                  <a:lnTo>
                    <a:pt x="455777" y="17462"/>
                  </a:lnTo>
                  <a:lnTo>
                    <a:pt x="447052" y="41910"/>
                  </a:lnTo>
                  <a:lnTo>
                    <a:pt x="453161" y="43662"/>
                  </a:lnTo>
                  <a:lnTo>
                    <a:pt x="459270" y="46278"/>
                  </a:lnTo>
                  <a:lnTo>
                    <a:pt x="464515" y="48018"/>
                  </a:lnTo>
                  <a:lnTo>
                    <a:pt x="469747" y="50647"/>
                  </a:lnTo>
                  <a:lnTo>
                    <a:pt x="475856" y="53263"/>
                  </a:lnTo>
                  <a:lnTo>
                    <a:pt x="481101" y="55003"/>
                  </a:lnTo>
                  <a:lnTo>
                    <a:pt x="491578" y="60248"/>
                  </a:lnTo>
                  <a:lnTo>
                    <a:pt x="498563" y="47155"/>
                  </a:lnTo>
                  <a:close/>
                </a:path>
                <a:path w="694690" h="693419">
                  <a:moveTo>
                    <a:pt x="578891" y="606831"/>
                  </a:moveTo>
                  <a:lnTo>
                    <a:pt x="561428" y="587616"/>
                  </a:lnTo>
                  <a:lnTo>
                    <a:pt x="557060" y="591985"/>
                  </a:lnTo>
                  <a:lnTo>
                    <a:pt x="552704" y="595477"/>
                  </a:lnTo>
                  <a:lnTo>
                    <a:pt x="547458" y="598970"/>
                  </a:lnTo>
                  <a:lnTo>
                    <a:pt x="543090" y="602462"/>
                  </a:lnTo>
                  <a:lnTo>
                    <a:pt x="537857" y="606831"/>
                  </a:lnTo>
                  <a:lnTo>
                    <a:pt x="533488" y="609447"/>
                  </a:lnTo>
                  <a:lnTo>
                    <a:pt x="523011" y="616432"/>
                  </a:lnTo>
                  <a:lnTo>
                    <a:pt x="531736" y="629526"/>
                  </a:lnTo>
                  <a:lnTo>
                    <a:pt x="578891" y="606831"/>
                  </a:lnTo>
                  <a:close/>
                </a:path>
                <a:path w="694690" h="693419">
                  <a:moveTo>
                    <a:pt x="580644" y="105651"/>
                  </a:moveTo>
                  <a:lnTo>
                    <a:pt x="548335" y="63741"/>
                  </a:lnTo>
                  <a:lnTo>
                    <a:pt x="532612" y="85572"/>
                  </a:lnTo>
                  <a:lnTo>
                    <a:pt x="537857" y="89065"/>
                  </a:lnTo>
                  <a:lnTo>
                    <a:pt x="542213" y="92557"/>
                  </a:lnTo>
                  <a:lnTo>
                    <a:pt x="547458" y="96050"/>
                  </a:lnTo>
                  <a:lnTo>
                    <a:pt x="551827" y="99542"/>
                  </a:lnTo>
                  <a:lnTo>
                    <a:pt x="557060" y="103898"/>
                  </a:lnTo>
                  <a:lnTo>
                    <a:pt x="561428" y="108267"/>
                  </a:lnTo>
                  <a:lnTo>
                    <a:pt x="565797" y="111760"/>
                  </a:lnTo>
                  <a:lnTo>
                    <a:pt x="570166" y="116128"/>
                  </a:lnTo>
                  <a:lnTo>
                    <a:pt x="580644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54" y="136207"/>
                  </a:lnTo>
                  <a:lnTo>
                    <a:pt x="601599" y="151930"/>
                  </a:lnTo>
                  <a:lnTo>
                    <a:pt x="605955" y="156286"/>
                  </a:lnTo>
                  <a:lnTo>
                    <a:pt x="609447" y="161531"/>
                  </a:lnTo>
                  <a:lnTo>
                    <a:pt x="612063" y="166763"/>
                  </a:lnTo>
                  <a:lnTo>
                    <a:pt x="615569" y="171132"/>
                  </a:lnTo>
                  <a:lnTo>
                    <a:pt x="619061" y="177241"/>
                  </a:lnTo>
                  <a:lnTo>
                    <a:pt x="622554" y="181610"/>
                  </a:lnTo>
                  <a:lnTo>
                    <a:pt x="625170" y="186855"/>
                  </a:lnTo>
                  <a:lnTo>
                    <a:pt x="628662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67"/>
                  </a:moveTo>
                  <a:lnTo>
                    <a:pt x="622554" y="513397"/>
                  </a:lnTo>
                  <a:lnTo>
                    <a:pt x="619925" y="518642"/>
                  </a:lnTo>
                  <a:lnTo>
                    <a:pt x="612940" y="529120"/>
                  </a:lnTo>
                  <a:lnTo>
                    <a:pt x="609447" y="533488"/>
                  </a:lnTo>
                  <a:lnTo>
                    <a:pt x="605955" y="538721"/>
                  </a:lnTo>
                  <a:lnTo>
                    <a:pt x="602462" y="543090"/>
                  </a:lnTo>
                  <a:lnTo>
                    <a:pt x="598106" y="548322"/>
                  </a:lnTo>
                  <a:lnTo>
                    <a:pt x="594601" y="552691"/>
                  </a:lnTo>
                  <a:lnTo>
                    <a:pt x="605955" y="562292"/>
                  </a:lnTo>
                  <a:lnTo>
                    <a:pt x="645248" y="527367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88" y="227012"/>
                  </a:lnTo>
                  <a:lnTo>
                    <a:pt x="647865" y="235750"/>
                  </a:lnTo>
                  <a:lnTo>
                    <a:pt x="650494" y="240982"/>
                  </a:lnTo>
                  <a:lnTo>
                    <a:pt x="653986" y="253212"/>
                  </a:lnTo>
                  <a:lnTo>
                    <a:pt x="655726" y="258445"/>
                  </a:lnTo>
                  <a:lnTo>
                    <a:pt x="659218" y="270675"/>
                  </a:lnTo>
                  <a:lnTo>
                    <a:pt x="660095" y="275907"/>
                  </a:lnTo>
                  <a:lnTo>
                    <a:pt x="661835" y="282016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59218" y="425208"/>
                  </a:lnTo>
                  <a:lnTo>
                    <a:pt x="657479" y="430453"/>
                  </a:lnTo>
                  <a:lnTo>
                    <a:pt x="653986" y="442671"/>
                  </a:lnTo>
                  <a:lnTo>
                    <a:pt x="652233" y="447916"/>
                  </a:lnTo>
                  <a:lnTo>
                    <a:pt x="650494" y="454025"/>
                  </a:lnTo>
                  <a:lnTo>
                    <a:pt x="648741" y="459270"/>
                  </a:lnTo>
                  <a:lnTo>
                    <a:pt x="646125" y="465378"/>
                  </a:lnTo>
                  <a:lnTo>
                    <a:pt x="643509" y="470623"/>
                  </a:lnTo>
                  <a:lnTo>
                    <a:pt x="657479" y="476732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67956" y="329171"/>
                  </a:lnTo>
                  <a:lnTo>
                    <a:pt x="668820" y="341388"/>
                  </a:lnTo>
                  <a:lnTo>
                    <a:pt x="668820" y="353618"/>
                  </a:lnTo>
                  <a:lnTo>
                    <a:pt x="667080" y="378066"/>
                  </a:lnTo>
                  <a:lnTo>
                    <a:pt x="681913" y="379806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1" name="object 291"/>
          <p:cNvSpPr txBox="1"/>
          <p:nvPr/>
        </p:nvSpPr>
        <p:spPr>
          <a:xfrm>
            <a:off x="9575495" y="2498839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FFFFFF"/>
                </a:solidFill>
                <a:latin typeface="Gill Sans MT"/>
                <a:cs typeface="Gill Sans MT"/>
              </a:rPr>
              <a:t>1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298" name="object 29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©2000</a:t>
            </a:r>
            <a:r>
              <a:rPr spc="75" dirty="0"/>
              <a:t> </a:t>
            </a:r>
            <a:r>
              <a:rPr spc="-10" dirty="0"/>
              <a:t>HOSCH</a:t>
            </a:r>
          </a:p>
        </p:txBody>
      </p:sp>
      <p:sp>
        <p:nvSpPr>
          <p:cNvPr id="299" name="object 299"/>
          <p:cNvSpPr txBox="1"/>
          <p:nvPr/>
        </p:nvSpPr>
        <p:spPr>
          <a:xfrm>
            <a:off x="9145213" y="7295115"/>
            <a:ext cx="120205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4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II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0828T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20000626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292" name="object 292"/>
          <p:cNvSpPr txBox="1"/>
          <p:nvPr/>
        </p:nvSpPr>
        <p:spPr>
          <a:xfrm>
            <a:off x="6137492" y="1220839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FFFFFF"/>
                </a:solidFill>
                <a:latin typeface="Gill Sans MT"/>
                <a:cs typeface="Gill Sans MT"/>
              </a:rPr>
              <a:t>2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293" name="object 293"/>
          <p:cNvSpPr txBox="1"/>
          <p:nvPr/>
        </p:nvSpPr>
        <p:spPr>
          <a:xfrm>
            <a:off x="2551443" y="5897317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FFFFFF"/>
                </a:solidFill>
                <a:latin typeface="Gill Sans MT"/>
                <a:cs typeface="Gill Sans MT"/>
              </a:rPr>
              <a:t>3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294" name="object 294"/>
          <p:cNvSpPr txBox="1"/>
          <p:nvPr/>
        </p:nvSpPr>
        <p:spPr>
          <a:xfrm>
            <a:off x="4067473" y="3056962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FFFFFF"/>
                </a:solidFill>
                <a:latin typeface="Gill Sans MT"/>
                <a:cs typeface="Gill Sans MT"/>
              </a:rPr>
              <a:t>4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295" name="object 295"/>
          <p:cNvSpPr txBox="1"/>
          <p:nvPr/>
        </p:nvSpPr>
        <p:spPr>
          <a:xfrm>
            <a:off x="631407" y="1372260"/>
            <a:ext cx="2698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90" dirty="0">
                <a:latin typeface="Gill Sans MT"/>
                <a:cs typeface="Gill Sans MT"/>
              </a:rPr>
              <a:t>7</a:t>
            </a:r>
            <a:endParaRPr sz="3200">
              <a:latin typeface="Gill Sans MT"/>
              <a:cs typeface="Gill Sans MT"/>
            </a:endParaRPr>
          </a:p>
        </p:txBody>
      </p:sp>
      <p:sp>
        <p:nvSpPr>
          <p:cNvPr id="296" name="object 296"/>
          <p:cNvSpPr txBox="1">
            <a:spLocks noGrp="1"/>
          </p:cNvSpPr>
          <p:nvPr>
            <p:ph type="title"/>
          </p:nvPr>
        </p:nvSpPr>
        <p:spPr>
          <a:xfrm>
            <a:off x="349413" y="458722"/>
            <a:ext cx="3636645" cy="759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dirty="0"/>
              <a:t>Scraper</a:t>
            </a:r>
            <a:r>
              <a:rPr spc="-114" dirty="0"/>
              <a:t> </a:t>
            </a:r>
            <a:r>
              <a:rPr spc="-50" dirty="0"/>
              <a:t>Type</a:t>
            </a:r>
            <a:r>
              <a:rPr spc="-114" dirty="0"/>
              <a:t> </a:t>
            </a:r>
            <a:r>
              <a:rPr dirty="0"/>
              <a:t>B6</a:t>
            </a:r>
            <a:r>
              <a:rPr spc="-110" dirty="0"/>
              <a:t> </a:t>
            </a:r>
            <a:r>
              <a:rPr dirty="0"/>
              <a:t>+</a:t>
            </a:r>
            <a:r>
              <a:rPr spc="-114" dirty="0"/>
              <a:t> </a:t>
            </a:r>
            <a:r>
              <a:rPr spc="-20" dirty="0"/>
              <a:t>PEM*</a:t>
            </a:r>
            <a:r>
              <a:rPr spc="-110" dirty="0"/>
              <a:t> </a:t>
            </a:r>
            <a:r>
              <a:rPr spc="-105" dirty="0"/>
              <a:t>- </a:t>
            </a:r>
            <a:r>
              <a:rPr dirty="0"/>
              <a:t>Align</a:t>
            </a:r>
            <a:r>
              <a:rPr spc="-55" dirty="0"/>
              <a:t> </a:t>
            </a:r>
            <a:r>
              <a:rPr spc="50" dirty="0"/>
              <a:t>assembly</a:t>
            </a:r>
            <a:r>
              <a:rPr spc="-55" dirty="0"/>
              <a:t> </a:t>
            </a:r>
            <a:r>
              <a:rPr spc="-10" dirty="0"/>
              <a:t>carrier</a:t>
            </a:r>
          </a:p>
        </p:txBody>
      </p:sp>
      <p:sp>
        <p:nvSpPr>
          <p:cNvPr id="297" name="object 297"/>
          <p:cNvSpPr txBox="1"/>
          <p:nvPr/>
        </p:nvSpPr>
        <p:spPr>
          <a:xfrm>
            <a:off x="347009" y="6819315"/>
            <a:ext cx="69405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90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r>
              <a:rPr sz="600" spc="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Parallel</a:t>
            </a:r>
            <a:r>
              <a:rPr sz="600" spc="3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elasto-</a:t>
            </a:r>
            <a:r>
              <a:rPr sz="600" spc="-35" dirty="0">
                <a:solidFill>
                  <a:srgbClr val="231F20"/>
                </a:solidFill>
                <a:latin typeface="Gill Sans MT"/>
                <a:cs typeface="Gill Sans MT"/>
              </a:rPr>
              <a:t>mount</a:t>
            </a:r>
            <a:endParaRPr sz="600">
              <a:latin typeface="Gill Sans MT"/>
              <a:cs typeface="Gill Sans MT"/>
            </a:endParaRPr>
          </a:p>
        </p:txBody>
      </p: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7C559F46-8FF0-338D-5292-F7306DEBA548}"/>
              </a:ext>
            </a:extLst>
          </p:cNvPr>
          <p:cNvGrpSpPr/>
          <p:nvPr/>
        </p:nvGrpSpPr>
        <p:grpSpPr>
          <a:xfrm>
            <a:off x="7734934" y="349251"/>
            <a:ext cx="2717165" cy="817393"/>
            <a:chOff x="7734934" y="309245"/>
            <a:chExt cx="2717166" cy="897807"/>
          </a:xfrm>
        </p:grpSpPr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218AA0CD-012F-918A-DFD4-8354B209EDE5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02" name="Picture 301" descr="A close-up of a logo&#10;&#10;AI-generated content may be incorrect.">
              <a:extLst>
                <a:ext uri="{FF2B5EF4-FFF2-40B4-BE49-F238E27FC236}">
                  <a16:creationId xmlns:a16="http://schemas.microsoft.com/office/drawing/2014/main" id="{3CA42689-487E-57DC-6CCA-911A9B792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3498" y="309245"/>
              <a:ext cx="1771123" cy="897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8482" y="1701241"/>
            <a:ext cx="9726295" cy="5080000"/>
            <a:chOff x="608482" y="1701241"/>
            <a:chExt cx="9726295" cy="5080000"/>
          </a:xfrm>
        </p:grpSpPr>
        <p:sp>
          <p:nvSpPr>
            <p:cNvPr id="3" name="object 3"/>
            <p:cNvSpPr/>
            <p:nvPr/>
          </p:nvSpPr>
          <p:spPr>
            <a:xfrm>
              <a:off x="6948627" y="4694326"/>
              <a:ext cx="289560" cy="664845"/>
            </a:xfrm>
            <a:custGeom>
              <a:avLst/>
              <a:gdLst/>
              <a:ahLst/>
              <a:cxnLst/>
              <a:rect l="l" t="t" r="r" b="b"/>
              <a:pathLst>
                <a:path w="289559" h="664845">
                  <a:moveTo>
                    <a:pt x="289166" y="360959"/>
                  </a:moveTo>
                  <a:lnTo>
                    <a:pt x="258432" y="0"/>
                  </a:lnTo>
                  <a:lnTo>
                    <a:pt x="32804" y="284175"/>
                  </a:lnTo>
                  <a:lnTo>
                    <a:pt x="96329" y="303618"/>
                  </a:lnTo>
                  <a:lnTo>
                    <a:pt x="0" y="625690"/>
                  </a:lnTo>
                  <a:lnTo>
                    <a:pt x="128155" y="664641"/>
                  </a:lnTo>
                  <a:lnTo>
                    <a:pt x="225628" y="341515"/>
                  </a:lnTo>
                  <a:lnTo>
                    <a:pt x="289166" y="360959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48627" y="4694326"/>
              <a:ext cx="289560" cy="664845"/>
            </a:xfrm>
            <a:custGeom>
              <a:avLst/>
              <a:gdLst/>
              <a:ahLst/>
              <a:cxnLst/>
              <a:rect l="l" t="t" r="r" b="b"/>
              <a:pathLst>
                <a:path w="289559" h="664845">
                  <a:moveTo>
                    <a:pt x="32804" y="284175"/>
                  </a:moveTo>
                  <a:lnTo>
                    <a:pt x="96329" y="303618"/>
                  </a:lnTo>
                  <a:lnTo>
                    <a:pt x="0" y="625690"/>
                  </a:lnTo>
                  <a:lnTo>
                    <a:pt x="128155" y="664641"/>
                  </a:lnTo>
                  <a:lnTo>
                    <a:pt x="225628" y="341515"/>
                  </a:lnTo>
                  <a:lnTo>
                    <a:pt x="289166" y="360959"/>
                  </a:lnTo>
                  <a:lnTo>
                    <a:pt x="258432" y="0"/>
                  </a:lnTo>
                  <a:lnTo>
                    <a:pt x="32804" y="284175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60196" y="4970881"/>
              <a:ext cx="292735" cy="659765"/>
            </a:xfrm>
            <a:custGeom>
              <a:avLst/>
              <a:gdLst/>
              <a:ahLst/>
              <a:cxnLst/>
              <a:rect l="l" t="t" r="r" b="b"/>
              <a:pathLst>
                <a:path w="292734" h="659764">
                  <a:moveTo>
                    <a:pt x="292290" y="358940"/>
                  </a:moveTo>
                  <a:lnTo>
                    <a:pt x="258178" y="0"/>
                  </a:lnTo>
                  <a:lnTo>
                    <a:pt x="31610" y="280847"/>
                  </a:lnTo>
                  <a:lnTo>
                    <a:pt x="96240" y="300342"/>
                  </a:lnTo>
                  <a:lnTo>
                    <a:pt x="0" y="620242"/>
                  </a:lnTo>
                  <a:lnTo>
                    <a:pt x="131432" y="659333"/>
                  </a:lnTo>
                  <a:lnTo>
                    <a:pt x="227660" y="339445"/>
                  </a:lnTo>
                  <a:lnTo>
                    <a:pt x="292290" y="35894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60196" y="4970881"/>
              <a:ext cx="292735" cy="659765"/>
            </a:xfrm>
            <a:custGeom>
              <a:avLst/>
              <a:gdLst/>
              <a:ahLst/>
              <a:cxnLst/>
              <a:rect l="l" t="t" r="r" b="b"/>
              <a:pathLst>
                <a:path w="292734" h="659764">
                  <a:moveTo>
                    <a:pt x="31610" y="280847"/>
                  </a:moveTo>
                  <a:lnTo>
                    <a:pt x="96240" y="300342"/>
                  </a:lnTo>
                  <a:lnTo>
                    <a:pt x="0" y="620242"/>
                  </a:lnTo>
                  <a:lnTo>
                    <a:pt x="131432" y="659333"/>
                  </a:lnTo>
                  <a:lnTo>
                    <a:pt x="227660" y="339445"/>
                  </a:lnTo>
                  <a:lnTo>
                    <a:pt x="292290" y="358940"/>
                  </a:lnTo>
                  <a:lnTo>
                    <a:pt x="258178" y="0"/>
                  </a:lnTo>
                  <a:lnTo>
                    <a:pt x="31610" y="280847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58116" y="595890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360006" y="179997"/>
                  </a:moveTo>
                  <a:lnTo>
                    <a:pt x="353576" y="132149"/>
                  </a:lnTo>
                  <a:lnTo>
                    <a:pt x="335430" y="89152"/>
                  </a:lnTo>
                  <a:lnTo>
                    <a:pt x="307282" y="52722"/>
                  </a:lnTo>
                  <a:lnTo>
                    <a:pt x="270851" y="24576"/>
                  </a:lnTo>
                  <a:lnTo>
                    <a:pt x="227850" y="6430"/>
                  </a:lnTo>
                  <a:lnTo>
                    <a:pt x="179997" y="0"/>
                  </a:lnTo>
                  <a:lnTo>
                    <a:pt x="132149" y="6430"/>
                  </a:lnTo>
                  <a:lnTo>
                    <a:pt x="89152" y="24576"/>
                  </a:lnTo>
                  <a:lnTo>
                    <a:pt x="52722" y="52722"/>
                  </a:lnTo>
                  <a:lnTo>
                    <a:pt x="24576" y="89152"/>
                  </a:lnTo>
                  <a:lnTo>
                    <a:pt x="6430" y="132149"/>
                  </a:lnTo>
                  <a:lnTo>
                    <a:pt x="0" y="179997"/>
                  </a:lnTo>
                  <a:lnTo>
                    <a:pt x="6430" y="227849"/>
                  </a:lnTo>
                  <a:lnTo>
                    <a:pt x="24576" y="270847"/>
                  </a:lnTo>
                  <a:lnTo>
                    <a:pt x="52722" y="307276"/>
                  </a:lnTo>
                  <a:lnTo>
                    <a:pt x="89152" y="335420"/>
                  </a:lnTo>
                  <a:lnTo>
                    <a:pt x="132149" y="353564"/>
                  </a:lnTo>
                  <a:lnTo>
                    <a:pt x="179997" y="359994"/>
                  </a:lnTo>
                  <a:lnTo>
                    <a:pt x="227850" y="353564"/>
                  </a:lnTo>
                  <a:lnTo>
                    <a:pt x="270851" y="335420"/>
                  </a:lnTo>
                  <a:lnTo>
                    <a:pt x="307282" y="307276"/>
                  </a:lnTo>
                  <a:lnTo>
                    <a:pt x="335430" y="270847"/>
                  </a:lnTo>
                  <a:lnTo>
                    <a:pt x="353576" y="227849"/>
                  </a:lnTo>
                  <a:lnTo>
                    <a:pt x="360006" y="179997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58116" y="595890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997" y="359994"/>
                  </a:moveTo>
                  <a:lnTo>
                    <a:pt x="227850" y="353564"/>
                  </a:lnTo>
                  <a:lnTo>
                    <a:pt x="270851" y="335420"/>
                  </a:lnTo>
                  <a:lnTo>
                    <a:pt x="307282" y="307276"/>
                  </a:lnTo>
                  <a:lnTo>
                    <a:pt x="335430" y="270847"/>
                  </a:lnTo>
                  <a:lnTo>
                    <a:pt x="353576" y="227849"/>
                  </a:lnTo>
                  <a:lnTo>
                    <a:pt x="360006" y="179997"/>
                  </a:lnTo>
                  <a:lnTo>
                    <a:pt x="353576" y="132149"/>
                  </a:lnTo>
                  <a:lnTo>
                    <a:pt x="335430" y="89152"/>
                  </a:lnTo>
                  <a:lnTo>
                    <a:pt x="307282" y="52722"/>
                  </a:lnTo>
                  <a:lnTo>
                    <a:pt x="270851" y="24576"/>
                  </a:lnTo>
                  <a:lnTo>
                    <a:pt x="227850" y="6430"/>
                  </a:lnTo>
                  <a:lnTo>
                    <a:pt x="179997" y="0"/>
                  </a:lnTo>
                  <a:lnTo>
                    <a:pt x="132149" y="6430"/>
                  </a:lnTo>
                  <a:lnTo>
                    <a:pt x="89152" y="24576"/>
                  </a:lnTo>
                  <a:lnTo>
                    <a:pt x="52722" y="52722"/>
                  </a:lnTo>
                  <a:lnTo>
                    <a:pt x="24576" y="89152"/>
                  </a:lnTo>
                  <a:lnTo>
                    <a:pt x="6430" y="132149"/>
                  </a:lnTo>
                  <a:lnTo>
                    <a:pt x="0" y="179997"/>
                  </a:lnTo>
                  <a:lnTo>
                    <a:pt x="6430" y="227849"/>
                  </a:lnTo>
                  <a:lnTo>
                    <a:pt x="24576" y="270847"/>
                  </a:lnTo>
                  <a:lnTo>
                    <a:pt x="52722" y="307276"/>
                  </a:lnTo>
                  <a:lnTo>
                    <a:pt x="89152" y="335420"/>
                  </a:lnTo>
                  <a:lnTo>
                    <a:pt x="132149" y="353564"/>
                  </a:lnTo>
                  <a:lnTo>
                    <a:pt x="179997" y="359994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00197" y="3938346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360006" y="179997"/>
                  </a:moveTo>
                  <a:lnTo>
                    <a:pt x="353576" y="132144"/>
                  </a:lnTo>
                  <a:lnTo>
                    <a:pt x="335430" y="89146"/>
                  </a:lnTo>
                  <a:lnTo>
                    <a:pt x="307282" y="52717"/>
                  </a:lnTo>
                  <a:lnTo>
                    <a:pt x="270851" y="24573"/>
                  </a:lnTo>
                  <a:lnTo>
                    <a:pt x="227850" y="6429"/>
                  </a:lnTo>
                  <a:lnTo>
                    <a:pt x="179997" y="0"/>
                  </a:lnTo>
                  <a:lnTo>
                    <a:pt x="132149" y="6429"/>
                  </a:lnTo>
                  <a:lnTo>
                    <a:pt x="89152" y="24573"/>
                  </a:lnTo>
                  <a:lnTo>
                    <a:pt x="52722" y="52717"/>
                  </a:lnTo>
                  <a:lnTo>
                    <a:pt x="24576" y="89146"/>
                  </a:lnTo>
                  <a:lnTo>
                    <a:pt x="6430" y="132144"/>
                  </a:lnTo>
                  <a:lnTo>
                    <a:pt x="0" y="179997"/>
                  </a:lnTo>
                  <a:lnTo>
                    <a:pt x="6430" y="227845"/>
                  </a:lnTo>
                  <a:lnTo>
                    <a:pt x="24576" y="270842"/>
                  </a:lnTo>
                  <a:lnTo>
                    <a:pt x="52722" y="307271"/>
                  </a:lnTo>
                  <a:lnTo>
                    <a:pt x="89152" y="335417"/>
                  </a:lnTo>
                  <a:lnTo>
                    <a:pt x="132149" y="353564"/>
                  </a:lnTo>
                  <a:lnTo>
                    <a:pt x="179997" y="359994"/>
                  </a:lnTo>
                  <a:lnTo>
                    <a:pt x="227850" y="353564"/>
                  </a:lnTo>
                  <a:lnTo>
                    <a:pt x="270851" y="335417"/>
                  </a:lnTo>
                  <a:lnTo>
                    <a:pt x="307282" y="307271"/>
                  </a:lnTo>
                  <a:lnTo>
                    <a:pt x="335430" y="270842"/>
                  </a:lnTo>
                  <a:lnTo>
                    <a:pt x="353576" y="227845"/>
                  </a:lnTo>
                  <a:lnTo>
                    <a:pt x="360006" y="179997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00197" y="3938346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79997" y="359994"/>
                  </a:moveTo>
                  <a:lnTo>
                    <a:pt x="227850" y="353564"/>
                  </a:lnTo>
                  <a:lnTo>
                    <a:pt x="270851" y="335417"/>
                  </a:lnTo>
                  <a:lnTo>
                    <a:pt x="307282" y="307271"/>
                  </a:lnTo>
                  <a:lnTo>
                    <a:pt x="335430" y="270842"/>
                  </a:lnTo>
                  <a:lnTo>
                    <a:pt x="353576" y="227845"/>
                  </a:lnTo>
                  <a:lnTo>
                    <a:pt x="360006" y="179997"/>
                  </a:lnTo>
                  <a:lnTo>
                    <a:pt x="353576" y="132144"/>
                  </a:lnTo>
                  <a:lnTo>
                    <a:pt x="335430" y="89146"/>
                  </a:lnTo>
                  <a:lnTo>
                    <a:pt x="307282" y="52717"/>
                  </a:lnTo>
                  <a:lnTo>
                    <a:pt x="270851" y="24573"/>
                  </a:lnTo>
                  <a:lnTo>
                    <a:pt x="227850" y="6429"/>
                  </a:lnTo>
                  <a:lnTo>
                    <a:pt x="179997" y="0"/>
                  </a:lnTo>
                  <a:lnTo>
                    <a:pt x="132149" y="6429"/>
                  </a:lnTo>
                  <a:lnTo>
                    <a:pt x="89152" y="24573"/>
                  </a:lnTo>
                  <a:lnTo>
                    <a:pt x="52722" y="52717"/>
                  </a:lnTo>
                  <a:lnTo>
                    <a:pt x="24576" y="89146"/>
                  </a:lnTo>
                  <a:lnTo>
                    <a:pt x="6430" y="132144"/>
                  </a:lnTo>
                  <a:lnTo>
                    <a:pt x="0" y="179997"/>
                  </a:lnTo>
                  <a:lnTo>
                    <a:pt x="6430" y="227845"/>
                  </a:lnTo>
                  <a:lnTo>
                    <a:pt x="24576" y="270842"/>
                  </a:lnTo>
                  <a:lnTo>
                    <a:pt x="52722" y="307271"/>
                  </a:lnTo>
                  <a:lnTo>
                    <a:pt x="89152" y="335417"/>
                  </a:lnTo>
                  <a:lnTo>
                    <a:pt x="132149" y="353564"/>
                  </a:lnTo>
                  <a:lnTo>
                    <a:pt x="179997" y="359994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4197" y="4280217"/>
              <a:ext cx="2670810" cy="2494915"/>
            </a:xfrm>
            <a:custGeom>
              <a:avLst/>
              <a:gdLst/>
              <a:ahLst/>
              <a:cxnLst/>
              <a:rect l="l" t="t" r="r" b="b"/>
              <a:pathLst>
                <a:path w="2670810" h="2494915">
                  <a:moveTo>
                    <a:pt x="2670352" y="1560042"/>
                  </a:moveTo>
                  <a:lnTo>
                    <a:pt x="2667533" y="1407071"/>
                  </a:lnTo>
                  <a:lnTo>
                    <a:pt x="2648254" y="1319149"/>
                  </a:lnTo>
                  <a:lnTo>
                    <a:pt x="2645422" y="1166177"/>
                  </a:lnTo>
                  <a:lnTo>
                    <a:pt x="2583980" y="1026071"/>
                  </a:lnTo>
                  <a:lnTo>
                    <a:pt x="2564701" y="938149"/>
                  </a:lnTo>
                  <a:lnTo>
                    <a:pt x="2504681" y="874509"/>
                  </a:lnTo>
                  <a:lnTo>
                    <a:pt x="2473960" y="804456"/>
                  </a:lnTo>
                  <a:lnTo>
                    <a:pt x="2347468" y="647890"/>
                  </a:lnTo>
                  <a:lnTo>
                    <a:pt x="2298890" y="566394"/>
                  </a:lnTo>
                  <a:lnTo>
                    <a:pt x="2245283" y="532066"/>
                  </a:lnTo>
                  <a:lnTo>
                    <a:pt x="2203119" y="479882"/>
                  </a:lnTo>
                  <a:lnTo>
                    <a:pt x="2149525" y="445554"/>
                  </a:lnTo>
                  <a:lnTo>
                    <a:pt x="2107361" y="393369"/>
                  </a:lnTo>
                  <a:lnTo>
                    <a:pt x="1785747" y="187426"/>
                  </a:lnTo>
                  <a:lnTo>
                    <a:pt x="1720710" y="170980"/>
                  </a:lnTo>
                  <a:lnTo>
                    <a:pt x="1613496" y="102323"/>
                  </a:lnTo>
                  <a:lnTo>
                    <a:pt x="1548460" y="85877"/>
                  </a:lnTo>
                  <a:lnTo>
                    <a:pt x="1494853" y="51549"/>
                  </a:lnTo>
                  <a:lnTo>
                    <a:pt x="1418374" y="52959"/>
                  </a:lnTo>
                  <a:lnTo>
                    <a:pt x="1335468" y="25069"/>
                  </a:lnTo>
                  <a:lnTo>
                    <a:pt x="1270419" y="8610"/>
                  </a:lnTo>
                  <a:lnTo>
                    <a:pt x="1182497" y="27889"/>
                  </a:lnTo>
                  <a:lnTo>
                    <a:pt x="1099591" y="0"/>
                  </a:lnTo>
                  <a:lnTo>
                    <a:pt x="1029538" y="30721"/>
                  </a:lnTo>
                  <a:lnTo>
                    <a:pt x="953046" y="32131"/>
                  </a:lnTo>
                  <a:lnTo>
                    <a:pt x="865123" y="51409"/>
                  </a:lnTo>
                  <a:lnTo>
                    <a:pt x="760742" y="135737"/>
                  </a:lnTo>
                  <a:lnTo>
                    <a:pt x="620636" y="197167"/>
                  </a:lnTo>
                  <a:lnTo>
                    <a:pt x="586308" y="250774"/>
                  </a:lnTo>
                  <a:lnTo>
                    <a:pt x="446189" y="312216"/>
                  </a:lnTo>
                  <a:lnTo>
                    <a:pt x="377545" y="419417"/>
                  </a:lnTo>
                  <a:lnTo>
                    <a:pt x="325361" y="461581"/>
                  </a:lnTo>
                  <a:lnTo>
                    <a:pt x="291033" y="515175"/>
                  </a:lnTo>
                  <a:lnTo>
                    <a:pt x="238848" y="557339"/>
                  </a:lnTo>
                  <a:lnTo>
                    <a:pt x="204520" y="610946"/>
                  </a:lnTo>
                  <a:lnTo>
                    <a:pt x="152336" y="653110"/>
                  </a:lnTo>
                  <a:lnTo>
                    <a:pt x="83692" y="760310"/>
                  </a:lnTo>
                  <a:lnTo>
                    <a:pt x="67233" y="825347"/>
                  </a:lnTo>
                  <a:lnTo>
                    <a:pt x="32905" y="878954"/>
                  </a:lnTo>
                  <a:lnTo>
                    <a:pt x="0" y="1009040"/>
                  </a:lnTo>
                  <a:lnTo>
                    <a:pt x="2832" y="1162011"/>
                  </a:lnTo>
                  <a:lnTo>
                    <a:pt x="39966" y="1261364"/>
                  </a:lnTo>
                  <a:lnTo>
                    <a:pt x="44208" y="1490814"/>
                  </a:lnTo>
                  <a:lnTo>
                    <a:pt x="74929" y="1560880"/>
                  </a:lnTo>
                  <a:lnTo>
                    <a:pt x="94208" y="1648802"/>
                  </a:lnTo>
                  <a:lnTo>
                    <a:pt x="95618" y="1725282"/>
                  </a:lnTo>
                  <a:lnTo>
                    <a:pt x="102044" y="1754593"/>
                  </a:lnTo>
                  <a:lnTo>
                    <a:pt x="312851" y="2015540"/>
                  </a:lnTo>
                  <a:lnTo>
                    <a:pt x="652335" y="2232914"/>
                  </a:lnTo>
                  <a:lnTo>
                    <a:pt x="717372" y="2249373"/>
                  </a:lnTo>
                  <a:lnTo>
                    <a:pt x="818146" y="2288705"/>
                  </a:lnTo>
                  <a:lnTo>
                    <a:pt x="883196" y="2305164"/>
                  </a:lnTo>
                  <a:lnTo>
                    <a:pt x="1049007" y="2360955"/>
                  </a:lnTo>
                  <a:lnTo>
                    <a:pt x="1179093" y="2393861"/>
                  </a:lnTo>
                  <a:lnTo>
                    <a:pt x="1273454" y="2403894"/>
                  </a:lnTo>
                  <a:lnTo>
                    <a:pt x="1356360" y="2431796"/>
                  </a:lnTo>
                  <a:lnTo>
                    <a:pt x="1450708" y="2441816"/>
                  </a:lnTo>
                  <a:lnTo>
                    <a:pt x="1504315" y="2476144"/>
                  </a:lnTo>
                  <a:lnTo>
                    <a:pt x="1569351" y="2492590"/>
                  </a:lnTo>
                  <a:lnTo>
                    <a:pt x="1675142" y="2484754"/>
                  </a:lnTo>
                  <a:lnTo>
                    <a:pt x="1769503" y="2494788"/>
                  </a:lnTo>
                  <a:lnTo>
                    <a:pt x="1909610" y="2433345"/>
                  </a:lnTo>
                  <a:lnTo>
                    <a:pt x="1986089" y="2431935"/>
                  </a:lnTo>
                  <a:lnTo>
                    <a:pt x="2074024" y="2412657"/>
                  </a:lnTo>
                  <a:lnTo>
                    <a:pt x="2126208" y="2370493"/>
                  </a:lnTo>
                  <a:lnTo>
                    <a:pt x="2196261" y="2339771"/>
                  </a:lnTo>
                  <a:lnTo>
                    <a:pt x="2248458" y="2297607"/>
                  </a:lnTo>
                  <a:lnTo>
                    <a:pt x="2318512" y="2266899"/>
                  </a:lnTo>
                  <a:lnTo>
                    <a:pt x="2370696" y="2224735"/>
                  </a:lnTo>
                  <a:lnTo>
                    <a:pt x="2576639" y="1903120"/>
                  </a:lnTo>
                  <a:lnTo>
                    <a:pt x="2642463" y="1642948"/>
                  </a:lnTo>
                  <a:lnTo>
                    <a:pt x="2670352" y="1560042"/>
                  </a:lnTo>
                  <a:close/>
                </a:path>
              </a:pathLst>
            </a:custGeom>
            <a:solidFill>
              <a:srgbClr val="BBC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4197" y="4280217"/>
              <a:ext cx="2670810" cy="2494915"/>
            </a:xfrm>
            <a:custGeom>
              <a:avLst/>
              <a:gdLst/>
              <a:ahLst/>
              <a:cxnLst/>
              <a:rect l="l" t="t" r="r" b="b"/>
              <a:pathLst>
                <a:path w="2670810" h="2494915">
                  <a:moveTo>
                    <a:pt x="95618" y="1725282"/>
                  </a:moveTo>
                  <a:lnTo>
                    <a:pt x="94208" y="1648802"/>
                  </a:lnTo>
                  <a:lnTo>
                    <a:pt x="74929" y="1560880"/>
                  </a:lnTo>
                  <a:lnTo>
                    <a:pt x="44208" y="1490814"/>
                  </a:lnTo>
                  <a:lnTo>
                    <a:pt x="42798" y="1414335"/>
                  </a:lnTo>
                  <a:lnTo>
                    <a:pt x="39966" y="1261364"/>
                  </a:lnTo>
                  <a:lnTo>
                    <a:pt x="2832" y="1162011"/>
                  </a:lnTo>
                  <a:lnTo>
                    <a:pt x="0" y="1009040"/>
                  </a:lnTo>
                  <a:lnTo>
                    <a:pt x="32905" y="878954"/>
                  </a:lnTo>
                  <a:lnTo>
                    <a:pt x="67233" y="825347"/>
                  </a:lnTo>
                  <a:lnTo>
                    <a:pt x="83692" y="760310"/>
                  </a:lnTo>
                  <a:lnTo>
                    <a:pt x="152336" y="653110"/>
                  </a:lnTo>
                  <a:lnTo>
                    <a:pt x="204520" y="610946"/>
                  </a:lnTo>
                  <a:lnTo>
                    <a:pt x="238848" y="557339"/>
                  </a:lnTo>
                  <a:lnTo>
                    <a:pt x="291033" y="515175"/>
                  </a:lnTo>
                  <a:lnTo>
                    <a:pt x="325361" y="461581"/>
                  </a:lnTo>
                  <a:lnTo>
                    <a:pt x="377545" y="419417"/>
                  </a:lnTo>
                  <a:lnTo>
                    <a:pt x="446189" y="312216"/>
                  </a:lnTo>
                  <a:lnTo>
                    <a:pt x="586308" y="250774"/>
                  </a:lnTo>
                  <a:lnTo>
                    <a:pt x="620636" y="197167"/>
                  </a:lnTo>
                  <a:lnTo>
                    <a:pt x="760742" y="135737"/>
                  </a:lnTo>
                  <a:lnTo>
                    <a:pt x="865123" y="51409"/>
                  </a:lnTo>
                  <a:lnTo>
                    <a:pt x="953046" y="32131"/>
                  </a:lnTo>
                  <a:lnTo>
                    <a:pt x="1029538" y="30721"/>
                  </a:lnTo>
                  <a:lnTo>
                    <a:pt x="1099591" y="0"/>
                  </a:lnTo>
                  <a:lnTo>
                    <a:pt x="1182497" y="27889"/>
                  </a:lnTo>
                  <a:lnTo>
                    <a:pt x="1270419" y="8610"/>
                  </a:lnTo>
                  <a:lnTo>
                    <a:pt x="1335468" y="25069"/>
                  </a:lnTo>
                  <a:lnTo>
                    <a:pt x="1418374" y="52959"/>
                  </a:lnTo>
                  <a:lnTo>
                    <a:pt x="1494853" y="51549"/>
                  </a:lnTo>
                  <a:lnTo>
                    <a:pt x="1548460" y="85877"/>
                  </a:lnTo>
                  <a:lnTo>
                    <a:pt x="1613496" y="102323"/>
                  </a:lnTo>
                  <a:lnTo>
                    <a:pt x="1720710" y="170980"/>
                  </a:lnTo>
                  <a:lnTo>
                    <a:pt x="1785747" y="187426"/>
                  </a:lnTo>
                  <a:lnTo>
                    <a:pt x="2107361" y="393369"/>
                  </a:lnTo>
                  <a:lnTo>
                    <a:pt x="2149525" y="445554"/>
                  </a:lnTo>
                  <a:lnTo>
                    <a:pt x="2203119" y="479882"/>
                  </a:lnTo>
                  <a:lnTo>
                    <a:pt x="2245283" y="532066"/>
                  </a:lnTo>
                  <a:lnTo>
                    <a:pt x="2298890" y="566394"/>
                  </a:lnTo>
                  <a:lnTo>
                    <a:pt x="2347468" y="647890"/>
                  </a:lnTo>
                  <a:lnTo>
                    <a:pt x="2473960" y="804456"/>
                  </a:lnTo>
                  <a:lnTo>
                    <a:pt x="2504681" y="874509"/>
                  </a:lnTo>
                  <a:lnTo>
                    <a:pt x="2564701" y="938149"/>
                  </a:lnTo>
                  <a:lnTo>
                    <a:pt x="2583980" y="1026071"/>
                  </a:lnTo>
                  <a:lnTo>
                    <a:pt x="2645422" y="1166177"/>
                  </a:lnTo>
                  <a:lnTo>
                    <a:pt x="2646832" y="1242669"/>
                  </a:lnTo>
                  <a:lnTo>
                    <a:pt x="2648254" y="1319149"/>
                  </a:lnTo>
                  <a:lnTo>
                    <a:pt x="2667533" y="1407071"/>
                  </a:lnTo>
                  <a:lnTo>
                    <a:pt x="2668943" y="1483550"/>
                  </a:lnTo>
                  <a:lnTo>
                    <a:pt x="2670352" y="1560042"/>
                  </a:lnTo>
                  <a:lnTo>
                    <a:pt x="2642463" y="1642948"/>
                  </a:lnTo>
                  <a:lnTo>
                    <a:pt x="2576639" y="1903120"/>
                  </a:lnTo>
                  <a:lnTo>
                    <a:pt x="2370696" y="2224735"/>
                  </a:lnTo>
                  <a:lnTo>
                    <a:pt x="2318512" y="2266899"/>
                  </a:lnTo>
                  <a:lnTo>
                    <a:pt x="2248458" y="2297607"/>
                  </a:lnTo>
                  <a:lnTo>
                    <a:pt x="2196261" y="2339771"/>
                  </a:lnTo>
                  <a:lnTo>
                    <a:pt x="2126208" y="2370493"/>
                  </a:lnTo>
                  <a:lnTo>
                    <a:pt x="2074024" y="2412657"/>
                  </a:lnTo>
                  <a:lnTo>
                    <a:pt x="1986089" y="2431935"/>
                  </a:lnTo>
                  <a:lnTo>
                    <a:pt x="1909610" y="2433345"/>
                  </a:lnTo>
                  <a:lnTo>
                    <a:pt x="1769503" y="2494788"/>
                  </a:lnTo>
                  <a:lnTo>
                    <a:pt x="1675142" y="2484754"/>
                  </a:lnTo>
                  <a:lnTo>
                    <a:pt x="1569351" y="2492590"/>
                  </a:lnTo>
                  <a:lnTo>
                    <a:pt x="1504315" y="2476144"/>
                  </a:lnTo>
                  <a:lnTo>
                    <a:pt x="1450708" y="2441816"/>
                  </a:lnTo>
                  <a:lnTo>
                    <a:pt x="1356360" y="2431796"/>
                  </a:lnTo>
                  <a:lnTo>
                    <a:pt x="1273454" y="2403894"/>
                  </a:lnTo>
                  <a:lnTo>
                    <a:pt x="1179093" y="2393861"/>
                  </a:lnTo>
                  <a:lnTo>
                    <a:pt x="1049007" y="2360955"/>
                  </a:lnTo>
                  <a:lnTo>
                    <a:pt x="883196" y="2305164"/>
                  </a:lnTo>
                  <a:lnTo>
                    <a:pt x="818146" y="2288705"/>
                  </a:lnTo>
                  <a:lnTo>
                    <a:pt x="717372" y="2249373"/>
                  </a:lnTo>
                  <a:lnTo>
                    <a:pt x="652335" y="2232914"/>
                  </a:lnTo>
                  <a:lnTo>
                    <a:pt x="312851" y="2015540"/>
                  </a:lnTo>
                  <a:lnTo>
                    <a:pt x="102044" y="1754593"/>
                  </a:lnTo>
                  <a:lnTo>
                    <a:pt x="95618" y="1725282"/>
                  </a:lnTo>
                  <a:close/>
                </a:path>
              </a:pathLst>
            </a:custGeom>
            <a:ln w="1143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03960" y="4831880"/>
              <a:ext cx="2052955" cy="781050"/>
            </a:xfrm>
            <a:custGeom>
              <a:avLst/>
              <a:gdLst/>
              <a:ahLst/>
              <a:cxnLst/>
              <a:rect l="l" t="t" r="r" b="b"/>
              <a:pathLst>
                <a:path w="2052955" h="781050">
                  <a:moveTo>
                    <a:pt x="2052510" y="653465"/>
                  </a:moveTo>
                  <a:lnTo>
                    <a:pt x="41389" y="0"/>
                  </a:lnTo>
                  <a:lnTo>
                    <a:pt x="0" y="127380"/>
                  </a:lnTo>
                  <a:lnTo>
                    <a:pt x="2011121" y="780846"/>
                  </a:lnTo>
                  <a:lnTo>
                    <a:pt x="2052510" y="653465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03960" y="4831880"/>
              <a:ext cx="2052955" cy="781050"/>
            </a:xfrm>
            <a:custGeom>
              <a:avLst/>
              <a:gdLst/>
              <a:ahLst/>
              <a:cxnLst/>
              <a:rect l="l" t="t" r="r" b="b"/>
              <a:pathLst>
                <a:path w="2052955" h="781050">
                  <a:moveTo>
                    <a:pt x="2011121" y="780846"/>
                  </a:moveTo>
                  <a:lnTo>
                    <a:pt x="2052510" y="653465"/>
                  </a:lnTo>
                  <a:lnTo>
                    <a:pt x="41389" y="0"/>
                  </a:lnTo>
                  <a:lnTo>
                    <a:pt x="0" y="127380"/>
                  </a:lnTo>
                  <a:lnTo>
                    <a:pt x="2011121" y="780846"/>
                  </a:lnTo>
                  <a:close/>
                </a:path>
              </a:pathLst>
            </a:custGeom>
            <a:ln w="571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4945" y="5386133"/>
              <a:ext cx="221005" cy="11311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364106" y="4439373"/>
              <a:ext cx="1332230" cy="836294"/>
            </a:xfrm>
            <a:custGeom>
              <a:avLst/>
              <a:gdLst/>
              <a:ahLst/>
              <a:cxnLst/>
              <a:rect l="l" t="t" r="r" b="b"/>
              <a:pathLst>
                <a:path w="1332230" h="836295">
                  <a:moveTo>
                    <a:pt x="342023" y="714628"/>
                  </a:moveTo>
                  <a:lnTo>
                    <a:pt x="549249" y="76885"/>
                  </a:lnTo>
                </a:path>
                <a:path w="1332230" h="836295">
                  <a:moveTo>
                    <a:pt x="613689" y="802805"/>
                  </a:moveTo>
                  <a:lnTo>
                    <a:pt x="744448" y="400392"/>
                  </a:lnTo>
                </a:path>
                <a:path w="1332230" h="836295">
                  <a:moveTo>
                    <a:pt x="0" y="212305"/>
                  </a:moveTo>
                  <a:lnTo>
                    <a:pt x="318465" y="315785"/>
                  </a:lnTo>
                </a:path>
                <a:path w="1332230" h="836295">
                  <a:moveTo>
                    <a:pt x="1186332" y="603808"/>
                  </a:moveTo>
                  <a:lnTo>
                    <a:pt x="866279" y="499808"/>
                  </a:lnTo>
                </a:path>
                <a:path w="1332230" h="836295">
                  <a:moveTo>
                    <a:pt x="679475" y="836282"/>
                  </a:moveTo>
                  <a:lnTo>
                    <a:pt x="891628" y="183375"/>
                  </a:lnTo>
                </a:path>
                <a:path w="1332230" h="836295">
                  <a:moveTo>
                    <a:pt x="68973" y="0"/>
                  </a:moveTo>
                  <a:lnTo>
                    <a:pt x="387451" y="103479"/>
                  </a:lnTo>
                </a:path>
                <a:path w="1332230" h="836295">
                  <a:moveTo>
                    <a:pt x="1331810" y="416140"/>
                  </a:moveTo>
                  <a:lnTo>
                    <a:pt x="1011745" y="312140"/>
                  </a:lnTo>
                </a:path>
              </a:pathLst>
            </a:custGeom>
            <a:ln w="571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2753" y="4726133"/>
              <a:ext cx="165684" cy="7738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1740" y="4513840"/>
              <a:ext cx="165671" cy="7738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4520" y="4890827"/>
              <a:ext cx="164896" cy="7981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29986" y="4703146"/>
              <a:ext cx="164896" cy="7983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15987" y="5086019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360006" y="179997"/>
                  </a:moveTo>
                  <a:lnTo>
                    <a:pt x="353576" y="132144"/>
                  </a:lnTo>
                  <a:lnTo>
                    <a:pt x="335430" y="89146"/>
                  </a:lnTo>
                  <a:lnTo>
                    <a:pt x="307284" y="52717"/>
                  </a:lnTo>
                  <a:lnTo>
                    <a:pt x="270854" y="24573"/>
                  </a:lnTo>
                  <a:lnTo>
                    <a:pt x="227857" y="6429"/>
                  </a:lnTo>
                  <a:lnTo>
                    <a:pt x="180009" y="0"/>
                  </a:lnTo>
                  <a:lnTo>
                    <a:pt x="132156" y="6429"/>
                  </a:lnTo>
                  <a:lnTo>
                    <a:pt x="89155" y="24573"/>
                  </a:lnTo>
                  <a:lnTo>
                    <a:pt x="52724" y="52717"/>
                  </a:lnTo>
                  <a:lnTo>
                    <a:pt x="24576" y="89146"/>
                  </a:lnTo>
                  <a:lnTo>
                    <a:pt x="6430" y="132144"/>
                  </a:lnTo>
                  <a:lnTo>
                    <a:pt x="0" y="179997"/>
                  </a:lnTo>
                  <a:lnTo>
                    <a:pt x="6430" y="227845"/>
                  </a:lnTo>
                  <a:lnTo>
                    <a:pt x="24576" y="270842"/>
                  </a:lnTo>
                  <a:lnTo>
                    <a:pt x="52724" y="307271"/>
                  </a:lnTo>
                  <a:lnTo>
                    <a:pt x="89155" y="335417"/>
                  </a:lnTo>
                  <a:lnTo>
                    <a:pt x="132156" y="353564"/>
                  </a:lnTo>
                  <a:lnTo>
                    <a:pt x="180009" y="359994"/>
                  </a:lnTo>
                  <a:lnTo>
                    <a:pt x="227857" y="353564"/>
                  </a:lnTo>
                  <a:lnTo>
                    <a:pt x="270854" y="335417"/>
                  </a:lnTo>
                  <a:lnTo>
                    <a:pt x="307284" y="307271"/>
                  </a:lnTo>
                  <a:lnTo>
                    <a:pt x="335430" y="270842"/>
                  </a:lnTo>
                  <a:lnTo>
                    <a:pt x="353576" y="227845"/>
                  </a:lnTo>
                  <a:lnTo>
                    <a:pt x="360006" y="179997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5987" y="5086019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180009" y="359994"/>
                  </a:moveTo>
                  <a:lnTo>
                    <a:pt x="227857" y="353564"/>
                  </a:lnTo>
                  <a:lnTo>
                    <a:pt x="270854" y="335417"/>
                  </a:lnTo>
                  <a:lnTo>
                    <a:pt x="307284" y="307271"/>
                  </a:lnTo>
                  <a:lnTo>
                    <a:pt x="335430" y="270842"/>
                  </a:lnTo>
                  <a:lnTo>
                    <a:pt x="353576" y="227845"/>
                  </a:lnTo>
                  <a:lnTo>
                    <a:pt x="360006" y="179997"/>
                  </a:lnTo>
                  <a:lnTo>
                    <a:pt x="353576" y="132144"/>
                  </a:lnTo>
                  <a:lnTo>
                    <a:pt x="335430" y="89146"/>
                  </a:lnTo>
                  <a:lnTo>
                    <a:pt x="307284" y="52717"/>
                  </a:lnTo>
                  <a:lnTo>
                    <a:pt x="270854" y="24573"/>
                  </a:lnTo>
                  <a:lnTo>
                    <a:pt x="227857" y="6429"/>
                  </a:lnTo>
                  <a:lnTo>
                    <a:pt x="180009" y="0"/>
                  </a:lnTo>
                  <a:lnTo>
                    <a:pt x="132156" y="6429"/>
                  </a:lnTo>
                  <a:lnTo>
                    <a:pt x="89155" y="24573"/>
                  </a:lnTo>
                  <a:lnTo>
                    <a:pt x="52724" y="52717"/>
                  </a:lnTo>
                  <a:lnTo>
                    <a:pt x="24576" y="89146"/>
                  </a:lnTo>
                  <a:lnTo>
                    <a:pt x="6430" y="132144"/>
                  </a:lnTo>
                  <a:lnTo>
                    <a:pt x="0" y="179997"/>
                  </a:lnTo>
                  <a:lnTo>
                    <a:pt x="6430" y="227845"/>
                  </a:lnTo>
                  <a:lnTo>
                    <a:pt x="24576" y="270842"/>
                  </a:lnTo>
                  <a:lnTo>
                    <a:pt x="52724" y="307271"/>
                  </a:lnTo>
                  <a:lnTo>
                    <a:pt x="89155" y="335417"/>
                  </a:lnTo>
                  <a:lnTo>
                    <a:pt x="132156" y="353564"/>
                  </a:lnTo>
                  <a:lnTo>
                    <a:pt x="180009" y="359994"/>
                  </a:lnTo>
                  <a:close/>
                </a:path>
              </a:pathLst>
            </a:custGeom>
            <a:ln w="635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38557" y="602425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38557" y="602425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8709" y="5577497"/>
              <a:ext cx="185305" cy="19034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216799" y="5607329"/>
              <a:ext cx="494030" cy="715645"/>
            </a:xfrm>
            <a:custGeom>
              <a:avLst/>
              <a:gdLst/>
              <a:ahLst/>
              <a:cxnLst/>
              <a:rect l="l" t="t" r="r" b="b"/>
              <a:pathLst>
                <a:path w="494030" h="715645">
                  <a:moveTo>
                    <a:pt x="493610" y="547598"/>
                  </a:moveTo>
                  <a:lnTo>
                    <a:pt x="295414" y="348424"/>
                  </a:lnTo>
                  <a:lnTo>
                    <a:pt x="255523" y="289242"/>
                  </a:lnTo>
                  <a:lnTo>
                    <a:pt x="227241" y="222465"/>
                  </a:lnTo>
                  <a:lnTo>
                    <a:pt x="213131" y="151930"/>
                  </a:lnTo>
                  <a:lnTo>
                    <a:pt x="211658" y="116547"/>
                  </a:lnTo>
                  <a:lnTo>
                    <a:pt x="211670" y="13474"/>
                  </a:lnTo>
                  <a:lnTo>
                    <a:pt x="189306" y="0"/>
                  </a:lnTo>
                  <a:lnTo>
                    <a:pt x="0" y="306527"/>
                  </a:lnTo>
                  <a:lnTo>
                    <a:pt x="301917" y="715619"/>
                  </a:lnTo>
                  <a:lnTo>
                    <a:pt x="297700" y="708863"/>
                  </a:lnTo>
                  <a:lnTo>
                    <a:pt x="296367" y="700417"/>
                  </a:lnTo>
                  <a:lnTo>
                    <a:pt x="462178" y="545617"/>
                  </a:lnTo>
                  <a:lnTo>
                    <a:pt x="478307" y="540131"/>
                  </a:lnTo>
                  <a:lnTo>
                    <a:pt x="486511" y="542505"/>
                  </a:lnTo>
                  <a:lnTo>
                    <a:pt x="493610" y="547598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16799" y="5607329"/>
              <a:ext cx="494030" cy="715645"/>
            </a:xfrm>
            <a:custGeom>
              <a:avLst/>
              <a:gdLst/>
              <a:ahLst/>
              <a:cxnLst/>
              <a:rect l="l" t="t" r="r" b="b"/>
              <a:pathLst>
                <a:path w="494030" h="715645">
                  <a:moveTo>
                    <a:pt x="493610" y="547598"/>
                  </a:moveTo>
                  <a:lnTo>
                    <a:pt x="486511" y="542505"/>
                  </a:lnTo>
                  <a:lnTo>
                    <a:pt x="478307" y="540131"/>
                  </a:lnTo>
                  <a:lnTo>
                    <a:pt x="469861" y="541451"/>
                  </a:lnTo>
                  <a:lnTo>
                    <a:pt x="462178" y="545617"/>
                  </a:lnTo>
                  <a:lnTo>
                    <a:pt x="303847" y="685101"/>
                  </a:lnTo>
                  <a:lnTo>
                    <a:pt x="298754" y="692213"/>
                  </a:lnTo>
                  <a:lnTo>
                    <a:pt x="296367" y="700417"/>
                  </a:lnTo>
                  <a:lnTo>
                    <a:pt x="297700" y="708863"/>
                  </a:lnTo>
                  <a:lnTo>
                    <a:pt x="301917" y="715619"/>
                  </a:lnTo>
                  <a:lnTo>
                    <a:pt x="0" y="306527"/>
                  </a:lnTo>
                  <a:lnTo>
                    <a:pt x="189306" y="0"/>
                  </a:lnTo>
                  <a:lnTo>
                    <a:pt x="211670" y="13474"/>
                  </a:lnTo>
                  <a:lnTo>
                    <a:pt x="211658" y="116547"/>
                  </a:lnTo>
                  <a:lnTo>
                    <a:pt x="213131" y="151930"/>
                  </a:lnTo>
                  <a:lnTo>
                    <a:pt x="227241" y="222465"/>
                  </a:lnTo>
                  <a:lnTo>
                    <a:pt x="255523" y="289242"/>
                  </a:lnTo>
                  <a:lnTo>
                    <a:pt x="295414" y="348424"/>
                  </a:lnTo>
                  <a:lnTo>
                    <a:pt x="492747" y="546620"/>
                  </a:lnTo>
                </a:path>
              </a:pathLst>
            </a:custGeom>
            <a:ln w="57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13166" y="6147460"/>
              <a:ext cx="342265" cy="341630"/>
            </a:xfrm>
            <a:custGeom>
              <a:avLst/>
              <a:gdLst/>
              <a:ahLst/>
              <a:cxnLst/>
              <a:rect l="l" t="t" r="r" b="b"/>
              <a:pathLst>
                <a:path w="342264" h="341629">
                  <a:moveTo>
                    <a:pt x="342214" y="181927"/>
                  </a:moveTo>
                  <a:lnTo>
                    <a:pt x="197243" y="7467"/>
                  </a:lnTo>
                  <a:lnTo>
                    <a:pt x="181940" y="0"/>
                  </a:lnTo>
                  <a:lnTo>
                    <a:pt x="173494" y="1320"/>
                  </a:lnTo>
                  <a:lnTo>
                    <a:pt x="165811" y="5486"/>
                  </a:lnTo>
                  <a:lnTo>
                    <a:pt x="7480" y="144970"/>
                  </a:lnTo>
                  <a:lnTo>
                    <a:pt x="2387" y="152082"/>
                  </a:lnTo>
                  <a:lnTo>
                    <a:pt x="0" y="160286"/>
                  </a:lnTo>
                  <a:lnTo>
                    <a:pt x="1333" y="168732"/>
                  </a:lnTo>
                  <a:lnTo>
                    <a:pt x="5549" y="175488"/>
                  </a:lnTo>
                  <a:lnTo>
                    <a:pt x="145034" y="333819"/>
                  </a:lnTo>
                  <a:lnTo>
                    <a:pt x="151218" y="338848"/>
                  </a:lnTo>
                  <a:lnTo>
                    <a:pt x="159423" y="341223"/>
                  </a:lnTo>
                  <a:lnTo>
                    <a:pt x="167868" y="339902"/>
                  </a:lnTo>
                  <a:lnTo>
                    <a:pt x="175552" y="335749"/>
                  </a:lnTo>
                  <a:lnTo>
                    <a:pt x="334810" y="196316"/>
                  </a:lnTo>
                  <a:lnTo>
                    <a:pt x="339839" y="190131"/>
                  </a:lnTo>
                  <a:lnTo>
                    <a:pt x="342214" y="181927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13166" y="6147460"/>
              <a:ext cx="342265" cy="341630"/>
            </a:xfrm>
            <a:custGeom>
              <a:avLst/>
              <a:gdLst/>
              <a:ahLst/>
              <a:cxnLst/>
              <a:rect l="l" t="t" r="r" b="b"/>
              <a:pathLst>
                <a:path w="342264" h="341629">
                  <a:moveTo>
                    <a:pt x="5549" y="175488"/>
                  </a:moveTo>
                  <a:lnTo>
                    <a:pt x="1333" y="168732"/>
                  </a:lnTo>
                  <a:lnTo>
                    <a:pt x="0" y="160286"/>
                  </a:lnTo>
                  <a:lnTo>
                    <a:pt x="2387" y="152082"/>
                  </a:lnTo>
                  <a:lnTo>
                    <a:pt x="7480" y="144970"/>
                  </a:lnTo>
                  <a:lnTo>
                    <a:pt x="165811" y="5486"/>
                  </a:lnTo>
                  <a:lnTo>
                    <a:pt x="173494" y="1320"/>
                  </a:lnTo>
                  <a:lnTo>
                    <a:pt x="181940" y="0"/>
                  </a:lnTo>
                  <a:lnTo>
                    <a:pt x="190144" y="2374"/>
                  </a:lnTo>
                  <a:lnTo>
                    <a:pt x="197243" y="7467"/>
                  </a:lnTo>
                  <a:lnTo>
                    <a:pt x="336740" y="165785"/>
                  </a:lnTo>
                  <a:lnTo>
                    <a:pt x="340893" y="173481"/>
                  </a:lnTo>
                  <a:lnTo>
                    <a:pt x="342214" y="181927"/>
                  </a:lnTo>
                  <a:lnTo>
                    <a:pt x="339839" y="190131"/>
                  </a:lnTo>
                  <a:lnTo>
                    <a:pt x="334810" y="196316"/>
                  </a:lnTo>
                  <a:lnTo>
                    <a:pt x="175552" y="335749"/>
                  </a:lnTo>
                  <a:lnTo>
                    <a:pt x="167868" y="339902"/>
                  </a:lnTo>
                  <a:lnTo>
                    <a:pt x="159423" y="341223"/>
                  </a:lnTo>
                  <a:lnTo>
                    <a:pt x="151218" y="338848"/>
                  </a:lnTo>
                  <a:lnTo>
                    <a:pt x="145034" y="333819"/>
                  </a:lnTo>
                  <a:lnTo>
                    <a:pt x="5549" y="175488"/>
                  </a:lnTo>
                </a:path>
              </a:pathLst>
            </a:custGeom>
            <a:ln w="57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44523" y="6178893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279311" y="148475"/>
                  </a:moveTo>
                  <a:lnTo>
                    <a:pt x="148488" y="0"/>
                  </a:lnTo>
                  <a:lnTo>
                    <a:pt x="0" y="130822"/>
                  </a:lnTo>
                  <a:lnTo>
                    <a:pt x="130822" y="279311"/>
                  </a:lnTo>
                  <a:lnTo>
                    <a:pt x="279311" y="148475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44523" y="6178893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279311" y="148475"/>
                  </a:moveTo>
                  <a:lnTo>
                    <a:pt x="130822" y="279311"/>
                  </a:lnTo>
                  <a:lnTo>
                    <a:pt x="0" y="130822"/>
                  </a:lnTo>
                  <a:lnTo>
                    <a:pt x="148488" y="0"/>
                  </a:lnTo>
                  <a:lnTo>
                    <a:pt x="279311" y="148488"/>
                  </a:lnTo>
                  <a:close/>
                </a:path>
              </a:pathLst>
            </a:custGeom>
            <a:ln w="57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4825" y="5619635"/>
              <a:ext cx="134454" cy="20206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551470" y="5240845"/>
              <a:ext cx="476250" cy="1451610"/>
            </a:xfrm>
            <a:custGeom>
              <a:avLst/>
              <a:gdLst/>
              <a:ahLst/>
              <a:cxnLst/>
              <a:rect l="l" t="t" r="r" b="b"/>
              <a:pathLst>
                <a:path w="476250" h="1451609">
                  <a:moveTo>
                    <a:pt x="475627" y="1451406"/>
                  </a:moveTo>
                  <a:lnTo>
                    <a:pt x="467106" y="1305661"/>
                  </a:lnTo>
                  <a:lnTo>
                    <a:pt x="34569" y="143840"/>
                  </a:lnTo>
                  <a:lnTo>
                    <a:pt x="111442" y="18707"/>
                  </a:lnTo>
                  <a:lnTo>
                    <a:pt x="80124" y="0"/>
                  </a:lnTo>
                  <a:lnTo>
                    <a:pt x="4597" y="122440"/>
                  </a:lnTo>
                  <a:lnTo>
                    <a:pt x="0" y="155054"/>
                  </a:lnTo>
                  <a:lnTo>
                    <a:pt x="427748" y="1313332"/>
                  </a:lnTo>
                  <a:lnTo>
                    <a:pt x="433857" y="1450759"/>
                  </a:lnTo>
                  <a:lnTo>
                    <a:pt x="475627" y="1451406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51470" y="5240845"/>
              <a:ext cx="476250" cy="1451610"/>
            </a:xfrm>
            <a:custGeom>
              <a:avLst/>
              <a:gdLst/>
              <a:ahLst/>
              <a:cxnLst/>
              <a:rect l="l" t="t" r="r" b="b"/>
              <a:pathLst>
                <a:path w="476250" h="1451609">
                  <a:moveTo>
                    <a:pt x="475627" y="1451406"/>
                  </a:moveTo>
                  <a:lnTo>
                    <a:pt x="433857" y="1450759"/>
                  </a:lnTo>
                  <a:lnTo>
                    <a:pt x="427748" y="1313332"/>
                  </a:lnTo>
                  <a:lnTo>
                    <a:pt x="0" y="155054"/>
                  </a:lnTo>
                  <a:lnTo>
                    <a:pt x="4597" y="122440"/>
                  </a:lnTo>
                  <a:lnTo>
                    <a:pt x="80124" y="0"/>
                  </a:lnTo>
                  <a:lnTo>
                    <a:pt x="111442" y="18707"/>
                  </a:lnTo>
                  <a:lnTo>
                    <a:pt x="34569" y="143840"/>
                  </a:lnTo>
                  <a:lnTo>
                    <a:pt x="467106" y="1305661"/>
                  </a:lnTo>
                  <a:lnTo>
                    <a:pt x="475627" y="1451406"/>
                  </a:lnTo>
                  <a:close/>
                </a:path>
              </a:pathLst>
            </a:custGeom>
            <a:ln w="57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226172" y="5573115"/>
              <a:ext cx="163195" cy="255904"/>
            </a:xfrm>
            <a:custGeom>
              <a:avLst/>
              <a:gdLst/>
              <a:ahLst/>
              <a:cxnLst/>
              <a:rect l="l" t="t" r="r" b="b"/>
              <a:pathLst>
                <a:path w="163194" h="255904">
                  <a:moveTo>
                    <a:pt x="163017" y="6197"/>
                  </a:moveTo>
                  <a:lnTo>
                    <a:pt x="153200" y="0"/>
                  </a:lnTo>
                  <a:lnTo>
                    <a:pt x="140715" y="6642"/>
                  </a:lnTo>
                  <a:lnTo>
                    <a:pt x="0" y="234564"/>
                  </a:lnTo>
                  <a:lnTo>
                    <a:pt x="0" y="249377"/>
                  </a:lnTo>
                  <a:lnTo>
                    <a:pt x="9829" y="255587"/>
                  </a:lnTo>
                  <a:lnTo>
                    <a:pt x="163017" y="6197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226172" y="5573115"/>
              <a:ext cx="174625" cy="255904"/>
            </a:xfrm>
            <a:custGeom>
              <a:avLst/>
              <a:gdLst/>
              <a:ahLst/>
              <a:cxnLst/>
              <a:rect l="l" t="t" r="r" b="b"/>
              <a:pathLst>
                <a:path w="174625" h="255904">
                  <a:moveTo>
                    <a:pt x="12" y="234543"/>
                  </a:moveTo>
                  <a:lnTo>
                    <a:pt x="0" y="249377"/>
                  </a:lnTo>
                  <a:lnTo>
                    <a:pt x="9829" y="255587"/>
                  </a:lnTo>
                  <a:lnTo>
                    <a:pt x="163017" y="6197"/>
                  </a:lnTo>
                  <a:lnTo>
                    <a:pt x="153200" y="0"/>
                  </a:lnTo>
                  <a:lnTo>
                    <a:pt x="140715" y="6642"/>
                  </a:lnTo>
                  <a:lnTo>
                    <a:pt x="12" y="234543"/>
                  </a:lnTo>
                  <a:lnTo>
                    <a:pt x="140715" y="6642"/>
                  </a:lnTo>
                </a:path>
                <a:path w="174625" h="255904">
                  <a:moveTo>
                    <a:pt x="153200" y="0"/>
                  </a:moveTo>
                  <a:lnTo>
                    <a:pt x="0" y="249377"/>
                  </a:lnTo>
                </a:path>
                <a:path w="174625" h="255904">
                  <a:moveTo>
                    <a:pt x="149529" y="28562"/>
                  </a:moveTo>
                  <a:lnTo>
                    <a:pt x="174548" y="44069"/>
                  </a:lnTo>
                </a:path>
                <a:path w="174625" h="255904">
                  <a:moveTo>
                    <a:pt x="48336" y="248742"/>
                  </a:moveTo>
                  <a:lnTo>
                    <a:pt x="23304" y="233222"/>
                  </a:lnTo>
                </a:path>
              </a:pathLst>
            </a:custGeom>
            <a:ln w="57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40141" y="5151310"/>
              <a:ext cx="64731" cy="8096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197736" y="5158333"/>
              <a:ext cx="483870" cy="746760"/>
            </a:xfrm>
            <a:custGeom>
              <a:avLst/>
              <a:gdLst/>
              <a:ahLst/>
              <a:cxnLst/>
              <a:rect l="l" t="t" r="r" b="b"/>
              <a:pathLst>
                <a:path w="483869" h="746760">
                  <a:moveTo>
                    <a:pt x="483514" y="2082"/>
                  </a:moveTo>
                  <a:lnTo>
                    <a:pt x="479932" y="0"/>
                  </a:lnTo>
                  <a:lnTo>
                    <a:pt x="445998" y="8064"/>
                  </a:lnTo>
                  <a:lnTo>
                    <a:pt x="0" y="732027"/>
                  </a:lnTo>
                  <a:lnTo>
                    <a:pt x="24142" y="746556"/>
                  </a:lnTo>
                  <a:lnTo>
                    <a:pt x="483514" y="2082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97736" y="5158333"/>
              <a:ext cx="483870" cy="746760"/>
            </a:xfrm>
            <a:custGeom>
              <a:avLst/>
              <a:gdLst/>
              <a:ahLst/>
              <a:cxnLst/>
              <a:rect l="l" t="t" r="r" b="b"/>
              <a:pathLst>
                <a:path w="483869" h="746760">
                  <a:moveTo>
                    <a:pt x="24142" y="746556"/>
                  </a:moveTo>
                  <a:lnTo>
                    <a:pt x="0" y="732027"/>
                  </a:lnTo>
                  <a:lnTo>
                    <a:pt x="445998" y="8064"/>
                  </a:lnTo>
                  <a:lnTo>
                    <a:pt x="479932" y="0"/>
                  </a:lnTo>
                  <a:lnTo>
                    <a:pt x="483514" y="2082"/>
                  </a:lnTo>
                  <a:lnTo>
                    <a:pt x="24142" y="746556"/>
                  </a:lnTo>
                  <a:close/>
                </a:path>
                <a:path w="483869" h="746760">
                  <a:moveTo>
                    <a:pt x="479932" y="0"/>
                  </a:moveTo>
                  <a:lnTo>
                    <a:pt x="194195" y="465734"/>
                  </a:lnTo>
                  <a:lnTo>
                    <a:pt x="188239" y="471843"/>
                  </a:lnTo>
                  <a:lnTo>
                    <a:pt x="180606" y="475081"/>
                  </a:lnTo>
                  <a:lnTo>
                    <a:pt x="171297" y="475424"/>
                  </a:lnTo>
                  <a:lnTo>
                    <a:pt x="163144" y="472122"/>
                  </a:lnTo>
                  <a:lnTo>
                    <a:pt x="160426" y="471017"/>
                  </a:lnTo>
                </a:path>
              </a:pathLst>
            </a:custGeom>
            <a:ln w="57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46244" y="6280608"/>
              <a:ext cx="75869" cy="7587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656359" y="5266804"/>
              <a:ext cx="1172210" cy="1233170"/>
            </a:xfrm>
            <a:custGeom>
              <a:avLst/>
              <a:gdLst/>
              <a:ahLst/>
              <a:cxnLst/>
              <a:rect l="l" t="t" r="r" b="b"/>
              <a:pathLst>
                <a:path w="1172210" h="1233170">
                  <a:moveTo>
                    <a:pt x="1172108" y="256108"/>
                  </a:moveTo>
                  <a:lnTo>
                    <a:pt x="383908" y="0"/>
                  </a:lnTo>
                  <a:lnTo>
                    <a:pt x="0" y="1181506"/>
                  </a:lnTo>
                  <a:lnTo>
                    <a:pt x="157645" y="1232725"/>
                  </a:lnTo>
                  <a:lnTo>
                    <a:pt x="490321" y="208851"/>
                  </a:lnTo>
                  <a:lnTo>
                    <a:pt x="1120889" y="413740"/>
                  </a:lnTo>
                  <a:lnTo>
                    <a:pt x="1172108" y="256108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656359" y="5266804"/>
              <a:ext cx="1172210" cy="1233170"/>
            </a:xfrm>
            <a:custGeom>
              <a:avLst/>
              <a:gdLst/>
              <a:ahLst/>
              <a:cxnLst/>
              <a:rect l="l" t="t" r="r" b="b"/>
              <a:pathLst>
                <a:path w="1172210" h="1233170">
                  <a:moveTo>
                    <a:pt x="1120889" y="413740"/>
                  </a:moveTo>
                  <a:lnTo>
                    <a:pt x="490321" y="208851"/>
                  </a:lnTo>
                  <a:lnTo>
                    <a:pt x="157645" y="1232725"/>
                  </a:lnTo>
                  <a:lnTo>
                    <a:pt x="0" y="1181506"/>
                  </a:lnTo>
                  <a:lnTo>
                    <a:pt x="383908" y="0"/>
                  </a:lnTo>
                  <a:lnTo>
                    <a:pt x="1172108" y="256108"/>
                  </a:lnTo>
                  <a:lnTo>
                    <a:pt x="1120889" y="413740"/>
                  </a:lnTo>
                  <a:close/>
                </a:path>
                <a:path w="1172210" h="1233170">
                  <a:moveTo>
                    <a:pt x="947877" y="361048"/>
                  </a:moveTo>
                  <a:lnTo>
                    <a:pt x="975296" y="276656"/>
                  </a:lnTo>
                </a:path>
                <a:path w="1172210" h="1233170">
                  <a:moveTo>
                    <a:pt x="947877" y="361048"/>
                  </a:moveTo>
                  <a:lnTo>
                    <a:pt x="975296" y="276656"/>
                  </a:lnTo>
                </a:path>
                <a:path w="1172210" h="1233170">
                  <a:moveTo>
                    <a:pt x="914438" y="350189"/>
                  </a:moveTo>
                  <a:lnTo>
                    <a:pt x="929449" y="304012"/>
                  </a:lnTo>
                </a:path>
                <a:path w="1172210" h="1233170">
                  <a:moveTo>
                    <a:pt x="914438" y="350189"/>
                  </a:moveTo>
                  <a:lnTo>
                    <a:pt x="929449" y="304012"/>
                  </a:lnTo>
                </a:path>
                <a:path w="1172210" h="1233170">
                  <a:moveTo>
                    <a:pt x="882599" y="339839"/>
                  </a:moveTo>
                  <a:lnTo>
                    <a:pt x="910018" y="255447"/>
                  </a:lnTo>
                </a:path>
                <a:path w="1172210" h="1233170">
                  <a:moveTo>
                    <a:pt x="882599" y="339839"/>
                  </a:moveTo>
                  <a:lnTo>
                    <a:pt x="910018" y="255447"/>
                  </a:lnTo>
                </a:path>
                <a:path w="1172210" h="1233170">
                  <a:moveTo>
                    <a:pt x="849160" y="328968"/>
                  </a:moveTo>
                  <a:lnTo>
                    <a:pt x="864158" y="282790"/>
                  </a:lnTo>
                </a:path>
                <a:path w="1172210" h="1233170">
                  <a:moveTo>
                    <a:pt x="849160" y="328968"/>
                  </a:moveTo>
                  <a:lnTo>
                    <a:pt x="864158" y="282790"/>
                  </a:lnTo>
                </a:path>
                <a:path w="1172210" h="1233170">
                  <a:moveTo>
                    <a:pt x="817308" y="318617"/>
                  </a:moveTo>
                  <a:lnTo>
                    <a:pt x="844727" y="234226"/>
                  </a:lnTo>
                </a:path>
                <a:path w="1172210" h="1233170">
                  <a:moveTo>
                    <a:pt x="817308" y="318617"/>
                  </a:moveTo>
                  <a:lnTo>
                    <a:pt x="844727" y="234226"/>
                  </a:lnTo>
                </a:path>
                <a:path w="1172210" h="1233170">
                  <a:moveTo>
                    <a:pt x="783869" y="307759"/>
                  </a:moveTo>
                  <a:lnTo>
                    <a:pt x="798868" y="261581"/>
                  </a:lnTo>
                </a:path>
                <a:path w="1172210" h="1233170">
                  <a:moveTo>
                    <a:pt x="783869" y="307759"/>
                  </a:moveTo>
                  <a:lnTo>
                    <a:pt x="798868" y="261581"/>
                  </a:lnTo>
                </a:path>
                <a:path w="1172210" h="1233170">
                  <a:moveTo>
                    <a:pt x="752017" y="297408"/>
                  </a:moveTo>
                  <a:lnTo>
                    <a:pt x="779449" y="213017"/>
                  </a:lnTo>
                </a:path>
                <a:path w="1172210" h="1233170">
                  <a:moveTo>
                    <a:pt x="752017" y="297408"/>
                  </a:moveTo>
                  <a:lnTo>
                    <a:pt x="779449" y="213017"/>
                  </a:lnTo>
                </a:path>
                <a:path w="1172210" h="1233170">
                  <a:moveTo>
                    <a:pt x="718578" y="286550"/>
                  </a:moveTo>
                  <a:lnTo>
                    <a:pt x="733590" y="240372"/>
                  </a:lnTo>
                </a:path>
                <a:path w="1172210" h="1233170">
                  <a:moveTo>
                    <a:pt x="718578" y="286550"/>
                  </a:moveTo>
                  <a:lnTo>
                    <a:pt x="733590" y="240372"/>
                  </a:lnTo>
                </a:path>
                <a:path w="1172210" h="1233170">
                  <a:moveTo>
                    <a:pt x="685139" y="275678"/>
                  </a:moveTo>
                  <a:lnTo>
                    <a:pt x="712571" y="191287"/>
                  </a:lnTo>
                </a:path>
                <a:path w="1172210" h="1233170">
                  <a:moveTo>
                    <a:pt x="685139" y="275678"/>
                  </a:moveTo>
                  <a:lnTo>
                    <a:pt x="712571" y="191287"/>
                  </a:lnTo>
                </a:path>
                <a:path w="1172210" h="1233170">
                  <a:moveTo>
                    <a:pt x="651700" y="264820"/>
                  </a:moveTo>
                  <a:lnTo>
                    <a:pt x="666711" y="218643"/>
                  </a:lnTo>
                </a:path>
                <a:path w="1172210" h="1233170">
                  <a:moveTo>
                    <a:pt x="651700" y="264820"/>
                  </a:moveTo>
                  <a:lnTo>
                    <a:pt x="666711" y="218643"/>
                  </a:lnTo>
                </a:path>
                <a:path w="1172210" h="1233170">
                  <a:moveTo>
                    <a:pt x="621449" y="254977"/>
                  </a:moveTo>
                  <a:lnTo>
                    <a:pt x="648868" y="170586"/>
                  </a:lnTo>
                </a:path>
                <a:path w="1172210" h="1233170">
                  <a:moveTo>
                    <a:pt x="621449" y="254977"/>
                  </a:moveTo>
                  <a:lnTo>
                    <a:pt x="648868" y="170586"/>
                  </a:lnTo>
                </a:path>
                <a:path w="1172210" h="1233170">
                  <a:moveTo>
                    <a:pt x="586422" y="243598"/>
                  </a:moveTo>
                  <a:lnTo>
                    <a:pt x="601421" y="197421"/>
                  </a:lnTo>
                </a:path>
                <a:path w="1172210" h="1233170">
                  <a:moveTo>
                    <a:pt x="586422" y="243598"/>
                  </a:moveTo>
                  <a:lnTo>
                    <a:pt x="601421" y="197421"/>
                  </a:lnTo>
                </a:path>
                <a:path w="1172210" h="1233170">
                  <a:moveTo>
                    <a:pt x="554570" y="233248"/>
                  </a:moveTo>
                  <a:lnTo>
                    <a:pt x="581990" y="148856"/>
                  </a:lnTo>
                </a:path>
                <a:path w="1172210" h="1233170">
                  <a:moveTo>
                    <a:pt x="554570" y="233248"/>
                  </a:moveTo>
                  <a:lnTo>
                    <a:pt x="581990" y="148856"/>
                  </a:lnTo>
                </a:path>
                <a:path w="1172210" h="1233170">
                  <a:moveTo>
                    <a:pt x="522731" y="222910"/>
                  </a:moveTo>
                  <a:lnTo>
                    <a:pt x="537730" y="176733"/>
                  </a:lnTo>
                </a:path>
                <a:path w="1172210" h="1233170">
                  <a:moveTo>
                    <a:pt x="522731" y="222910"/>
                  </a:moveTo>
                  <a:lnTo>
                    <a:pt x="537730" y="176733"/>
                  </a:lnTo>
                </a:path>
                <a:path w="1172210" h="1233170">
                  <a:moveTo>
                    <a:pt x="489292" y="212039"/>
                  </a:moveTo>
                  <a:lnTo>
                    <a:pt x="516712" y="127647"/>
                  </a:lnTo>
                </a:path>
                <a:path w="1172210" h="1233170">
                  <a:moveTo>
                    <a:pt x="489292" y="212039"/>
                  </a:moveTo>
                  <a:lnTo>
                    <a:pt x="516712" y="127647"/>
                  </a:lnTo>
                </a:path>
                <a:path w="1172210" h="1233170">
                  <a:moveTo>
                    <a:pt x="493509" y="209892"/>
                  </a:moveTo>
                  <a:lnTo>
                    <a:pt x="407517" y="181952"/>
                  </a:lnTo>
                </a:path>
                <a:path w="1172210" h="1233170">
                  <a:moveTo>
                    <a:pt x="493509" y="209892"/>
                  </a:moveTo>
                  <a:lnTo>
                    <a:pt x="407517" y="181952"/>
                  </a:lnTo>
                </a:path>
                <a:path w="1172210" h="1233170">
                  <a:moveTo>
                    <a:pt x="482638" y="243332"/>
                  </a:moveTo>
                  <a:lnTo>
                    <a:pt x="438061" y="228841"/>
                  </a:lnTo>
                </a:path>
                <a:path w="1172210" h="1233170">
                  <a:moveTo>
                    <a:pt x="482638" y="243332"/>
                  </a:moveTo>
                  <a:lnTo>
                    <a:pt x="438061" y="228841"/>
                  </a:lnTo>
                </a:path>
                <a:path w="1172210" h="1233170">
                  <a:moveTo>
                    <a:pt x="471779" y="276771"/>
                  </a:moveTo>
                  <a:lnTo>
                    <a:pt x="385787" y="248831"/>
                  </a:lnTo>
                </a:path>
                <a:path w="1172210" h="1233170">
                  <a:moveTo>
                    <a:pt x="471779" y="276771"/>
                  </a:moveTo>
                  <a:lnTo>
                    <a:pt x="385787" y="248831"/>
                  </a:lnTo>
                </a:path>
                <a:path w="1172210" h="1233170">
                  <a:moveTo>
                    <a:pt x="461429" y="308610"/>
                  </a:moveTo>
                  <a:lnTo>
                    <a:pt x="416839" y="294132"/>
                  </a:lnTo>
                </a:path>
                <a:path w="1172210" h="1233170">
                  <a:moveTo>
                    <a:pt x="461429" y="308610"/>
                  </a:moveTo>
                  <a:lnTo>
                    <a:pt x="416839" y="294132"/>
                  </a:lnTo>
                </a:path>
                <a:path w="1172210" h="1233170">
                  <a:moveTo>
                    <a:pt x="451078" y="340461"/>
                  </a:moveTo>
                  <a:lnTo>
                    <a:pt x="365099" y="312521"/>
                  </a:lnTo>
                </a:path>
                <a:path w="1172210" h="1233170">
                  <a:moveTo>
                    <a:pt x="451078" y="340461"/>
                  </a:moveTo>
                  <a:lnTo>
                    <a:pt x="365099" y="312521"/>
                  </a:lnTo>
                </a:path>
                <a:path w="1172210" h="1233170">
                  <a:moveTo>
                    <a:pt x="440220" y="373900"/>
                  </a:moveTo>
                  <a:lnTo>
                    <a:pt x="395630" y="359410"/>
                  </a:lnTo>
                </a:path>
                <a:path w="1172210" h="1233170">
                  <a:moveTo>
                    <a:pt x="440220" y="373900"/>
                  </a:moveTo>
                  <a:lnTo>
                    <a:pt x="395630" y="359410"/>
                  </a:lnTo>
                </a:path>
                <a:path w="1172210" h="1233170">
                  <a:moveTo>
                    <a:pt x="429348" y="407339"/>
                  </a:moveTo>
                  <a:lnTo>
                    <a:pt x="343369" y="379399"/>
                  </a:lnTo>
                </a:path>
                <a:path w="1172210" h="1233170">
                  <a:moveTo>
                    <a:pt x="429348" y="407339"/>
                  </a:moveTo>
                  <a:lnTo>
                    <a:pt x="343369" y="379399"/>
                  </a:lnTo>
                </a:path>
                <a:path w="1172210" h="1233170">
                  <a:moveTo>
                    <a:pt x="418998" y="439191"/>
                  </a:moveTo>
                  <a:lnTo>
                    <a:pt x="374421" y="424700"/>
                  </a:lnTo>
                </a:path>
                <a:path w="1172210" h="1233170">
                  <a:moveTo>
                    <a:pt x="418998" y="439191"/>
                  </a:moveTo>
                  <a:lnTo>
                    <a:pt x="374421" y="424700"/>
                  </a:lnTo>
                </a:path>
                <a:path w="1172210" h="1233170">
                  <a:moveTo>
                    <a:pt x="408139" y="472630"/>
                  </a:moveTo>
                  <a:lnTo>
                    <a:pt x="322148" y="444690"/>
                  </a:lnTo>
                </a:path>
                <a:path w="1172210" h="1233170">
                  <a:moveTo>
                    <a:pt x="408139" y="472630"/>
                  </a:moveTo>
                  <a:lnTo>
                    <a:pt x="322148" y="444690"/>
                  </a:lnTo>
                </a:path>
                <a:path w="1172210" h="1233170">
                  <a:moveTo>
                    <a:pt x="397268" y="506056"/>
                  </a:moveTo>
                  <a:lnTo>
                    <a:pt x="352691" y="491578"/>
                  </a:lnTo>
                </a:path>
                <a:path w="1172210" h="1233170">
                  <a:moveTo>
                    <a:pt x="397268" y="506056"/>
                  </a:moveTo>
                  <a:lnTo>
                    <a:pt x="352691" y="491578"/>
                  </a:lnTo>
                </a:path>
                <a:path w="1172210" h="1233170">
                  <a:moveTo>
                    <a:pt x="386930" y="537908"/>
                  </a:moveTo>
                  <a:lnTo>
                    <a:pt x="300939" y="509981"/>
                  </a:lnTo>
                </a:path>
                <a:path w="1172210" h="1233170">
                  <a:moveTo>
                    <a:pt x="386930" y="537908"/>
                  </a:moveTo>
                  <a:lnTo>
                    <a:pt x="300939" y="509981"/>
                  </a:lnTo>
                </a:path>
                <a:path w="1172210" h="1233170">
                  <a:moveTo>
                    <a:pt x="376059" y="571347"/>
                  </a:moveTo>
                  <a:lnTo>
                    <a:pt x="331469" y="556869"/>
                  </a:lnTo>
                </a:path>
                <a:path w="1172210" h="1233170">
                  <a:moveTo>
                    <a:pt x="376059" y="571347"/>
                  </a:moveTo>
                  <a:lnTo>
                    <a:pt x="331469" y="556869"/>
                  </a:lnTo>
                </a:path>
                <a:path w="1172210" h="1233170">
                  <a:moveTo>
                    <a:pt x="365709" y="603199"/>
                  </a:moveTo>
                  <a:lnTo>
                    <a:pt x="279730" y="575259"/>
                  </a:lnTo>
                </a:path>
                <a:path w="1172210" h="1233170">
                  <a:moveTo>
                    <a:pt x="365709" y="603199"/>
                  </a:moveTo>
                  <a:lnTo>
                    <a:pt x="279730" y="575259"/>
                  </a:lnTo>
                </a:path>
                <a:path w="1172210" h="1233170">
                  <a:moveTo>
                    <a:pt x="354330" y="638225"/>
                  </a:moveTo>
                  <a:lnTo>
                    <a:pt x="309740" y="623747"/>
                  </a:lnTo>
                </a:path>
                <a:path w="1172210" h="1233170">
                  <a:moveTo>
                    <a:pt x="354330" y="638225"/>
                  </a:moveTo>
                  <a:lnTo>
                    <a:pt x="309740" y="623747"/>
                  </a:lnTo>
                </a:path>
                <a:path w="1172210" h="1233170">
                  <a:moveTo>
                    <a:pt x="344500" y="668477"/>
                  </a:moveTo>
                  <a:lnTo>
                    <a:pt x="258508" y="640537"/>
                  </a:lnTo>
                </a:path>
                <a:path w="1172210" h="1233170">
                  <a:moveTo>
                    <a:pt x="344500" y="668477"/>
                  </a:moveTo>
                  <a:lnTo>
                    <a:pt x="258508" y="640537"/>
                  </a:lnTo>
                </a:path>
                <a:path w="1172210" h="1233170">
                  <a:moveTo>
                    <a:pt x="333629" y="701916"/>
                  </a:moveTo>
                  <a:lnTo>
                    <a:pt x="289051" y="687438"/>
                  </a:lnTo>
                </a:path>
                <a:path w="1172210" h="1233170">
                  <a:moveTo>
                    <a:pt x="333629" y="701916"/>
                  </a:moveTo>
                  <a:lnTo>
                    <a:pt x="289051" y="687438"/>
                  </a:lnTo>
                </a:path>
                <a:path w="1172210" h="1233170">
                  <a:moveTo>
                    <a:pt x="322770" y="735355"/>
                  </a:moveTo>
                  <a:lnTo>
                    <a:pt x="236778" y="707415"/>
                  </a:lnTo>
                </a:path>
                <a:path w="1172210" h="1233170">
                  <a:moveTo>
                    <a:pt x="322770" y="735355"/>
                  </a:moveTo>
                  <a:lnTo>
                    <a:pt x="236778" y="707415"/>
                  </a:lnTo>
                </a:path>
                <a:path w="1172210" h="1233170">
                  <a:moveTo>
                    <a:pt x="311899" y="768794"/>
                  </a:moveTo>
                  <a:lnTo>
                    <a:pt x="267322" y="754316"/>
                  </a:lnTo>
                </a:path>
                <a:path w="1172210" h="1233170">
                  <a:moveTo>
                    <a:pt x="311899" y="768794"/>
                  </a:moveTo>
                  <a:lnTo>
                    <a:pt x="267322" y="754316"/>
                  </a:lnTo>
                </a:path>
                <a:path w="1172210" h="1233170">
                  <a:moveTo>
                    <a:pt x="301561" y="800646"/>
                  </a:moveTo>
                  <a:lnTo>
                    <a:pt x="215569" y="772706"/>
                  </a:lnTo>
                </a:path>
                <a:path w="1172210" h="1233170">
                  <a:moveTo>
                    <a:pt x="301561" y="800646"/>
                  </a:moveTo>
                  <a:lnTo>
                    <a:pt x="215569" y="772706"/>
                  </a:lnTo>
                </a:path>
                <a:path w="1172210" h="1233170">
                  <a:moveTo>
                    <a:pt x="290690" y="834085"/>
                  </a:moveTo>
                  <a:lnTo>
                    <a:pt x="246100" y="819594"/>
                  </a:lnTo>
                </a:path>
                <a:path w="1172210" h="1233170">
                  <a:moveTo>
                    <a:pt x="290690" y="834085"/>
                  </a:moveTo>
                  <a:lnTo>
                    <a:pt x="246100" y="819594"/>
                  </a:lnTo>
                </a:path>
                <a:path w="1172210" h="1233170">
                  <a:moveTo>
                    <a:pt x="279819" y="867524"/>
                  </a:moveTo>
                  <a:lnTo>
                    <a:pt x="193840" y="839584"/>
                  </a:lnTo>
                </a:path>
                <a:path w="1172210" h="1233170">
                  <a:moveTo>
                    <a:pt x="279819" y="867524"/>
                  </a:moveTo>
                  <a:lnTo>
                    <a:pt x="193840" y="839584"/>
                  </a:lnTo>
                </a:path>
                <a:path w="1172210" h="1233170">
                  <a:moveTo>
                    <a:pt x="269481" y="899375"/>
                  </a:moveTo>
                  <a:lnTo>
                    <a:pt x="224891" y="884885"/>
                  </a:lnTo>
                </a:path>
                <a:path w="1172210" h="1233170">
                  <a:moveTo>
                    <a:pt x="269481" y="899375"/>
                  </a:moveTo>
                  <a:lnTo>
                    <a:pt x="224891" y="884885"/>
                  </a:lnTo>
                </a:path>
                <a:path w="1172210" h="1233170">
                  <a:moveTo>
                    <a:pt x="259130" y="931214"/>
                  </a:moveTo>
                  <a:lnTo>
                    <a:pt x="173151" y="903274"/>
                  </a:lnTo>
                </a:path>
                <a:path w="1172210" h="1233170">
                  <a:moveTo>
                    <a:pt x="259130" y="931214"/>
                  </a:moveTo>
                  <a:lnTo>
                    <a:pt x="173151" y="903274"/>
                  </a:lnTo>
                </a:path>
                <a:path w="1172210" h="1233170">
                  <a:moveTo>
                    <a:pt x="248259" y="964653"/>
                  </a:moveTo>
                  <a:lnTo>
                    <a:pt x="203682" y="950175"/>
                  </a:lnTo>
                </a:path>
                <a:path w="1172210" h="1233170">
                  <a:moveTo>
                    <a:pt x="248259" y="964653"/>
                  </a:moveTo>
                  <a:lnTo>
                    <a:pt x="203682" y="950175"/>
                  </a:lnTo>
                </a:path>
                <a:path w="1172210" h="1233170">
                  <a:moveTo>
                    <a:pt x="237401" y="998092"/>
                  </a:moveTo>
                  <a:lnTo>
                    <a:pt x="151409" y="970152"/>
                  </a:lnTo>
                </a:path>
                <a:path w="1172210" h="1233170">
                  <a:moveTo>
                    <a:pt x="237401" y="998092"/>
                  </a:moveTo>
                  <a:lnTo>
                    <a:pt x="151409" y="970152"/>
                  </a:lnTo>
                </a:path>
                <a:path w="1172210" h="1233170">
                  <a:moveTo>
                    <a:pt x="226529" y="1031532"/>
                  </a:moveTo>
                  <a:lnTo>
                    <a:pt x="181952" y="1017054"/>
                  </a:lnTo>
                </a:path>
                <a:path w="1172210" h="1233170">
                  <a:moveTo>
                    <a:pt x="226529" y="1031532"/>
                  </a:moveTo>
                  <a:lnTo>
                    <a:pt x="181952" y="1017054"/>
                  </a:lnTo>
                </a:path>
                <a:path w="1172210" h="1233170">
                  <a:moveTo>
                    <a:pt x="216192" y="1063383"/>
                  </a:moveTo>
                  <a:lnTo>
                    <a:pt x="130200" y="1035443"/>
                  </a:lnTo>
                </a:path>
                <a:path w="1172210" h="1233170">
                  <a:moveTo>
                    <a:pt x="216192" y="1063383"/>
                  </a:moveTo>
                  <a:lnTo>
                    <a:pt x="130200" y="1035443"/>
                  </a:lnTo>
                </a:path>
              </a:pathLst>
            </a:custGeom>
            <a:ln w="571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802129" y="5246408"/>
              <a:ext cx="207010" cy="240665"/>
            </a:xfrm>
            <a:custGeom>
              <a:avLst/>
              <a:gdLst/>
              <a:ahLst/>
              <a:cxnLst/>
              <a:rect l="l" t="t" r="r" b="b"/>
              <a:pathLst>
                <a:path w="207010" h="240664">
                  <a:moveTo>
                    <a:pt x="207009" y="240106"/>
                  </a:moveTo>
                  <a:lnTo>
                    <a:pt x="172364" y="0"/>
                  </a:lnTo>
                  <a:lnTo>
                    <a:pt x="0" y="172847"/>
                  </a:lnTo>
                  <a:lnTo>
                    <a:pt x="207009" y="240106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802129" y="5246408"/>
              <a:ext cx="207010" cy="240665"/>
            </a:xfrm>
            <a:custGeom>
              <a:avLst/>
              <a:gdLst/>
              <a:ahLst/>
              <a:cxnLst/>
              <a:rect l="l" t="t" r="r" b="b"/>
              <a:pathLst>
                <a:path w="207010" h="240664">
                  <a:moveTo>
                    <a:pt x="172364" y="0"/>
                  </a:moveTo>
                  <a:lnTo>
                    <a:pt x="0" y="172847"/>
                  </a:lnTo>
                  <a:lnTo>
                    <a:pt x="207009" y="240106"/>
                  </a:lnTo>
                  <a:lnTo>
                    <a:pt x="172364" y="0"/>
                  </a:lnTo>
                  <a:close/>
                </a:path>
              </a:pathLst>
            </a:custGeom>
            <a:ln w="571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040220" y="4334217"/>
              <a:ext cx="3294379" cy="1794510"/>
            </a:xfrm>
            <a:custGeom>
              <a:avLst/>
              <a:gdLst/>
              <a:ahLst/>
              <a:cxnLst/>
              <a:rect l="l" t="t" r="r" b="b"/>
              <a:pathLst>
                <a:path w="3294379" h="1794510">
                  <a:moveTo>
                    <a:pt x="2429980" y="1469999"/>
                  </a:moveTo>
                  <a:lnTo>
                    <a:pt x="0" y="1469999"/>
                  </a:lnTo>
                  <a:lnTo>
                    <a:pt x="0" y="1794002"/>
                  </a:lnTo>
                  <a:lnTo>
                    <a:pt x="2429980" y="1794002"/>
                  </a:lnTo>
                  <a:lnTo>
                    <a:pt x="2429980" y="1469999"/>
                  </a:lnTo>
                  <a:close/>
                </a:path>
                <a:path w="3294379" h="1794510">
                  <a:moveTo>
                    <a:pt x="3293999" y="0"/>
                  </a:moveTo>
                  <a:lnTo>
                    <a:pt x="1241996" y="0"/>
                  </a:lnTo>
                  <a:lnTo>
                    <a:pt x="1241996" y="179997"/>
                  </a:lnTo>
                  <a:lnTo>
                    <a:pt x="1241996" y="503999"/>
                  </a:lnTo>
                  <a:lnTo>
                    <a:pt x="2429992" y="503999"/>
                  </a:lnTo>
                  <a:lnTo>
                    <a:pt x="2429992" y="179997"/>
                  </a:lnTo>
                  <a:lnTo>
                    <a:pt x="3293999" y="179997"/>
                  </a:lnTo>
                  <a:lnTo>
                    <a:pt x="3293999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42633" y="3948233"/>
              <a:ext cx="168414" cy="189382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725252" y="3914228"/>
              <a:ext cx="580390" cy="626745"/>
            </a:xfrm>
            <a:custGeom>
              <a:avLst/>
              <a:gdLst/>
              <a:ahLst/>
              <a:cxnLst/>
              <a:rect l="l" t="t" r="r" b="b"/>
              <a:pathLst>
                <a:path w="580389" h="626745">
                  <a:moveTo>
                    <a:pt x="579856" y="378358"/>
                  </a:moveTo>
                  <a:lnTo>
                    <a:pt x="299592" y="281279"/>
                  </a:lnTo>
                  <a:lnTo>
                    <a:pt x="265798" y="263474"/>
                  </a:lnTo>
                  <a:lnTo>
                    <a:pt x="203200" y="219468"/>
                  </a:lnTo>
                  <a:lnTo>
                    <a:pt x="151917" y="164426"/>
                  </a:lnTo>
                  <a:lnTo>
                    <a:pt x="112712" y="100190"/>
                  </a:lnTo>
                  <a:lnTo>
                    <a:pt x="64960" y="2425"/>
                  </a:lnTo>
                  <a:lnTo>
                    <a:pt x="37515" y="0"/>
                  </a:lnTo>
                  <a:lnTo>
                    <a:pt x="0" y="378434"/>
                  </a:lnTo>
                  <a:lnTo>
                    <a:pt x="475907" y="626541"/>
                  </a:lnTo>
                  <a:lnTo>
                    <a:pt x="468769" y="622071"/>
                  </a:lnTo>
                  <a:lnTo>
                    <a:pt x="463600" y="614680"/>
                  </a:lnTo>
                  <a:lnTo>
                    <a:pt x="462051" y="605802"/>
                  </a:lnTo>
                  <a:lnTo>
                    <a:pt x="463588" y="596696"/>
                  </a:lnTo>
                  <a:lnTo>
                    <a:pt x="549122" y="391033"/>
                  </a:lnTo>
                  <a:lnTo>
                    <a:pt x="554482" y="383527"/>
                  </a:lnTo>
                  <a:lnTo>
                    <a:pt x="561873" y="378358"/>
                  </a:lnTo>
                  <a:lnTo>
                    <a:pt x="570763" y="376821"/>
                  </a:lnTo>
                  <a:lnTo>
                    <a:pt x="579856" y="378358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725252" y="3914228"/>
              <a:ext cx="580390" cy="626745"/>
            </a:xfrm>
            <a:custGeom>
              <a:avLst/>
              <a:gdLst/>
              <a:ahLst/>
              <a:cxnLst/>
              <a:rect l="l" t="t" r="r" b="b"/>
              <a:pathLst>
                <a:path w="580389" h="626745">
                  <a:moveTo>
                    <a:pt x="579856" y="378358"/>
                  </a:moveTo>
                  <a:lnTo>
                    <a:pt x="570763" y="376821"/>
                  </a:lnTo>
                  <a:lnTo>
                    <a:pt x="561873" y="378358"/>
                  </a:lnTo>
                  <a:lnTo>
                    <a:pt x="554482" y="383527"/>
                  </a:lnTo>
                  <a:lnTo>
                    <a:pt x="549122" y="391033"/>
                  </a:lnTo>
                  <a:lnTo>
                    <a:pt x="463588" y="596696"/>
                  </a:lnTo>
                  <a:lnTo>
                    <a:pt x="462051" y="605802"/>
                  </a:lnTo>
                  <a:lnTo>
                    <a:pt x="463600" y="614680"/>
                  </a:lnTo>
                  <a:lnTo>
                    <a:pt x="468769" y="622071"/>
                  </a:lnTo>
                  <a:lnTo>
                    <a:pt x="475907" y="626541"/>
                  </a:lnTo>
                  <a:lnTo>
                    <a:pt x="0" y="378434"/>
                  </a:lnTo>
                  <a:lnTo>
                    <a:pt x="37515" y="0"/>
                  </a:lnTo>
                  <a:lnTo>
                    <a:pt x="64960" y="2425"/>
                  </a:lnTo>
                  <a:lnTo>
                    <a:pt x="112712" y="100190"/>
                  </a:lnTo>
                  <a:lnTo>
                    <a:pt x="130505" y="133057"/>
                  </a:lnTo>
                  <a:lnTo>
                    <a:pt x="176568" y="193408"/>
                  </a:lnTo>
                  <a:lnTo>
                    <a:pt x="234340" y="243649"/>
                  </a:lnTo>
                  <a:lnTo>
                    <a:pt x="299592" y="281279"/>
                  </a:lnTo>
                  <a:lnTo>
                    <a:pt x="578586" y="377825"/>
                  </a:lnTo>
                </a:path>
              </a:pathLst>
            </a:custGeom>
            <a:ln w="6032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187304" y="4291050"/>
              <a:ext cx="337820" cy="337185"/>
            </a:xfrm>
            <a:custGeom>
              <a:avLst/>
              <a:gdLst/>
              <a:ahLst/>
              <a:cxnLst/>
              <a:rect l="l" t="t" r="r" b="b"/>
              <a:pathLst>
                <a:path w="337820" h="337185">
                  <a:moveTo>
                    <a:pt x="337692" y="108699"/>
                  </a:moveTo>
                  <a:lnTo>
                    <a:pt x="117805" y="1536"/>
                  </a:lnTo>
                  <a:lnTo>
                    <a:pt x="108712" y="0"/>
                  </a:lnTo>
                  <a:lnTo>
                    <a:pt x="99822" y="1536"/>
                  </a:lnTo>
                  <a:lnTo>
                    <a:pt x="92430" y="6705"/>
                  </a:lnTo>
                  <a:lnTo>
                    <a:pt x="87071" y="14211"/>
                  </a:lnTo>
                  <a:lnTo>
                    <a:pt x="1536" y="219875"/>
                  </a:lnTo>
                  <a:lnTo>
                    <a:pt x="0" y="228981"/>
                  </a:lnTo>
                  <a:lnTo>
                    <a:pt x="1549" y="237858"/>
                  </a:lnTo>
                  <a:lnTo>
                    <a:pt x="6718" y="245249"/>
                  </a:lnTo>
                  <a:lnTo>
                    <a:pt x="13855" y="249720"/>
                  </a:lnTo>
                  <a:lnTo>
                    <a:pt x="219506" y="335241"/>
                  </a:lnTo>
                  <a:lnTo>
                    <a:pt x="227698" y="337146"/>
                  </a:lnTo>
                  <a:lnTo>
                    <a:pt x="236588" y="335597"/>
                  </a:lnTo>
                  <a:lnTo>
                    <a:pt x="243979" y="330428"/>
                  </a:lnTo>
                  <a:lnTo>
                    <a:pt x="249351" y="322922"/>
                  </a:lnTo>
                  <a:lnTo>
                    <a:pt x="335775" y="116890"/>
                  </a:lnTo>
                  <a:lnTo>
                    <a:pt x="337692" y="108699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187304" y="4291050"/>
              <a:ext cx="337820" cy="337185"/>
            </a:xfrm>
            <a:custGeom>
              <a:avLst/>
              <a:gdLst/>
              <a:ahLst/>
              <a:cxnLst/>
              <a:rect l="l" t="t" r="r" b="b"/>
              <a:pathLst>
                <a:path w="337820" h="337185">
                  <a:moveTo>
                    <a:pt x="13855" y="249720"/>
                  </a:moveTo>
                  <a:lnTo>
                    <a:pt x="6718" y="245249"/>
                  </a:lnTo>
                  <a:lnTo>
                    <a:pt x="1549" y="237858"/>
                  </a:lnTo>
                  <a:lnTo>
                    <a:pt x="0" y="228981"/>
                  </a:lnTo>
                  <a:lnTo>
                    <a:pt x="1536" y="219875"/>
                  </a:lnTo>
                  <a:lnTo>
                    <a:pt x="87071" y="14211"/>
                  </a:lnTo>
                  <a:lnTo>
                    <a:pt x="92430" y="6705"/>
                  </a:lnTo>
                  <a:lnTo>
                    <a:pt x="99822" y="1536"/>
                  </a:lnTo>
                  <a:lnTo>
                    <a:pt x="108712" y="0"/>
                  </a:lnTo>
                  <a:lnTo>
                    <a:pt x="117805" y="1536"/>
                  </a:lnTo>
                  <a:lnTo>
                    <a:pt x="323468" y="87045"/>
                  </a:lnTo>
                  <a:lnTo>
                    <a:pt x="330974" y="92417"/>
                  </a:lnTo>
                  <a:lnTo>
                    <a:pt x="336143" y="99822"/>
                  </a:lnTo>
                  <a:lnTo>
                    <a:pt x="337692" y="108699"/>
                  </a:lnTo>
                  <a:lnTo>
                    <a:pt x="335775" y="116890"/>
                  </a:lnTo>
                  <a:lnTo>
                    <a:pt x="249351" y="322922"/>
                  </a:lnTo>
                  <a:lnTo>
                    <a:pt x="243979" y="330428"/>
                  </a:lnTo>
                  <a:lnTo>
                    <a:pt x="236588" y="335597"/>
                  </a:lnTo>
                  <a:lnTo>
                    <a:pt x="227698" y="337146"/>
                  </a:lnTo>
                  <a:lnTo>
                    <a:pt x="219506" y="335241"/>
                  </a:lnTo>
                  <a:lnTo>
                    <a:pt x="13855" y="249720"/>
                  </a:lnTo>
                </a:path>
              </a:pathLst>
            </a:custGeom>
            <a:ln w="6032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219498" y="4323371"/>
              <a:ext cx="273685" cy="273685"/>
            </a:xfrm>
            <a:custGeom>
              <a:avLst/>
              <a:gdLst/>
              <a:ahLst/>
              <a:cxnLst/>
              <a:rect l="l" t="t" r="r" b="b"/>
              <a:pathLst>
                <a:path w="273685" h="273685">
                  <a:moveTo>
                    <a:pt x="273088" y="80200"/>
                  </a:moveTo>
                  <a:lnTo>
                    <a:pt x="80213" y="0"/>
                  </a:lnTo>
                  <a:lnTo>
                    <a:pt x="0" y="192874"/>
                  </a:lnTo>
                  <a:lnTo>
                    <a:pt x="192887" y="273088"/>
                  </a:lnTo>
                  <a:lnTo>
                    <a:pt x="273088" y="80200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219498" y="4323371"/>
              <a:ext cx="273685" cy="273685"/>
            </a:xfrm>
            <a:custGeom>
              <a:avLst/>
              <a:gdLst/>
              <a:ahLst/>
              <a:cxnLst/>
              <a:rect l="l" t="t" r="r" b="b"/>
              <a:pathLst>
                <a:path w="273685" h="273685">
                  <a:moveTo>
                    <a:pt x="273088" y="80200"/>
                  </a:moveTo>
                  <a:lnTo>
                    <a:pt x="192887" y="273088"/>
                  </a:lnTo>
                  <a:lnTo>
                    <a:pt x="0" y="192874"/>
                  </a:lnTo>
                  <a:lnTo>
                    <a:pt x="80213" y="0"/>
                  </a:lnTo>
                  <a:lnTo>
                    <a:pt x="273088" y="80213"/>
                  </a:lnTo>
                  <a:close/>
                </a:path>
              </a:pathLst>
            </a:custGeom>
            <a:ln w="6032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37444" y="3932986"/>
              <a:ext cx="43815" cy="238760"/>
            </a:xfrm>
            <a:custGeom>
              <a:avLst/>
              <a:gdLst/>
              <a:ahLst/>
              <a:cxnLst/>
              <a:rect l="l" t="t" r="r" b="b"/>
              <a:pathLst>
                <a:path w="43814" h="238760">
                  <a:moveTo>
                    <a:pt x="43484" y="25577"/>
                  </a:moveTo>
                  <a:lnTo>
                    <a:pt x="42837" y="16319"/>
                  </a:lnTo>
                  <a:lnTo>
                    <a:pt x="38569" y="8559"/>
                  </a:lnTo>
                  <a:lnTo>
                    <a:pt x="32867" y="2451"/>
                  </a:lnTo>
                  <a:lnTo>
                    <a:pt x="23406" y="0"/>
                  </a:lnTo>
                  <a:lnTo>
                    <a:pt x="0" y="238226"/>
                  </a:lnTo>
                  <a:lnTo>
                    <a:pt x="43484" y="25577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737444" y="3932986"/>
              <a:ext cx="43815" cy="238760"/>
            </a:xfrm>
            <a:custGeom>
              <a:avLst/>
              <a:gdLst/>
              <a:ahLst/>
              <a:cxnLst/>
              <a:rect l="l" t="t" r="r" b="b"/>
              <a:pathLst>
                <a:path w="43814" h="238760">
                  <a:moveTo>
                    <a:pt x="23406" y="0"/>
                  </a:moveTo>
                  <a:lnTo>
                    <a:pt x="32867" y="2451"/>
                  </a:lnTo>
                  <a:lnTo>
                    <a:pt x="38569" y="8559"/>
                  </a:lnTo>
                  <a:lnTo>
                    <a:pt x="42837" y="16319"/>
                  </a:lnTo>
                  <a:lnTo>
                    <a:pt x="43484" y="25577"/>
                  </a:lnTo>
                  <a:lnTo>
                    <a:pt x="25196" y="217233"/>
                  </a:lnTo>
                  <a:lnTo>
                    <a:pt x="22390" y="225818"/>
                  </a:lnTo>
                  <a:lnTo>
                    <a:pt x="17030" y="233324"/>
                  </a:lnTo>
                  <a:lnTo>
                    <a:pt x="9258" y="237578"/>
                  </a:lnTo>
                  <a:lnTo>
                    <a:pt x="0" y="238226"/>
                  </a:lnTo>
                </a:path>
              </a:pathLst>
            </a:custGeom>
            <a:ln w="6032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791915" y="3462172"/>
              <a:ext cx="1062990" cy="1212215"/>
            </a:xfrm>
            <a:custGeom>
              <a:avLst/>
              <a:gdLst/>
              <a:ahLst/>
              <a:cxnLst/>
              <a:rect l="l" t="t" r="r" b="b"/>
              <a:pathLst>
                <a:path w="1062989" h="1212214">
                  <a:moveTo>
                    <a:pt x="1062532" y="1193279"/>
                  </a:moveTo>
                  <a:lnTo>
                    <a:pt x="986916" y="1059002"/>
                  </a:lnTo>
                  <a:lnTo>
                    <a:pt x="38328" y="157518"/>
                  </a:lnTo>
                  <a:lnTo>
                    <a:pt x="53263" y="3213"/>
                  </a:lnTo>
                  <a:lnTo>
                    <a:pt x="14897" y="0"/>
                  </a:lnTo>
                  <a:lnTo>
                    <a:pt x="0" y="151117"/>
                  </a:lnTo>
                  <a:lnTo>
                    <a:pt x="10744" y="184175"/>
                  </a:lnTo>
                  <a:lnTo>
                    <a:pt x="953134" y="1084516"/>
                  </a:lnTo>
                  <a:lnTo>
                    <a:pt x="1022616" y="1212024"/>
                  </a:lnTo>
                  <a:lnTo>
                    <a:pt x="1062532" y="1193279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91915" y="3462172"/>
              <a:ext cx="1062990" cy="1212215"/>
            </a:xfrm>
            <a:custGeom>
              <a:avLst/>
              <a:gdLst/>
              <a:ahLst/>
              <a:cxnLst/>
              <a:rect l="l" t="t" r="r" b="b"/>
              <a:pathLst>
                <a:path w="1062989" h="1212214">
                  <a:moveTo>
                    <a:pt x="1062532" y="1193279"/>
                  </a:moveTo>
                  <a:lnTo>
                    <a:pt x="1022616" y="1212024"/>
                  </a:lnTo>
                  <a:lnTo>
                    <a:pt x="953134" y="1084516"/>
                  </a:lnTo>
                  <a:lnTo>
                    <a:pt x="10744" y="184175"/>
                  </a:lnTo>
                  <a:lnTo>
                    <a:pt x="0" y="151117"/>
                  </a:lnTo>
                  <a:lnTo>
                    <a:pt x="14897" y="0"/>
                  </a:lnTo>
                  <a:lnTo>
                    <a:pt x="53263" y="3213"/>
                  </a:lnTo>
                  <a:lnTo>
                    <a:pt x="38328" y="157518"/>
                  </a:lnTo>
                  <a:lnTo>
                    <a:pt x="986916" y="1059002"/>
                  </a:lnTo>
                  <a:lnTo>
                    <a:pt x="1062532" y="1193279"/>
                  </a:lnTo>
                  <a:close/>
                </a:path>
              </a:pathLst>
            </a:custGeom>
            <a:ln w="6032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684943" y="3894175"/>
              <a:ext cx="48895" cy="309245"/>
            </a:xfrm>
            <a:custGeom>
              <a:avLst/>
              <a:gdLst/>
              <a:ahLst/>
              <a:cxnLst/>
              <a:rect l="l" t="t" r="r" b="b"/>
              <a:pathLst>
                <a:path w="48895" h="309245">
                  <a:moveTo>
                    <a:pt x="48793" y="1320"/>
                  </a:moveTo>
                  <a:lnTo>
                    <a:pt x="36614" y="0"/>
                  </a:lnTo>
                  <a:lnTo>
                    <a:pt x="27851" y="12077"/>
                  </a:lnTo>
                  <a:lnTo>
                    <a:pt x="0" y="293420"/>
                  </a:lnTo>
                  <a:lnTo>
                    <a:pt x="6870" y="307505"/>
                  </a:lnTo>
                  <a:lnTo>
                    <a:pt x="19062" y="308825"/>
                  </a:lnTo>
                  <a:lnTo>
                    <a:pt x="48793" y="1320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684943" y="3894175"/>
              <a:ext cx="48895" cy="309245"/>
            </a:xfrm>
            <a:custGeom>
              <a:avLst/>
              <a:gdLst/>
              <a:ahLst/>
              <a:cxnLst/>
              <a:rect l="l" t="t" r="r" b="b"/>
              <a:pathLst>
                <a:path w="48895" h="309245">
                  <a:moveTo>
                    <a:pt x="0" y="293420"/>
                  </a:moveTo>
                  <a:lnTo>
                    <a:pt x="6870" y="307505"/>
                  </a:lnTo>
                  <a:lnTo>
                    <a:pt x="19062" y="308825"/>
                  </a:lnTo>
                  <a:lnTo>
                    <a:pt x="48793" y="1320"/>
                  </a:lnTo>
                  <a:lnTo>
                    <a:pt x="36614" y="0"/>
                  </a:lnTo>
                  <a:lnTo>
                    <a:pt x="27851" y="12077"/>
                  </a:lnTo>
                  <a:lnTo>
                    <a:pt x="0" y="293420"/>
                  </a:lnTo>
                  <a:lnTo>
                    <a:pt x="27851" y="12077"/>
                  </a:lnTo>
                </a:path>
              </a:pathLst>
            </a:custGeom>
            <a:ln w="6032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691813" y="3894175"/>
              <a:ext cx="29845" cy="307975"/>
            </a:xfrm>
            <a:custGeom>
              <a:avLst/>
              <a:gdLst/>
              <a:ahLst/>
              <a:cxnLst/>
              <a:rect l="l" t="t" r="r" b="b"/>
              <a:pathLst>
                <a:path w="29845" h="307975">
                  <a:moveTo>
                    <a:pt x="29743" y="0"/>
                  </a:moveTo>
                  <a:lnTo>
                    <a:pt x="0" y="307505"/>
                  </a:lnTo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691813" y="3894175"/>
              <a:ext cx="29845" cy="307975"/>
            </a:xfrm>
            <a:custGeom>
              <a:avLst/>
              <a:gdLst/>
              <a:ahLst/>
              <a:cxnLst/>
              <a:rect l="l" t="t" r="r" b="b"/>
              <a:pathLst>
                <a:path w="29845" h="307975">
                  <a:moveTo>
                    <a:pt x="29743" y="0"/>
                  </a:moveTo>
                  <a:lnTo>
                    <a:pt x="0" y="307505"/>
                  </a:lnTo>
                </a:path>
              </a:pathLst>
            </a:custGeom>
            <a:ln w="6032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731310" y="3922953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4" h="3175">
                  <a:moveTo>
                    <a:pt x="30911" y="3124"/>
                  </a:moveTo>
                  <a:lnTo>
                    <a:pt x="0" y="0"/>
                  </a:lnTo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731310" y="3922953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4" h="3175">
                  <a:moveTo>
                    <a:pt x="0" y="0"/>
                  </a:moveTo>
                  <a:lnTo>
                    <a:pt x="30911" y="3124"/>
                  </a:lnTo>
                </a:path>
              </a:pathLst>
            </a:custGeom>
            <a:ln w="6032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706418" y="4175556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4" h="3175">
                  <a:moveTo>
                    <a:pt x="30937" y="3111"/>
                  </a:moveTo>
                  <a:lnTo>
                    <a:pt x="0" y="0"/>
                  </a:lnTo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706418" y="4175556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4" h="3175">
                  <a:moveTo>
                    <a:pt x="30937" y="3111"/>
                  </a:moveTo>
                  <a:lnTo>
                    <a:pt x="0" y="0"/>
                  </a:lnTo>
                </a:path>
              </a:pathLst>
            </a:custGeom>
            <a:ln w="6032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808920" y="3348329"/>
              <a:ext cx="25400" cy="92075"/>
            </a:xfrm>
            <a:custGeom>
              <a:avLst/>
              <a:gdLst/>
              <a:ahLst/>
              <a:cxnLst/>
              <a:rect l="l" t="t" r="r" b="b"/>
              <a:pathLst>
                <a:path w="25400" h="92075">
                  <a:moveTo>
                    <a:pt x="24993" y="0"/>
                  </a:moveTo>
                  <a:lnTo>
                    <a:pt x="8724" y="6718"/>
                  </a:lnTo>
                  <a:lnTo>
                    <a:pt x="0" y="90741"/>
                  </a:lnTo>
                  <a:lnTo>
                    <a:pt x="16179" y="91478"/>
                  </a:lnTo>
                  <a:lnTo>
                    <a:pt x="24993" y="0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808920" y="3348329"/>
              <a:ext cx="25400" cy="92075"/>
            </a:xfrm>
            <a:custGeom>
              <a:avLst/>
              <a:gdLst/>
              <a:ahLst/>
              <a:cxnLst/>
              <a:rect l="l" t="t" r="r" b="b"/>
              <a:pathLst>
                <a:path w="25400" h="92075">
                  <a:moveTo>
                    <a:pt x="8724" y="6718"/>
                  </a:moveTo>
                  <a:lnTo>
                    <a:pt x="24993" y="0"/>
                  </a:lnTo>
                  <a:lnTo>
                    <a:pt x="16179" y="91478"/>
                  </a:lnTo>
                  <a:lnTo>
                    <a:pt x="0" y="90741"/>
                  </a:lnTo>
                  <a:lnTo>
                    <a:pt x="8724" y="6718"/>
                  </a:lnTo>
                </a:path>
              </a:pathLst>
            </a:custGeom>
            <a:ln w="6032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696284" y="3362566"/>
              <a:ext cx="120650" cy="919480"/>
            </a:xfrm>
            <a:custGeom>
              <a:avLst/>
              <a:gdLst/>
              <a:ahLst/>
              <a:cxnLst/>
              <a:rect l="l" t="t" r="r" b="b"/>
              <a:pathLst>
                <a:path w="120650" h="919479">
                  <a:moveTo>
                    <a:pt x="120357" y="317"/>
                  </a:moveTo>
                  <a:lnTo>
                    <a:pt x="115989" y="0"/>
                  </a:lnTo>
                  <a:lnTo>
                    <a:pt x="87541" y="23367"/>
                  </a:lnTo>
                  <a:lnTo>
                    <a:pt x="0" y="916647"/>
                  </a:lnTo>
                  <a:lnTo>
                    <a:pt x="29641" y="919238"/>
                  </a:lnTo>
                  <a:lnTo>
                    <a:pt x="120357" y="317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696284" y="3362566"/>
              <a:ext cx="120650" cy="919480"/>
            </a:xfrm>
            <a:custGeom>
              <a:avLst/>
              <a:gdLst/>
              <a:ahLst/>
              <a:cxnLst/>
              <a:rect l="l" t="t" r="r" b="b"/>
              <a:pathLst>
                <a:path w="120650" h="919479">
                  <a:moveTo>
                    <a:pt x="29641" y="919238"/>
                  </a:moveTo>
                  <a:lnTo>
                    <a:pt x="0" y="916647"/>
                  </a:lnTo>
                  <a:lnTo>
                    <a:pt x="87541" y="23367"/>
                  </a:lnTo>
                  <a:lnTo>
                    <a:pt x="115989" y="0"/>
                  </a:lnTo>
                  <a:lnTo>
                    <a:pt x="120357" y="317"/>
                  </a:lnTo>
                  <a:lnTo>
                    <a:pt x="29641" y="919238"/>
                  </a:lnTo>
                  <a:close/>
                </a:path>
              </a:pathLst>
            </a:custGeom>
            <a:ln w="6032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727500" y="3362566"/>
              <a:ext cx="85090" cy="594995"/>
            </a:xfrm>
            <a:custGeom>
              <a:avLst/>
              <a:gdLst/>
              <a:ahLst/>
              <a:cxnLst/>
              <a:rect l="l" t="t" r="r" b="b"/>
              <a:pathLst>
                <a:path w="85089" h="594995">
                  <a:moveTo>
                    <a:pt x="84772" y="0"/>
                  </a:moveTo>
                  <a:lnTo>
                    <a:pt x="0" y="594766"/>
                  </a:lnTo>
                  <a:lnTo>
                    <a:pt x="12344" y="593902"/>
                  </a:lnTo>
                  <a:lnTo>
                    <a:pt x="21018" y="589267"/>
                  </a:lnTo>
                  <a:lnTo>
                    <a:pt x="26758" y="582650"/>
                  </a:lnTo>
                  <a:lnTo>
                    <a:pt x="29578" y="574103"/>
                  </a:lnTo>
                  <a:lnTo>
                    <a:pt x="84772" y="0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727500" y="3362566"/>
              <a:ext cx="85090" cy="594995"/>
            </a:xfrm>
            <a:custGeom>
              <a:avLst/>
              <a:gdLst/>
              <a:ahLst/>
              <a:cxnLst/>
              <a:rect l="l" t="t" r="r" b="b"/>
              <a:pathLst>
                <a:path w="85089" h="594995">
                  <a:moveTo>
                    <a:pt x="84772" y="0"/>
                  </a:moveTo>
                  <a:lnTo>
                    <a:pt x="29578" y="574103"/>
                  </a:lnTo>
                  <a:lnTo>
                    <a:pt x="3086" y="594550"/>
                  </a:lnTo>
                  <a:lnTo>
                    <a:pt x="0" y="594766"/>
                  </a:lnTo>
                </a:path>
              </a:pathLst>
            </a:custGeom>
            <a:ln w="6032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016666" y="1708607"/>
              <a:ext cx="4505325" cy="1711960"/>
            </a:xfrm>
            <a:custGeom>
              <a:avLst/>
              <a:gdLst/>
              <a:ahLst/>
              <a:cxnLst/>
              <a:rect l="l" t="t" r="r" b="b"/>
              <a:pathLst>
                <a:path w="4505325" h="1711960">
                  <a:moveTo>
                    <a:pt x="4504842" y="1143"/>
                  </a:moveTo>
                  <a:lnTo>
                    <a:pt x="0" y="0"/>
                  </a:lnTo>
                  <a:lnTo>
                    <a:pt x="13284" y="46071"/>
                  </a:lnTo>
                  <a:lnTo>
                    <a:pt x="27483" y="91747"/>
                  </a:lnTo>
                  <a:lnTo>
                    <a:pt x="42586" y="137018"/>
                  </a:lnTo>
                  <a:lnTo>
                    <a:pt x="58582" y="181872"/>
                  </a:lnTo>
                  <a:lnTo>
                    <a:pt x="75460" y="226300"/>
                  </a:lnTo>
                  <a:lnTo>
                    <a:pt x="93210" y="270291"/>
                  </a:lnTo>
                  <a:lnTo>
                    <a:pt x="111822" y="313833"/>
                  </a:lnTo>
                  <a:lnTo>
                    <a:pt x="131284" y="356917"/>
                  </a:lnTo>
                  <a:lnTo>
                    <a:pt x="151586" y="399532"/>
                  </a:lnTo>
                  <a:lnTo>
                    <a:pt x="172718" y="441668"/>
                  </a:lnTo>
                  <a:lnTo>
                    <a:pt x="194669" y="483313"/>
                  </a:lnTo>
                  <a:lnTo>
                    <a:pt x="217428" y="524457"/>
                  </a:lnTo>
                  <a:lnTo>
                    <a:pt x="240985" y="565090"/>
                  </a:lnTo>
                  <a:lnTo>
                    <a:pt x="265330" y="605201"/>
                  </a:lnTo>
                  <a:lnTo>
                    <a:pt x="290451" y="644780"/>
                  </a:lnTo>
                  <a:lnTo>
                    <a:pt x="316338" y="683816"/>
                  </a:lnTo>
                  <a:lnTo>
                    <a:pt x="342981" y="722297"/>
                  </a:lnTo>
                  <a:lnTo>
                    <a:pt x="370369" y="760215"/>
                  </a:lnTo>
                  <a:lnTo>
                    <a:pt x="398491" y="797558"/>
                  </a:lnTo>
                  <a:lnTo>
                    <a:pt x="427337" y="834315"/>
                  </a:lnTo>
                  <a:lnTo>
                    <a:pt x="456896" y="870476"/>
                  </a:lnTo>
                  <a:lnTo>
                    <a:pt x="487158" y="906031"/>
                  </a:lnTo>
                  <a:lnTo>
                    <a:pt x="518112" y="940969"/>
                  </a:lnTo>
                  <a:lnTo>
                    <a:pt x="549748" y="975279"/>
                  </a:lnTo>
                  <a:lnTo>
                    <a:pt x="582054" y="1008951"/>
                  </a:lnTo>
                  <a:lnTo>
                    <a:pt x="615021" y="1041974"/>
                  </a:lnTo>
                  <a:lnTo>
                    <a:pt x="648637" y="1074337"/>
                  </a:lnTo>
                  <a:lnTo>
                    <a:pt x="682893" y="1106030"/>
                  </a:lnTo>
                  <a:lnTo>
                    <a:pt x="717777" y="1137043"/>
                  </a:lnTo>
                  <a:lnTo>
                    <a:pt x="753280" y="1167365"/>
                  </a:lnTo>
                  <a:lnTo>
                    <a:pt x="789390" y="1196985"/>
                  </a:lnTo>
                  <a:lnTo>
                    <a:pt x="826096" y="1225892"/>
                  </a:lnTo>
                  <a:lnTo>
                    <a:pt x="863389" y="1254077"/>
                  </a:lnTo>
                  <a:lnTo>
                    <a:pt x="901258" y="1281528"/>
                  </a:lnTo>
                  <a:lnTo>
                    <a:pt x="939692" y="1308236"/>
                  </a:lnTo>
                  <a:lnTo>
                    <a:pt x="978681" y="1334188"/>
                  </a:lnTo>
                  <a:lnTo>
                    <a:pt x="1018213" y="1359375"/>
                  </a:lnTo>
                  <a:lnTo>
                    <a:pt x="1058279" y="1383787"/>
                  </a:lnTo>
                  <a:lnTo>
                    <a:pt x="1098868" y="1407412"/>
                  </a:lnTo>
                  <a:lnTo>
                    <a:pt x="1139969" y="1430241"/>
                  </a:lnTo>
                  <a:lnTo>
                    <a:pt x="1181572" y="1452261"/>
                  </a:lnTo>
                  <a:lnTo>
                    <a:pt x="1223665" y="1473464"/>
                  </a:lnTo>
                  <a:lnTo>
                    <a:pt x="1266240" y="1493838"/>
                  </a:lnTo>
                  <a:lnTo>
                    <a:pt x="1309284" y="1513373"/>
                  </a:lnTo>
                  <a:lnTo>
                    <a:pt x="1352788" y="1532058"/>
                  </a:lnTo>
                  <a:lnTo>
                    <a:pt x="1396740" y="1549882"/>
                  </a:lnTo>
                  <a:lnTo>
                    <a:pt x="1441131" y="1566836"/>
                  </a:lnTo>
                  <a:lnTo>
                    <a:pt x="1485950" y="1582908"/>
                  </a:lnTo>
                  <a:lnTo>
                    <a:pt x="1531185" y="1598088"/>
                  </a:lnTo>
                  <a:lnTo>
                    <a:pt x="1576827" y="1612365"/>
                  </a:lnTo>
                  <a:lnTo>
                    <a:pt x="1622865" y="1625729"/>
                  </a:lnTo>
                  <a:lnTo>
                    <a:pt x="1669288" y="1638169"/>
                  </a:lnTo>
                  <a:lnTo>
                    <a:pt x="1716086" y="1649675"/>
                  </a:lnTo>
                  <a:lnTo>
                    <a:pt x="1763248" y="1660236"/>
                  </a:lnTo>
                  <a:lnTo>
                    <a:pt x="1810764" y="1669841"/>
                  </a:lnTo>
                  <a:lnTo>
                    <a:pt x="1858623" y="1678480"/>
                  </a:lnTo>
                  <a:lnTo>
                    <a:pt x="1906814" y="1686142"/>
                  </a:lnTo>
                  <a:lnTo>
                    <a:pt x="1955327" y="1692817"/>
                  </a:lnTo>
                  <a:lnTo>
                    <a:pt x="2004152" y="1698494"/>
                  </a:lnTo>
                  <a:lnTo>
                    <a:pt x="2053277" y="1703162"/>
                  </a:lnTo>
                  <a:lnTo>
                    <a:pt x="2102692" y="1706812"/>
                  </a:lnTo>
                  <a:lnTo>
                    <a:pt x="2152387" y="1709432"/>
                  </a:lnTo>
                  <a:lnTo>
                    <a:pt x="2202351" y="1711011"/>
                  </a:lnTo>
                  <a:lnTo>
                    <a:pt x="2252573" y="1711540"/>
                  </a:lnTo>
                  <a:lnTo>
                    <a:pt x="2302776" y="1711012"/>
                  </a:lnTo>
                  <a:lnTo>
                    <a:pt x="2352722" y="1709433"/>
                  </a:lnTo>
                  <a:lnTo>
                    <a:pt x="2402398" y="1706816"/>
                  </a:lnTo>
                  <a:lnTo>
                    <a:pt x="2451795" y="1703169"/>
                  </a:lnTo>
                  <a:lnTo>
                    <a:pt x="2500902" y="1698504"/>
                  </a:lnTo>
                  <a:lnTo>
                    <a:pt x="2549709" y="1692831"/>
                  </a:lnTo>
                  <a:lnTo>
                    <a:pt x="2598204" y="1686161"/>
                  </a:lnTo>
                  <a:lnTo>
                    <a:pt x="2646378" y="1678505"/>
                  </a:lnTo>
                  <a:lnTo>
                    <a:pt x="2694220" y="1669872"/>
                  </a:lnTo>
                  <a:lnTo>
                    <a:pt x="2741719" y="1660275"/>
                  </a:lnTo>
                  <a:lnTo>
                    <a:pt x="2788865" y="1649722"/>
                  </a:lnTo>
                  <a:lnTo>
                    <a:pt x="2835646" y="1638225"/>
                  </a:lnTo>
                  <a:lnTo>
                    <a:pt x="2882054" y="1625794"/>
                  </a:lnTo>
                  <a:lnTo>
                    <a:pt x="2928076" y="1612440"/>
                  </a:lnTo>
                  <a:lnTo>
                    <a:pt x="2973703" y="1598173"/>
                  </a:lnTo>
                  <a:lnTo>
                    <a:pt x="3018924" y="1583004"/>
                  </a:lnTo>
                  <a:lnTo>
                    <a:pt x="3063728" y="1566944"/>
                  </a:lnTo>
                  <a:lnTo>
                    <a:pt x="3108105" y="1550003"/>
                  </a:lnTo>
                  <a:lnTo>
                    <a:pt x="3152044" y="1532192"/>
                  </a:lnTo>
                  <a:lnTo>
                    <a:pt x="3195535" y="1513520"/>
                  </a:lnTo>
                  <a:lnTo>
                    <a:pt x="3238566" y="1494000"/>
                  </a:lnTo>
                  <a:lnTo>
                    <a:pt x="3281128" y="1473640"/>
                  </a:lnTo>
                  <a:lnTo>
                    <a:pt x="3323210" y="1452453"/>
                  </a:lnTo>
                  <a:lnTo>
                    <a:pt x="3364802" y="1430448"/>
                  </a:lnTo>
                  <a:lnTo>
                    <a:pt x="3405892" y="1407636"/>
                  </a:lnTo>
                  <a:lnTo>
                    <a:pt x="3446470" y="1384028"/>
                  </a:lnTo>
                  <a:lnTo>
                    <a:pt x="3486527" y="1359634"/>
                  </a:lnTo>
                  <a:lnTo>
                    <a:pt x="3526050" y="1334464"/>
                  </a:lnTo>
                  <a:lnTo>
                    <a:pt x="3565029" y="1308530"/>
                  </a:lnTo>
                  <a:lnTo>
                    <a:pt x="3603455" y="1281842"/>
                  </a:lnTo>
                  <a:lnTo>
                    <a:pt x="3641316" y="1254410"/>
                  </a:lnTo>
                  <a:lnTo>
                    <a:pt x="3678602" y="1226245"/>
                  </a:lnTo>
                  <a:lnTo>
                    <a:pt x="3715302" y="1197357"/>
                  </a:lnTo>
                  <a:lnTo>
                    <a:pt x="3751406" y="1167758"/>
                  </a:lnTo>
                  <a:lnTo>
                    <a:pt x="3786903" y="1137457"/>
                  </a:lnTo>
                  <a:lnTo>
                    <a:pt x="3821783" y="1106466"/>
                  </a:lnTo>
                  <a:lnTo>
                    <a:pt x="3856034" y="1074794"/>
                  </a:lnTo>
                  <a:lnTo>
                    <a:pt x="3889647" y="1042453"/>
                  </a:lnTo>
                  <a:lnTo>
                    <a:pt x="3922611" y="1009453"/>
                  </a:lnTo>
                  <a:lnTo>
                    <a:pt x="3954916" y="975804"/>
                  </a:lnTo>
                  <a:lnTo>
                    <a:pt x="3986550" y="941517"/>
                  </a:lnTo>
                  <a:lnTo>
                    <a:pt x="4017503" y="906602"/>
                  </a:lnTo>
                  <a:lnTo>
                    <a:pt x="4047765" y="871071"/>
                  </a:lnTo>
                  <a:lnTo>
                    <a:pt x="4077324" y="834934"/>
                  </a:lnTo>
                  <a:lnTo>
                    <a:pt x="4106172" y="798201"/>
                  </a:lnTo>
                  <a:lnTo>
                    <a:pt x="4134296" y="760883"/>
                  </a:lnTo>
                  <a:lnTo>
                    <a:pt x="4161687" y="722990"/>
                  </a:lnTo>
                  <a:lnTo>
                    <a:pt x="4188333" y="684533"/>
                  </a:lnTo>
                  <a:lnTo>
                    <a:pt x="4214225" y="645523"/>
                  </a:lnTo>
                  <a:lnTo>
                    <a:pt x="4239351" y="605970"/>
                  </a:lnTo>
                  <a:lnTo>
                    <a:pt x="4263701" y="565885"/>
                  </a:lnTo>
                  <a:lnTo>
                    <a:pt x="4287265" y="525278"/>
                  </a:lnTo>
                  <a:lnTo>
                    <a:pt x="4310032" y="484160"/>
                  </a:lnTo>
                  <a:lnTo>
                    <a:pt x="4331991" y="442541"/>
                  </a:lnTo>
                  <a:lnTo>
                    <a:pt x="4353132" y="400432"/>
                  </a:lnTo>
                  <a:lnTo>
                    <a:pt x="4373445" y="357843"/>
                  </a:lnTo>
                  <a:lnTo>
                    <a:pt x="4392918" y="314786"/>
                  </a:lnTo>
                  <a:lnTo>
                    <a:pt x="4411541" y="271270"/>
                  </a:lnTo>
                  <a:lnTo>
                    <a:pt x="4429304" y="227307"/>
                  </a:lnTo>
                  <a:lnTo>
                    <a:pt x="4446196" y="182906"/>
                  </a:lnTo>
                  <a:lnTo>
                    <a:pt x="4462206" y="138079"/>
                  </a:lnTo>
                  <a:lnTo>
                    <a:pt x="4477324" y="92835"/>
                  </a:lnTo>
                  <a:lnTo>
                    <a:pt x="4491540" y="47186"/>
                  </a:lnTo>
                  <a:lnTo>
                    <a:pt x="4504842" y="1143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016666" y="1708607"/>
              <a:ext cx="4505325" cy="1711960"/>
            </a:xfrm>
            <a:custGeom>
              <a:avLst/>
              <a:gdLst/>
              <a:ahLst/>
              <a:cxnLst/>
              <a:rect l="l" t="t" r="r" b="b"/>
              <a:pathLst>
                <a:path w="4505325" h="1711960">
                  <a:moveTo>
                    <a:pt x="4504842" y="1143"/>
                  </a:moveTo>
                  <a:lnTo>
                    <a:pt x="4491540" y="47186"/>
                  </a:lnTo>
                  <a:lnTo>
                    <a:pt x="4477324" y="92835"/>
                  </a:lnTo>
                  <a:lnTo>
                    <a:pt x="4462206" y="138079"/>
                  </a:lnTo>
                  <a:lnTo>
                    <a:pt x="4446196" y="182906"/>
                  </a:lnTo>
                  <a:lnTo>
                    <a:pt x="4429304" y="227307"/>
                  </a:lnTo>
                  <a:lnTo>
                    <a:pt x="4411541" y="271270"/>
                  </a:lnTo>
                  <a:lnTo>
                    <a:pt x="4392918" y="314786"/>
                  </a:lnTo>
                  <a:lnTo>
                    <a:pt x="4373445" y="357843"/>
                  </a:lnTo>
                  <a:lnTo>
                    <a:pt x="4353132" y="400432"/>
                  </a:lnTo>
                  <a:lnTo>
                    <a:pt x="4331991" y="442541"/>
                  </a:lnTo>
                  <a:lnTo>
                    <a:pt x="4310032" y="484160"/>
                  </a:lnTo>
                  <a:lnTo>
                    <a:pt x="4287265" y="525278"/>
                  </a:lnTo>
                  <a:lnTo>
                    <a:pt x="4263701" y="565885"/>
                  </a:lnTo>
                  <a:lnTo>
                    <a:pt x="4239351" y="605970"/>
                  </a:lnTo>
                  <a:lnTo>
                    <a:pt x="4214225" y="645523"/>
                  </a:lnTo>
                  <a:lnTo>
                    <a:pt x="4188333" y="684533"/>
                  </a:lnTo>
                  <a:lnTo>
                    <a:pt x="4161687" y="722990"/>
                  </a:lnTo>
                  <a:lnTo>
                    <a:pt x="4134296" y="760883"/>
                  </a:lnTo>
                  <a:lnTo>
                    <a:pt x="4106172" y="798201"/>
                  </a:lnTo>
                  <a:lnTo>
                    <a:pt x="4077324" y="834934"/>
                  </a:lnTo>
                  <a:lnTo>
                    <a:pt x="4047765" y="871071"/>
                  </a:lnTo>
                  <a:lnTo>
                    <a:pt x="4017503" y="906602"/>
                  </a:lnTo>
                  <a:lnTo>
                    <a:pt x="3986550" y="941517"/>
                  </a:lnTo>
                  <a:lnTo>
                    <a:pt x="3954916" y="975804"/>
                  </a:lnTo>
                  <a:lnTo>
                    <a:pt x="3922611" y="1009453"/>
                  </a:lnTo>
                  <a:lnTo>
                    <a:pt x="3889647" y="1042453"/>
                  </a:lnTo>
                  <a:lnTo>
                    <a:pt x="3856034" y="1074794"/>
                  </a:lnTo>
                  <a:lnTo>
                    <a:pt x="3821783" y="1106466"/>
                  </a:lnTo>
                  <a:lnTo>
                    <a:pt x="3786903" y="1137457"/>
                  </a:lnTo>
                  <a:lnTo>
                    <a:pt x="3751406" y="1167758"/>
                  </a:lnTo>
                  <a:lnTo>
                    <a:pt x="3715302" y="1197357"/>
                  </a:lnTo>
                  <a:lnTo>
                    <a:pt x="3678602" y="1226245"/>
                  </a:lnTo>
                  <a:lnTo>
                    <a:pt x="3641316" y="1254410"/>
                  </a:lnTo>
                  <a:lnTo>
                    <a:pt x="3603455" y="1281842"/>
                  </a:lnTo>
                  <a:lnTo>
                    <a:pt x="3565029" y="1308530"/>
                  </a:lnTo>
                  <a:lnTo>
                    <a:pt x="3526050" y="1334464"/>
                  </a:lnTo>
                  <a:lnTo>
                    <a:pt x="3486527" y="1359634"/>
                  </a:lnTo>
                  <a:lnTo>
                    <a:pt x="3446470" y="1384028"/>
                  </a:lnTo>
                  <a:lnTo>
                    <a:pt x="3405892" y="1407636"/>
                  </a:lnTo>
                  <a:lnTo>
                    <a:pt x="3364802" y="1430448"/>
                  </a:lnTo>
                  <a:lnTo>
                    <a:pt x="3323210" y="1452453"/>
                  </a:lnTo>
                  <a:lnTo>
                    <a:pt x="3281128" y="1473640"/>
                  </a:lnTo>
                  <a:lnTo>
                    <a:pt x="3238566" y="1494000"/>
                  </a:lnTo>
                  <a:lnTo>
                    <a:pt x="3195535" y="1513520"/>
                  </a:lnTo>
                  <a:lnTo>
                    <a:pt x="3152044" y="1532192"/>
                  </a:lnTo>
                  <a:lnTo>
                    <a:pt x="3108105" y="1550003"/>
                  </a:lnTo>
                  <a:lnTo>
                    <a:pt x="3063728" y="1566944"/>
                  </a:lnTo>
                  <a:lnTo>
                    <a:pt x="3018924" y="1583004"/>
                  </a:lnTo>
                  <a:lnTo>
                    <a:pt x="2973703" y="1598173"/>
                  </a:lnTo>
                  <a:lnTo>
                    <a:pt x="2928076" y="1612440"/>
                  </a:lnTo>
                  <a:lnTo>
                    <a:pt x="2882054" y="1625794"/>
                  </a:lnTo>
                  <a:lnTo>
                    <a:pt x="2835646" y="1638225"/>
                  </a:lnTo>
                  <a:lnTo>
                    <a:pt x="2788865" y="1649722"/>
                  </a:lnTo>
                  <a:lnTo>
                    <a:pt x="2741719" y="1660275"/>
                  </a:lnTo>
                  <a:lnTo>
                    <a:pt x="2694220" y="1669872"/>
                  </a:lnTo>
                  <a:lnTo>
                    <a:pt x="2646378" y="1678505"/>
                  </a:lnTo>
                  <a:lnTo>
                    <a:pt x="2598204" y="1686161"/>
                  </a:lnTo>
                  <a:lnTo>
                    <a:pt x="2549709" y="1692831"/>
                  </a:lnTo>
                  <a:lnTo>
                    <a:pt x="2500902" y="1698504"/>
                  </a:lnTo>
                  <a:lnTo>
                    <a:pt x="2451795" y="1703169"/>
                  </a:lnTo>
                  <a:lnTo>
                    <a:pt x="2402398" y="1706816"/>
                  </a:lnTo>
                  <a:lnTo>
                    <a:pt x="2352722" y="1709433"/>
                  </a:lnTo>
                  <a:lnTo>
                    <a:pt x="2302776" y="1711012"/>
                  </a:lnTo>
                  <a:lnTo>
                    <a:pt x="2252573" y="1711540"/>
                  </a:lnTo>
                  <a:lnTo>
                    <a:pt x="2202351" y="1711011"/>
                  </a:lnTo>
                  <a:lnTo>
                    <a:pt x="2152387" y="1709432"/>
                  </a:lnTo>
                  <a:lnTo>
                    <a:pt x="2102692" y="1706812"/>
                  </a:lnTo>
                  <a:lnTo>
                    <a:pt x="2053277" y="1703162"/>
                  </a:lnTo>
                  <a:lnTo>
                    <a:pt x="2004152" y="1698494"/>
                  </a:lnTo>
                  <a:lnTo>
                    <a:pt x="1955327" y="1692817"/>
                  </a:lnTo>
                  <a:lnTo>
                    <a:pt x="1906814" y="1686142"/>
                  </a:lnTo>
                  <a:lnTo>
                    <a:pt x="1858623" y="1678480"/>
                  </a:lnTo>
                  <a:lnTo>
                    <a:pt x="1810764" y="1669841"/>
                  </a:lnTo>
                  <a:lnTo>
                    <a:pt x="1763248" y="1660236"/>
                  </a:lnTo>
                  <a:lnTo>
                    <a:pt x="1716086" y="1649675"/>
                  </a:lnTo>
                  <a:lnTo>
                    <a:pt x="1669288" y="1638169"/>
                  </a:lnTo>
                  <a:lnTo>
                    <a:pt x="1622865" y="1625729"/>
                  </a:lnTo>
                  <a:lnTo>
                    <a:pt x="1576827" y="1612365"/>
                  </a:lnTo>
                  <a:lnTo>
                    <a:pt x="1531185" y="1598088"/>
                  </a:lnTo>
                  <a:lnTo>
                    <a:pt x="1485950" y="1582908"/>
                  </a:lnTo>
                  <a:lnTo>
                    <a:pt x="1441131" y="1566836"/>
                  </a:lnTo>
                  <a:lnTo>
                    <a:pt x="1396740" y="1549882"/>
                  </a:lnTo>
                  <a:lnTo>
                    <a:pt x="1352788" y="1532058"/>
                  </a:lnTo>
                  <a:lnTo>
                    <a:pt x="1309284" y="1513373"/>
                  </a:lnTo>
                  <a:lnTo>
                    <a:pt x="1266240" y="1493838"/>
                  </a:lnTo>
                  <a:lnTo>
                    <a:pt x="1223665" y="1473464"/>
                  </a:lnTo>
                  <a:lnTo>
                    <a:pt x="1181572" y="1452261"/>
                  </a:lnTo>
                  <a:lnTo>
                    <a:pt x="1139969" y="1430241"/>
                  </a:lnTo>
                  <a:lnTo>
                    <a:pt x="1098868" y="1407412"/>
                  </a:lnTo>
                  <a:lnTo>
                    <a:pt x="1058279" y="1383787"/>
                  </a:lnTo>
                  <a:lnTo>
                    <a:pt x="1018213" y="1359375"/>
                  </a:lnTo>
                  <a:lnTo>
                    <a:pt x="978681" y="1334188"/>
                  </a:lnTo>
                  <a:lnTo>
                    <a:pt x="939692" y="1308236"/>
                  </a:lnTo>
                  <a:lnTo>
                    <a:pt x="901258" y="1281528"/>
                  </a:lnTo>
                  <a:lnTo>
                    <a:pt x="863389" y="1254077"/>
                  </a:lnTo>
                  <a:lnTo>
                    <a:pt x="826096" y="1225892"/>
                  </a:lnTo>
                  <a:lnTo>
                    <a:pt x="789390" y="1196985"/>
                  </a:lnTo>
                  <a:lnTo>
                    <a:pt x="753280" y="1167365"/>
                  </a:lnTo>
                  <a:lnTo>
                    <a:pt x="717777" y="1137043"/>
                  </a:lnTo>
                  <a:lnTo>
                    <a:pt x="682893" y="1106030"/>
                  </a:lnTo>
                  <a:lnTo>
                    <a:pt x="648637" y="1074337"/>
                  </a:lnTo>
                  <a:lnTo>
                    <a:pt x="615021" y="1041974"/>
                  </a:lnTo>
                  <a:lnTo>
                    <a:pt x="582054" y="1008951"/>
                  </a:lnTo>
                  <a:lnTo>
                    <a:pt x="549748" y="975279"/>
                  </a:lnTo>
                  <a:lnTo>
                    <a:pt x="518112" y="940969"/>
                  </a:lnTo>
                  <a:lnTo>
                    <a:pt x="487158" y="906031"/>
                  </a:lnTo>
                  <a:lnTo>
                    <a:pt x="456896" y="870476"/>
                  </a:lnTo>
                  <a:lnTo>
                    <a:pt x="427337" y="834315"/>
                  </a:lnTo>
                  <a:lnTo>
                    <a:pt x="398491" y="797558"/>
                  </a:lnTo>
                  <a:lnTo>
                    <a:pt x="370369" y="760215"/>
                  </a:lnTo>
                  <a:lnTo>
                    <a:pt x="342981" y="722297"/>
                  </a:lnTo>
                  <a:lnTo>
                    <a:pt x="316338" y="683816"/>
                  </a:lnTo>
                  <a:lnTo>
                    <a:pt x="290451" y="644780"/>
                  </a:lnTo>
                  <a:lnTo>
                    <a:pt x="265330" y="605201"/>
                  </a:lnTo>
                  <a:lnTo>
                    <a:pt x="240985" y="565090"/>
                  </a:lnTo>
                  <a:lnTo>
                    <a:pt x="217428" y="524457"/>
                  </a:lnTo>
                  <a:lnTo>
                    <a:pt x="194669" y="483313"/>
                  </a:lnTo>
                  <a:lnTo>
                    <a:pt x="172718" y="441668"/>
                  </a:lnTo>
                  <a:lnTo>
                    <a:pt x="151586" y="399532"/>
                  </a:lnTo>
                  <a:lnTo>
                    <a:pt x="131284" y="356917"/>
                  </a:lnTo>
                  <a:lnTo>
                    <a:pt x="111822" y="313833"/>
                  </a:lnTo>
                  <a:lnTo>
                    <a:pt x="93210" y="270291"/>
                  </a:lnTo>
                  <a:lnTo>
                    <a:pt x="75460" y="226300"/>
                  </a:lnTo>
                  <a:lnTo>
                    <a:pt x="58582" y="181872"/>
                  </a:lnTo>
                  <a:lnTo>
                    <a:pt x="42586" y="137018"/>
                  </a:lnTo>
                  <a:lnTo>
                    <a:pt x="27483" y="91747"/>
                  </a:lnTo>
                  <a:lnTo>
                    <a:pt x="13284" y="46071"/>
                  </a:lnTo>
                  <a:lnTo>
                    <a:pt x="0" y="0"/>
                  </a:lnTo>
                </a:path>
              </a:pathLst>
            </a:custGeom>
            <a:ln w="12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149712" y="1707273"/>
              <a:ext cx="4238625" cy="1584325"/>
            </a:xfrm>
            <a:custGeom>
              <a:avLst/>
              <a:gdLst/>
              <a:ahLst/>
              <a:cxnLst/>
              <a:rect l="l" t="t" r="r" b="b"/>
              <a:pathLst>
                <a:path w="4238625" h="1584325">
                  <a:moveTo>
                    <a:pt x="4238282" y="609"/>
                  </a:moveTo>
                  <a:lnTo>
                    <a:pt x="0" y="0"/>
                  </a:lnTo>
                  <a:lnTo>
                    <a:pt x="13948" y="45580"/>
                  </a:lnTo>
                  <a:lnTo>
                    <a:pt x="28848" y="90736"/>
                  </a:lnTo>
                  <a:lnTo>
                    <a:pt x="44687" y="135457"/>
                  </a:lnTo>
                  <a:lnTo>
                    <a:pt x="61453" y="179731"/>
                  </a:lnTo>
                  <a:lnTo>
                    <a:pt x="79134" y="223546"/>
                  </a:lnTo>
                  <a:lnTo>
                    <a:pt x="97720" y="266890"/>
                  </a:lnTo>
                  <a:lnTo>
                    <a:pt x="117198" y="309752"/>
                  </a:lnTo>
                  <a:lnTo>
                    <a:pt x="137556" y="352121"/>
                  </a:lnTo>
                  <a:lnTo>
                    <a:pt x="158783" y="393983"/>
                  </a:lnTo>
                  <a:lnTo>
                    <a:pt x="180867" y="435329"/>
                  </a:lnTo>
                  <a:lnTo>
                    <a:pt x="203797" y="476145"/>
                  </a:lnTo>
                  <a:lnTo>
                    <a:pt x="227560" y="516421"/>
                  </a:lnTo>
                  <a:lnTo>
                    <a:pt x="252146" y="556144"/>
                  </a:lnTo>
                  <a:lnTo>
                    <a:pt x="277541" y="595303"/>
                  </a:lnTo>
                  <a:lnTo>
                    <a:pt x="303736" y="633886"/>
                  </a:lnTo>
                  <a:lnTo>
                    <a:pt x="330717" y="671882"/>
                  </a:lnTo>
                  <a:lnTo>
                    <a:pt x="358473" y="709278"/>
                  </a:lnTo>
                  <a:lnTo>
                    <a:pt x="386993" y="746063"/>
                  </a:lnTo>
                  <a:lnTo>
                    <a:pt x="416264" y="782226"/>
                  </a:lnTo>
                  <a:lnTo>
                    <a:pt x="446276" y="817754"/>
                  </a:lnTo>
                  <a:lnTo>
                    <a:pt x="477016" y="852637"/>
                  </a:lnTo>
                  <a:lnTo>
                    <a:pt x="508473" y="886861"/>
                  </a:lnTo>
                  <a:lnTo>
                    <a:pt x="540634" y="920416"/>
                  </a:lnTo>
                  <a:lnTo>
                    <a:pt x="573489" y="953290"/>
                  </a:lnTo>
                  <a:lnTo>
                    <a:pt x="607026" y="985471"/>
                  </a:lnTo>
                  <a:lnTo>
                    <a:pt x="641232" y="1016947"/>
                  </a:lnTo>
                  <a:lnTo>
                    <a:pt x="676096" y="1047707"/>
                  </a:lnTo>
                  <a:lnTo>
                    <a:pt x="711607" y="1077739"/>
                  </a:lnTo>
                  <a:lnTo>
                    <a:pt x="747753" y="1107031"/>
                  </a:lnTo>
                  <a:lnTo>
                    <a:pt x="784521" y="1135572"/>
                  </a:lnTo>
                  <a:lnTo>
                    <a:pt x="821901" y="1163349"/>
                  </a:lnTo>
                  <a:lnTo>
                    <a:pt x="859881" y="1190352"/>
                  </a:lnTo>
                  <a:lnTo>
                    <a:pt x="898448" y="1216568"/>
                  </a:lnTo>
                  <a:lnTo>
                    <a:pt x="937592" y="1241986"/>
                  </a:lnTo>
                  <a:lnTo>
                    <a:pt x="977300" y="1266594"/>
                  </a:lnTo>
                  <a:lnTo>
                    <a:pt x="1017561" y="1290381"/>
                  </a:lnTo>
                  <a:lnTo>
                    <a:pt x="1058363" y="1313334"/>
                  </a:lnTo>
                  <a:lnTo>
                    <a:pt x="1099695" y="1335442"/>
                  </a:lnTo>
                  <a:lnTo>
                    <a:pt x="1141544" y="1356693"/>
                  </a:lnTo>
                  <a:lnTo>
                    <a:pt x="1183899" y="1377076"/>
                  </a:lnTo>
                  <a:lnTo>
                    <a:pt x="1226749" y="1396578"/>
                  </a:lnTo>
                  <a:lnTo>
                    <a:pt x="1270081" y="1415189"/>
                  </a:lnTo>
                  <a:lnTo>
                    <a:pt x="1313884" y="1432896"/>
                  </a:lnTo>
                  <a:lnTo>
                    <a:pt x="1358146" y="1449688"/>
                  </a:lnTo>
                  <a:lnTo>
                    <a:pt x="1402855" y="1465552"/>
                  </a:lnTo>
                  <a:lnTo>
                    <a:pt x="1448001" y="1480478"/>
                  </a:lnTo>
                  <a:lnTo>
                    <a:pt x="1493570" y="1494454"/>
                  </a:lnTo>
                  <a:lnTo>
                    <a:pt x="1539552" y="1507468"/>
                  </a:lnTo>
                  <a:lnTo>
                    <a:pt x="1585934" y="1519507"/>
                  </a:lnTo>
                  <a:lnTo>
                    <a:pt x="1632705" y="1530561"/>
                  </a:lnTo>
                  <a:lnTo>
                    <a:pt x="1679854" y="1540618"/>
                  </a:lnTo>
                  <a:lnTo>
                    <a:pt x="1727368" y="1549666"/>
                  </a:lnTo>
                  <a:lnTo>
                    <a:pt x="1775236" y="1557694"/>
                  </a:lnTo>
                  <a:lnTo>
                    <a:pt x="1823446" y="1564689"/>
                  </a:lnTo>
                  <a:lnTo>
                    <a:pt x="1871987" y="1570640"/>
                  </a:lnTo>
                  <a:lnTo>
                    <a:pt x="1920846" y="1575535"/>
                  </a:lnTo>
                  <a:lnTo>
                    <a:pt x="1970012" y="1579363"/>
                  </a:lnTo>
                  <a:lnTo>
                    <a:pt x="2019474" y="1582112"/>
                  </a:lnTo>
                  <a:lnTo>
                    <a:pt x="2069219" y="1583769"/>
                  </a:lnTo>
                  <a:lnTo>
                    <a:pt x="2119236" y="1584324"/>
                  </a:lnTo>
                  <a:lnTo>
                    <a:pt x="2169241" y="1583770"/>
                  </a:lnTo>
                  <a:lnTo>
                    <a:pt x="2218974" y="1582113"/>
                  </a:lnTo>
                  <a:lnTo>
                    <a:pt x="2268424" y="1579365"/>
                  </a:lnTo>
                  <a:lnTo>
                    <a:pt x="2317579" y="1575539"/>
                  </a:lnTo>
                  <a:lnTo>
                    <a:pt x="2366427" y="1570646"/>
                  </a:lnTo>
                  <a:lnTo>
                    <a:pt x="2414956" y="1564698"/>
                  </a:lnTo>
                  <a:lnTo>
                    <a:pt x="2463155" y="1557706"/>
                  </a:lnTo>
                  <a:lnTo>
                    <a:pt x="2511012" y="1549682"/>
                  </a:lnTo>
                  <a:lnTo>
                    <a:pt x="2558516" y="1540638"/>
                  </a:lnTo>
                  <a:lnTo>
                    <a:pt x="2605654" y="1530585"/>
                  </a:lnTo>
                  <a:lnTo>
                    <a:pt x="2652415" y="1519536"/>
                  </a:lnTo>
                  <a:lnTo>
                    <a:pt x="2698788" y="1507502"/>
                  </a:lnTo>
                  <a:lnTo>
                    <a:pt x="2744760" y="1494494"/>
                  </a:lnTo>
                  <a:lnTo>
                    <a:pt x="2790320" y="1480524"/>
                  </a:lnTo>
                  <a:lnTo>
                    <a:pt x="2835456" y="1465605"/>
                  </a:lnTo>
                  <a:lnTo>
                    <a:pt x="2880157" y="1449747"/>
                  </a:lnTo>
                  <a:lnTo>
                    <a:pt x="2924410" y="1432962"/>
                  </a:lnTo>
                  <a:lnTo>
                    <a:pt x="2968205" y="1415263"/>
                  </a:lnTo>
                  <a:lnTo>
                    <a:pt x="3011529" y="1396660"/>
                  </a:lnTo>
                  <a:lnTo>
                    <a:pt x="3054371" y="1377166"/>
                  </a:lnTo>
                  <a:lnTo>
                    <a:pt x="3096718" y="1356792"/>
                  </a:lnTo>
                  <a:lnTo>
                    <a:pt x="3138560" y="1335550"/>
                  </a:lnTo>
                  <a:lnTo>
                    <a:pt x="3179885" y="1313451"/>
                  </a:lnTo>
                  <a:lnTo>
                    <a:pt x="3220681" y="1290507"/>
                  </a:lnTo>
                  <a:lnTo>
                    <a:pt x="3260935" y="1266731"/>
                  </a:lnTo>
                  <a:lnTo>
                    <a:pt x="3300638" y="1242133"/>
                  </a:lnTo>
                  <a:lnTo>
                    <a:pt x="3339776" y="1216726"/>
                  </a:lnTo>
                  <a:lnTo>
                    <a:pt x="3378338" y="1190520"/>
                  </a:lnTo>
                  <a:lnTo>
                    <a:pt x="3416313" y="1163528"/>
                  </a:lnTo>
                  <a:lnTo>
                    <a:pt x="3453688" y="1135762"/>
                  </a:lnTo>
                  <a:lnTo>
                    <a:pt x="3490453" y="1107233"/>
                  </a:lnTo>
                  <a:lnTo>
                    <a:pt x="3526595" y="1077953"/>
                  </a:lnTo>
                  <a:lnTo>
                    <a:pt x="3562102" y="1047933"/>
                  </a:lnTo>
                  <a:lnTo>
                    <a:pt x="3596964" y="1017185"/>
                  </a:lnTo>
                  <a:lnTo>
                    <a:pt x="3631167" y="985721"/>
                  </a:lnTo>
                  <a:lnTo>
                    <a:pt x="3664702" y="953553"/>
                  </a:lnTo>
                  <a:lnTo>
                    <a:pt x="3697555" y="920692"/>
                  </a:lnTo>
                  <a:lnTo>
                    <a:pt x="3729715" y="887150"/>
                  </a:lnTo>
                  <a:lnTo>
                    <a:pt x="3761171" y="852939"/>
                  </a:lnTo>
                  <a:lnTo>
                    <a:pt x="3791910" y="818070"/>
                  </a:lnTo>
                  <a:lnTo>
                    <a:pt x="3821922" y="782556"/>
                  </a:lnTo>
                  <a:lnTo>
                    <a:pt x="3851194" y="746407"/>
                  </a:lnTo>
                  <a:lnTo>
                    <a:pt x="3879715" y="709635"/>
                  </a:lnTo>
                  <a:lnTo>
                    <a:pt x="3907473" y="672253"/>
                  </a:lnTo>
                  <a:lnTo>
                    <a:pt x="3934456" y="634272"/>
                  </a:lnTo>
                  <a:lnTo>
                    <a:pt x="3960652" y="595703"/>
                  </a:lnTo>
                  <a:lnTo>
                    <a:pt x="3986051" y="556558"/>
                  </a:lnTo>
                  <a:lnTo>
                    <a:pt x="4010639" y="516850"/>
                  </a:lnTo>
                  <a:lnTo>
                    <a:pt x="4034406" y="476589"/>
                  </a:lnTo>
                  <a:lnTo>
                    <a:pt x="4057340" y="435787"/>
                  </a:lnTo>
                  <a:lnTo>
                    <a:pt x="4079430" y="394457"/>
                  </a:lnTo>
                  <a:lnTo>
                    <a:pt x="4100662" y="352609"/>
                  </a:lnTo>
                  <a:lnTo>
                    <a:pt x="4121026" y="310256"/>
                  </a:lnTo>
                  <a:lnTo>
                    <a:pt x="4140511" y="267408"/>
                  </a:lnTo>
                  <a:lnTo>
                    <a:pt x="4159103" y="224079"/>
                  </a:lnTo>
                  <a:lnTo>
                    <a:pt x="4176792" y="180279"/>
                  </a:lnTo>
                  <a:lnTo>
                    <a:pt x="4193567" y="136021"/>
                  </a:lnTo>
                  <a:lnTo>
                    <a:pt x="4209414" y="91315"/>
                  </a:lnTo>
                  <a:lnTo>
                    <a:pt x="4224323" y="46174"/>
                  </a:lnTo>
                  <a:lnTo>
                    <a:pt x="4238282" y="609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149712" y="1707273"/>
              <a:ext cx="4238625" cy="1584325"/>
            </a:xfrm>
            <a:custGeom>
              <a:avLst/>
              <a:gdLst/>
              <a:ahLst/>
              <a:cxnLst/>
              <a:rect l="l" t="t" r="r" b="b"/>
              <a:pathLst>
                <a:path w="4238625" h="1584325">
                  <a:moveTo>
                    <a:pt x="4238282" y="609"/>
                  </a:moveTo>
                  <a:lnTo>
                    <a:pt x="4224323" y="46174"/>
                  </a:lnTo>
                  <a:lnTo>
                    <a:pt x="4209414" y="91315"/>
                  </a:lnTo>
                  <a:lnTo>
                    <a:pt x="4193567" y="136021"/>
                  </a:lnTo>
                  <a:lnTo>
                    <a:pt x="4176792" y="180279"/>
                  </a:lnTo>
                  <a:lnTo>
                    <a:pt x="4159103" y="224079"/>
                  </a:lnTo>
                  <a:lnTo>
                    <a:pt x="4140511" y="267408"/>
                  </a:lnTo>
                  <a:lnTo>
                    <a:pt x="4121026" y="310256"/>
                  </a:lnTo>
                  <a:lnTo>
                    <a:pt x="4100662" y="352609"/>
                  </a:lnTo>
                  <a:lnTo>
                    <a:pt x="4079430" y="394457"/>
                  </a:lnTo>
                  <a:lnTo>
                    <a:pt x="4057340" y="435787"/>
                  </a:lnTo>
                  <a:lnTo>
                    <a:pt x="4034406" y="476589"/>
                  </a:lnTo>
                  <a:lnTo>
                    <a:pt x="4010639" y="516850"/>
                  </a:lnTo>
                  <a:lnTo>
                    <a:pt x="3986051" y="556558"/>
                  </a:lnTo>
                  <a:lnTo>
                    <a:pt x="3960652" y="595703"/>
                  </a:lnTo>
                  <a:lnTo>
                    <a:pt x="3934456" y="634272"/>
                  </a:lnTo>
                  <a:lnTo>
                    <a:pt x="3907473" y="672253"/>
                  </a:lnTo>
                  <a:lnTo>
                    <a:pt x="3879715" y="709635"/>
                  </a:lnTo>
                  <a:lnTo>
                    <a:pt x="3851194" y="746407"/>
                  </a:lnTo>
                  <a:lnTo>
                    <a:pt x="3821922" y="782556"/>
                  </a:lnTo>
                  <a:lnTo>
                    <a:pt x="3791910" y="818070"/>
                  </a:lnTo>
                  <a:lnTo>
                    <a:pt x="3761171" y="852939"/>
                  </a:lnTo>
                  <a:lnTo>
                    <a:pt x="3729715" y="887150"/>
                  </a:lnTo>
                  <a:lnTo>
                    <a:pt x="3697555" y="920692"/>
                  </a:lnTo>
                  <a:lnTo>
                    <a:pt x="3664702" y="953553"/>
                  </a:lnTo>
                  <a:lnTo>
                    <a:pt x="3631167" y="985721"/>
                  </a:lnTo>
                  <a:lnTo>
                    <a:pt x="3596964" y="1017185"/>
                  </a:lnTo>
                  <a:lnTo>
                    <a:pt x="3562102" y="1047933"/>
                  </a:lnTo>
                  <a:lnTo>
                    <a:pt x="3526595" y="1077953"/>
                  </a:lnTo>
                  <a:lnTo>
                    <a:pt x="3490453" y="1107233"/>
                  </a:lnTo>
                  <a:lnTo>
                    <a:pt x="3453688" y="1135762"/>
                  </a:lnTo>
                  <a:lnTo>
                    <a:pt x="3416313" y="1163528"/>
                  </a:lnTo>
                  <a:lnTo>
                    <a:pt x="3378338" y="1190520"/>
                  </a:lnTo>
                  <a:lnTo>
                    <a:pt x="3339776" y="1216726"/>
                  </a:lnTo>
                  <a:lnTo>
                    <a:pt x="3300638" y="1242133"/>
                  </a:lnTo>
                  <a:lnTo>
                    <a:pt x="3260935" y="1266731"/>
                  </a:lnTo>
                  <a:lnTo>
                    <a:pt x="3220681" y="1290507"/>
                  </a:lnTo>
                  <a:lnTo>
                    <a:pt x="3179885" y="1313451"/>
                  </a:lnTo>
                  <a:lnTo>
                    <a:pt x="3138560" y="1335550"/>
                  </a:lnTo>
                  <a:lnTo>
                    <a:pt x="3096718" y="1356792"/>
                  </a:lnTo>
                  <a:lnTo>
                    <a:pt x="3054371" y="1377166"/>
                  </a:lnTo>
                  <a:lnTo>
                    <a:pt x="3011529" y="1396660"/>
                  </a:lnTo>
                  <a:lnTo>
                    <a:pt x="2968205" y="1415263"/>
                  </a:lnTo>
                  <a:lnTo>
                    <a:pt x="2924410" y="1432962"/>
                  </a:lnTo>
                  <a:lnTo>
                    <a:pt x="2880157" y="1449747"/>
                  </a:lnTo>
                  <a:lnTo>
                    <a:pt x="2835456" y="1465605"/>
                  </a:lnTo>
                  <a:lnTo>
                    <a:pt x="2790320" y="1480524"/>
                  </a:lnTo>
                  <a:lnTo>
                    <a:pt x="2744760" y="1494494"/>
                  </a:lnTo>
                  <a:lnTo>
                    <a:pt x="2698788" y="1507502"/>
                  </a:lnTo>
                  <a:lnTo>
                    <a:pt x="2652415" y="1519536"/>
                  </a:lnTo>
                  <a:lnTo>
                    <a:pt x="2605654" y="1530585"/>
                  </a:lnTo>
                  <a:lnTo>
                    <a:pt x="2558516" y="1540638"/>
                  </a:lnTo>
                  <a:lnTo>
                    <a:pt x="2511012" y="1549682"/>
                  </a:lnTo>
                  <a:lnTo>
                    <a:pt x="2463155" y="1557706"/>
                  </a:lnTo>
                  <a:lnTo>
                    <a:pt x="2414956" y="1564698"/>
                  </a:lnTo>
                  <a:lnTo>
                    <a:pt x="2366427" y="1570646"/>
                  </a:lnTo>
                  <a:lnTo>
                    <a:pt x="2317579" y="1575539"/>
                  </a:lnTo>
                  <a:lnTo>
                    <a:pt x="2268424" y="1579365"/>
                  </a:lnTo>
                  <a:lnTo>
                    <a:pt x="2218974" y="1582113"/>
                  </a:lnTo>
                  <a:lnTo>
                    <a:pt x="2169241" y="1583770"/>
                  </a:lnTo>
                  <a:lnTo>
                    <a:pt x="2119236" y="1584324"/>
                  </a:lnTo>
                  <a:lnTo>
                    <a:pt x="2069219" y="1583769"/>
                  </a:lnTo>
                  <a:lnTo>
                    <a:pt x="2019474" y="1582112"/>
                  </a:lnTo>
                  <a:lnTo>
                    <a:pt x="1970012" y="1579363"/>
                  </a:lnTo>
                  <a:lnTo>
                    <a:pt x="1920846" y="1575535"/>
                  </a:lnTo>
                  <a:lnTo>
                    <a:pt x="1871987" y="1570640"/>
                  </a:lnTo>
                  <a:lnTo>
                    <a:pt x="1823446" y="1564689"/>
                  </a:lnTo>
                  <a:lnTo>
                    <a:pt x="1775236" y="1557694"/>
                  </a:lnTo>
                  <a:lnTo>
                    <a:pt x="1727368" y="1549666"/>
                  </a:lnTo>
                  <a:lnTo>
                    <a:pt x="1679854" y="1540618"/>
                  </a:lnTo>
                  <a:lnTo>
                    <a:pt x="1632705" y="1530561"/>
                  </a:lnTo>
                  <a:lnTo>
                    <a:pt x="1585934" y="1519507"/>
                  </a:lnTo>
                  <a:lnTo>
                    <a:pt x="1539552" y="1507468"/>
                  </a:lnTo>
                  <a:lnTo>
                    <a:pt x="1493570" y="1494454"/>
                  </a:lnTo>
                  <a:lnTo>
                    <a:pt x="1448001" y="1480478"/>
                  </a:lnTo>
                  <a:lnTo>
                    <a:pt x="1402855" y="1465552"/>
                  </a:lnTo>
                  <a:lnTo>
                    <a:pt x="1358146" y="1449688"/>
                  </a:lnTo>
                  <a:lnTo>
                    <a:pt x="1313884" y="1432896"/>
                  </a:lnTo>
                  <a:lnTo>
                    <a:pt x="1270081" y="1415189"/>
                  </a:lnTo>
                  <a:lnTo>
                    <a:pt x="1226749" y="1396578"/>
                  </a:lnTo>
                  <a:lnTo>
                    <a:pt x="1183899" y="1377076"/>
                  </a:lnTo>
                  <a:lnTo>
                    <a:pt x="1141544" y="1356693"/>
                  </a:lnTo>
                  <a:lnTo>
                    <a:pt x="1099695" y="1335442"/>
                  </a:lnTo>
                  <a:lnTo>
                    <a:pt x="1058363" y="1313334"/>
                  </a:lnTo>
                  <a:lnTo>
                    <a:pt x="1017561" y="1290381"/>
                  </a:lnTo>
                  <a:lnTo>
                    <a:pt x="977300" y="1266594"/>
                  </a:lnTo>
                  <a:lnTo>
                    <a:pt x="937592" y="1241986"/>
                  </a:lnTo>
                  <a:lnTo>
                    <a:pt x="898448" y="1216568"/>
                  </a:lnTo>
                  <a:lnTo>
                    <a:pt x="859881" y="1190352"/>
                  </a:lnTo>
                  <a:lnTo>
                    <a:pt x="821901" y="1163349"/>
                  </a:lnTo>
                  <a:lnTo>
                    <a:pt x="784521" y="1135572"/>
                  </a:lnTo>
                  <a:lnTo>
                    <a:pt x="747753" y="1107031"/>
                  </a:lnTo>
                  <a:lnTo>
                    <a:pt x="711607" y="1077739"/>
                  </a:lnTo>
                  <a:lnTo>
                    <a:pt x="676096" y="1047707"/>
                  </a:lnTo>
                  <a:lnTo>
                    <a:pt x="641232" y="1016947"/>
                  </a:lnTo>
                  <a:lnTo>
                    <a:pt x="607026" y="985471"/>
                  </a:lnTo>
                  <a:lnTo>
                    <a:pt x="573489" y="953290"/>
                  </a:lnTo>
                  <a:lnTo>
                    <a:pt x="540634" y="920416"/>
                  </a:lnTo>
                  <a:lnTo>
                    <a:pt x="508473" y="886861"/>
                  </a:lnTo>
                  <a:lnTo>
                    <a:pt x="477016" y="852637"/>
                  </a:lnTo>
                  <a:lnTo>
                    <a:pt x="446276" y="817754"/>
                  </a:lnTo>
                  <a:lnTo>
                    <a:pt x="416264" y="782226"/>
                  </a:lnTo>
                  <a:lnTo>
                    <a:pt x="386993" y="746063"/>
                  </a:lnTo>
                  <a:lnTo>
                    <a:pt x="358473" y="709278"/>
                  </a:lnTo>
                  <a:lnTo>
                    <a:pt x="330717" y="671882"/>
                  </a:lnTo>
                  <a:lnTo>
                    <a:pt x="303736" y="633886"/>
                  </a:lnTo>
                  <a:lnTo>
                    <a:pt x="277541" y="595303"/>
                  </a:lnTo>
                  <a:lnTo>
                    <a:pt x="252146" y="556144"/>
                  </a:lnTo>
                  <a:lnTo>
                    <a:pt x="227560" y="516421"/>
                  </a:lnTo>
                  <a:lnTo>
                    <a:pt x="203797" y="476145"/>
                  </a:lnTo>
                  <a:lnTo>
                    <a:pt x="180867" y="435329"/>
                  </a:lnTo>
                  <a:lnTo>
                    <a:pt x="158783" y="393983"/>
                  </a:lnTo>
                  <a:lnTo>
                    <a:pt x="137556" y="352121"/>
                  </a:lnTo>
                  <a:lnTo>
                    <a:pt x="117198" y="309752"/>
                  </a:lnTo>
                  <a:lnTo>
                    <a:pt x="97720" y="266890"/>
                  </a:lnTo>
                  <a:lnTo>
                    <a:pt x="79134" y="223546"/>
                  </a:lnTo>
                  <a:lnTo>
                    <a:pt x="61453" y="179731"/>
                  </a:lnTo>
                  <a:lnTo>
                    <a:pt x="44687" y="135457"/>
                  </a:lnTo>
                  <a:lnTo>
                    <a:pt x="28848" y="90736"/>
                  </a:lnTo>
                  <a:lnTo>
                    <a:pt x="13948" y="45580"/>
                  </a:lnTo>
                  <a:lnTo>
                    <a:pt x="0" y="0"/>
                  </a:lnTo>
                </a:path>
              </a:pathLst>
            </a:custGeom>
            <a:ln w="120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269240" y="1709775"/>
              <a:ext cx="635" cy="2294890"/>
            </a:xfrm>
            <a:custGeom>
              <a:avLst/>
              <a:gdLst/>
              <a:ahLst/>
              <a:cxnLst/>
              <a:rect l="l" t="t" r="r" b="b"/>
              <a:pathLst>
                <a:path w="635" h="2294890">
                  <a:moveTo>
                    <a:pt x="25" y="0"/>
                  </a:moveTo>
                  <a:lnTo>
                    <a:pt x="0" y="2294699"/>
                  </a:lnTo>
                </a:path>
              </a:pathLst>
            </a:custGeom>
            <a:ln w="6032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02855" y="1706727"/>
              <a:ext cx="7665542" cy="3877887"/>
            </a:xfrm>
            <a:prstGeom prst="rect">
              <a:avLst/>
            </a:prstGeom>
          </p:spPr>
        </p:pic>
      </p:grpSp>
      <p:grpSp>
        <p:nvGrpSpPr>
          <p:cNvPr id="77" name="object 77"/>
          <p:cNvGrpSpPr/>
          <p:nvPr/>
        </p:nvGrpSpPr>
        <p:grpSpPr>
          <a:xfrm>
            <a:off x="3598570" y="6072187"/>
            <a:ext cx="2294255" cy="678815"/>
            <a:chOff x="3598570" y="6072187"/>
            <a:chExt cx="2294255" cy="678815"/>
          </a:xfrm>
        </p:grpSpPr>
        <p:pic>
          <p:nvPicPr>
            <p:cNvPr id="78" name="object 7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37596" y="6234683"/>
              <a:ext cx="1424279" cy="344678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4037596" y="6234684"/>
              <a:ext cx="1424305" cy="344805"/>
            </a:xfrm>
            <a:custGeom>
              <a:avLst/>
              <a:gdLst/>
              <a:ahLst/>
              <a:cxnLst/>
              <a:rect l="l" t="t" r="r" b="b"/>
              <a:pathLst>
                <a:path w="1424304" h="344804">
                  <a:moveTo>
                    <a:pt x="18351" y="344677"/>
                  </a:moveTo>
                  <a:lnTo>
                    <a:pt x="1424279" y="229527"/>
                  </a:lnTo>
                  <a:lnTo>
                    <a:pt x="1407375" y="0"/>
                  </a:lnTo>
                  <a:lnTo>
                    <a:pt x="0" y="110121"/>
                  </a:lnTo>
                  <a:lnTo>
                    <a:pt x="18351" y="344677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63832" y="6075362"/>
              <a:ext cx="525259" cy="522427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5363832" y="6075362"/>
              <a:ext cx="525780" cy="522605"/>
            </a:xfrm>
            <a:custGeom>
              <a:avLst/>
              <a:gdLst/>
              <a:ahLst/>
              <a:cxnLst/>
              <a:rect l="l" t="t" r="r" b="b"/>
              <a:pathLst>
                <a:path w="525779" h="522604">
                  <a:moveTo>
                    <a:pt x="525259" y="244271"/>
                  </a:moveTo>
                  <a:lnTo>
                    <a:pt x="342671" y="367601"/>
                  </a:lnTo>
                  <a:lnTo>
                    <a:pt x="334048" y="375538"/>
                  </a:lnTo>
                  <a:lnTo>
                    <a:pt x="318947" y="379882"/>
                  </a:lnTo>
                  <a:lnTo>
                    <a:pt x="307428" y="377736"/>
                  </a:lnTo>
                  <a:lnTo>
                    <a:pt x="297357" y="380631"/>
                  </a:lnTo>
                  <a:lnTo>
                    <a:pt x="285838" y="378485"/>
                  </a:lnTo>
                  <a:lnTo>
                    <a:pt x="246951" y="356958"/>
                  </a:lnTo>
                  <a:lnTo>
                    <a:pt x="239026" y="348335"/>
                  </a:lnTo>
                  <a:lnTo>
                    <a:pt x="232537" y="344754"/>
                  </a:lnTo>
                  <a:lnTo>
                    <a:pt x="223164" y="331088"/>
                  </a:lnTo>
                  <a:lnTo>
                    <a:pt x="191452" y="296595"/>
                  </a:lnTo>
                  <a:lnTo>
                    <a:pt x="187109" y="281495"/>
                  </a:lnTo>
                  <a:lnTo>
                    <a:pt x="179184" y="272872"/>
                  </a:lnTo>
                  <a:lnTo>
                    <a:pt x="176288" y="262801"/>
                  </a:lnTo>
                  <a:lnTo>
                    <a:pt x="171945" y="247700"/>
                  </a:lnTo>
                  <a:lnTo>
                    <a:pt x="169049" y="237629"/>
                  </a:lnTo>
                  <a:lnTo>
                    <a:pt x="166154" y="227558"/>
                  </a:lnTo>
                  <a:lnTo>
                    <a:pt x="163258" y="217487"/>
                  </a:lnTo>
                  <a:lnTo>
                    <a:pt x="165404" y="205968"/>
                  </a:lnTo>
                  <a:lnTo>
                    <a:pt x="162509" y="195897"/>
                  </a:lnTo>
                  <a:lnTo>
                    <a:pt x="164655" y="184378"/>
                  </a:lnTo>
                  <a:lnTo>
                    <a:pt x="168236" y="177901"/>
                  </a:lnTo>
                  <a:lnTo>
                    <a:pt x="170383" y="166382"/>
                  </a:lnTo>
                  <a:lnTo>
                    <a:pt x="179006" y="158457"/>
                  </a:lnTo>
                  <a:lnTo>
                    <a:pt x="182587" y="151968"/>
                  </a:lnTo>
                  <a:lnTo>
                    <a:pt x="192659" y="149085"/>
                  </a:lnTo>
                  <a:lnTo>
                    <a:pt x="375246" y="25742"/>
                  </a:lnTo>
                  <a:lnTo>
                    <a:pt x="357250" y="20015"/>
                  </a:lnTo>
                  <a:lnTo>
                    <a:pt x="344284" y="12839"/>
                  </a:lnTo>
                  <a:lnTo>
                    <a:pt x="326288" y="7112"/>
                  </a:lnTo>
                  <a:lnTo>
                    <a:pt x="293179" y="5727"/>
                  </a:lnTo>
                  <a:lnTo>
                    <a:pt x="275183" y="0"/>
                  </a:lnTo>
                  <a:lnTo>
                    <a:pt x="260083" y="4330"/>
                  </a:lnTo>
                  <a:lnTo>
                    <a:pt x="226974" y="2946"/>
                  </a:lnTo>
                  <a:lnTo>
                    <a:pt x="161518" y="21755"/>
                  </a:lnTo>
                  <a:lnTo>
                    <a:pt x="142824" y="32588"/>
                  </a:lnTo>
                  <a:lnTo>
                    <a:pt x="127723" y="36918"/>
                  </a:lnTo>
                  <a:lnTo>
                    <a:pt x="114058" y="46304"/>
                  </a:lnTo>
                  <a:lnTo>
                    <a:pt x="105435" y="54228"/>
                  </a:lnTo>
                  <a:lnTo>
                    <a:pt x="91782" y="63601"/>
                  </a:lnTo>
                  <a:lnTo>
                    <a:pt x="74536" y="79463"/>
                  </a:lnTo>
                  <a:lnTo>
                    <a:pt x="67360" y="92430"/>
                  </a:lnTo>
                  <a:lnTo>
                    <a:pt x="58737" y="100355"/>
                  </a:lnTo>
                  <a:lnTo>
                    <a:pt x="51562" y="113322"/>
                  </a:lnTo>
                  <a:lnTo>
                    <a:pt x="42938" y="121246"/>
                  </a:lnTo>
                  <a:lnTo>
                    <a:pt x="17818" y="166624"/>
                  </a:lnTo>
                  <a:lnTo>
                    <a:pt x="13538" y="189649"/>
                  </a:lnTo>
                  <a:lnTo>
                    <a:pt x="6362" y="202615"/>
                  </a:lnTo>
                  <a:lnTo>
                    <a:pt x="4229" y="214134"/>
                  </a:lnTo>
                  <a:lnTo>
                    <a:pt x="2082" y="225653"/>
                  </a:lnTo>
                  <a:lnTo>
                    <a:pt x="1384" y="242201"/>
                  </a:lnTo>
                  <a:lnTo>
                    <a:pt x="4279" y="252272"/>
                  </a:lnTo>
                  <a:lnTo>
                    <a:pt x="2146" y="263791"/>
                  </a:lnTo>
                  <a:lnTo>
                    <a:pt x="0" y="275310"/>
                  </a:lnTo>
                  <a:lnTo>
                    <a:pt x="7238" y="300482"/>
                  </a:lnTo>
                  <a:lnTo>
                    <a:pt x="5092" y="312000"/>
                  </a:lnTo>
                  <a:lnTo>
                    <a:pt x="9436" y="327101"/>
                  </a:lnTo>
                  <a:lnTo>
                    <a:pt x="12331" y="337172"/>
                  </a:lnTo>
                  <a:lnTo>
                    <a:pt x="16675" y="352285"/>
                  </a:lnTo>
                  <a:lnTo>
                    <a:pt x="19558" y="362343"/>
                  </a:lnTo>
                  <a:lnTo>
                    <a:pt x="28943" y="376008"/>
                  </a:lnTo>
                  <a:lnTo>
                    <a:pt x="31838" y="386079"/>
                  </a:lnTo>
                  <a:lnTo>
                    <a:pt x="39763" y="394703"/>
                  </a:lnTo>
                  <a:lnTo>
                    <a:pt x="49136" y="408355"/>
                  </a:lnTo>
                  <a:lnTo>
                    <a:pt x="57061" y="416979"/>
                  </a:lnTo>
                  <a:lnTo>
                    <a:pt x="66446" y="430644"/>
                  </a:lnTo>
                  <a:lnTo>
                    <a:pt x="74371" y="439254"/>
                  </a:lnTo>
                  <a:lnTo>
                    <a:pt x="98158" y="465137"/>
                  </a:lnTo>
                  <a:lnTo>
                    <a:pt x="111125" y="472313"/>
                  </a:lnTo>
                  <a:lnTo>
                    <a:pt x="119049" y="480936"/>
                  </a:lnTo>
                  <a:lnTo>
                    <a:pt x="132016" y="488111"/>
                  </a:lnTo>
                  <a:lnTo>
                    <a:pt x="143535" y="490245"/>
                  </a:lnTo>
                  <a:lnTo>
                    <a:pt x="156502" y="497420"/>
                  </a:lnTo>
                  <a:lnTo>
                    <a:pt x="164426" y="506044"/>
                  </a:lnTo>
                  <a:lnTo>
                    <a:pt x="198970" y="512470"/>
                  </a:lnTo>
                  <a:lnTo>
                    <a:pt x="211937" y="519645"/>
                  </a:lnTo>
                  <a:lnTo>
                    <a:pt x="228498" y="520344"/>
                  </a:lnTo>
                  <a:lnTo>
                    <a:pt x="238569" y="517448"/>
                  </a:lnTo>
                  <a:lnTo>
                    <a:pt x="261594" y="521728"/>
                  </a:lnTo>
                  <a:lnTo>
                    <a:pt x="278142" y="522427"/>
                  </a:lnTo>
                  <a:lnTo>
                    <a:pt x="298284" y="516635"/>
                  </a:lnTo>
                  <a:lnTo>
                    <a:pt x="314845" y="517321"/>
                  </a:lnTo>
                  <a:lnTo>
                    <a:pt x="350088" y="507199"/>
                  </a:lnTo>
                  <a:lnTo>
                    <a:pt x="363740" y="497827"/>
                  </a:lnTo>
                  <a:lnTo>
                    <a:pt x="383882" y="492036"/>
                  </a:lnTo>
                  <a:lnTo>
                    <a:pt x="397548" y="482663"/>
                  </a:lnTo>
                  <a:lnTo>
                    <a:pt x="406158" y="474725"/>
                  </a:lnTo>
                  <a:lnTo>
                    <a:pt x="416229" y="471843"/>
                  </a:lnTo>
                  <a:lnTo>
                    <a:pt x="419823" y="465353"/>
                  </a:lnTo>
                  <a:lnTo>
                    <a:pt x="429895" y="462457"/>
                  </a:lnTo>
                  <a:lnTo>
                    <a:pt x="433476" y="455980"/>
                  </a:lnTo>
                  <a:lnTo>
                    <a:pt x="442099" y="448055"/>
                  </a:lnTo>
                  <a:lnTo>
                    <a:pt x="445693" y="441566"/>
                  </a:lnTo>
                  <a:lnTo>
                    <a:pt x="454317" y="433641"/>
                  </a:lnTo>
                  <a:lnTo>
                    <a:pt x="459346" y="432193"/>
                  </a:lnTo>
                  <a:lnTo>
                    <a:pt x="462940" y="425716"/>
                  </a:lnTo>
                  <a:lnTo>
                    <a:pt x="471563" y="417779"/>
                  </a:lnTo>
                  <a:lnTo>
                    <a:pt x="482320" y="398335"/>
                  </a:lnTo>
                  <a:lnTo>
                    <a:pt x="489496" y="385368"/>
                  </a:lnTo>
                  <a:lnTo>
                    <a:pt x="493090" y="378891"/>
                  </a:lnTo>
                  <a:lnTo>
                    <a:pt x="496671" y="372402"/>
                  </a:lnTo>
                  <a:lnTo>
                    <a:pt x="500265" y="365925"/>
                  </a:lnTo>
                  <a:lnTo>
                    <a:pt x="503847" y="359448"/>
                  </a:lnTo>
                  <a:lnTo>
                    <a:pt x="505993" y="347929"/>
                  </a:lnTo>
                  <a:lnTo>
                    <a:pt x="509587" y="341439"/>
                  </a:lnTo>
                  <a:lnTo>
                    <a:pt x="513168" y="334962"/>
                  </a:lnTo>
                  <a:lnTo>
                    <a:pt x="515315" y="323443"/>
                  </a:lnTo>
                  <a:lnTo>
                    <a:pt x="513867" y="318414"/>
                  </a:lnTo>
                  <a:lnTo>
                    <a:pt x="517448" y="311924"/>
                  </a:lnTo>
                  <a:lnTo>
                    <a:pt x="519595" y="300405"/>
                  </a:lnTo>
                  <a:lnTo>
                    <a:pt x="523176" y="293928"/>
                  </a:lnTo>
                  <a:lnTo>
                    <a:pt x="520293" y="283857"/>
                  </a:lnTo>
                  <a:lnTo>
                    <a:pt x="523875" y="277380"/>
                  </a:lnTo>
                  <a:lnTo>
                    <a:pt x="520979" y="267309"/>
                  </a:lnTo>
                  <a:lnTo>
                    <a:pt x="524573" y="260819"/>
                  </a:lnTo>
                  <a:lnTo>
                    <a:pt x="521677" y="250761"/>
                  </a:lnTo>
                  <a:lnTo>
                    <a:pt x="525259" y="244271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01745" y="6226339"/>
              <a:ext cx="524573" cy="520979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3601745" y="6226340"/>
              <a:ext cx="525145" cy="521334"/>
            </a:xfrm>
            <a:custGeom>
              <a:avLst/>
              <a:gdLst/>
              <a:ahLst/>
              <a:cxnLst/>
              <a:rect l="l" t="t" r="r" b="b"/>
              <a:pathLst>
                <a:path w="525145" h="521334">
                  <a:moveTo>
                    <a:pt x="151460" y="494525"/>
                  </a:moveTo>
                  <a:lnTo>
                    <a:pt x="335508" y="376237"/>
                  </a:lnTo>
                  <a:lnTo>
                    <a:pt x="339090" y="369747"/>
                  </a:lnTo>
                  <a:lnTo>
                    <a:pt x="347713" y="361823"/>
                  </a:lnTo>
                  <a:lnTo>
                    <a:pt x="362064" y="335889"/>
                  </a:lnTo>
                  <a:lnTo>
                    <a:pt x="359168" y="325818"/>
                  </a:lnTo>
                  <a:lnTo>
                    <a:pt x="361315" y="314312"/>
                  </a:lnTo>
                  <a:lnTo>
                    <a:pt x="363448" y="302793"/>
                  </a:lnTo>
                  <a:lnTo>
                    <a:pt x="357670" y="282651"/>
                  </a:lnTo>
                  <a:lnTo>
                    <a:pt x="354774" y="272580"/>
                  </a:lnTo>
                  <a:lnTo>
                    <a:pt x="350431" y="257479"/>
                  </a:lnTo>
                  <a:lnTo>
                    <a:pt x="347535" y="247408"/>
                  </a:lnTo>
                  <a:lnTo>
                    <a:pt x="339610" y="238785"/>
                  </a:lnTo>
                  <a:lnTo>
                    <a:pt x="336715" y="228714"/>
                  </a:lnTo>
                  <a:lnTo>
                    <a:pt x="327329" y="215049"/>
                  </a:lnTo>
                  <a:lnTo>
                    <a:pt x="287693" y="171932"/>
                  </a:lnTo>
                  <a:lnTo>
                    <a:pt x="274726" y="164757"/>
                  </a:lnTo>
                  <a:lnTo>
                    <a:pt x="266801" y="156133"/>
                  </a:lnTo>
                  <a:lnTo>
                    <a:pt x="255282" y="154000"/>
                  </a:lnTo>
                  <a:lnTo>
                    <a:pt x="235839" y="143230"/>
                  </a:lnTo>
                  <a:lnTo>
                    <a:pt x="230797" y="144678"/>
                  </a:lnTo>
                  <a:lnTo>
                    <a:pt x="219278" y="142544"/>
                  </a:lnTo>
                  <a:lnTo>
                    <a:pt x="179006" y="154114"/>
                  </a:lnTo>
                  <a:lnTo>
                    <a:pt x="2895" y="281038"/>
                  </a:lnTo>
                  <a:lnTo>
                    <a:pt x="0" y="270967"/>
                  </a:lnTo>
                  <a:lnTo>
                    <a:pt x="3594" y="264490"/>
                  </a:lnTo>
                  <a:lnTo>
                    <a:pt x="698" y="254419"/>
                  </a:lnTo>
                  <a:lnTo>
                    <a:pt x="4292" y="247929"/>
                  </a:lnTo>
                  <a:lnTo>
                    <a:pt x="6426" y="236410"/>
                  </a:lnTo>
                  <a:lnTo>
                    <a:pt x="4978" y="231381"/>
                  </a:lnTo>
                  <a:lnTo>
                    <a:pt x="7124" y="219862"/>
                  </a:lnTo>
                  <a:lnTo>
                    <a:pt x="10706" y="213385"/>
                  </a:lnTo>
                  <a:lnTo>
                    <a:pt x="7810" y="203314"/>
                  </a:lnTo>
                  <a:lnTo>
                    <a:pt x="11404" y="196837"/>
                  </a:lnTo>
                  <a:lnTo>
                    <a:pt x="13538" y="185318"/>
                  </a:lnTo>
                  <a:lnTo>
                    <a:pt x="17132" y="178828"/>
                  </a:lnTo>
                  <a:lnTo>
                    <a:pt x="20726" y="172351"/>
                  </a:lnTo>
                  <a:lnTo>
                    <a:pt x="24307" y="165874"/>
                  </a:lnTo>
                  <a:lnTo>
                    <a:pt x="26454" y="154355"/>
                  </a:lnTo>
                  <a:lnTo>
                    <a:pt x="30035" y="147866"/>
                  </a:lnTo>
                  <a:lnTo>
                    <a:pt x="33629" y="141389"/>
                  </a:lnTo>
                  <a:lnTo>
                    <a:pt x="37211" y="134912"/>
                  </a:lnTo>
                  <a:lnTo>
                    <a:pt x="40805" y="128422"/>
                  </a:lnTo>
                  <a:lnTo>
                    <a:pt x="49428" y="120497"/>
                  </a:lnTo>
                  <a:lnTo>
                    <a:pt x="56603" y="107530"/>
                  </a:lnTo>
                  <a:lnTo>
                    <a:pt x="60185" y="101053"/>
                  </a:lnTo>
                  <a:lnTo>
                    <a:pt x="68808" y="93116"/>
                  </a:lnTo>
                  <a:lnTo>
                    <a:pt x="75984" y="80162"/>
                  </a:lnTo>
                  <a:lnTo>
                    <a:pt x="84607" y="72224"/>
                  </a:lnTo>
                  <a:lnTo>
                    <a:pt x="88201" y="65747"/>
                  </a:lnTo>
                  <a:lnTo>
                    <a:pt x="98272" y="62852"/>
                  </a:lnTo>
                  <a:lnTo>
                    <a:pt x="101854" y="56362"/>
                  </a:lnTo>
                  <a:lnTo>
                    <a:pt x="110477" y="48437"/>
                  </a:lnTo>
                  <a:lnTo>
                    <a:pt x="115519" y="46990"/>
                  </a:lnTo>
                  <a:lnTo>
                    <a:pt x="129171" y="37617"/>
                  </a:lnTo>
                  <a:lnTo>
                    <a:pt x="139242" y="34721"/>
                  </a:lnTo>
                  <a:lnTo>
                    <a:pt x="152908" y="25349"/>
                  </a:lnTo>
                  <a:lnTo>
                    <a:pt x="162966" y="22453"/>
                  </a:lnTo>
                  <a:lnTo>
                    <a:pt x="176631" y="13081"/>
                  </a:lnTo>
                  <a:lnTo>
                    <a:pt x="211874" y="2946"/>
                  </a:lnTo>
                  <a:lnTo>
                    <a:pt x="223393" y="5092"/>
                  </a:lnTo>
                  <a:lnTo>
                    <a:pt x="238493" y="749"/>
                  </a:lnTo>
                  <a:lnTo>
                    <a:pt x="250012" y="2895"/>
                  </a:lnTo>
                  <a:lnTo>
                    <a:pt x="260083" y="0"/>
                  </a:lnTo>
                  <a:lnTo>
                    <a:pt x="276631" y="685"/>
                  </a:lnTo>
                  <a:lnTo>
                    <a:pt x="345732" y="13538"/>
                  </a:lnTo>
                  <a:lnTo>
                    <a:pt x="358698" y="20713"/>
                  </a:lnTo>
                  <a:lnTo>
                    <a:pt x="370217" y="22860"/>
                  </a:lnTo>
                  <a:lnTo>
                    <a:pt x="383184" y="30035"/>
                  </a:lnTo>
                  <a:lnTo>
                    <a:pt x="394703" y="32169"/>
                  </a:lnTo>
                  <a:lnTo>
                    <a:pt x="402628" y="40792"/>
                  </a:lnTo>
                  <a:lnTo>
                    <a:pt x="415594" y="47967"/>
                  </a:lnTo>
                  <a:lnTo>
                    <a:pt x="423519" y="56591"/>
                  </a:lnTo>
                  <a:lnTo>
                    <a:pt x="436486" y="63766"/>
                  </a:lnTo>
                  <a:lnTo>
                    <a:pt x="452335" y="81013"/>
                  </a:lnTo>
                  <a:lnTo>
                    <a:pt x="461721" y="94678"/>
                  </a:lnTo>
                  <a:lnTo>
                    <a:pt x="477570" y="111925"/>
                  </a:lnTo>
                  <a:lnTo>
                    <a:pt x="486956" y="125577"/>
                  </a:lnTo>
                  <a:lnTo>
                    <a:pt x="489851" y="135648"/>
                  </a:lnTo>
                  <a:lnTo>
                    <a:pt x="499224" y="149301"/>
                  </a:lnTo>
                  <a:lnTo>
                    <a:pt x="502119" y="159372"/>
                  </a:lnTo>
                  <a:lnTo>
                    <a:pt x="505015" y="169443"/>
                  </a:lnTo>
                  <a:lnTo>
                    <a:pt x="514388" y="183108"/>
                  </a:lnTo>
                  <a:lnTo>
                    <a:pt x="517283" y="193167"/>
                  </a:lnTo>
                  <a:lnTo>
                    <a:pt x="516585" y="209727"/>
                  </a:lnTo>
                  <a:lnTo>
                    <a:pt x="519480" y="219798"/>
                  </a:lnTo>
                  <a:lnTo>
                    <a:pt x="523824" y="234899"/>
                  </a:lnTo>
                  <a:lnTo>
                    <a:pt x="521677" y="246418"/>
                  </a:lnTo>
                  <a:lnTo>
                    <a:pt x="524573" y="256489"/>
                  </a:lnTo>
                  <a:lnTo>
                    <a:pt x="522427" y="268008"/>
                  </a:lnTo>
                  <a:lnTo>
                    <a:pt x="521741" y="284556"/>
                  </a:lnTo>
                  <a:lnTo>
                    <a:pt x="519595" y="296075"/>
                  </a:lnTo>
                  <a:lnTo>
                    <a:pt x="517448" y="307593"/>
                  </a:lnTo>
                  <a:lnTo>
                    <a:pt x="515315" y="319100"/>
                  </a:lnTo>
                  <a:lnTo>
                    <a:pt x="513168" y="330619"/>
                  </a:lnTo>
                  <a:lnTo>
                    <a:pt x="511035" y="342138"/>
                  </a:lnTo>
                  <a:lnTo>
                    <a:pt x="503859" y="355104"/>
                  </a:lnTo>
                  <a:lnTo>
                    <a:pt x="501713" y="366623"/>
                  </a:lnTo>
                  <a:lnTo>
                    <a:pt x="494538" y="379590"/>
                  </a:lnTo>
                  <a:lnTo>
                    <a:pt x="485914" y="387515"/>
                  </a:lnTo>
                  <a:lnTo>
                    <a:pt x="483768" y="399034"/>
                  </a:lnTo>
                  <a:lnTo>
                    <a:pt x="476592" y="412000"/>
                  </a:lnTo>
                  <a:lnTo>
                    <a:pt x="467982" y="419925"/>
                  </a:lnTo>
                  <a:lnTo>
                    <a:pt x="460794" y="432892"/>
                  </a:lnTo>
                  <a:lnTo>
                    <a:pt x="443547" y="448741"/>
                  </a:lnTo>
                  <a:lnTo>
                    <a:pt x="429895" y="458127"/>
                  </a:lnTo>
                  <a:lnTo>
                    <a:pt x="412648" y="473976"/>
                  </a:lnTo>
                  <a:lnTo>
                    <a:pt x="398995" y="483362"/>
                  </a:lnTo>
                  <a:lnTo>
                    <a:pt x="380301" y="494182"/>
                  </a:lnTo>
                  <a:lnTo>
                    <a:pt x="299732" y="517334"/>
                  </a:lnTo>
                  <a:lnTo>
                    <a:pt x="283184" y="516636"/>
                  </a:lnTo>
                  <a:lnTo>
                    <a:pt x="268084" y="520979"/>
                  </a:lnTo>
                  <a:lnTo>
                    <a:pt x="234975" y="519582"/>
                  </a:lnTo>
                  <a:lnTo>
                    <a:pt x="216979" y="513854"/>
                  </a:lnTo>
                  <a:lnTo>
                    <a:pt x="200431" y="513168"/>
                  </a:lnTo>
                  <a:lnTo>
                    <a:pt x="164426" y="501713"/>
                  </a:lnTo>
                  <a:lnTo>
                    <a:pt x="151460" y="494525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 rot="1020000">
            <a:off x="6337041" y="5088721"/>
            <a:ext cx="380437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05"/>
              </a:lnSpc>
            </a:pPr>
            <a:r>
              <a:rPr sz="2550" b="1" spc="270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endParaRPr sz="2550">
              <a:latin typeface="Gill Sans MT"/>
              <a:cs typeface="Gill Sans MT"/>
            </a:endParaRPr>
          </a:p>
        </p:txBody>
      </p:sp>
      <p:sp>
        <p:nvSpPr>
          <p:cNvPr id="85" name="object 85"/>
          <p:cNvSpPr txBox="1"/>
          <p:nvPr/>
        </p:nvSpPr>
        <p:spPr>
          <a:xfrm rot="1080000">
            <a:off x="6112165" y="5034327"/>
            <a:ext cx="376799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25"/>
              </a:lnSpc>
            </a:pPr>
            <a:r>
              <a:rPr sz="2550" b="1" spc="-200" dirty="0">
                <a:solidFill>
                  <a:srgbClr val="231F20"/>
                </a:solidFill>
                <a:latin typeface="Gill Sans MT"/>
                <a:cs typeface="Gill Sans MT"/>
              </a:rPr>
              <a:t>P</a:t>
            </a:r>
            <a:endParaRPr sz="2550">
              <a:latin typeface="Gill Sans MT"/>
              <a:cs typeface="Gill Sans MT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401065" y="1129315"/>
            <a:ext cx="8202930" cy="4833620"/>
            <a:chOff x="401065" y="1129315"/>
            <a:chExt cx="8202930" cy="4833620"/>
          </a:xfrm>
        </p:grpSpPr>
        <p:sp>
          <p:nvSpPr>
            <p:cNvPr id="87" name="object 87"/>
            <p:cNvSpPr/>
            <p:nvPr/>
          </p:nvSpPr>
          <p:spPr>
            <a:xfrm>
              <a:off x="3587114" y="2050605"/>
              <a:ext cx="5010150" cy="172085"/>
            </a:xfrm>
            <a:custGeom>
              <a:avLst/>
              <a:gdLst/>
              <a:ahLst/>
              <a:cxnLst/>
              <a:rect l="l" t="t" r="r" b="b"/>
              <a:pathLst>
                <a:path w="5010150" h="172085">
                  <a:moveTo>
                    <a:pt x="5009997" y="171488"/>
                  </a:moveTo>
                  <a:lnTo>
                    <a:pt x="5009997" y="0"/>
                  </a:lnTo>
                  <a:lnTo>
                    <a:pt x="0" y="0"/>
                  </a:lnTo>
                  <a:lnTo>
                    <a:pt x="0" y="171488"/>
                  </a:lnTo>
                  <a:lnTo>
                    <a:pt x="5009997" y="171488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587114" y="2050605"/>
              <a:ext cx="5010150" cy="172085"/>
            </a:xfrm>
            <a:custGeom>
              <a:avLst/>
              <a:gdLst/>
              <a:ahLst/>
              <a:cxnLst/>
              <a:rect l="l" t="t" r="r" b="b"/>
              <a:pathLst>
                <a:path w="5010150" h="172085">
                  <a:moveTo>
                    <a:pt x="0" y="0"/>
                  </a:moveTo>
                  <a:lnTo>
                    <a:pt x="0" y="171488"/>
                  </a:lnTo>
                  <a:lnTo>
                    <a:pt x="5009997" y="171488"/>
                  </a:lnTo>
                  <a:lnTo>
                    <a:pt x="5009997" y="0"/>
                  </a:lnTo>
                  <a:lnTo>
                    <a:pt x="0" y="0"/>
                  </a:lnTo>
                  <a:close/>
                </a:path>
              </a:pathLst>
            </a:custGeom>
            <a:ln w="13449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587114" y="1307515"/>
              <a:ext cx="5010150" cy="743585"/>
            </a:xfrm>
            <a:custGeom>
              <a:avLst/>
              <a:gdLst/>
              <a:ahLst/>
              <a:cxnLst/>
              <a:rect l="l" t="t" r="r" b="b"/>
              <a:pathLst>
                <a:path w="5010150" h="743585">
                  <a:moveTo>
                    <a:pt x="5009997" y="743089"/>
                  </a:moveTo>
                  <a:lnTo>
                    <a:pt x="5009997" y="0"/>
                  </a:lnTo>
                  <a:lnTo>
                    <a:pt x="0" y="0"/>
                  </a:lnTo>
                  <a:lnTo>
                    <a:pt x="0" y="743089"/>
                  </a:lnTo>
                  <a:lnTo>
                    <a:pt x="5009997" y="743089"/>
                  </a:lnTo>
                  <a:close/>
                </a:path>
              </a:pathLst>
            </a:custGeom>
            <a:solidFill>
              <a:srgbClr val="64B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587114" y="1307515"/>
              <a:ext cx="5010150" cy="743585"/>
            </a:xfrm>
            <a:custGeom>
              <a:avLst/>
              <a:gdLst/>
              <a:ahLst/>
              <a:cxnLst/>
              <a:rect l="l" t="t" r="r" b="b"/>
              <a:pathLst>
                <a:path w="5010150" h="743585">
                  <a:moveTo>
                    <a:pt x="0" y="0"/>
                  </a:moveTo>
                  <a:lnTo>
                    <a:pt x="0" y="743089"/>
                  </a:lnTo>
                  <a:lnTo>
                    <a:pt x="5009997" y="743089"/>
                  </a:lnTo>
                  <a:lnTo>
                    <a:pt x="5009997" y="0"/>
                  </a:lnTo>
                  <a:lnTo>
                    <a:pt x="0" y="0"/>
                  </a:lnTo>
                  <a:close/>
                </a:path>
              </a:pathLst>
            </a:custGeom>
            <a:ln w="13449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587114" y="1136040"/>
              <a:ext cx="5010150" cy="172085"/>
            </a:xfrm>
            <a:custGeom>
              <a:avLst/>
              <a:gdLst/>
              <a:ahLst/>
              <a:cxnLst/>
              <a:rect l="l" t="t" r="r" b="b"/>
              <a:pathLst>
                <a:path w="5010150" h="172084">
                  <a:moveTo>
                    <a:pt x="5009997" y="171488"/>
                  </a:moveTo>
                  <a:lnTo>
                    <a:pt x="5009997" y="0"/>
                  </a:lnTo>
                  <a:lnTo>
                    <a:pt x="0" y="0"/>
                  </a:lnTo>
                  <a:lnTo>
                    <a:pt x="0" y="171488"/>
                  </a:lnTo>
                  <a:lnTo>
                    <a:pt x="5009997" y="171488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587114" y="1136040"/>
              <a:ext cx="5010150" cy="172085"/>
            </a:xfrm>
            <a:custGeom>
              <a:avLst/>
              <a:gdLst/>
              <a:ahLst/>
              <a:cxnLst/>
              <a:rect l="l" t="t" r="r" b="b"/>
              <a:pathLst>
                <a:path w="5010150" h="172084">
                  <a:moveTo>
                    <a:pt x="0" y="0"/>
                  </a:moveTo>
                  <a:lnTo>
                    <a:pt x="0" y="171488"/>
                  </a:lnTo>
                  <a:lnTo>
                    <a:pt x="5009997" y="171488"/>
                  </a:lnTo>
                  <a:lnTo>
                    <a:pt x="5009997" y="0"/>
                  </a:lnTo>
                  <a:lnTo>
                    <a:pt x="0" y="0"/>
                  </a:lnTo>
                  <a:close/>
                </a:path>
              </a:pathLst>
            </a:custGeom>
            <a:ln w="13449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576516" y="2298820"/>
              <a:ext cx="3879037" cy="3663657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6068390" y="150526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068390" y="150526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068390" y="1505267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5283" y="0"/>
                  </a:moveTo>
                  <a:lnTo>
                    <a:pt x="0" y="0"/>
                  </a:lnTo>
                </a:path>
              </a:pathLst>
            </a:custGeom>
            <a:ln w="13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794032" y="1230909"/>
              <a:ext cx="549275" cy="549275"/>
            </a:xfrm>
            <a:custGeom>
              <a:avLst/>
              <a:gdLst/>
              <a:ahLst/>
              <a:cxnLst/>
              <a:rect l="l" t="t" r="r" b="b"/>
              <a:pathLst>
                <a:path w="549275" h="549275">
                  <a:moveTo>
                    <a:pt x="548703" y="274345"/>
                  </a:moveTo>
                  <a:lnTo>
                    <a:pt x="274358" y="274345"/>
                  </a:lnTo>
                  <a:lnTo>
                    <a:pt x="274358" y="0"/>
                  </a:lnTo>
                  <a:lnTo>
                    <a:pt x="225031" y="4432"/>
                  </a:lnTo>
                  <a:lnTo>
                    <a:pt x="178625" y="17170"/>
                  </a:lnTo>
                  <a:lnTo>
                    <a:pt x="135877" y="37465"/>
                  </a:lnTo>
                  <a:lnTo>
                    <a:pt x="97586" y="64528"/>
                  </a:lnTo>
                  <a:lnTo>
                    <a:pt x="64516" y="97599"/>
                  </a:lnTo>
                  <a:lnTo>
                    <a:pt x="37452" y="135890"/>
                  </a:lnTo>
                  <a:lnTo>
                    <a:pt x="17157" y="178638"/>
                  </a:lnTo>
                  <a:lnTo>
                    <a:pt x="4419" y="225044"/>
                  </a:lnTo>
                  <a:lnTo>
                    <a:pt x="0" y="274358"/>
                  </a:lnTo>
                  <a:lnTo>
                    <a:pt x="274345" y="274358"/>
                  </a:lnTo>
                  <a:lnTo>
                    <a:pt x="274345" y="548690"/>
                  </a:lnTo>
                  <a:lnTo>
                    <a:pt x="323659" y="544271"/>
                  </a:lnTo>
                  <a:lnTo>
                    <a:pt x="370065" y="531533"/>
                  </a:lnTo>
                  <a:lnTo>
                    <a:pt x="412813" y="511238"/>
                  </a:lnTo>
                  <a:lnTo>
                    <a:pt x="451104" y="484174"/>
                  </a:lnTo>
                  <a:lnTo>
                    <a:pt x="484174" y="451104"/>
                  </a:lnTo>
                  <a:lnTo>
                    <a:pt x="511238" y="412813"/>
                  </a:lnTo>
                  <a:lnTo>
                    <a:pt x="531533" y="370078"/>
                  </a:lnTo>
                  <a:lnTo>
                    <a:pt x="544271" y="323659"/>
                  </a:lnTo>
                  <a:lnTo>
                    <a:pt x="548703" y="2743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794044" y="1230921"/>
              <a:ext cx="549275" cy="549275"/>
            </a:xfrm>
            <a:custGeom>
              <a:avLst/>
              <a:gdLst/>
              <a:ahLst/>
              <a:cxnLst/>
              <a:rect l="l" t="t" r="r" b="b"/>
              <a:pathLst>
                <a:path w="549275" h="549275">
                  <a:moveTo>
                    <a:pt x="548690" y="274345"/>
                  </a:moveTo>
                  <a:lnTo>
                    <a:pt x="544258" y="225031"/>
                  </a:lnTo>
                  <a:lnTo>
                    <a:pt x="531520" y="178625"/>
                  </a:lnTo>
                  <a:lnTo>
                    <a:pt x="511225" y="135877"/>
                  </a:lnTo>
                  <a:lnTo>
                    <a:pt x="484162" y="97586"/>
                  </a:lnTo>
                  <a:lnTo>
                    <a:pt x="451091" y="64528"/>
                  </a:lnTo>
                  <a:lnTo>
                    <a:pt x="412800" y="37465"/>
                  </a:lnTo>
                  <a:lnTo>
                    <a:pt x="370052" y="17170"/>
                  </a:lnTo>
                  <a:lnTo>
                    <a:pt x="323646" y="4432"/>
                  </a:lnTo>
                  <a:lnTo>
                    <a:pt x="274332" y="0"/>
                  </a:lnTo>
                  <a:lnTo>
                    <a:pt x="274332" y="274332"/>
                  </a:lnTo>
                  <a:lnTo>
                    <a:pt x="0" y="274332"/>
                  </a:lnTo>
                  <a:lnTo>
                    <a:pt x="4419" y="323659"/>
                  </a:lnTo>
                  <a:lnTo>
                    <a:pt x="17157" y="370065"/>
                  </a:lnTo>
                  <a:lnTo>
                    <a:pt x="37452" y="412813"/>
                  </a:lnTo>
                  <a:lnTo>
                    <a:pt x="64516" y="451104"/>
                  </a:lnTo>
                  <a:lnTo>
                    <a:pt x="97586" y="484174"/>
                  </a:lnTo>
                  <a:lnTo>
                    <a:pt x="135877" y="511238"/>
                  </a:lnTo>
                  <a:lnTo>
                    <a:pt x="178612" y="531533"/>
                  </a:lnTo>
                  <a:lnTo>
                    <a:pt x="225031" y="544271"/>
                  </a:lnTo>
                  <a:lnTo>
                    <a:pt x="274345" y="548690"/>
                  </a:lnTo>
                  <a:lnTo>
                    <a:pt x="274345" y="274345"/>
                  </a:lnTo>
                  <a:lnTo>
                    <a:pt x="548690" y="2743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794032" y="1230922"/>
              <a:ext cx="549275" cy="549275"/>
            </a:xfrm>
            <a:custGeom>
              <a:avLst/>
              <a:gdLst/>
              <a:ahLst/>
              <a:cxnLst/>
              <a:rect l="l" t="t" r="r" b="b"/>
              <a:pathLst>
                <a:path w="549275" h="549275">
                  <a:moveTo>
                    <a:pt x="274358" y="548690"/>
                  </a:moveTo>
                  <a:lnTo>
                    <a:pt x="323670" y="544270"/>
                  </a:lnTo>
                  <a:lnTo>
                    <a:pt x="370083" y="531526"/>
                  </a:lnTo>
                  <a:lnTo>
                    <a:pt x="412822" y="511233"/>
                  </a:lnTo>
                  <a:lnTo>
                    <a:pt x="451112" y="484166"/>
                  </a:lnTo>
                  <a:lnTo>
                    <a:pt x="484178" y="451100"/>
                  </a:lnTo>
                  <a:lnTo>
                    <a:pt x="511246" y="412810"/>
                  </a:lnTo>
                  <a:lnTo>
                    <a:pt x="531539" y="370071"/>
                  </a:lnTo>
                  <a:lnTo>
                    <a:pt x="544283" y="323657"/>
                  </a:lnTo>
                  <a:lnTo>
                    <a:pt x="548703" y="274345"/>
                  </a:lnTo>
                  <a:lnTo>
                    <a:pt x="544283" y="225032"/>
                  </a:lnTo>
                  <a:lnTo>
                    <a:pt x="531539" y="178619"/>
                  </a:lnTo>
                  <a:lnTo>
                    <a:pt x="511246" y="135880"/>
                  </a:lnTo>
                  <a:lnTo>
                    <a:pt x="484178" y="97590"/>
                  </a:lnTo>
                  <a:lnTo>
                    <a:pt x="451112" y="64524"/>
                  </a:lnTo>
                  <a:lnTo>
                    <a:pt x="412822" y="37457"/>
                  </a:lnTo>
                  <a:lnTo>
                    <a:pt x="370083" y="17164"/>
                  </a:lnTo>
                  <a:lnTo>
                    <a:pt x="323670" y="4420"/>
                  </a:lnTo>
                  <a:lnTo>
                    <a:pt x="274358" y="0"/>
                  </a:lnTo>
                  <a:lnTo>
                    <a:pt x="225041" y="4419"/>
                  </a:lnTo>
                  <a:lnTo>
                    <a:pt x="178625" y="17162"/>
                  </a:lnTo>
                  <a:lnTo>
                    <a:pt x="135884" y="37454"/>
                  </a:lnTo>
                  <a:lnTo>
                    <a:pt x="97592" y="64520"/>
                  </a:lnTo>
                  <a:lnTo>
                    <a:pt x="64525" y="97585"/>
                  </a:lnTo>
                  <a:lnTo>
                    <a:pt x="37457" y="135874"/>
                  </a:lnTo>
                  <a:lnTo>
                    <a:pt x="17164" y="178614"/>
                  </a:lnTo>
                  <a:lnTo>
                    <a:pt x="4420" y="225029"/>
                  </a:lnTo>
                  <a:lnTo>
                    <a:pt x="0" y="274345"/>
                  </a:lnTo>
                  <a:lnTo>
                    <a:pt x="4420" y="323658"/>
                  </a:lnTo>
                  <a:lnTo>
                    <a:pt x="17164" y="370072"/>
                  </a:lnTo>
                  <a:lnTo>
                    <a:pt x="37457" y="412813"/>
                  </a:lnTo>
                  <a:lnTo>
                    <a:pt x="64525" y="451104"/>
                  </a:lnTo>
                  <a:lnTo>
                    <a:pt x="97592" y="484171"/>
                  </a:lnTo>
                  <a:lnTo>
                    <a:pt x="135884" y="511238"/>
                  </a:lnTo>
                  <a:lnTo>
                    <a:pt x="178625" y="531531"/>
                  </a:lnTo>
                  <a:lnTo>
                    <a:pt x="225041" y="544273"/>
                  </a:lnTo>
                  <a:lnTo>
                    <a:pt x="274358" y="548690"/>
                  </a:lnTo>
                  <a:close/>
                </a:path>
              </a:pathLst>
            </a:custGeom>
            <a:ln w="13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42976" y="1872983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51" y="84696"/>
                  </a:moveTo>
                  <a:lnTo>
                    <a:pt x="212178" y="73342"/>
                  </a:lnTo>
                  <a:lnTo>
                    <a:pt x="172885" y="58508"/>
                  </a:lnTo>
                  <a:lnTo>
                    <a:pt x="137960" y="40170"/>
                  </a:lnTo>
                  <a:lnTo>
                    <a:pt x="100418" y="13093"/>
                  </a:lnTo>
                  <a:lnTo>
                    <a:pt x="92557" y="6985"/>
                  </a:lnTo>
                  <a:lnTo>
                    <a:pt x="85572" y="0"/>
                  </a:lnTo>
                  <a:lnTo>
                    <a:pt x="0" y="223520"/>
                  </a:lnTo>
                  <a:lnTo>
                    <a:pt x="108267" y="218287"/>
                  </a:lnTo>
                  <a:lnTo>
                    <a:pt x="190347" y="296862"/>
                  </a:lnTo>
                  <a:lnTo>
                    <a:pt x="271551" y="84696"/>
                  </a:lnTo>
                  <a:close/>
                </a:path>
                <a:path w="588644" h="301625">
                  <a:moveTo>
                    <a:pt x="588492" y="231381"/>
                  </a:moveTo>
                  <a:lnTo>
                    <a:pt x="509041" y="12230"/>
                  </a:lnTo>
                  <a:lnTo>
                    <a:pt x="502056" y="18338"/>
                  </a:lnTo>
                  <a:lnTo>
                    <a:pt x="486333" y="30568"/>
                  </a:lnTo>
                  <a:lnTo>
                    <a:pt x="476732" y="36677"/>
                  </a:lnTo>
                  <a:lnTo>
                    <a:pt x="466255" y="42786"/>
                  </a:lnTo>
                  <a:lnTo>
                    <a:pt x="455777" y="48031"/>
                  </a:lnTo>
                  <a:lnTo>
                    <a:pt x="444423" y="53263"/>
                  </a:lnTo>
                  <a:lnTo>
                    <a:pt x="432206" y="59372"/>
                  </a:lnTo>
                  <a:lnTo>
                    <a:pt x="392912" y="72466"/>
                  </a:lnTo>
                  <a:lnTo>
                    <a:pt x="349250" y="82080"/>
                  </a:lnTo>
                  <a:lnTo>
                    <a:pt x="333540" y="82956"/>
                  </a:lnTo>
                  <a:lnTo>
                    <a:pt x="317817" y="84696"/>
                  </a:lnTo>
                  <a:lnTo>
                    <a:pt x="397281" y="301231"/>
                  </a:lnTo>
                  <a:lnTo>
                    <a:pt x="479348" y="224396"/>
                  </a:lnTo>
                  <a:lnTo>
                    <a:pt x="588492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01066" y="1289735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70"/>
                  </a:moveTo>
                  <a:lnTo>
                    <a:pt x="0" y="316941"/>
                  </a:lnTo>
                  <a:lnTo>
                    <a:pt x="10477" y="367588"/>
                  </a:lnTo>
                  <a:lnTo>
                    <a:pt x="25323" y="367588"/>
                  </a:lnTo>
                  <a:lnTo>
                    <a:pt x="25323" y="331787"/>
                  </a:lnTo>
                  <a:lnTo>
                    <a:pt x="26200" y="319570"/>
                  </a:lnTo>
                  <a:close/>
                </a:path>
                <a:path w="694690" h="693419">
                  <a:moveTo>
                    <a:pt x="46278" y="461010"/>
                  </a:moveTo>
                  <a:lnTo>
                    <a:pt x="43662" y="455777"/>
                  </a:lnTo>
                  <a:lnTo>
                    <a:pt x="41910" y="449656"/>
                  </a:lnTo>
                  <a:lnTo>
                    <a:pt x="40170" y="444423"/>
                  </a:lnTo>
                  <a:lnTo>
                    <a:pt x="36677" y="432193"/>
                  </a:lnTo>
                  <a:lnTo>
                    <a:pt x="34925" y="426961"/>
                  </a:lnTo>
                  <a:lnTo>
                    <a:pt x="34048" y="420852"/>
                  </a:lnTo>
                  <a:lnTo>
                    <a:pt x="32308" y="415607"/>
                  </a:lnTo>
                  <a:lnTo>
                    <a:pt x="6985" y="420852"/>
                  </a:lnTo>
                  <a:lnTo>
                    <a:pt x="31432" y="466255"/>
                  </a:lnTo>
                  <a:lnTo>
                    <a:pt x="46278" y="461010"/>
                  </a:lnTo>
                  <a:close/>
                </a:path>
                <a:path w="694690" h="693419">
                  <a:moveTo>
                    <a:pt x="48895" y="226136"/>
                  </a:moveTo>
                  <a:lnTo>
                    <a:pt x="24447" y="216535"/>
                  </a:lnTo>
                  <a:lnTo>
                    <a:pt x="20078" y="268046"/>
                  </a:lnTo>
                  <a:lnTo>
                    <a:pt x="34048" y="271538"/>
                  </a:lnTo>
                  <a:lnTo>
                    <a:pt x="35801" y="266306"/>
                  </a:lnTo>
                  <a:lnTo>
                    <a:pt x="39293" y="254076"/>
                  </a:lnTo>
                  <a:lnTo>
                    <a:pt x="41033" y="248843"/>
                  </a:lnTo>
                  <a:lnTo>
                    <a:pt x="42786" y="242722"/>
                  </a:lnTo>
                  <a:lnTo>
                    <a:pt x="46278" y="232244"/>
                  </a:lnTo>
                  <a:lnTo>
                    <a:pt x="48895" y="226136"/>
                  </a:lnTo>
                  <a:close/>
                </a:path>
                <a:path w="694690" h="693419">
                  <a:moveTo>
                    <a:pt x="92557" y="544830"/>
                  </a:moveTo>
                  <a:lnTo>
                    <a:pt x="89065" y="539597"/>
                  </a:lnTo>
                  <a:lnTo>
                    <a:pt x="85572" y="535228"/>
                  </a:lnTo>
                  <a:lnTo>
                    <a:pt x="82080" y="529983"/>
                  </a:lnTo>
                  <a:lnTo>
                    <a:pt x="78587" y="525627"/>
                  </a:lnTo>
                  <a:lnTo>
                    <a:pt x="75095" y="520382"/>
                  </a:lnTo>
                  <a:lnTo>
                    <a:pt x="72478" y="515150"/>
                  </a:lnTo>
                  <a:lnTo>
                    <a:pt x="68973" y="509905"/>
                  </a:lnTo>
                  <a:lnTo>
                    <a:pt x="66357" y="504672"/>
                  </a:lnTo>
                  <a:lnTo>
                    <a:pt x="42786" y="517766"/>
                  </a:lnTo>
                  <a:lnTo>
                    <a:pt x="80327" y="553567"/>
                  </a:lnTo>
                  <a:lnTo>
                    <a:pt x="92557" y="544830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606"/>
                  </a:lnTo>
                  <a:lnTo>
                    <a:pt x="58508" y="174625"/>
                  </a:lnTo>
                  <a:lnTo>
                    <a:pt x="70726" y="182486"/>
                  </a:lnTo>
                  <a:lnTo>
                    <a:pt x="77711" y="172008"/>
                  </a:lnTo>
                  <a:lnTo>
                    <a:pt x="80327" y="166763"/>
                  </a:lnTo>
                  <a:lnTo>
                    <a:pt x="83820" y="162394"/>
                  </a:lnTo>
                  <a:lnTo>
                    <a:pt x="87312" y="157162"/>
                  </a:lnTo>
                  <a:lnTo>
                    <a:pt x="90805" y="152793"/>
                  </a:lnTo>
                  <a:lnTo>
                    <a:pt x="95173" y="148424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187"/>
                  </a:moveTo>
                  <a:lnTo>
                    <a:pt x="157162" y="607695"/>
                  </a:lnTo>
                  <a:lnTo>
                    <a:pt x="151930" y="603326"/>
                  </a:lnTo>
                  <a:lnTo>
                    <a:pt x="147561" y="599833"/>
                  </a:lnTo>
                  <a:lnTo>
                    <a:pt x="142328" y="596341"/>
                  </a:lnTo>
                  <a:lnTo>
                    <a:pt x="137960" y="592848"/>
                  </a:lnTo>
                  <a:lnTo>
                    <a:pt x="133591" y="588492"/>
                  </a:lnTo>
                  <a:lnTo>
                    <a:pt x="129222" y="585000"/>
                  </a:lnTo>
                  <a:lnTo>
                    <a:pt x="124866" y="580631"/>
                  </a:lnTo>
                  <a:lnTo>
                    <a:pt x="106527" y="599833"/>
                  </a:lnTo>
                  <a:lnTo>
                    <a:pt x="152806" y="623417"/>
                  </a:lnTo>
                  <a:lnTo>
                    <a:pt x="161531" y="611187"/>
                  </a:lnTo>
                  <a:close/>
                </a:path>
                <a:path w="694690" h="693419">
                  <a:moveTo>
                    <a:pt x="169392" y="78574"/>
                  </a:moveTo>
                  <a:lnTo>
                    <a:pt x="155422" y="57619"/>
                  </a:lnTo>
                  <a:lnTo>
                    <a:pt x="122237" y="96913"/>
                  </a:lnTo>
                  <a:lnTo>
                    <a:pt x="131851" y="108267"/>
                  </a:lnTo>
                  <a:lnTo>
                    <a:pt x="137083" y="103898"/>
                  </a:lnTo>
                  <a:lnTo>
                    <a:pt x="141452" y="100406"/>
                  </a:lnTo>
                  <a:lnTo>
                    <a:pt x="145821" y="96037"/>
                  </a:lnTo>
                  <a:lnTo>
                    <a:pt x="150177" y="92544"/>
                  </a:lnTo>
                  <a:lnTo>
                    <a:pt x="155422" y="89065"/>
                  </a:lnTo>
                  <a:lnTo>
                    <a:pt x="159791" y="85559"/>
                  </a:lnTo>
                  <a:lnTo>
                    <a:pt x="165023" y="82080"/>
                  </a:lnTo>
                  <a:lnTo>
                    <a:pt x="169392" y="78574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82" y="652221"/>
                  </a:lnTo>
                  <a:lnTo>
                    <a:pt x="235750" y="649605"/>
                  </a:lnTo>
                  <a:lnTo>
                    <a:pt x="230505" y="647865"/>
                  </a:lnTo>
                  <a:lnTo>
                    <a:pt x="224396" y="645236"/>
                  </a:lnTo>
                  <a:lnTo>
                    <a:pt x="219163" y="643496"/>
                  </a:lnTo>
                  <a:lnTo>
                    <a:pt x="213918" y="640880"/>
                  </a:lnTo>
                  <a:lnTo>
                    <a:pt x="207810" y="638251"/>
                  </a:lnTo>
                  <a:lnTo>
                    <a:pt x="202565" y="635635"/>
                  </a:lnTo>
                  <a:lnTo>
                    <a:pt x="191223" y="659218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093"/>
                  </a:lnTo>
                  <a:lnTo>
                    <a:pt x="206933" y="41033"/>
                  </a:lnTo>
                  <a:lnTo>
                    <a:pt x="212178" y="55003"/>
                  </a:lnTo>
                  <a:lnTo>
                    <a:pt x="218287" y="53263"/>
                  </a:lnTo>
                  <a:lnTo>
                    <a:pt x="228765" y="48018"/>
                  </a:lnTo>
                  <a:lnTo>
                    <a:pt x="234873" y="46278"/>
                  </a:lnTo>
                  <a:lnTo>
                    <a:pt x="240118" y="43649"/>
                  </a:lnTo>
                  <a:lnTo>
                    <a:pt x="245351" y="41910"/>
                  </a:lnTo>
                  <a:lnTo>
                    <a:pt x="251460" y="40157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83"/>
                  </a:moveTo>
                  <a:lnTo>
                    <a:pt x="329171" y="669683"/>
                  </a:lnTo>
                  <a:lnTo>
                    <a:pt x="323938" y="668820"/>
                  </a:lnTo>
                  <a:lnTo>
                    <a:pt x="317817" y="667943"/>
                  </a:lnTo>
                  <a:lnTo>
                    <a:pt x="311708" y="667943"/>
                  </a:lnTo>
                  <a:lnTo>
                    <a:pt x="305600" y="667067"/>
                  </a:lnTo>
                  <a:lnTo>
                    <a:pt x="300355" y="666203"/>
                  </a:lnTo>
                  <a:lnTo>
                    <a:pt x="294246" y="665327"/>
                  </a:lnTo>
                  <a:lnTo>
                    <a:pt x="289877" y="691515"/>
                  </a:lnTo>
                  <a:lnTo>
                    <a:pt x="340525" y="684530"/>
                  </a:lnTo>
                  <a:lnTo>
                    <a:pt x="341401" y="669683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83" y="13970"/>
                  </a:lnTo>
                  <a:lnTo>
                    <a:pt x="304723" y="28816"/>
                  </a:lnTo>
                  <a:lnTo>
                    <a:pt x="316953" y="27063"/>
                  </a:lnTo>
                  <a:lnTo>
                    <a:pt x="323062" y="27063"/>
                  </a:lnTo>
                  <a:lnTo>
                    <a:pt x="329171" y="26187"/>
                  </a:lnTo>
                  <a:lnTo>
                    <a:pt x="352742" y="26187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55" y="671436"/>
                  </a:moveTo>
                  <a:lnTo>
                    <a:pt x="436562" y="657466"/>
                  </a:lnTo>
                  <a:lnTo>
                    <a:pt x="430453" y="659218"/>
                  </a:lnTo>
                  <a:lnTo>
                    <a:pt x="425221" y="660082"/>
                  </a:lnTo>
                  <a:lnTo>
                    <a:pt x="419100" y="661835"/>
                  </a:lnTo>
                  <a:lnTo>
                    <a:pt x="412991" y="662698"/>
                  </a:lnTo>
                  <a:lnTo>
                    <a:pt x="406882" y="664451"/>
                  </a:lnTo>
                  <a:lnTo>
                    <a:pt x="401637" y="665327"/>
                  </a:lnTo>
                  <a:lnTo>
                    <a:pt x="389420" y="667067"/>
                  </a:lnTo>
                  <a:lnTo>
                    <a:pt x="392912" y="693267"/>
                  </a:lnTo>
                  <a:lnTo>
                    <a:pt x="440055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09"/>
                  </a:lnTo>
                  <a:lnTo>
                    <a:pt x="401637" y="30556"/>
                  </a:lnTo>
                  <a:lnTo>
                    <a:pt x="406882" y="31432"/>
                  </a:lnTo>
                  <a:lnTo>
                    <a:pt x="412991" y="33172"/>
                  </a:lnTo>
                  <a:lnTo>
                    <a:pt x="419100" y="34048"/>
                  </a:lnTo>
                  <a:lnTo>
                    <a:pt x="424345" y="34925"/>
                  </a:lnTo>
                  <a:lnTo>
                    <a:pt x="430453" y="36664"/>
                  </a:lnTo>
                  <a:lnTo>
                    <a:pt x="435698" y="38417"/>
                  </a:lnTo>
                  <a:lnTo>
                    <a:pt x="441807" y="40157"/>
                  </a:lnTo>
                  <a:lnTo>
                    <a:pt x="447040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60" y="629526"/>
                  </a:moveTo>
                  <a:lnTo>
                    <a:pt x="523011" y="617296"/>
                  </a:lnTo>
                  <a:lnTo>
                    <a:pt x="518642" y="619925"/>
                  </a:lnTo>
                  <a:lnTo>
                    <a:pt x="513397" y="623417"/>
                  </a:lnTo>
                  <a:lnTo>
                    <a:pt x="508165" y="626033"/>
                  </a:lnTo>
                  <a:lnTo>
                    <a:pt x="502920" y="629526"/>
                  </a:lnTo>
                  <a:lnTo>
                    <a:pt x="487210" y="637387"/>
                  </a:lnTo>
                  <a:lnTo>
                    <a:pt x="481101" y="640003"/>
                  </a:lnTo>
                  <a:lnTo>
                    <a:pt x="492442" y="663575"/>
                  </a:lnTo>
                  <a:lnTo>
                    <a:pt x="530860" y="629526"/>
                  </a:lnTo>
                  <a:close/>
                </a:path>
                <a:path w="694690" h="693419">
                  <a:moveTo>
                    <a:pt x="548322" y="63741"/>
                  </a:moveTo>
                  <a:lnTo>
                    <a:pt x="499427" y="47155"/>
                  </a:lnTo>
                  <a:lnTo>
                    <a:pt x="491578" y="60248"/>
                  </a:lnTo>
                  <a:lnTo>
                    <a:pt x="497687" y="63741"/>
                  </a:lnTo>
                  <a:lnTo>
                    <a:pt x="508165" y="68973"/>
                  </a:lnTo>
                  <a:lnTo>
                    <a:pt x="512533" y="72466"/>
                  </a:lnTo>
                  <a:lnTo>
                    <a:pt x="517766" y="75082"/>
                  </a:lnTo>
                  <a:lnTo>
                    <a:pt x="528243" y="82080"/>
                  </a:lnTo>
                  <a:lnTo>
                    <a:pt x="532612" y="85559"/>
                  </a:lnTo>
                  <a:lnTo>
                    <a:pt x="548322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08" y="557923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53" y="579755"/>
                  </a:lnTo>
                  <a:lnTo>
                    <a:pt x="565785" y="583247"/>
                  </a:lnTo>
                  <a:lnTo>
                    <a:pt x="561428" y="587616"/>
                  </a:lnTo>
                  <a:lnTo>
                    <a:pt x="578891" y="606831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41" y="136207"/>
                  </a:moveTo>
                  <a:lnTo>
                    <a:pt x="580631" y="105651"/>
                  </a:lnTo>
                  <a:lnTo>
                    <a:pt x="570153" y="116128"/>
                  </a:lnTo>
                  <a:lnTo>
                    <a:pt x="583247" y="129222"/>
                  </a:lnTo>
                  <a:lnTo>
                    <a:pt x="586740" y="133591"/>
                  </a:lnTo>
                  <a:lnTo>
                    <a:pt x="591108" y="137947"/>
                  </a:lnTo>
                  <a:lnTo>
                    <a:pt x="598093" y="146685"/>
                  </a:lnTo>
                  <a:lnTo>
                    <a:pt x="601586" y="151930"/>
                  </a:lnTo>
                  <a:lnTo>
                    <a:pt x="622541" y="136207"/>
                  </a:lnTo>
                  <a:close/>
                </a:path>
                <a:path w="694690" h="693419">
                  <a:moveTo>
                    <a:pt x="657466" y="476732"/>
                  </a:moveTo>
                  <a:lnTo>
                    <a:pt x="643496" y="470611"/>
                  </a:lnTo>
                  <a:lnTo>
                    <a:pt x="641756" y="476732"/>
                  </a:lnTo>
                  <a:lnTo>
                    <a:pt x="628650" y="502920"/>
                  </a:lnTo>
                  <a:lnTo>
                    <a:pt x="625157" y="508165"/>
                  </a:lnTo>
                  <a:lnTo>
                    <a:pt x="622541" y="513397"/>
                  </a:lnTo>
                  <a:lnTo>
                    <a:pt x="645248" y="527367"/>
                  </a:lnTo>
                  <a:lnTo>
                    <a:pt x="657466" y="476732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78"/>
                  </a:lnTo>
                  <a:lnTo>
                    <a:pt x="628650" y="192087"/>
                  </a:lnTo>
                  <a:lnTo>
                    <a:pt x="631278" y="198196"/>
                  </a:lnTo>
                  <a:lnTo>
                    <a:pt x="634771" y="203441"/>
                  </a:lnTo>
                  <a:lnTo>
                    <a:pt x="636511" y="208673"/>
                  </a:lnTo>
                  <a:lnTo>
                    <a:pt x="641756" y="219151"/>
                  </a:lnTo>
                  <a:lnTo>
                    <a:pt x="643496" y="224396"/>
                  </a:lnTo>
                  <a:lnTo>
                    <a:pt x="646112" y="230505"/>
                  </a:lnTo>
                  <a:lnTo>
                    <a:pt x="647865" y="235737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81913" y="379806"/>
                  </a:lnTo>
                  <a:lnTo>
                    <a:pt x="667080" y="378066"/>
                  </a:lnTo>
                  <a:lnTo>
                    <a:pt x="665327" y="390283"/>
                  </a:lnTo>
                  <a:lnTo>
                    <a:pt x="664451" y="401637"/>
                  </a:lnTo>
                  <a:lnTo>
                    <a:pt x="661835" y="412991"/>
                  </a:lnTo>
                  <a:lnTo>
                    <a:pt x="659218" y="425208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75805" y="279400"/>
                  </a:lnTo>
                  <a:lnTo>
                    <a:pt x="661835" y="282016"/>
                  </a:lnTo>
                  <a:lnTo>
                    <a:pt x="664451" y="294246"/>
                  </a:lnTo>
                  <a:lnTo>
                    <a:pt x="665327" y="305600"/>
                  </a:lnTo>
                  <a:lnTo>
                    <a:pt x="667080" y="317817"/>
                  </a:lnTo>
                  <a:lnTo>
                    <a:pt x="667943" y="329171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01066" y="1289735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07"/>
                  </a:moveTo>
                  <a:lnTo>
                    <a:pt x="29692" y="403390"/>
                  </a:lnTo>
                  <a:lnTo>
                    <a:pt x="27940" y="392036"/>
                  </a:lnTo>
                  <a:lnTo>
                    <a:pt x="26200" y="367588"/>
                  </a:lnTo>
                  <a:lnTo>
                    <a:pt x="10477" y="368465"/>
                  </a:lnTo>
                  <a:lnTo>
                    <a:pt x="6985" y="420852"/>
                  </a:lnTo>
                  <a:lnTo>
                    <a:pt x="32308" y="415607"/>
                  </a:lnTo>
                  <a:close/>
                </a:path>
                <a:path w="694690" h="693419">
                  <a:moveTo>
                    <a:pt x="34048" y="272415"/>
                  </a:moveTo>
                  <a:lnTo>
                    <a:pt x="20078" y="268046"/>
                  </a:lnTo>
                  <a:lnTo>
                    <a:pt x="0" y="316941"/>
                  </a:lnTo>
                  <a:lnTo>
                    <a:pt x="26200" y="319570"/>
                  </a:lnTo>
                  <a:lnTo>
                    <a:pt x="27940" y="308216"/>
                  </a:lnTo>
                  <a:lnTo>
                    <a:pt x="31432" y="283768"/>
                  </a:lnTo>
                  <a:lnTo>
                    <a:pt x="34048" y="272415"/>
                  </a:lnTo>
                  <a:close/>
                </a:path>
                <a:path w="694690" h="693419">
                  <a:moveTo>
                    <a:pt x="66357" y="505536"/>
                  </a:moveTo>
                  <a:lnTo>
                    <a:pt x="63741" y="499427"/>
                  </a:lnTo>
                  <a:lnTo>
                    <a:pt x="60248" y="494195"/>
                  </a:lnTo>
                  <a:lnTo>
                    <a:pt x="52387" y="478472"/>
                  </a:lnTo>
                  <a:lnTo>
                    <a:pt x="50647" y="472363"/>
                  </a:lnTo>
                  <a:lnTo>
                    <a:pt x="48018" y="467118"/>
                  </a:lnTo>
                  <a:lnTo>
                    <a:pt x="46278" y="461010"/>
                  </a:lnTo>
                  <a:lnTo>
                    <a:pt x="31432" y="466255"/>
                  </a:lnTo>
                  <a:lnTo>
                    <a:pt x="42786" y="517766"/>
                  </a:lnTo>
                  <a:lnTo>
                    <a:pt x="66357" y="505536"/>
                  </a:lnTo>
                  <a:close/>
                </a:path>
                <a:path w="694690" h="693419">
                  <a:moveTo>
                    <a:pt x="70726" y="183349"/>
                  </a:moveTo>
                  <a:lnTo>
                    <a:pt x="57632" y="175501"/>
                  </a:lnTo>
                  <a:lnTo>
                    <a:pt x="24447" y="216535"/>
                  </a:lnTo>
                  <a:lnTo>
                    <a:pt x="48895" y="226136"/>
                  </a:lnTo>
                  <a:lnTo>
                    <a:pt x="51511" y="220903"/>
                  </a:lnTo>
                  <a:lnTo>
                    <a:pt x="53263" y="214782"/>
                  </a:lnTo>
                  <a:lnTo>
                    <a:pt x="56756" y="209550"/>
                  </a:lnTo>
                  <a:lnTo>
                    <a:pt x="58508" y="204317"/>
                  </a:lnTo>
                  <a:lnTo>
                    <a:pt x="61988" y="199072"/>
                  </a:lnTo>
                  <a:lnTo>
                    <a:pt x="67233" y="188595"/>
                  </a:lnTo>
                  <a:lnTo>
                    <a:pt x="70726" y="183349"/>
                  </a:lnTo>
                  <a:close/>
                </a:path>
                <a:path w="694690" h="693419">
                  <a:moveTo>
                    <a:pt x="124866" y="580631"/>
                  </a:moveTo>
                  <a:lnTo>
                    <a:pt x="120497" y="577138"/>
                  </a:lnTo>
                  <a:lnTo>
                    <a:pt x="116128" y="572770"/>
                  </a:lnTo>
                  <a:lnTo>
                    <a:pt x="111760" y="567537"/>
                  </a:lnTo>
                  <a:lnTo>
                    <a:pt x="108267" y="563168"/>
                  </a:lnTo>
                  <a:lnTo>
                    <a:pt x="99542" y="554431"/>
                  </a:lnTo>
                  <a:lnTo>
                    <a:pt x="96050" y="550075"/>
                  </a:lnTo>
                  <a:lnTo>
                    <a:pt x="92557" y="544830"/>
                  </a:lnTo>
                  <a:lnTo>
                    <a:pt x="80327" y="553567"/>
                  </a:lnTo>
                  <a:lnTo>
                    <a:pt x="106527" y="599833"/>
                  </a:lnTo>
                  <a:lnTo>
                    <a:pt x="124866" y="580631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13"/>
                  </a:lnTo>
                  <a:lnTo>
                    <a:pt x="78587" y="126606"/>
                  </a:lnTo>
                  <a:lnTo>
                    <a:pt x="97790" y="143192"/>
                  </a:lnTo>
                  <a:lnTo>
                    <a:pt x="106527" y="134467"/>
                  </a:lnTo>
                  <a:lnTo>
                    <a:pt x="110020" y="130098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32" y="633018"/>
                  </a:lnTo>
                  <a:lnTo>
                    <a:pt x="186855" y="627773"/>
                  </a:lnTo>
                  <a:lnTo>
                    <a:pt x="181610" y="624293"/>
                  </a:lnTo>
                  <a:lnTo>
                    <a:pt x="177253" y="620788"/>
                  </a:lnTo>
                  <a:lnTo>
                    <a:pt x="172008" y="618172"/>
                  </a:lnTo>
                  <a:lnTo>
                    <a:pt x="161531" y="611187"/>
                  </a:lnTo>
                  <a:lnTo>
                    <a:pt x="152806" y="623417"/>
                  </a:lnTo>
                  <a:lnTo>
                    <a:pt x="191223" y="659218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57" y="41910"/>
                  </a:lnTo>
                  <a:lnTo>
                    <a:pt x="155422" y="56756"/>
                  </a:lnTo>
                  <a:lnTo>
                    <a:pt x="169392" y="78574"/>
                  </a:lnTo>
                  <a:lnTo>
                    <a:pt x="174625" y="75082"/>
                  </a:lnTo>
                  <a:lnTo>
                    <a:pt x="185102" y="69850"/>
                  </a:lnTo>
                  <a:lnTo>
                    <a:pt x="190347" y="66357"/>
                  </a:lnTo>
                  <a:lnTo>
                    <a:pt x="200825" y="61112"/>
                  </a:lnTo>
                  <a:lnTo>
                    <a:pt x="206933" y="58496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27"/>
                  </a:moveTo>
                  <a:lnTo>
                    <a:pt x="282028" y="663575"/>
                  </a:lnTo>
                  <a:lnTo>
                    <a:pt x="276783" y="661835"/>
                  </a:lnTo>
                  <a:lnTo>
                    <a:pt x="270675" y="660082"/>
                  </a:lnTo>
                  <a:lnTo>
                    <a:pt x="264566" y="659218"/>
                  </a:lnTo>
                  <a:lnTo>
                    <a:pt x="258445" y="657466"/>
                  </a:lnTo>
                  <a:lnTo>
                    <a:pt x="253212" y="655713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77" y="691515"/>
                  </a:lnTo>
                  <a:lnTo>
                    <a:pt x="294246" y="665327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83" y="13970"/>
                  </a:lnTo>
                  <a:lnTo>
                    <a:pt x="249720" y="13093"/>
                  </a:lnTo>
                  <a:lnTo>
                    <a:pt x="256705" y="38417"/>
                  </a:lnTo>
                  <a:lnTo>
                    <a:pt x="268922" y="34925"/>
                  </a:lnTo>
                  <a:lnTo>
                    <a:pt x="275043" y="34048"/>
                  </a:lnTo>
                  <a:lnTo>
                    <a:pt x="280276" y="32308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67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83"/>
                  </a:lnTo>
                  <a:lnTo>
                    <a:pt x="341401" y="669683"/>
                  </a:lnTo>
                  <a:lnTo>
                    <a:pt x="341401" y="684530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09"/>
                  </a:moveTo>
                  <a:lnTo>
                    <a:pt x="353618" y="0"/>
                  </a:lnTo>
                  <a:lnTo>
                    <a:pt x="352742" y="26187"/>
                  </a:lnTo>
                  <a:lnTo>
                    <a:pt x="364096" y="26187"/>
                  </a:lnTo>
                  <a:lnTo>
                    <a:pt x="370205" y="27063"/>
                  </a:lnTo>
                  <a:lnTo>
                    <a:pt x="376326" y="27063"/>
                  </a:lnTo>
                  <a:lnTo>
                    <a:pt x="400773" y="30556"/>
                  </a:lnTo>
                  <a:lnTo>
                    <a:pt x="403390" y="15709"/>
                  </a:lnTo>
                  <a:close/>
                </a:path>
                <a:path w="694690" h="693419">
                  <a:moveTo>
                    <a:pt x="492442" y="663575"/>
                  </a:moveTo>
                  <a:lnTo>
                    <a:pt x="481101" y="640003"/>
                  </a:lnTo>
                  <a:lnTo>
                    <a:pt x="470623" y="645236"/>
                  </a:lnTo>
                  <a:lnTo>
                    <a:pt x="465378" y="646988"/>
                  </a:lnTo>
                  <a:lnTo>
                    <a:pt x="459270" y="649605"/>
                  </a:lnTo>
                  <a:lnTo>
                    <a:pt x="454025" y="651357"/>
                  </a:lnTo>
                  <a:lnTo>
                    <a:pt x="447916" y="653097"/>
                  </a:lnTo>
                  <a:lnTo>
                    <a:pt x="442683" y="654850"/>
                  </a:lnTo>
                  <a:lnTo>
                    <a:pt x="436562" y="656590"/>
                  </a:lnTo>
                  <a:lnTo>
                    <a:pt x="440055" y="671436"/>
                  </a:lnTo>
                  <a:lnTo>
                    <a:pt x="492442" y="663575"/>
                  </a:lnTo>
                  <a:close/>
                </a:path>
                <a:path w="694690" h="693419">
                  <a:moveTo>
                    <a:pt x="498563" y="47155"/>
                  </a:moveTo>
                  <a:lnTo>
                    <a:pt x="455777" y="17462"/>
                  </a:lnTo>
                  <a:lnTo>
                    <a:pt x="447040" y="41910"/>
                  </a:lnTo>
                  <a:lnTo>
                    <a:pt x="453161" y="43649"/>
                  </a:lnTo>
                  <a:lnTo>
                    <a:pt x="459270" y="46278"/>
                  </a:lnTo>
                  <a:lnTo>
                    <a:pt x="464502" y="48018"/>
                  </a:lnTo>
                  <a:lnTo>
                    <a:pt x="469747" y="50634"/>
                  </a:lnTo>
                  <a:lnTo>
                    <a:pt x="475856" y="53263"/>
                  </a:lnTo>
                  <a:lnTo>
                    <a:pt x="481101" y="55003"/>
                  </a:lnTo>
                  <a:lnTo>
                    <a:pt x="491578" y="60248"/>
                  </a:lnTo>
                  <a:lnTo>
                    <a:pt x="498563" y="47155"/>
                  </a:lnTo>
                  <a:close/>
                </a:path>
                <a:path w="694690" h="693419">
                  <a:moveTo>
                    <a:pt x="578891" y="606831"/>
                  </a:moveTo>
                  <a:lnTo>
                    <a:pt x="561428" y="587616"/>
                  </a:lnTo>
                  <a:lnTo>
                    <a:pt x="557060" y="591985"/>
                  </a:lnTo>
                  <a:lnTo>
                    <a:pt x="552691" y="595477"/>
                  </a:lnTo>
                  <a:lnTo>
                    <a:pt x="547458" y="598970"/>
                  </a:lnTo>
                  <a:lnTo>
                    <a:pt x="543090" y="602462"/>
                  </a:lnTo>
                  <a:lnTo>
                    <a:pt x="537845" y="606831"/>
                  </a:lnTo>
                  <a:lnTo>
                    <a:pt x="533488" y="609447"/>
                  </a:lnTo>
                  <a:lnTo>
                    <a:pt x="523011" y="616432"/>
                  </a:lnTo>
                  <a:lnTo>
                    <a:pt x="531736" y="629526"/>
                  </a:lnTo>
                  <a:lnTo>
                    <a:pt x="578891" y="606831"/>
                  </a:lnTo>
                  <a:close/>
                </a:path>
                <a:path w="694690" h="693419">
                  <a:moveTo>
                    <a:pt x="580631" y="105651"/>
                  </a:moveTo>
                  <a:lnTo>
                    <a:pt x="548322" y="63741"/>
                  </a:lnTo>
                  <a:lnTo>
                    <a:pt x="532612" y="85559"/>
                  </a:lnTo>
                  <a:lnTo>
                    <a:pt x="537845" y="89065"/>
                  </a:lnTo>
                  <a:lnTo>
                    <a:pt x="542213" y="92544"/>
                  </a:lnTo>
                  <a:lnTo>
                    <a:pt x="547458" y="96037"/>
                  </a:lnTo>
                  <a:lnTo>
                    <a:pt x="557060" y="103898"/>
                  </a:lnTo>
                  <a:lnTo>
                    <a:pt x="561428" y="108267"/>
                  </a:lnTo>
                  <a:lnTo>
                    <a:pt x="565785" y="111760"/>
                  </a:lnTo>
                  <a:lnTo>
                    <a:pt x="570153" y="116128"/>
                  </a:lnTo>
                  <a:lnTo>
                    <a:pt x="580631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41" y="136207"/>
                  </a:lnTo>
                  <a:lnTo>
                    <a:pt x="601586" y="151930"/>
                  </a:lnTo>
                  <a:lnTo>
                    <a:pt x="605955" y="156286"/>
                  </a:lnTo>
                  <a:lnTo>
                    <a:pt x="609447" y="161531"/>
                  </a:lnTo>
                  <a:lnTo>
                    <a:pt x="612063" y="166763"/>
                  </a:lnTo>
                  <a:lnTo>
                    <a:pt x="615556" y="171132"/>
                  </a:lnTo>
                  <a:lnTo>
                    <a:pt x="619048" y="177241"/>
                  </a:lnTo>
                  <a:lnTo>
                    <a:pt x="622541" y="181610"/>
                  </a:lnTo>
                  <a:lnTo>
                    <a:pt x="625157" y="186855"/>
                  </a:lnTo>
                  <a:lnTo>
                    <a:pt x="628650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67"/>
                  </a:moveTo>
                  <a:lnTo>
                    <a:pt x="622541" y="513397"/>
                  </a:lnTo>
                  <a:lnTo>
                    <a:pt x="619925" y="518642"/>
                  </a:lnTo>
                  <a:lnTo>
                    <a:pt x="612940" y="529120"/>
                  </a:lnTo>
                  <a:lnTo>
                    <a:pt x="609447" y="533476"/>
                  </a:lnTo>
                  <a:lnTo>
                    <a:pt x="605955" y="538721"/>
                  </a:lnTo>
                  <a:lnTo>
                    <a:pt x="602462" y="543090"/>
                  </a:lnTo>
                  <a:lnTo>
                    <a:pt x="598093" y="548322"/>
                  </a:lnTo>
                  <a:lnTo>
                    <a:pt x="594601" y="552691"/>
                  </a:lnTo>
                  <a:lnTo>
                    <a:pt x="605955" y="562292"/>
                  </a:lnTo>
                  <a:lnTo>
                    <a:pt x="645248" y="527367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88" y="227012"/>
                  </a:lnTo>
                  <a:lnTo>
                    <a:pt x="647865" y="235737"/>
                  </a:lnTo>
                  <a:lnTo>
                    <a:pt x="650481" y="240982"/>
                  </a:lnTo>
                  <a:lnTo>
                    <a:pt x="653973" y="253199"/>
                  </a:lnTo>
                  <a:lnTo>
                    <a:pt x="655726" y="258445"/>
                  </a:lnTo>
                  <a:lnTo>
                    <a:pt x="659218" y="270675"/>
                  </a:lnTo>
                  <a:lnTo>
                    <a:pt x="660095" y="275907"/>
                  </a:lnTo>
                  <a:lnTo>
                    <a:pt x="661835" y="282016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59218" y="425208"/>
                  </a:lnTo>
                  <a:lnTo>
                    <a:pt x="657466" y="430453"/>
                  </a:lnTo>
                  <a:lnTo>
                    <a:pt x="653973" y="442671"/>
                  </a:lnTo>
                  <a:lnTo>
                    <a:pt x="652233" y="447916"/>
                  </a:lnTo>
                  <a:lnTo>
                    <a:pt x="650481" y="454025"/>
                  </a:lnTo>
                  <a:lnTo>
                    <a:pt x="648741" y="459270"/>
                  </a:lnTo>
                  <a:lnTo>
                    <a:pt x="646112" y="465378"/>
                  </a:lnTo>
                  <a:lnTo>
                    <a:pt x="643496" y="470611"/>
                  </a:lnTo>
                  <a:lnTo>
                    <a:pt x="657466" y="476732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67943" y="329171"/>
                  </a:lnTo>
                  <a:lnTo>
                    <a:pt x="668820" y="341388"/>
                  </a:lnTo>
                  <a:lnTo>
                    <a:pt x="668820" y="353618"/>
                  </a:lnTo>
                  <a:lnTo>
                    <a:pt x="667080" y="378066"/>
                  </a:lnTo>
                  <a:lnTo>
                    <a:pt x="681913" y="379806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6145415" y="5949378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FFFFFF"/>
                </a:solidFill>
                <a:latin typeface="Gill Sans MT"/>
                <a:cs typeface="Gill Sans MT"/>
              </a:rPr>
              <a:t>2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114" name="object 1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©2000</a:t>
            </a:r>
            <a:r>
              <a:rPr spc="75" dirty="0"/>
              <a:t> </a:t>
            </a:r>
            <a:r>
              <a:rPr spc="-10" dirty="0"/>
              <a:t>HOSCH</a:t>
            </a:r>
          </a:p>
        </p:txBody>
      </p:sp>
      <p:sp>
        <p:nvSpPr>
          <p:cNvPr id="115" name="object 115"/>
          <p:cNvSpPr txBox="1"/>
          <p:nvPr/>
        </p:nvSpPr>
        <p:spPr>
          <a:xfrm>
            <a:off x="9145231" y="7295113"/>
            <a:ext cx="120205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10" dirty="0">
                <a:latin typeface="Gill Sans MT"/>
                <a:cs typeface="Gill Sans MT"/>
              </a:rPr>
              <a:t>Installation</a:t>
            </a:r>
            <a:r>
              <a:rPr sz="600" spc="3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II</a:t>
            </a:r>
            <a:r>
              <a:rPr sz="600" spc="3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3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0829T</a:t>
            </a:r>
            <a:r>
              <a:rPr sz="600" spc="3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3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20000626</a:t>
            </a:r>
            <a:r>
              <a:rPr sz="600" spc="3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30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2987500" y="3928805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FFFFFF"/>
                </a:solidFill>
                <a:latin typeface="Gill Sans MT"/>
                <a:cs typeface="Gill Sans MT"/>
              </a:rPr>
              <a:t>3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003306" y="5076469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FFFFFF"/>
                </a:solidFill>
                <a:latin typeface="Gill Sans MT"/>
                <a:cs typeface="Gill Sans MT"/>
              </a:rPr>
              <a:t>4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4895525" y="2362663"/>
            <a:ext cx="18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FFFFFF"/>
                </a:solidFill>
                <a:latin typeface="Gill Sans MT"/>
                <a:cs typeface="Gill Sans MT"/>
              </a:rPr>
              <a:t>1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107" name="object 107"/>
          <p:cNvSpPr txBox="1"/>
          <p:nvPr/>
        </p:nvSpPr>
        <p:spPr>
          <a:xfrm rot="1020000">
            <a:off x="1965640" y="4570910"/>
            <a:ext cx="20811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5"/>
              </a:lnSpc>
            </a:pPr>
            <a:r>
              <a:rPr sz="1400" b="1" spc="-65" dirty="0">
                <a:solidFill>
                  <a:srgbClr val="211C1C"/>
                </a:solidFill>
                <a:latin typeface="Gill Sans MT"/>
                <a:cs typeface="Gill Sans MT"/>
              </a:rPr>
              <a:t>S</a:t>
            </a:r>
            <a:endParaRPr sz="1400">
              <a:latin typeface="Gill Sans MT"/>
              <a:cs typeface="Gill Sans MT"/>
            </a:endParaRPr>
          </a:p>
        </p:txBody>
      </p:sp>
      <p:sp>
        <p:nvSpPr>
          <p:cNvPr id="108" name="object 108"/>
          <p:cNvSpPr txBox="1"/>
          <p:nvPr/>
        </p:nvSpPr>
        <p:spPr>
          <a:xfrm rot="1020000">
            <a:off x="1849476" y="4765344"/>
            <a:ext cx="21312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5"/>
              </a:lnSpc>
            </a:pPr>
            <a:r>
              <a:rPr sz="1400" b="1" spc="-90" dirty="0">
                <a:solidFill>
                  <a:srgbClr val="211C1C"/>
                </a:solidFill>
                <a:latin typeface="Gill Sans MT"/>
                <a:cs typeface="Gill Sans MT"/>
              </a:rPr>
              <a:t>R</a:t>
            </a:r>
            <a:endParaRPr sz="1400">
              <a:latin typeface="Gill Sans MT"/>
              <a:cs typeface="Gill Sans MT"/>
            </a:endParaRPr>
          </a:p>
        </p:txBody>
      </p:sp>
      <p:sp>
        <p:nvSpPr>
          <p:cNvPr id="109" name="object 109"/>
          <p:cNvSpPr txBox="1">
            <a:spLocks noGrp="1"/>
          </p:cNvSpPr>
          <p:nvPr>
            <p:ph type="title"/>
          </p:nvPr>
        </p:nvSpPr>
        <p:spPr>
          <a:xfrm>
            <a:off x="349413" y="458722"/>
            <a:ext cx="3636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Scraper</a:t>
            </a:r>
            <a:r>
              <a:rPr spc="-114" dirty="0"/>
              <a:t> </a:t>
            </a:r>
            <a:r>
              <a:rPr spc="-50" dirty="0"/>
              <a:t>Type</a:t>
            </a:r>
            <a:r>
              <a:rPr spc="-114" dirty="0"/>
              <a:t> </a:t>
            </a:r>
            <a:r>
              <a:rPr dirty="0"/>
              <a:t>B6</a:t>
            </a:r>
            <a:r>
              <a:rPr spc="-110" dirty="0"/>
              <a:t> </a:t>
            </a:r>
            <a:r>
              <a:rPr dirty="0"/>
              <a:t>+</a:t>
            </a:r>
            <a:r>
              <a:rPr spc="-114" dirty="0"/>
              <a:t> </a:t>
            </a:r>
            <a:r>
              <a:rPr spc="-20" dirty="0"/>
              <a:t>PEM*</a:t>
            </a:r>
            <a:r>
              <a:rPr spc="-110" dirty="0"/>
              <a:t> </a:t>
            </a:r>
            <a:r>
              <a:rPr spc="-50" dirty="0"/>
              <a:t>-</a:t>
            </a:r>
          </a:p>
        </p:txBody>
      </p:sp>
      <p:sp>
        <p:nvSpPr>
          <p:cNvPr id="110" name="object 110"/>
          <p:cNvSpPr txBox="1"/>
          <p:nvPr/>
        </p:nvSpPr>
        <p:spPr>
          <a:xfrm>
            <a:off x="349413" y="705893"/>
            <a:ext cx="2250440" cy="116205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400" b="1" spc="-80" dirty="0">
                <a:latin typeface="Gill Sans MT"/>
                <a:cs typeface="Gill Sans MT"/>
              </a:rPr>
              <a:t>Tension</a:t>
            </a:r>
            <a:r>
              <a:rPr sz="2400" b="1" spc="-45" dirty="0">
                <a:latin typeface="Gill Sans MT"/>
                <a:cs typeface="Gill Sans MT"/>
              </a:rPr>
              <a:t> </a:t>
            </a:r>
            <a:r>
              <a:rPr sz="2400" b="1" spc="-10" dirty="0">
                <a:latin typeface="Gill Sans MT"/>
                <a:cs typeface="Gill Sans MT"/>
              </a:rPr>
              <a:t>scraper</a:t>
            </a:r>
            <a:endParaRPr sz="2400">
              <a:latin typeface="Gill Sans MT"/>
              <a:cs typeface="Gill Sans MT"/>
            </a:endParaRPr>
          </a:p>
          <a:p>
            <a:pPr marL="276225">
              <a:lnSpc>
                <a:spcPct val="100000"/>
              </a:lnSpc>
              <a:spcBef>
                <a:spcPts val="1275"/>
              </a:spcBef>
            </a:pPr>
            <a:r>
              <a:rPr sz="3200" b="1" spc="90" dirty="0">
                <a:latin typeface="Gill Sans MT"/>
                <a:cs typeface="Gill Sans MT"/>
              </a:rPr>
              <a:t>8</a:t>
            </a:r>
            <a:endParaRPr sz="3200">
              <a:latin typeface="Gill Sans MT"/>
              <a:cs typeface="Gill Sans MT"/>
            </a:endParaRPr>
          </a:p>
        </p:txBody>
      </p:sp>
      <p:graphicFrame>
        <p:nvGraphicFramePr>
          <p:cNvPr id="111" name="object 111"/>
          <p:cNvGraphicFramePr>
            <a:graphicFrameLocks noGrp="1"/>
          </p:cNvGraphicFramePr>
          <p:nvPr/>
        </p:nvGraphicFramePr>
        <p:xfrm>
          <a:off x="8279041" y="4331043"/>
          <a:ext cx="2051050" cy="1221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9705"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900" b="1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Dimensions*</a:t>
                      </a:r>
                      <a:endParaRPr sz="900">
                        <a:latin typeface="Gill Sans MT"/>
                        <a:cs typeface="Gill Sans MT"/>
                      </a:endParaRPr>
                    </a:p>
                  </a:txBody>
                  <a:tcPr marL="0" marR="0" marT="139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05">
                <a:tc rowSpan="2" gridSpan="2">
                  <a:txBody>
                    <a:bodyPr/>
                    <a:lstStyle/>
                    <a:p>
                      <a:pPr marL="31115" marR="1435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800" spc="-7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For</a:t>
                      </a:r>
                      <a:r>
                        <a:rPr sz="8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type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7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800" spc="-6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long </a:t>
                      </a:r>
                      <a:r>
                        <a:rPr sz="800" spc="-7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elements</a:t>
                      </a:r>
                      <a:r>
                        <a:rPr sz="800" spc="-5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and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normal</a:t>
                      </a:r>
                      <a:r>
                        <a:rPr sz="800" spc="-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blades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429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10"/>
                        </a:spcBef>
                      </a:pPr>
                      <a:r>
                        <a:rPr sz="1100" b="1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R</a:t>
                      </a:r>
                      <a:r>
                        <a:rPr sz="600" b="1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min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10"/>
                        </a:spcBef>
                      </a:pPr>
                      <a:r>
                        <a:rPr sz="1100" b="1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</a:t>
                      </a:r>
                      <a:r>
                        <a:rPr sz="600" b="1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min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1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[mm]</a:t>
                      </a:r>
                      <a:endParaRPr sz="700">
                        <a:latin typeface="Gill Sans MT"/>
                        <a:cs typeface="Gill Sans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[mm]</a:t>
                      </a:r>
                      <a:endParaRPr sz="700">
                        <a:latin typeface="Gill Sans MT"/>
                        <a:cs typeface="Gill Sans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3175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48mm)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5560" marB="0"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40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50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15875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B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60mm)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5560" marB="0"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40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50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19685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C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76mm)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5560" marB="0"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40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50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5080" algn="ctr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ED1C24"/>
                          </a:solidFill>
                          <a:latin typeface="Gill Sans MT"/>
                          <a:cs typeface="Gill Sans MT"/>
                        </a:rPr>
                        <a:t>D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(Tube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Ø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101mm)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35560" marB="0"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40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50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2" name="object 112"/>
          <p:cNvGraphicFramePr>
            <a:graphicFrameLocks noGrp="1"/>
          </p:cNvGraphicFramePr>
          <p:nvPr/>
        </p:nvGraphicFramePr>
        <p:xfrm>
          <a:off x="7037044" y="5801042"/>
          <a:ext cx="3295014" cy="1042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05">
                <a:tc rowSpan="2">
                  <a:txBody>
                    <a:bodyPr/>
                    <a:lstStyle/>
                    <a:p>
                      <a:pPr marL="537210" marR="516255" indent="-13335">
                        <a:lnSpc>
                          <a:spcPct val="101899"/>
                        </a:lnSpc>
                        <a:spcBef>
                          <a:spcPts val="135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Additional</a:t>
                      </a:r>
                      <a:r>
                        <a:rPr sz="900" b="1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dimensions</a:t>
                      </a:r>
                      <a:r>
                        <a:rPr sz="900" b="1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for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special</a:t>
                      </a:r>
                      <a:r>
                        <a:rPr sz="900" b="1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blades</a:t>
                      </a:r>
                      <a:r>
                        <a:rPr sz="900" b="1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900" b="1" spc="19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/</a:t>
                      </a:r>
                      <a:r>
                        <a:rPr sz="900" b="1" spc="5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elements</a:t>
                      </a:r>
                      <a:endParaRPr sz="900">
                        <a:latin typeface="Gill Sans MT"/>
                        <a:cs typeface="Gill Sans MT"/>
                      </a:endParaRPr>
                    </a:p>
                  </a:txBody>
                  <a:tcPr marL="0" marR="0" marT="1714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10"/>
                        </a:spcBef>
                      </a:pPr>
                      <a:r>
                        <a:rPr sz="1100" b="1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R</a:t>
                      </a:r>
                      <a:r>
                        <a:rPr sz="600" b="1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min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  <a:spcBef>
                          <a:spcPts val="10"/>
                        </a:spcBef>
                      </a:pPr>
                      <a:r>
                        <a:rPr sz="1100" b="1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</a:t>
                      </a:r>
                      <a:r>
                        <a:rPr sz="600" b="1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min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714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[mm]</a:t>
                      </a:r>
                      <a:endParaRPr sz="700">
                        <a:latin typeface="Gill Sans MT"/>
                        <a:cs typeface="Gill Sans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[mm]</a:t>
                      </a:r>
                      <a:endParaRPr sz="700">
                        <a:latin typeface="Gill Sans MT"/>
                        <a:cs typeface="Gill Sans MT"/>
                      </a:endParaRPr>
                    </a:p>
                  </a:txBody>
                  <a:tcPr marL="0" marR="0" marT="1524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 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Z-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shaped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long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40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70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V-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shaped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long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40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70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Z-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shaped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8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short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30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35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B6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V-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shaped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blade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with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8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short</a:t>
                      </a:r>
                      <a:r>
                        <a:rPr sz="1100" spc="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element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25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45" dirty="0">
                          <a:solidFill>
                            <a:srgbClr val="231F20"/>
                          </a:solidFill>
                          <a:latin typeface="Gill Sans MT"/>
                          <a:cs typeface="Gill Sans MT"/>
                        </a:rPr>
                        <a:t>35</a:t>
                      </a:r>
                      <a:endParaRPr sz="1100">
                        <a:latin typeface="Gill Sans MT"/>
                        <a:cs typeface="Gill Sans MT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FFFC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3" name="object 113"/>
          <p:cNvSpPr txBox="1"/>
          <p:nvPr/>
        </p:nvSpPr>
        <p:spPr>
          <a:xfrm>
            <a:off x="347027" y="6819313"/>
            <a:ext cx="69405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90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Parallel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30" dirty="0">
                <a:solidFill>
                  <a:srgbClr val="231F20"/>
                </a:solidFill>
                <a:latin typeface="Gill Sans MT"/>
                <a:cs typeface="Gill Sans MT"/>
              </a:rPr>
              <a:t>elasto-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mount</a:t>
            </a:r>
            <a:endParaRPr sz="600">
              <a:latin typeface="Gill Sans MT"/>
              <a:cs typeface="Gill Sans MT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BFF4568-0468-921C-AD34-EF5E122F6B2B}"/>
              </a:ext>
            </a:extLst>
          </p:cNvPr>
          <p:cNvGrpSpPr/>
          <p:nvPr/>
        </p:nvGrpSpPr>
        <p:grpSpPr>
          <a:xfrm>
            <a:off x="7734934" y="349251"/>
            <a:ext cx="2717165" cy="817393"/>
            <a:chOff x="7734934" y="309245"/>
            <a:chExt cx="2717166" cy="897807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6A66F9F-9464-57F2-FFBC-F92A2586E0DB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8" name="Picture 117" descr="A close-up of a logo&#10;&#10;AI-generated content may be incorrect.">
              <a:extLst>
                <a:ext uri="{FF2B5EF4-FFF2-40B4-BE49-F238E27FC236}">
                  <a16:creationId xmlns:a16="http://schemas.microsoft.com/office/drawing/2014/main" id="{7F5B296E-C2AF-6EFC-39C3-82D382339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3498" y="309245"/>
              <a:ext cx="1771123" cy="897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34678" y="4075861"/>
            <a:ext cx="553085" cy="553085"/>
            <a:chOff x="2434678" y="4075861"/>
            <a:chExt cx="553085" cy="553085"/>
          </a:xfrm>
        </p:grpSpPr>
        <p:sp>
          <p:nvSpPr>
            <p:cNvPr id="3" name="object 3"/>
            <p:cNvSpPr/>
            <p:nvPr/>
          </p:nvSpPr>
          <p:spPr>
            <a:xfrm>
              <a:off x="2441028" y="4082211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539991" y="270001"/>
                  </a:moveTo>
                  <a:lnTo>
                    <a:pt x="535641" y="221467"/>
                  </a:lnTo>
                  <a:lnTo>
                    <a:pt x="523099" y="175787"/>
                  </a:lnTo>
                  <a:lnTo>
                    <a:pt x="503129" y="133724"/>
                  </a:lnTo>
                  <a:lnTo>
                    <a:pt x="476491" y="96040"/>
                  </a:lnTo>
                  <a:lnTo>
                    <a:pt x="443950" y="63499"/>
                  </a:lnTo>
                  <a:lnTo>
                    <a:pt x="406266" y="36861"/>
                  </a:lnTo>
                  <a:lnTo>
                    <a:pt x="364203" y="16891"/>
                  </a:lnTo>
                  <a:lnTo>
                    <a:pt x="318523" y="4349"/>
                  </a:lnTo>
                  <a:lnTo>
                    <a:pt x="269989" y="0"/>
                  </a:lnTo>
                  <a:lnTo>
                    <a:pt x="221458" y="4349"/>
                  </a:lnTo>
                  <a:lnTo>
                    <a:pt x="175781" y="16891"/>
                  </a:lnTo>
                  <a:lnTo>
                    <a:pt x="133720" y="36861"/>
                  </a:lnTo>
                  <a:lnTo>
                    <a:pt x="96038" y="63499"/>
                  </a:lnTo>
                  <a:lnTo>
                    <a:pt x="63498" y="96040"/>
                  </a:lnTo>
                  <a:lnTo>
                    <a:pt x="36861" y="133724"/>
                  </a:lnTo>
                  <a:lnTo>
                    <a:pt x="16891" y="175787"/>
                  </a:lnTo>
                  <a:lnTo>
                    <a:pt x="4349" y="221467"/>
                  </a:lnTo>
                  <a:lnTo>
                    <a:pt x="0" y="270001"/>
                  </a:lnTo>
                  <a:lnTo>
                    <a:pt x="4349" y="318533"/>
                  </a:lnTo>
                  <a:lnTo>
                    <a:pt x="16891" y="364211"/>
                  </a:lnTo>
                  <a:lnTo>
                    <a:pt x="36861" y="406273"/>
                  </a:lnTo>
                  <a:lnTo>
                    <a:pt x="63498" y="443957"/>
                  </a:lnTo>
                  <a:lnTo>
                    <a:pt x="96038" y="476500"/>
                  </a:lnTo>
                  <a:lnTo>
                    <a:pt x="133720" y="503139"/>
                  </a:lnTo>
                  <a:lnTo>
                    <a:pt x="175781" y="523111"/>
                  </a:lnTo>
                  <a:lnTo>
                    <a:pt x="221458" y="535653"/>
                  </a:lnTo>
                  <a:lnTo>
                    <a:pt x="269989" y="540003"/>
                  </a:lnTo>
                  <a:lnTo>
                    <a:pt x="318523" y="535653"/>
                  </a:lnTo>
                  <a:lnTo>
                    <a:pt x="364203" y="523111"/>
                  </a:lnTo>
                  <a:lnTo>
                    <a:pt x="406266" y="503139"/>
                  </a:lnTo>
                  <a:lnTo>
                    <a:pt x="443950" y="476500"/>
                  </a:lnTo>
                  <a:lnTo>
                    <a:pt x="476491" y="443957"/>
                  </a:lnTo>
                  <a:lnTo>
                    <a:pt x="503129" y="406273"/>
                  </a:lnTo>
                  <a:lnTo>
                    <a:pt x="523099" y="364211"/>
                  </a:lnTo>
                  <a:lnTo>
                    <a:pt x="535641" y="318533"/>
                  </a:lnTo>
                  <a:lnTo>
                    <a:pt x="539991" y="270001"/>
                  </a:lnTo>
                  <a:close/>
                </a:path>
              </a:pathLst>
            </a:custGeom>
            <a:solidFill>
              <a:srgbClr val="51B1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41028" y="4082211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269989" y="540003"/>
                  </a:moveTo>
                  <a:lnTo>
                    <a:pt x="318523" y="535653"/>
                  </a:lnTo>
                  <a:lnTo>
                    <a:pt x="364203" y="523111"/>
                  </a:lnTo>
                  <a:lnTo>
                    <a:pt x="406266" y="503139"/>
                  </a:lnTo>
                  <a:lnTo>
                    <a:pt x="443950" y="476500"/>
                  </a:lnTo>
                  <a:lnTo>
                    <a:pt x="476491" y="443957"/>
                  </a:lnTo>
                  <a:lnTo>
                    <a:pt x="503129" y="406273"/>
                  </a:lnTo>
                  <a:lnTo>
                    <a:pt x="523099" y="364211"/>
                  </a:lnTo>
                  <a:lnTo>
                    <a:pt x="535641" y="318533"/>
                  </a:lnTo>
                  <a:lnTo>
                    <a:pt x="539991" y="270001"/>
                  </a:lnTo>
                  <a:lnTo>
                    <a:pt x="535641" y="221467"/>
                  </a:lnTo>
                  <a:lnTo>
                    <a:pt x="523099" y="175787"/>
                  </a:lnTo>
                  <a:lnTo>
                    <a:pt x="503129" y="133724"/>
                  </a:lnTo>
                  <a:lnTo>
                    <a:pt x="476491" y="96040"/>
                  </a:lnTo>
                  <a:lnTo>
                    <a:pt x="443950" y="63499"/>
                  </a:lnTo>
                  <a:lnTo>
                    <a:pt x="406266" y="36861"/>
                  </a:lnTo>
                  <a:lnTo>
                    <a:pt x="364203" y="16891"/>
                  </a:lnTo>
                  <a:lnTo>
                    <a:pt x="318523" y="4349"/>
                  </a:lnTo>
                  <a:lnTo>
                    <a:pt x="269989" y="0"/>
                  </a:lnTo>
                  <a:lnTo>
                    <a:pt x="221458" y="4349"/>
                  </a:lnTo>
                  <a:lnTo>
                    <a:pt x="175781" y="16891"/>
                  </a:lnTo>
                  <a:lnTo>
                    <a:pt x="133720" y="36861"/>
                  </a:lnTo>
                  <a:lnTo>
                    <a:pt x="96038" y="63499"/>
                  </a:lnTo>
                  <a:lnTo>
                    <a:pt x="63498" y="96040"/>
                  </a:lnTo>
                  <a:lnTo>
                    <a:pt x="36861" y="133724"/>
                  </a:lnTo>
                  <a:lnTo>
                    <a:pt x="16891" y="175787"/>
                  </a:lnTo>
                  <a:lnTo>
                    <a:pt x="4349" y="221467"/>
                  </a:lnTo>
                  <a:lnTo>
                    <a:pt x="0" y="270001"/>
                  </a:lnTo>
                  <a:lnTo>
                    <a:pt x="4349" y="318533"/>
                  </a:lnTo>
                  <a:lnTo>
                    <a:pt x="16891" y="364211"/>
                  </a:lnTo>
                  <a:lnTo>
                    <a:pt x="36861" y="406273"/>
                  </a:lnTo>
                  <a:lnTo>
                    <a:pt x="63498" y="443957"/>
                  </a:lnTo>
                  <a:lnTo>
                    <a:pt x="96038" y="476500"/>
                  </a:lnTo>
                  <a:lnTo>
                    <a:pt x="133720" y="503139"/>
                  </a:lnTo>
                  <a:lnTo>
                    <a:pt x="175781" y="523111"/>
                  </a:lnTo>
                  <a:lnTo>
                    <a:pt x="221458" y="535653"/>
                  </a:lnTo>
                  <a:lnTo>
                    <a:pt x="269989" y="540003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868748" y="1178890"/>
            <a:ext cx="4339590" cy="5674360"/>
            <a:chOff x="4868748" y="1178890"/>
            <a:chExt cx="4339590" cy="56743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5301" y="1178890"/>
              <a:ext cx="4331804" cy="56491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758243" y="6829132"/>
              <a:ext cx="2219960" cy="24130"/>
            </a:xfrm>
            <a:custGeom>
              <a:avLst/>
              <a:gdLst/>
              <a:ahLst/>
              <a:cxnLst/>
              <a:rect l="l" t="t" r="r" b="b"/>
              <a:pathLst>
                <a:path w="2219959" h="24129">
                  <a:moveTo>
                    <a:pt x="2219934" y="24015"/>
                  </a:moveTo>
                  <a:lnTo>
                    <a:pt x="2219934" y="0"/>
                  </a:lnTo>
                  <a:lnTo>
                    <a:pt x="0" y="0"/>
                  </a:lnTo>
                  <a:lnTo>
                    <a:pt x="0" y="24015"/>
                  </a:lnTo>
                  <a:lnTo>
                    <a:pt x="2219934" y="24015"/>
                  </a:lnTo>
                  <a:close/>
                </a:path>
              </a:pathLst>
            </a:custGeom>
            <a:solidFill>
              <a:srgbClr val="211B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8748" y="4090009"/>
              <a:ext cx="4339450" cy="2755493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910716" y="5008143"/>
            <a:ext cx="2084070" cy="1268730"/>
            <a:chOff x="910716" y="5008143"/>
            <a:chExt cx="2084070" cy="126873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7668" y="5233428"/>
              <a:ext cx="1377441" cy="80904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57668" y="5233428"/>
              <a:ext cx="1377950" cy="809625"/>
            </a:xfrm>
            <a:custGeom>
              <a:avLst/>
              <a:gdLst/>
              <a:ahLst/>
              <a:cxnLst/>
              <a:rect l="l" t="t" r="r" b="b"/>
              <a:pathLst>
                <a:path w="1377950" h="809625">
                  <a:moveTo>
                    <a:pt x="1377442" y="212864"/>
                  </a:moveTo>
                  <a:lnTo>
                    <a:pt x="98983" y="809040"/>
                  </a:lnTo>
                  <a:lnTo>
                    <a:pt x="0" y="601256"/>
                  </a:lnTo>
                  <a:lnTo>
                    <a:pt x="1277239" y="0"/>
                  </a:lnTo>
                  <a:lnTo>
                    <a:pt x="1377442" y="212864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3891" y="5751411"/>
              <a:ext cx="498894" cy="5222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13891" y="5751411"/>
              <a:ext cx="499109" cy="522605"/>
            </a:xfrm>
            <a:custGeom>
              <a:avLst/>
              <a:gdLst/>
              <a:ahLst/>
              <a:cxnLst/>
              <a:rect l="l" t="t" r="r" b="b"/>
              <a:pathLst>
                <a:path w="499109" h="522604">
                  <a:moveTo>
                    <a:pt x="0" y="377012"/>
                  </a:moveTo>
                  <a:lnTo>
                    <a:pt x="219697" y="393738"/>
                  </a:lnTo>
                  <a:lnTo>
                    <a:pt x="231114" y="396354"/>
                  </a:lnTo>
                  <a:lnTo>
                    <a:pt x="246392" y="392645"/>
                  </a:lnTo>
                  <a:lnTo>
                    <a:pt x="255333" y="385089"/>
                  </a:lnTo>
                  <a:lnTo>
                    <a:pt x="265518" y="382612"/>
                  </a:lnTo>
                  <a:lnTo>
                    <a:pt x="274459" y="375056"/>
                  </a:lnTo>
                  <a:lnTo>
                    <a:pt x="278320" y="368719"/>
                  </a:lnTo>
                  <a:lnTo>
                    <a:pt x="297586" y="337083"/>
                  </a:lnTo>
                  <a:lnTo>
                    <a:pt x="300215" y="325666"/>
                  </a:lnTo>
                  <a:lnTo>
                    <a:pt x="304063" y="319341"/>
                  </a:lnTo>
                  <a:lnTo>
                    <a:pt x="305447" y="302831"/>
                  </a:lnTo>
                  <a:lnTo>
                    <a:pt x="308063" y="291414"/>
                  </a:lnTo>
                  <a:lnTo>
                    <a:pt x="310680" y="279996"/>
                  </a:lnTo>
                  <a:lnTo>
                    <a:pt x="313296" y="268579"/>
                  </a:lnTo>
                  <a:lnTo>
                    <a:pt x="315925" y="257162"/>
                  </a:lnTo>
                  <a:lnTo>
                    <a:pt x="312216" y="241896"/>
                  </a:lnTo>
                  <a:lnTo>
                    <a:pt x="314833" y="230466"/>
                  </a:lnTo>
                  <a:lnTo>
                    <a:pt x="312356" y="220294"/>
                  </a:lnTo>
                  <a:lnTo>
                    <a:pt x="306171" y="194843"/>
                  </a:lnTo>
                  <a:lnTo>
                    <a:pt x="303707" y="184657"/>
                  </a:lnTo>
                  <a:lnTo>
                    <a:pt x="301231" y="174472"/>
                  </a:lnTo>
                  <a:lnTo>
                    <a:pt x="293662" y="165531"/>
                  </a:lnTo>
                  <a:lnTo>
                    <a:pt x="291198" y="155346"/>
                  </a:lnTo>
                  <a:lnTo>
                    <a:pt x="283629" y="146405"/>
                  </a:lnTo>
                  <a:lnTo>
                    <a:pt x="277304" y="142544"/>
                  </a:lnTo>
                  <a:lnTo>
                    <a:pt x="269748" y="133603"/>
                  </a:lnTo>
                  <a:lnTo>
                    <a:pt x="258330" y="130987"/>
                  </a:lnTo>
                  <a:lnTo>
                    <a:pt x="251993" y="127126"/>
                  </a:lnTo>
                  <a:lnTo>
                    <a:pt x="241820" y="129603"/>
                  </a:lnTo>
                  <a:lnTo>
                    <a:pt x="22110" y="112864"/>
                  </a:lnTo>
                  <a:lnTo>
                    <a:pt x="34912" y="98983"/>
                  </a:lnTo>
                  <a:lnTo>
                    <a:pt x="42621" y="86321"/>
                  </a:lnTo>
                  <a:lnTo>
                    <a:pt x="55422" y="72428"/>
                  </a:lnTo>
                  <a:lnTo>
                    <a:pt x="83489" y="54838"/>
                  </a:lnTo>
                  <a:lnTo>
                    <a:pt x="96291" y="40944"/>
                  </a:lnTo>
                  <a:lnTo>
                    <a:pt x="111569" y="37236"/>
                  </a:lnTo>
                  <a:lnTo>
                    <a:pt x="139636" y="19634"/>
                  </a:lnTo>
                  <a:lnTo>
                    <a:pt x="205816" y="3568"/>
                  </a:lnTo>
                  <a:lnTo>
                    <a:pt x="227418" y="3708"/>
                  </a:lnTo>
                  <a:lnTo>
                    <a:pt x="242697" y="0"/>
                  </a:lnTo>
                  <a:lnTo>
                    <a:pt x="259207" y="1384"/>
                  </a:lnTo>
                  <a:lnTo>
                    <a:pt x="270624" y="4000"/>
                  </a:lnTo>
                  <a:lnTo>
                    <a:pt x="287121" y="5384"/>
                  </a:lnTo>
                  <a:lnTo>
                    <a:pt x="309968" y="10617"/>
                  </a:lnTo>
                  <a:lnTo>
                    <a:pt x="322618" y="18326"/>
                  </a:lnTo>
                  <a:lnTo>
                    <a:pt x="334035" y="20954"/>
                  </a:lnTo>
                  <a:lnTo>
                    <a:pt x="346684" y="28663"/>
                  </a:lnTo>
                  <a:lnTo>
                    <a:pt x="358101" y="31280"/>
                  </a:lnTo>
                  <a:lnTo>
                    <a:pt x="370763" y="38988"/>
                  </a:lnTo>
                  <a:lnTo>
                    <a:pt x="377088" y="42837"/>
                  </a:lnTo>
                  <a:lnTo>
                    <a:pt x="402399" y="58254"/>
                  </a:lnTo>
                  <a:lnTo>
                    <a:pt x="417525" y="76149"/>
                  </a:lnTo>
                  <a:lnTo>
                    <a:pt x="430174" y="83858"/>
                  </a:lnTo>
                  <a:lnTo>
                    <a:pt x="445300" y="101752"/>
                  </a:lnTo>
                  <a:lnTo>
                    <a:pt x="454101" y="115785"/>
                  </a:lnTo>
                  <a:lnTo>
                    <a:pt x="456577" y="125971"/>
                  </a:lnTo>
                  <a:lnTo>
                    <a:pt x="464134" y="134912"/>
                  </a:lnTo>
                  <a:lnTo>
                    <a:pt x="471703" y="143865"/>
                  </a:lnTo>
                  <a:lnTo>
                    <a:pt x="477888" y="169316"/>
                  </a:lnTo>
                  <a:lnTo>
                    <a:pt x="485444" y="178257"/>
                  </a:lnTo>
                  <a:lnTo>
                    <a:pt x="489153" y="193535"/>
                  </a:lnTo>
                  <a:lnTo>
                    <a:pt x="491629" y="203720"/>
                  </a:lnTo>
                  <a:lnTo>
                    <a:pt x="495338" y="218986"/>
                  </a:lnTo>
                  <a:lnTo>
                    <a:pt x="497814" y="229171"/>
                  </a:lnTo>
                  <a:lnTo>
                    <a:pt x="496430" y="245681"/>
                  </a:lnTo>
                  <a:lnTo>
                    <a:pt x="498894" y="255854"/>
                  </a:lnTo>
                  <a:lnTo>
                    <a:pt x="496277" y="267284"/>
                  </a:lnTo>
                  <a:lnTo>
                    <a:pt x="494893" y="283781"/>
                  </a:lnTo>
                  <a:lnTo>
                    <a:pt x="492277" y="295198"/>
                  </a:lnTo>
                  <a:lnTo>
                    <a:pt x="490893" y="311708"/>
                  </a:lnTo>
                  <a:lnTo>
                    <a:pt x="488276" y="323126"/>
                  </a:lnTo>
                  <a:lnTo>
                    <a:pt x="485660" y="334543"/>
                  </a:lnTo>
                  <a:lnTo>
                    <a:pt x="483044" y="345973"/>
                  </a:lnTo>
                  <a:lnTo>
                    <a:pt x="480428" y="357390"/>
                  </a:lnTo>
                  <a:lnTo>
                    <a:pt x="472719" y="370039"/>
                  </a:lnTo>
                  <a:lnTo>
                    <a:pt x="470090" y="381457"/>
                  </a:lnTo>
                  <a:lnTo>
                    <a:pt x="462381" y="394106"/>
                  </a:lnTo>
                  <a:lnTo>
                    <a:pt x="453440" y="401675"/>
                  </a:lnTo>
                  <a:lnTo>
                    <a:pt x="445731" y="414324"/>
                  </a:lnTo>
                  <a:lnTo>
                    <a:pt x="443115" y="425742"/>
                  </a:lnTo>
                  <a:lnTo>
                    <a:pt x="416280" y="448437"/>
                  </a:lnTo>
                  <a:lnTo>
                    <a:pt x="408571" y="461086"/>
                  </a:lnTo>
                  <a:lnTo>
                    <a:pt x="394525" y="469887"/>
                  </a:lnTo>
                  <a:lnTo>
                    <a:pt x="384352" y="472363"/>
                  </a:lnTo>
                  <a:lnTo>
                    <a:pt x="366458" y="487489"/>
                  </a:lnTo>
                  <a:lnTo>
                    <a:pt x="352425" y="496290"/>
                  </a:lnTo>
                  <a:lnTo>
                    <a:pt x="332054" y="501230"/>
                  </a:lnTo>
                  <a:lnTo>
                    <a:pt x="318020" y="510031"/>
                  </a:lnTo>
                  <a:lnTo>
                    <a:pt x="282384" y="518680"/>
                  </a:lnTo>
                  <a:lnTo>
                    <a:pt x="265874" y="517309"/>
                  </a:lnTo>
                  <a:lnTo>
                    <a:pt x="245516" y="522249"/>
                  </a:lnTo>
                  <a:lnTo>
                    <a:pt x="229006" y="520865"/>
                  </a:lnTo>
                  <a:lnTo>
                    <a:pt x="217589" y="518248"/>
                  </a:lnTo>
                  <a:lnTo>
                    <a:pt x="207403" y="520725"/>
                  </a:lnTo>
                  <a:lnTo>
                    <a:pt x="201079" y="516864"/>
                  </a:lnTo>
                  <a:lnTo>
                    <a:pt x="190893" y="519341"/>
                  </a:lnTo>
                  <a:lnTo>
                    <a:pt x="184569" y="515480"/>
                  </a:lnTo>
                  <a:lnTo>
                    <a:pt x="173151" y="512864"/>
                  </a:lnTo>
                  <a:lnTo>
                    <a:pt x="166827" y="509015"/>
                  </a:lnTo>
                  <a:lnTo>
                    <a:pt x="155409" y="506387"/>
                  </a:lnTo>
                  <a:lnTo>
                    <a:pt x="150317" y="507631"/>
                  </a:lnTo>
                  <a:lnTo>
                    <a:pt x="143992" y="503770"/>
                  </a:lnTo>
                  <a:lnTo>
                    <a:pt x="132575" y="501154"/>
                  </a:lnTo>
                  <a:lnTo>
                    <a:pt x="75628" y="466458"/>
                  </a:lnTo>
                  <a:lnTo>
                    <a:pt x="68059" y="457517"/>
                  </a:lnTo>
                  <a:lnTo>
                    <a:pt x="55410" y="449808"/>
                  </a:lnTo>
                  <a:lnTo>
                    <a:pt x="47853" y="440867"/>
                  </a:lnTo>
                  <a:lnTo>
                    <a:pt x="46609" y="435775"/>
                  </a:lnTo>
                  <a:lnTo>
                    <a:pt x="40284" y="431914"/>
                  </a:lnTo>
                  <a:lnTo>
                    <a:pt x="32715" y="422973"/>
                  </a:lnTo>
                  <a:lnTo>
                    <a:pt x="26390" y="419112"/>
                  </a:lnTo>
                  <a:lnTo>
                    <a:pt x="23926" y="408939"/>
                  </a:lnTo>
                  <a:lnTo>
                    <a:pt x="17589" y="405079"/>
                  </a:lnTo>
                  <a:lnTo>
                    <a:pt x="15125" y="394893"/>
                  </a:lnTo>
                  <a:lnTo>
                    <a:pt x="8801" y="391045"/>
                  </a:lnTo>
                  <a:lnTo>
                    <a:pt x="6324" y="380860"/>
                  </a:lnTo>
                  <a:lnTo>
                    <a:pt x="0" y="377012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94025" y="5011318"/>
              <a:ext cx="497522" cy="52101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494025" y="5011318"/>
              <a:ext cx="497840" cy="521334"/>
            </a:xfrm>
            <a:custGeom>
              <a:avLst/>
              <a:gdLst/>
              <a:ahLst/>
              <a:cxnLst/>
              <a:rect l="l" t="t" r="r" b="b"/>
              <a:pathLst>
                <a:path w="497839" h="521335">
                  <a:moveTo>
                    <a:pt x="474167" y="408000"/>
                  </a:moveTo>
                  <a:lnTo>
                    <a:pt x="255701" y="396367"/>
                  </a:lnTo>
                  <a:lnTo>
                    <a:pt x="249377" y="392506"/>
                  </a:lnTo>
                  <a:lnTo>
                    <a:pt x="237959" y="389889"/>
                  </a:lnTo>
                  <a:lnTo>
                    <a:pt x="212648" y="374472"/>
                  </a:lnTo>
                  <a:lnTo>
                    <a:pt x="210172" y="364286"/>
                  </a:lnTo>
                  <a:lnTo>
                    <a:pt x="195046" y="346392"/>
                  </a:lnTo>
                  <a:lnTo>
                    <a:pt x="192582" y="336219"/>
                  </a:lnTo>
                  <a:lnTo>
                    <a:pt x="183921" y="300583"/>
                  </a:lnTo>
                  <a:lnTo>
                    <a:pt x="181457" y="290398"/>
                  </a:lnTo>
                  <a:lnTo>
                    <a:pt x="184073" y="278980"/>
                  </a:lnTo>
                  <a:lnTo>
                    <a:pt x="181597" y="268795"/>
                  </a:lnTo>
                  <a:lnTo>
                    <a:pt x="182981" y="252285"/>
                  </a:lnTo>
                  <a:lnTo>
                    <a:pt x="185597" y="240868"/>
                  </a:lnTo>
                  <a:lnTo>
                    <a:pt x="188213" y="229450"/>
                  </a:lnTo>
                  <a:lnTo>
                    <a:pt x="196075" y="195199"/>
                  </a:lnTo>
                  <a:lnTo>
                    <a:pt x="203784" y="182549"/>
                  </a:lnTo>
                  <a:lnTo>
                    <a:pt x="206400" y="171132"/>
                  </a:lnTo>
                  <a:lnTo>
                    <a:pt x="215341" y="163563"/>
                  </a:lnTo>
                  <a:lnTo>
                    <a:pt x="226910" y="144589"/>
                  </a:lnTo>
                  <a:lnTo>
                    <a:pt x="232003" y="143344"/>
                  </a:lnTo>
                  <a:lnTo>
                    <a:pt x="240944" y="135788"/>
                  </a:lnTo>
                  <a:lnTo>
                    <a:pt x="281673" y="125895"/>
                  </a:lnTo>
                  <a:lnTo>
                    <a:pt x="497522" y="148958"/>
                  </a:lnTo>
                  <a:lnTo>
                    <a:pt x="495046" y="138772"/>
                  </a:lnTo>
                  <a:lnTo>
                    <a:pt x="488721" y="134912"/>
                  </a:lnTo>
                  <a:lnTo>
                    <a:pt x="486244" y="124739"/>
                  </a:lnTo>
                  <a:lnTo>
                    <a:pt x="479920" y="120878"/>
                  </a:lnTo>
                  <a:lnTo>
                    <a:pt x="472363" y="111937"/>
                  </a:lnTo>
                  <a:lnTo>
                    <a:pt x="471131" y="106845"/>
                  </a:lnTo>
                  <a:lnTo>
                    <a:pt x="463562" y="97904"/>
                  </a:lnTo>
                  <a:lnTo>
                    <a:pt x="457238" y="94043"/>
                  </a:lnTo>
                  <a:lnTo>
                    <a:pt x="454761" y="83858"/>
                  </a:lnTo>
                  <a:lnTo>
                    <a:pt x="448437" y="80010"/>
                  </a:lnTo>
                  <a:lnTo>
                    <a:pt x="440867" y="71056"/>
                  </a:lnTo>
                  <a:lnTo>
                    <a:pt x="421894" y="59499"/>
                  </a:lnTo>
                  <a:lnTo>
                    <a:pt x="414324" y="50558"/>
                  </a:lnTo>
                  <a:lnTo>
                    <a:pt x="389026" y="35140"/>
                  </a:lnTo>
                  <a:lnTo>
                    <a:pt x="377609" y="32512"/>
                  </a:lnTo>
                  <a:lnTo>
                    <a:pt x="358622" y="20955"/>
                  </a:lnTo>
                  <a:lnTo>
                    <a:pt x="347205" y="18338"/>
                  </a:lnTo>
                  <a:lnTo>
                    <a:pt x="334556" y="10629"/>
                  </a:lnTo>
                  <a:lnTo>
                    <a:pt x="323126" y="8000"/>
                  </a:lnTo>
                  <a:lnTo>
                    <a:pt x="316801" y="4152"/>
                  </a:lnTo>
                  <a:lnTo>
                    <a:pt x="306616" y="6616"/>
                  </a:lnTo>
                  <a:lnTo>
                    <a:pt x="300291" y="2768"/>
                  </a:lnTo>
                  <a:lnTo>
                    <a:pt x="288874" y="152"/>
                  </a:lnTo>
                  <a:lnTo>
                    <a:pt x="283781" y="1384"/>
                  </a:lnTo>
                  <a:lnTo>
                    <a:pt x="267284" y="0"/>
                  </a:lnTo>
                  <a:lnTo>
                    <a:pt x="257098" y="2476"/>
                  </a:lnTo>
                  <a:lnTo>
                    <a:pt x="240588" y="1092"/>
                  </a:lnTo>
                  <a:lnTo>
                    <a:pt x="230403" y="3568"/>
                  </a:lnTo>
                  <a:lnTo>
                    <a:pt x="213893" y="2184"/>
                  </a:lnTo>
                  <a:lnTo>
                    <a:pt x="178257" y="10833"/>
                  </a:lnTo>
                  <a:lnTo>
                    <a:pt x="169316" y="18402"/>
                  </a:lnTo>
                  <a:lnTo>
                    <a:pt x="154038" y="22110"/>
                  </a:lnTo>
                  <a:lnTo>
                    <a:pt x="145097" y="29667"/>
                  </a:lnTo>
                  <a:lnTo>
                    <a:pt x="134912" y="32143"/>
                  </a:lnTo>
                  <a:lnTo>
                    <a:pt x="120878" y="40944"/>
                  </a:lnTo>
                  <a:lnTo>
                    <a:pt x="111937" y="48513"/>
                  </a:lnTo>
                  <a:lnTo>
                    <a:pt x="67208" y="86321"/>
                  </a:lnTo>
                  <a:lnTo>
                    <a:pt x="59499" y="98983"/>
                  </a:lnTo>
                  <a:lnTo>
                    <a:pt x="50558" y="106540"/>
                  </a:lnTo>
                  <a:lnTo>
                    <a:pt x="42837" y="119202"/>
                  </a:lnTo>
                  <a:lnTo>
                    <a:pt x="33896" y="126758"/>
                  </a:lnTo>
                  <a:lnTo>
                    <a:pt x="31280" y="138175"/>
                  </a:lnTo>
                  <a:lnTo>
                    <a:pt x="23571" y="150837"/>
                  </a:lnTo>
                  <a:lnTo>
                    <a:pt x="20955" y="162255"/>
                  </a:lnTo>
                  <a:lnTo>
                    <a:pt x="13246" y="174904"/>
                  </a:lnTo>
                  <a:lnTo>
                    <a:pt x="10617" y="186321"/>
                  </a:lnTo>
                  <a:lnTo>
                    <a:pt x="8000" y="197738"/>
                  </a:lnTo>
                  <a:lnTo>
                    <a:pt x="6616" y="214249"/>
                  </a:lnTo>
                  <a:lnTo>
                    <a:pt x="1384" y="237083"/>
                  </a:lnTo>
                  <a:lnTo>
                    <a:pt x="0" y="253593"/>
                  </a:lnTo>
                  <a:lnTo>
                    <a:pt x="2476" y="263779"/>
                  </a:lnTo>
                  <a:lnTo>
                    <a:pt x="1092" y="280288"/>
                  </a:lnTo>
                  <a:lnTo>
                    <a:pt x="6032" y="300647"/>
                  </a:lnTo>
                  <a:lnTo>
                    <a:pt x="4660" y="317157"/>
                  </a:lnTo>
                  <a:lnTo>
                    <a:pt x="7124" y="327342"/>
                  </a:lnTo>
                  <a:lnTo>
                    <a:pt x="15925" y="341375"/>
                  </a:lnTo>
                  <a:lnTo>
                    <a:pt x="22110" y="366826"/>
                  </a:lnTo>
                  <a:lnTo>
                    <a:pt x="29667" y="375767"/>
                  </a:lnTo>
                  <a:lnTo>
                    <a:pt x="32143" y="385953"/>
                  </a:lnTo>
                  <a:lnTo>
                    <a:pt x="39712" y="394906"/>
                  </a:lnTo>
                  <a:lnTo>
                    <a:pt x="48501" y="408939"/>
                  </a:lnTo>
                  <a:lnTo>
                    <a:pt x="86321" y="453669"/>
                  </a:lnTo>
                  <a:lnTo>
                    <a:pt x="98971" y="461378"/>
                  </a:lnTo>
                  <a:lnTo>
                    <a:pt x="106540" y="470319"/>
                  </a:lnTo>
                  <a:lnTo>
                    <a:pt x="119189" y="478028"/>
                  </a:lnTo>
                  <a:lnTo>
                    <a:pt x="130619" y="480644"/>
                  </a:lnTo>
                  <a:lnTo>
                    <a:pt x="138175" y="489597"/>
                  </a:lnTo>
                  <a:lnTo>
                    <a:pt x="150825" y="497306"/>
                  </a:lnTo>
                  <a:lnTo>
                    <a:pt x="162242" y="499922"/>
                  </a:lnTo>
                  <a:lnTo>
                    <a:pt x="174904" y="507631"/>
                  </a:lnTo>
                  <a:lnTo>
                    <a:pt x="197738" y="512864"/>
                  </a:lnTo>
                  <a:lnTo>
                    <a:pt x="214249" y="514248"/>
                  </a:lnTo>
                  <a:lnTo>
                    <a:pt x="237083" y="519493"/>
                  </a:lnTo>
                  <a:lnTo>
                    <a:pt x="253593" y="520865"/>
                  </a:lnTo>
                  <a:lnTo>
                    <a:pt x="275196" y="521017"/>
                  </a:lnTo>
                  <a:lnTo>
                    <a:pt x="356641" y="501230"/>
                  </a:lnTo>
                  <a:lnTo>
                    <a:pt x="370687" y="492442"/>
                  </a:lnTo>
                  <a:lnTo>
                    <a:pt x="385953" y="488734"/>
                  </a:lnTo>
                  <a:lnTo>
                    <a:pt x="414019" y="471131"/>
                  </a:lnTo>
                  <a:lnTo>
                    <a:pt x="426821" y="457238"/>
                  </a:lnTo>
                  <a:lnTo>
                    <a:pt x="440867" y="448437"/>
                  </a:lnTo>
                  <a:lnTo>
                    <a:pt x="466458" y="420662"/>
                  </a:lnTo>
                  <a:lnTo>
                    <a:pt x="474167" y="40800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176485" y="5237911"/>
            <a:ext cx="1008380" cy="898525"/>
            <a:chOff x="3176485" y="5237911"/>
            <a:chExt cx="1008380" cy="898525"/>
          </a:xfrm>
        </p:grpSpPr>
        <p:sp>
          <p:nvSpPr>
            <p:cNvPr id="17" name="object 17"/>
            <p:cNvSpPr/>
            <p:nvPr/>
          </p:nvSpPr>
          <p:spPr>
            <a:xfrm>
              <a:off x="3182835" y="5244261"/>
              <a:ext cx="995680" cy="885825"/>
            </a:xfrm>
            <a:custGeom>
              <a:avLst/>
              <a:gdLst/>
              <a:ahLst/>
              <a:cxnLst/>
              <a:rect l="l" t="t" r="r" b="b"/>
              <a:pathLst>
                <a:path w="995679" h="885825">
                  <a:moveTo>
                    <a:pt x="995362" y="0"/>
                  </a:moveTo>
                  <a:lnTo>
                    <a:pt x="356235" y="675805"/>
                  </a:lnTo>
                  <a:lnTo>
                    <a:pt x="0" y="371944"/>
                  </a:lnTo>
                  <a:lnTo>
                    <a:pt x="351002" y="885355"/>
                  </a:lnTo>
                  <a:lnTo>
                    <a:pt x="995362" y="0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82835" y="5244261"/>
              <a:ext cx="995680" cy="885825"/>
            </a:xfrm>
            <a:custGeom>
              <a:avLst/>
              <a:gdLst/>
              <a:ahLst/>
              <a:cxnLst/>
              <a:rect l="l" t="t" r="r" b="b"/>
              <a:pathLst>
                <a:path w="995679" h="885825">
                  <a:moveTo>
                    <a:pt x="0" y="371944"/>
                  </a:moveTo>
                  <a:lnTo>
                    <a:pt x="351002" y="885355"/>
                  </a:lnTo>
                  <a:lnTo>
                    <a:pt x="995362" y="0"/>
                  </a:lnTo>
                  <a:lnTo>
                    <a:pt x="356235" y="675805"/>
                  </a:lnTo>
                  <a:lnTo>
                    <a:pt x="0" y="371944"/>
                  </a:lnTo>
                  <a:close/>
                </a:path>
              </a:pathLst>
            </a:custGeom>
            <a:ln w="1269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01065" y="1307731"/>
            <a:ext cx="694690" cy="884555"/>
            <a:chOff x="401065" y="1307731"/>
            <a:chExt cx="694690" cy="884555"/>
          </a:xfrm>
        </p:grpSpPr>
        <p:sp>
          <p:nvSpPr>
            <p:cNvPr id="20" name="object 20"/>
            <p:cNvSpPr/>
            <p:nvPr/>
          </p:nvSpPr>
          <p:spPr>
            <a:xfrm>
              <a:off x="442976" y="1890978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51" y="84696"/>
                  </a:moveTo>
                  <a:lnTo>
                    <a:pt x="212178" y="73342"/>
                  </a:lnTo>
                  <a:lnTo>
                    <a:pt x="172885" y="58508"/>
                  </a:lnTo>
                  <a:lnTo>
                    <a:pt x="137960" y="40170"/>
                  </a:lnTo>
                  <a:lnTo>
                    <a:pt x="100418" y="13106"/>
                  </a:lnTo>
                  <a:lnTo>
                    <a:pt x="92557" y="6985"/>
                  </a:lnTo>
                  <a:lnTo>
                    <a:pt x="85572" y="0"/>
                  </a:lnTo>
                  <a:lnTo>
                    <a:pt x="0" y="223520"/>
                  </a:lnTo>
                  <a:lnTo>
                    <a:pt x="108267" y="218287"/>
                  </a:lnTo>
                  <a:lnTo>
                    <a:pt x="190347" y="296875"/>
                  </a:lnTo>
                  <a:lnTo>
                    <a:pt x="271551" y="84696"/>
                  </a:lnTo>
                  <a:close/>
                </a:path>
                <a:path w="588644" h="301625">
                  <a:moveTo>
                    <a:pt x="588492" y="231381"/>
                  </a:moveTo>
                  <a:lnTo>
                    <a:pt x="509041" y="12230"/>
                  </a:lnTo>
                  <a:lnTo>
                    <a:pt x="502056" y="18338"/>
                  </a:lnTo>
                  <a:lnTo>
                    <a:pt x="486333" y="30568"/>
                  </a:lnTo>
                  <a:lnTo>
                    <a:pt x="476732" y="36677"/>
                  </a:lnTo>
                  <a:lnTo>
                    <a:pt x="466255" y="42786"/>
                  </a:lnTo>
                  <a:lnTo>
                    <a:pt x="455777" y="48031"/>
                  </a:lnTo>
                  <a:lnTo>
                    <a:pt x="444423" y="53263"/>
                  </a:lnTo>
                  <a:lnTo>
                    <a:pt x="432206" y="59372"/>
                  </a:lnTo>
                  <a:lnTo>
                    <a:pt x="392912" y="72478"/>
                  </a:lnTo>
                  <a:lnTo>
                    <a:pt x="349250" y="82080"/>
                  </a:lnTo>
                  <a:lnTo>
                    <a:pt x="333540" y="82956"/>
                  </a:lnTo>
                  <a:lnTo>
                    <a:pt x="317817" y="84696"/>
                  </a:lnTo>
                  <a:lnTo>
                    <a:pt x="397281" y="301231"/>
                  </a:lnTo>
                  <a:lnTo>
                    <a:pt x="479348" y="224396"/>
                  </a:lnTo>
                  <a:lnTo>
                    <a:pt x="588492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1066" y="1307731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70"/>
                  </a:moveTo>
                  <a:lnTo>
                    <a:pt x="0" y="316941"/>
                  </a:lnTo>
                  <a:lnTo>
                    <a:pt x="10477" y="367588"/>
                  </a:lnTo>
                  <a:lnTo>
                    <a:pt x="25323" y="367588"/>
                  </a:lnTo>
                  <a:lnTo>
                    <a:pt x="25323" y="331787"/>
                  </a:lnTo>
                  <a:lnTo>
                    <a:pt x="26200" y="319570"/>
                  </a:lnTo>
                  <a:close/>
                </a:path>
                <a:path w="694690" h="693419">
                  <a:moveTo>
                    <a:pt x="46278" y="461010"/>
                  </a:moveTo>
                  <a:lnTo>
                    <a:pt x="43662" y="455777"/>
                  </a:lnTo>
                  <a:lnTo>
                    <a:pt x="41910" y="449668"/>
                  </a:lnTo>
                  <a:lnTo>
                    <a:pt x="40170" y="444423"/>
                  </a:lnTo>
                  <a:lnTo>
                    <a:pt x="36677" y="432206"/>
                  </a:lnTo>
                  <a:lnTo>
                    <a:pt x="34925" y="426961"/>
                  </a:lnTo>
                  <a:lnTo>
                    <a:pt x="34061" y="420852"/>
                  </a:lnTo>
                  <a:lnTo>
                    <a:pt x="32308" y="415607"/>
                  </a:lnTo>
                  <a:lnTo>
                    <a:pt x="6985" y="420852"/>
                  </a:lnTo>
                  <a:lnTo>
                    <a:pt x="31432" y="466255"/>
                  </a:lnTo>
                  <a:lnTo>
                    <a:pt x="46278" y="461010"/>
                  </a:lnTo>
                  <a:close/>
                </a:path>
                <a:path w="694690" h="693419">
                  <a:moveTo>
                    <a:pt x="48895" y="226136"/>
                  </a:moveTo>
                  <a:lnTo>
                    <a:pt x="24447" y="216535"/>
                  </a:lnTo>
                  <a:lnTo>
                    <a:pt x="20091" y="268058"/>
                  </a:lnTo>
                  <a:lnTo>
                    <a:pt x="34061" y="271538"/>
                  </a:lnTo>
                  <a:lnTo>
                    <a:pt x="35801" y="266306"/>
                  </a:lnTo>
                  <a:lnTo>
                    <a:pt x="39293" y="254076"/>
                  </a:lnTo>
                  <a:lnTo>
                    <a:pt x="41046" y="248843"/>
                  </a:lnTo>
                  <a:lnTo>
                    <a:pt x="42786" y="242735"/>
                  </a:lnTo>
                  <a:lnTo>
                    <a:pt x="46278" y="232257"/>
                  </a:lnTo>
                  <a:lnTo>
                    <a:pt x="48895" y="226136"/>
                  </a:lnTo>
                  <a:close/>
                </a:path>
                <a:path w="694690" h="693419">
                  <a:moveTo>
                    <a:pt x="92557" y="544830"/>
                  </a:moveTo>
                  <a:lnTo>
                    <a:pt x="89065" y="539597"/>
                  </a:lnTo>
                  <a:lnTo>
                    <a:pt x="85572" y="535228"/>
                  </a:lnTo>
                  <a:lnTo>
                    <a:pt x="82080" y="529996"/>
                  </a:lnTo>
                  <a:lnTo>
                    <a:pt x="78587" y="525627"/>
                  </a:lnTo>
                  <a:lnTo>
                    <a:pt x="75095" y="520382"/>
                  </a:lnTo>
                  <a:lnTo>
                    <a:pt x="72478" y="515150"/>
                  </a:lnTo>
                  <a:lnTo>
                    <a:pt x="68986" y="509905"/>
                  </a:lnTo>
                  <a:lnTo>
                    <a:pt x="66357" y="504672"/>
                  </a:lnTo>
                  <a:lnTo>
                    <a:pt x="42786" y="517766"/>
                  </a:lnTo>
                  <a:lnTo>
                    <a:pt x="80327" y="553567"/>
                  </a:lnTo>
                  <a:lnTo>
                    <a:pt x="92557" y="544830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606"/>
                  </a:lnTo>
                  <a:lnTo>
                    <a:pt x="58508" y="174625"/>
                  </a:lnTo>
                  <a:lnTo>
                    <a:pt x="70726" y="182486"/>
                  </a:lnTo>
                  <a:lnTo>
                    <a:pt x="77711" y="172008"/>
                  </a:lnTo>
                  <a:lnTo>
                    <a:pt x="80327" y="166763"/>
                  </a:lnTo>
                  <a:lnTo>
                    <a:pt x="83820" y="162407"/>
                  </a:lnTo>
                  <a:lnTo>
                    <a:pt x="87312" y="157162"/>
                  </a:lnTo>
                  <a:lnTo>
                    <a:pt x="90805" y="152806"/>
                  </a:lnTo>
                  <a:lnTo>
                    <a:pt x="95173" y="148437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187"/>
                  </a:moveTo>
                  <a:lnTo>
                    <a:pt x="157162" y="607695"/>
                  </a:lnTo>
                  <a:lnTo>
                    <a:pt x="151930" y="603338"/>
                  </a:lnTo>
                  <a:lnTo>
                    <a:pt x="147561" y="599846"/>
                  </a:lnTo>
                  <a:lnTo>
                    <a:pt x="142328" y="596353"/>
                  </a:lnTo>
                  <a:lnTo>
                    <a:pt x="137960" y="592861"/>
                  </a:lnTo>
                  <a:lnTo>
                    <a:pt x="133591" y="588492"/>
                  </a:lnTo>
                  <a:lnTo>
                    <a:pt x="129222" y="585000"/>
                  </a:lnTo>
                  <a:lnTo>
                    <a:pt x="124866" y="580631"/>
                  </a:lnTo>
                  <a:lnTo>
                    <a:pt x="106527" y="599846"/>
                  </a:lnTo>
                  <a:lnTo>
                    <a:pt x="152806" y="623417"/>
                  </a:lnTo>
                  <a:lnTo>
                    <a:pt x="161531" y="611187"/>
                  </a:lnTo>
                  <a:close/>
                </a:path>
                <a:path w="694690" h="693419">
                  <a:moveTo>
                    <a:pt x="169392" y="78587"/>
                  </a:moveTo>
                  <a:lnTo>
                    <a:pt x="155422" y="57632"/>
                  </a:lnTo>
                  <a:lnTo>
                    <a:pt x="122237" y="96913"/>
                  </a:lnTo>
                  <a:lnTo>
                    <a:pt x="131851" y="108267"/>
                  </a:lnTo>
                  <a:lnTo>
                    <a:pt x="137083" y="103898"/>
                  </a:lnTo>
                  <a:lnTo>
                    <a:pt x="141452" y="100406"/>
                  </a:lnTo>
                  <a:lnTo>
                    <a:pt x="145821" y="96050"/>
                  </a:lnTo>
                  <a:lnTo>
                    <a:pt x="150177" y="92557"/>
                  </a:lnTo>
                  <a:lnTo>
                    <a:pt x="155422" y="89065"/>
                  </a:lnTo>
                  <a:lnTo>
                    <a:pt x="159791" y="85572"/>
                  </a:lnTo>
                  <a:lnTo>
                    <a:pt x="165023" y="82080"/>
                  </a:lnTo>
                  <a:lnTo>
                    <a:pt x="169392" y="78587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82" y="652233"/>
                  </a:lnTo>
                  <a:lnTo>
                    <a:pt x="235750" y="649605"/>
                  </a:lnTo>
                  <a:lnTo>
                    <a:pt x="230505" y="647865"/>
                  </a:lnTo>
                  <a:lnTo>
                    <a:pt x="224396" y="645248"/>
                  </a:lnTo>
                  <a:lnTo>
                    <a:pt x="219163" y="643496"/>
                  </a:lnTo>
                  <a:lnTo>
                    <a:pt x="213918" y="640880"/>
                  </a:lnTo>
                  <a:lnTo>
                    <a:pt x="207810" y="638263"/>
                  </a:lnTo>
                  <a:lnTo>
                    <a:pt x="202565" y="635635"/>
                  </a:lnTo>
                  <a:lnTo>
                    <a:pt x="191223" y="659218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093"/>
                  </a:lnTo>
                  <a:lnTo>
                    <a:pt x="206933" y="41033"/>
                  </a:lnTo>
                  <a:lnTo>
                    <a:pt x="212178" y="55003"/>
                  </a:lnTo>
                  <a:lnTo>
                    <a:pt x="218287" y="53263"/>
                  </a:lnTo>
                  <a:lnTo>
                    <a:pt x="228765" y="48018"/>
                  </a:lnTo>
                  <a:lnTo>
                    <a:pt x="234873" y="46278"/>
                  </a:lnTo>
                  <a:lnTo>
                    <a:pt x="240118" y="43662"/>
                  </a:lnTo>
                  <a:lnTo>
                    <a:pt x="245351" y="41910"/>
                  </a:lnTo>
                  <a:lnTo>
                    <a:pt x="251460" y="40170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96"/>
                  </a:moveTo>
                  <a:lnTo>
                    <a:pt x="329171" y="669696"/>
                  </a:lnTo>
                  <a:lnTo>
                    <a:pt x="323938" y="668820"/>
                  </a:lnTo>
                  <a:lnTo>
                    <a:pt x="317817" y="667943"/>
                  </a:lnTo>
                  <a:lnTo>
                    <a:pt x="311708" y="667943"/>
                  </a:lnTo>
                  <a:lnTo>
                    <a:pt x="305600" y="667067"/>
                  </a:lnTo>
                  <a:lnTo>
                    <a:pt x="300355" y="666203"/>
                  </a:lnTo>
                  <a:lnTo>
                    <a:pt x="294246" y="665327"/>
                  </a:lnTo>
                  <a:lnTo>
                    <a:pt x="289877" y="691515"/>
                  </a:lnTo>
                  <a:lnTo>
                    <a:pt x="340525" y="684530"/>
                  </a:lnTo>
                  <a:lnTo>
                    <a:pt x="341401" y="669696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83" y="13970"/>
                  </a:lnTo>
                  <a:lnTo>
                    <a:pt x="304723" y="28816"/>
                  </a:lnTo>
                  <a:lnTo>
                    <a:pt x="316953" y="27063"/>
                  </a:lnTo>
                  <a:lnTo>
                    <a:pt x="323062" y="27063"/>
                  </a:lnTo>
                  <a:lnTo>
                    <a:pt x="329171" y="26200"/>
                  </a:lnTo>
                  <a:lnTo>
                    <a:pt x="352742" y="26200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55" y="671436"/>
                  </a:moveTo>
                  <a:lnTo>
                    <a:pt x="436575" y="657466"/>
                  </a:lnTo>
                  <a:lnTo>
                    <a:pt x="430453" y="659218"/>
                  </a:lnTo>
                  <a:lnTo>
                    <a:pt x="425221" y="660082"/>
                  </a:lnTo>
                  <a:lnTo>
                    <a:pt x="419112" y="661835"/>
                  </a:lnTo>
                  <a:lnTo>
                    <a:pt x="412991" y="662711"/>
                  </a:lnTo>
                  <a:lnTo>
                    <a:pt x="406882" y="664451"/>
                  </a:lnTo>
                  <a:lnTo>
                    <a:pt x="401637" y="665327"/>
                  </a:lnTo>
                  <a:lnTo>
                    <a:pt x="389420" y="667067"/>
                  </a:lnTo>
                  <a:lnTo>
                    <a:pt x="392912" y="693267"/>
                  </a:lnTo>
                  <a:lnTo>
                    <a:pt x="440055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22"/>
                  </a:lnTo>
                  <a:lnTo>
                    <a:pt x="401637" y="30556"/>
                  </a:lnTo>
                  <a:lnTo>
                    <a:pt x="406882" y="31432"/>
                  </a:lnTo>
                  <a:lnTo>
                    <a:pt x="412991" y="33185"/>
                  </a:lnTo>
                  <a:lnTo>
                    <a:pt x="419112" y="34048"/>
                  </a:lnTo>
                  <a:lnTo>
                    <a:pt x="424345" y="34925"/>
                  </a:lnTo>
                  <a:lnTo>
                    <a:pt x="430453" y="36677"/>
                  </a:lnTo>
                  <a:lnTo>
                    <a:pt x="435698" y="38417"/>
                  </a:lnTo>
                  <a:lnTo>
                    <a:pt x="441807" y="40170"/>
                  </a:lnTo>
                  <a:lnTo>
                    <a:pt x="447040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72" y="629526"/>
                  </a:moveTo>
                  <a:lnTo>
                    <a:pt x="523011" y="617308"/>
                  </a:lnTo>
                  <a:lnTo>
                    <a:pt x="518642" y="619925"/>
                  </a:lnTo>
                  <a:lnTo>
                    <a:pt x="513410" y="623417"/>
                  </a:lnTo>
                  <a:lnTo>
                    <a:pt x="508165" y="626033"/>
                  </a:lnTo>
                  <a:lnTo>
                    <a:pt x="502932" y="629526"/>
                  </a:lnTo>
                  <a:lnTo>
                    <a:pt x="487210" y="637387"/>
                  </a:lnTo>
                  <a:lnTo>
                    <a:pt x="481101" y="640003"/>
                  </a:lnTo>
                  <a:lnTo>
                    <a:pt x="492442" y="663575"/>
                  </a:lnTo>
                  <a:lnTo>
                    <a:pt x="530872" y="629526"/>
                  </a:lnTo>
                  <a:close/>
                </a:path>
                <a:path w="694690" h="693419">
                  <a:moveTo>
                    <a:pt x="548335" y="63741"/>
                  </a:moveTo>
                  <a:lnTo>
                    <a:pt x="499427" y="47155"/>
                  </a:lnTo>
                  <a:lnTo>
                    <a:pt x="491578" y="60248"/>
                  </a:lnTo>
                  <a:lnTo>
                    <a:pt x="497687" y="63741"/>
                  </a:lnTo>
                  <a:lnTo>
                    <a:pt x="508165" y="68973"/>
                  </a:lnTo>
                  <a:lnTo>
                    <a:pt x="512533" y="72466"/>
                  </a:lnTo>
                  <a:lnTo>
                    <a:pt x="517766" y="75095"/>
                  </a:lnTo>
                  <a:lnTo>
                    <a:pt x="528243" y="82080"/>
                  </a:lnTo>
                  <a:lnTo>
                    <a:pt x="532612" y="85572"/>
                  </a:lnTo>
                  <a:lnTo>
                    <a:pt x="548335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08" y="557936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53" y="579755"/>
                  </a:lnTo>
                  <a:lnTo>
                    <a:pt x="565797" y="583247"/>
                  </a:lnTo>
                  <a:lnTo>
                    <a:pt x="561428" y="587616"/>
                  </a:lnTo>
                  <a:lnTo>
                    <a:pt x="578891" y="606831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41" y="136207"/>
                  </a:moveTo>
                  <a:lnTo>
                    <a:pt x="580631" y="105651"/>
                  </a:lnTo>
                  <a:lnTo>
                    <a:pt x="570153" y="116128"/>
                  </a:lnTo>
                  <a:lnTo>
                    <a:pt x="583247" y="129222"/>
                  </a:lnTo>
                  <a:lnTo>
                    <a:pt x="586752" y="133591"/>
                  </a:lnTo>
                  <a:lnTo>
                    <a:pt x="591108" y="137960"/>
                  </a:lnTo>
                  <a:lnTo>
                    <a:pt x="598093" y="146685"/>
                  </a:lnTo>
                  <a:lnTo>
                    <a:pt x="601586" y="151930"/>
                  </a:lnTo>
                  <a:lnTo>
                    <a:pt x="622541" y="136207"/>
                  </a:lnTo>
                  <a:close/>
                </a:path>
                <a:path w="694690" h="693419">
                  <a:moveTo>
                    <a:pt x="657466" y="476732"/>
                  </a:moveTo>
                  <a:lnTo>
                    <a:pt x="643496" y="470623"/>
                  </a:lnTo>
                  <a:lnTo>
                    <a:pt x="641756" y="476732"/>
                  </a:lnTo>
                  <a:lnTo>
                    <a:pt x="628662" y="502920"/>
                  </a:lnTo>
                  <a:lnTo>
                    <a:pt x="625170" y="508165"/>
                  </a:lnTo>
                  <a:lnTo>
                    <a:pt x="622541" y="513397"/>
                  </a:lnTo>
                  <a:lnTo>
                    <a:pt x="645248" y="527367"/>
                  </a:lnTo>
                  <a:lnTo>
                    <a:pt x="657466" y="476732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78"/>
                  </a:lnTo>
                  <a:lnTo>
                    <a:pt x="628662" y="192087"/>
                  </a:lnTo>
                  <a:lnTo>
                    <a:pt x="631278" y="198208"/>
                  </a:lnTo>
                  <a:lnTo>
                    <a:pt x="634771" y="203441"/>
                  </a:lnTo>
                  <a:lnTo>
                    <a:pt x="636511" y="208673"/>
                  </a:lnTo>
                  <a:lnTo>
                    <a:pt x="641756" y="219151"/>
                  </a:lnTo>
                  <a:lnTo>
                    <a:pt x="643496" y="224396"/>
                  </a:lnTo>
                  <a:lnTo>
                    <a:pt x="646125" y="230505"/>
                  </a:lnTo>
                  <a:lnTo>
                    <a:pt x="647865" y="235750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81913" y="379818"/>
                  </a:lnTo>
                  <a:lnTo>
                    <a:pt x="667080" y="378066"/>
                  </a:lnTo>
                  <a:lnTo>
                    <a:pt x="665327" y="390296"/>
                  </a:lnTo>
                  <a:lnTo>
                    <a:pt x="664451" y="401637"/>
                  </a:lnTo>
                  <a:lnTo>
                    <a:pt x="661835" y="412991"/>
                  </a:lnTo>
                  <a:lnTo>
                    <a:pt x="659218" y="425221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75805" y="279400"/>
                  </a:lnTo>
                  <a:lnTo>
                    <a:pt x="661835" y="282016"/>
                  </a:lnTo>
                  <a:lnTo>
                    <a:pt x="664451" y="294246"/>
                  </a:lnTo>
                  <a:lnTo>
                    <a:pt x="665327" y="305600"/>
                  </a:lnTo>
                  <a:lnTo>
                    <a:pt x="667080" y="317817"/>
                  </a:lnTo>
                  <a:lnTo>
                    <a:pt x="667943" y="329171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1066" y="1307731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07"/>
                  </a:moveTo>
                  <a:lnTo>
                    <a:pt x="29692" y="403390"/>
                  </a:lnTo>
                  <a:lnTo>
                    <a:pt x="27940" y="392036"/>
                  </a:lnTo>
                  <a:lnTo>
                    <a:pt x="26200" y="367588"/>
                  </a:lnTo>
                  <a:lnTo>
                    <a:pt x="10477" y="368465"/>
                  </a:lnTo>
                  <a:lnTo>
                    <a:pt x="6985" y="420852"/>
                  </a:lnTo>
                  <a:lnTo>
                    <a:pt x="32308" y="415607"/>
                  </a:lnTo>
                  <a:close/>
                </a:path>
                <a:path w="694690" h="693419">
                  <a:moveTo>
                    <a:pt x="34061" y="272415"/>
                  </a:moveTo>
                  <a:lnTo>
                    <a:pt x="20091" y="268058"/>
                  </a:lnTo>
                  <a:lnTo>
                    <a:pt x="0" y="316941"/>
                  </a:lnTo>
                  <a:lnTo>
                    <a:pt x="26200" y="319570"/>
                  </a:lnTo>
                  <a:lnTo>
                    <a:pt x="27940" y="308216"/>
                  </a:lnTo>
                  <a:lnTo>
                    <a:pt x="31432" y="283768"/>
                  </a:lnTo>
                  <a:lnTo>
                    <a:pt x="34061" y="272415"/>
                  </a:lnTo>
                  <a:close/>
                </a:path>
                <a:path w="694690" h="693419">
                  <a:moveTo>
                    <a:pt x="66357" y="505548"/>
                  </a:moveTo>
                  <a:lnTo>
                    <a:pt x="63741" y="499427"/>
                  </a:lnTo>
                  <a:lnTo>
                    <a:pt x="60248" y="494195"/>
                  </a:lnTo>
                  <a:lnTo>
                    <a:pt x="52387" y="478472"/>
                  </a:lnTo>
                  <a:lnTo>
                    <a:pt x="50647" y="472363"/>
                  </a:lnTo>
                  <a:lnTo>
                    <a:pt x="48031" y="467131"/>
                  </a:lnTo>
                  <a:lnTo>
                    <a:pt x="46278" y="461010"/>
                  </a:lnTo>
                  <a:lnTo>
                    <a:pt x="31432" y="466255"/>
                  </a:lnTo>
                  <a:lnTo>
                    <a:pt x="42786" y="517766"/>
                  </a:lnTo>
                  <a:lnTo>
                    <a:pt x="66357" y="505548"/>
                  </a:lnTo>
                  <a:close/>
                </a:path>
                <a:path w="694690" h="693419">
                  <a:moveTo>
                    <a:pt x="70726" y="183362"/>
                  </a:moveTo>
                  <a:lnTo>
                    <a:pt x="57632" y="175501"/>
                  </a:lnTo>
                  <a:lnTo>
                    <a:pt x="24447" y="216535"/>
                  </a:lnTo>
                  <a:lnTo>
                    <a:pt x="48895" y="226136"/>
                  </a:lnTo>
                  <a:lnTo>
                    <a:pt x="51523" y="220903"/>
                  </a:lnTo>
                  <a:lnTo>
                    <a:pt x="53263" y="214795"/>
                  </a:lnTo>
                  <a:lnTo>
                    <a:pt x="56756" y="209550"/>
                  </a:lnTo>
                  <a:lnTo>
                    <a:pt x="58508" y="204317"/>
                  </a:lnTo>
                  <a:lnTo>
                    <a:pt x="62001" y="199072"/>
                  </a:lnTo>
                  <a:lnTo>
                    <a:pt x="67233" y="188595"/>
                  </a:lnTo>
                  <a:lnTo>
                    <a:pt x="70726" y="183362"/>
                  </a:lnTo>
                  <a:close/>
                </a:path>
                <a:path w="694690" h="693419">
                  <a:moveTo>
                    <a:pt x="124866" y="580631"/>
                  </a:moveTo>
                  <a:lnTo>
                    <a:pt x="120497" y="577138"/>
                  </a:lnTo>
                  <a:lnTo>
                    <a:pt x="116128" y="572770"/>
                  </a:lnTo>
                  <a:lnTo>
                    <a:pt x="111760" y="567537"/>
                  </a:lnTo>
                  <a:lnTo>
                    <a:pt x="108267" y="563168"/>
                  </a:lnTo>
                  <a:lnTo>
                    <a:pt x="99542" y="554443"/>
                  </a:lnTo>
                  <a:lnTo>
                    <a:pt x="96050" y="550075"/>
                  </a:lnTo>
                  <a:lnTo>
                    <a:pt x="92557" y="544830"/>
                  </a:lnTo>
                  <a:lnTo>
                    <a:pt x="80327" y="553567"/>
                  </a:lnTo>
                  <a:lnTo>
                    <a:pt x="106527" y="599846"/>
                  </a:lnTo>
                  <a:lnTo>
                    <a:pt x="124866" y="580631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13"/>
                  </a:lnTo>
                  <a:lnTo>
                    <a:pt x="78587" y="126606"/>
                  </a:lnTo>
                  <a:lnTo>
                    <a:pt x="97790" y="143192"/>
                  </a:lnTo>
                  <a:lnTo>
                    <a:pt x="106527" y="134467"/>
                  </a:lnTo>
                  <a:lnTo>
                    <a:pt x="110020" y="130098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32" y="633018"/>
                  </a:lnTo>
                  <a:lnTo>
                    <a:pt x="186855" y="627786"/>
                  </a:lnTo>
                  <a:lnTo>
                    <a:pt x="181610" y="624293"/>
                  </a:lnTo>
                  <a:lnTo>
                    <a:pt x="177253" y="620801"/>
                  </a:lnTo>
                  <a:lnTo>
                    <a:pt x="172008" y="618172"/>
                  </a:lnTo>
                  <a:lnTo>
                    <a:pt x="161531" y="611187"/>
                  </a:lnTo>
                  <a:lnTo>
                    <a:pt x="152806" y="623417"/>
                  </a:lnTo>
                  <a:lnTo>
                    <a:pt x="191223" y="659218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57" y="41910"/>
                  </a:lnTo>
                  <a:lnTo>
                    <a:pt x="155422" y="56756"/>
                  </a:lnTo>
                  <a:lnTo>
                    <a:pt x="169392" y="78587"/>
                  </a:lnTo>
                  <a:lnTo>
                    <a:pt x="174625" y="75095"/>
                  </a:lnTo>
                  <a:lnTo>
                    <a:pt x="185102" y="69850"/>
                  </a:lnTo>
                  <a:lnTo>
                    <a:pt x="190347" y="66357"/>
                  </a:lnTo>
                  <a:lnTo>
                    <a:pt x="200825" y="61125"/>
                  </a:lnTo>
                  <a:lnTo>
                    <a:pt x="206933" y="58496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27"/>
                  </a:moveTo>
                  <a:lnTo>
                    <a:pt x="282028" y="663575"/>
                  </a:lnTo>
                  <a:lnTo>
                    <a:pt x="276783" y="661835"/>
                  </a:lnTo>
                  <a:lnTo>
                    <a:pt x="270675" y="660082"/>
                  </a:lnTo>
                  <a:lnTo>
                    <a:pt x="264566" y="659218"/>
                  </a:lnTo>
                  <a:lnTo>
                    <a:pt x="258445" y="657466"/>
                  </a:lnTo>
                  <a:lnTo>
                    <a:pt x="253212" y="655726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77" y="691515"/>
                  </a:lnTo>
                  <a:lnTo>
                    <a:pt x="294246" y="665327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83" y="13970"/>
                  </a:lnTo>
                  <a:lnTo>
                    <a:pt x="249720" y="13093"/>
                  </a:lnTo>
                  <a:lnTo>
                    <a:pt x="256705" y="38417"/>
                  </a:lnTo>
                  <a:lnTo>
                    <a:pt x="268922" y="34925"/>
                  </a:lnTo>
                  <a:lnTo>
                    <a:pt x="275043" y="34048"/>
                  </a:lnTo>
                  <a:lnTo>
                    <a:pt x="280276" y="32308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67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96"/>
                  </a:lnTo>
                  <a:lnTo>
                    <a:pt x="341401" y="669696"/>
                  </a:lnTo>
                  <a:lnTo>
                    <a:pt x="341401" y="684530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22"/>
                  </a:moveTo>
                  <a:lnTo>
                    <a:pt x="353618" y="0"/>
                  </a:lnTo>
                  <a:lnTo>
                    <a:pt x="352742" y="26200"/>
                  </a:lnTo>
                  <a:lnTo>
                    <a:pt x="364096" y="26200"/>
                  </a:lnTo>
                  <a:lnTo>
                    <a:pt x="370205" y="27063"/>
                  </a:lnTo>
                  <a:lnTo>
                    <a:pt x="376326" y="27063"/>
                  </a:lnTo>
                  <a:lnTo>
                    <a:pt x="400773" y="30556"/>
                  </a:lnTo>
                  <a:lnTo>
                    <a:pt x="403390" y="15722"/>
                  </a:lnTo>
                  <a:close/>
                </a:path>
                <a:path w="694690" h="693419">
                  <a:moveTo>
                    <a:pt x="492442" y="663575"/>
                  </a:moveTo>
                  <a:lnTo>
                    <a:pt x="481101" y="640003"/>
                  </a:lnTo>
                  <a:lnTo>
                    <a:pt x="470623" y="645248"/>
                  </a:lnTo>
                  <a:lnTo>
                    <a:pt x="465378" y="646988"/>
                  </a:lnTo>
                  <a:lnTo>
                    <a:pt x="459270" y="649605"/>
                  </a:lnTo>
                  <a:lnTo>
                    <a:pt x="454037" y="651357"/>
                  </a:lnTo>
                  <a:lnTo>
                    <a:pt x="447916" y="653097"/>
                  </a:lnTo>
                  <a:lnTo>
                    <a:pt x="442683" y="654850"/>
                  </a:lnTo>
                  <a:lnTo>
                    <a:pt x="436575" y="656590"/>
                  </a:lnTo>
                  <a:lnTo>
                    <a:pt x="440055" y="671436"/>
                  </a:lnTo>
                  <a:lnTo>
                    <a:pt x="492442" y="663575"/>
                  </a:lnTo>
                  <a:close/>
                </a:path>
                <a:path w="694690" h="693419">
                  <a:moveTo>
                    <a:pt x="498563" y="47155"/>
                  </a:moveTo>
                  <a:lnTo>
                    <a:pt x="455777" y="17462"/>
                  </a:lnTo>
                  <a:lnTo>
                    <a:pt x="447040" y="41910"/>
                  </a:lnTo>
                  <a:lnTo>
                    <a:pt x="453161" y="43662"/>
                  </a:lnTo>
                  <a:lnTo>
                    <a:pt x="459270" y="46278"/>
                  </a:lnTo>
                  <a:lnTo>
                    <a:pt x="464515" y="48018"/>
                  </a:lnTo>
                  <a:lnTo>
                    <a:pt x="469747" y="50647"/>
                  </a:lnTo>
                  <a:lnTo>
                    <a:pt x="475856" y="53263"/>
                  </a:lnTo>
                  <a:lnTo>
                    <a:pt x="481101" y="55003"/>
                  </a:lnTo>
                  <a:lnTo>
                    <a:pt x="491578" y="60248"/>
                  </a:lnTo>
                  <a:lnTo>
                    <a:pt x="498563" y="47155"/>
                  </a:lnTo>
                  <a:close/>
                </a:path>
                <a:path w="694690" h="693419">
                  <a:moveTo>
                    <a:pt x="578891" y="606831"/>
                  </a:moveTo>
                  <a:lnTo>
                    <a:pt x="561428" y="587616"/>
                  </a:lnTo>
                  <a:lnTo>
                    <a:pt x="557060" y="591985"/>
                  </a:lnTo>
                  <a:lnTo>
                    <a:pt x="552691" y="595477"/>
                  </a:lnTo>
                  <a:lnTo>
                    <a:pt x="547458" y="598970"/>
                  </a:lnTo>
                  <a:lnTo>
                    <a:pt x="543090" y="602462"/>
                  </a:lnTo>
                  <a:lnTo>
                    <a:pt x="537857" y="606831"/>
                  </a:lnTo>
                  <a:lnTo>
                    <a:pt x="533488" y="609447"/>
                  </a:lnTo>
                  <a:lnTo>
                    <a:pt x="523011" y="616432"/>
                  </a:lnTo>
                  <a:lnTo>
                    <a:pt x="531736" y="629526"/>
                  </a:lnTo>
                  <a:lnTo>
                    <a:pt x="578891" y="606831"/>
                  </a:lnTo>
                  <a:close/>
                </a:path>
                <a:path w="694690" h="693419">
                  <a:moveTo>
                    <a:pt x="580631" y="105651"/>
                  </a:moveTo>
                  <a:lnTo>
                    <a:pt x="548335" y="63741"/>
                  </a:lnTo>
                  <a:lnTo>
                    <a:pt x="532612" y="85572"/>
                  </a:lnTo>
                  <a:lnTo>
                    <a:pt x="537857" y="89065"/>
                  </a:lnTo>
                  <a:lnTo>
                    <a:pt x="542213" y="92557"/>
                  </a:lnTo>
                  <a:lnTo>
                    <a:pt x="547458" y="96050"/>
                  </a:lnTo>
                  <a:lnTo>
                    <a:pt x="551815" y="99542"/>
                  </a:lnTo>
                  <a:lnTo>
                    <a:pt x="557060" y="103898"/>
                  </a:lnTo>
                  <a:lnTo>
                    <a:pt x="561428" y="108267"/>
                  </a:lnTo>
                  <a:lnTo>
                    <a:pt x="565797" y="111760"/>
                  </a:lnTo>
                  <a:lnTo>
                    <a:pt x="570153" y="116128"/>
                  </a:lnTo>
                  <a:lnTo>
                    <a:pt x="580631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41" y="136207"/>
                  </a:lnTo>
                  <a:lnTo>
                    <a:pt x="601586" y="151930"/>
                  </a:lnTo>
                  <a:lnTo>
                    <a:pt x="605955" y="156286"/>
                  </a:lnTo>
                  <a:lnTo>
                    <a:pt x="609447" y="161531"/>
                  </a:lnTo>
                  <a:lnTo>
                    <a:pt x="612063" y="166763"/>
                  </a:lnTo>
                  <a:lnTo>
                    <a:pt x="615556" y="171132"/>
                  </a:lnTo>
                  <a:lnTo>
                    <a:pt x="619048" y="177241"/>
                  </a:lnTo>
                  <a:lnTo>
                    <a:pt x="622541" y="181610"/>
                  </a:lnTo>
                  <a:lnTo>
                    <a:pt x="625170" y="186855"/>
                  </a:lnTo>
                  <a:lnTo>
                    <a:pt x="628662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67"/>
                  </a:moveTo>
                  <a:lnTo>
                    <a:pt x="622541" y="513397"/>
                  </a:lnTo>
                  <a:lnTo>
                    <a:pt x="619925" y="518642"/>
                  </a:lnTo>
                  <a:lnTo>
                    <a:pt x="612940" y="529120"/>
                  </a:lnTo>
                  <a:lnTo>
                    <a:pt x="609447" y="533488"/>
                  </a:lnTo>
                  <a:lnTo>
                    <a:pt x="605955" y="538721"/>
                  </a:lnTo>
                  <a:lnTo>
                    <a:pt x="602462" y="543090"/>
                  </a:lnTo>
                  <a:lnTo>
                    <a:pt x="598093" y="548322"/>
                  </a:lnTo>
                  <a:lnTo>
                    <a:pt x="594601" y="552691"/>
                  </a:lnTo>
                  <a:lnTo>
                    <a:pt x="605955" y="562292"/>
                  </a:lnTo>
                  <a:lnTo>
                    <a:pt x="645248" y="527367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88" y="227012"/>
                  </a:lnTo>
                  <a:lnTo>
                    <a:pt x="647865" y="235750"/>
                  </a:lnTo>
                  <a:lnTo>
                    <a:pt x="650481" y="240982"/>
                  </a:lnTo>
                  <a:lnTo>
                    <a:pt x="653973" y="253212"/>
                  </a:lnTo>
                  <a:lnTo>
                    <a:pt x="655726" y="258445"/>
                  </a:lnTo>
                  <a:lnTo>
                    <a:pt x="659218" y="270675"/>
                  </a:lnTo>
                  <a:lnTo>
                    <a:pt x="660095" y="275907"/>
                  </a:lnTo>
                  <a:lnTo>
                    <a:pt x="661835" y="282016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59218" y="425221"/>
                  </a:lnTo>
                  <a:lnTo>
                    <a:pt x="657466" y="430453"/>
                  </a:lnTo>
                  <a:lnTo>
                    <a:pt x="653973" y="442683"/>
                  </a:lnTo>
                  <a:lnTo>
                    <a:pt x="652233" y="447916"/>
                  </a:lnTo>
                  <a:lnTo>
                    <a:pt x="650481" y="454025"/>
                  </a:lnTo>
                  <a:lnTo>
                    <a:pt x="648741" y="459270"/>
                  </a:lnTo>
                  <a:lnTo>
                    <a:pt x="646125" y="465378"/>
                  </a:lnTo>
                  <a:lnTo>
                    <a:pt x="643496" y="470623"/>
                  </a:lnTo>
                  <a:lnTo>
                    <a:pt x="657466" y="476732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67943" y="329171"/>
                  </a:lnTo>
                  <a:lnTo>
                    <a:pt x="668820" y="341388"/>
                  </a:lnTo>
                  <a:lnTo>
                    <a:pt x="668820" y="353618"/>
                  </a:lnTo>
                  <a:lnTo>
                    <a:pt x="667080" y="378066"/>
                  </a:lnTo>
                  <a:lnTo>
                    <a:pt x="681913" y="379818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593738" y="4108624"/>
            <a:ext cx="234950" cy="443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750" b="1" spc="70" dirty="0">
                <a:solidFill>
                  <a:srgbClr val="FFFFFC"/>
                </a:solidFill>
                <a:latin typeface="Gill Sans MT"/>
                <a:cs typeface="Gill Sans MT"/>
              </a:rPr>
              <a:t>1</a:t>
            </a:r>
            <a:endParaRPr sz="2750">
              <a:latin typeface="Gill Sans MT"/>
              <a:cs typeface="Gill Sans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©2000</a:t>
            </a:r>
            <a:r>
              <a:rPr spc="75" dirty="0"/>
              <a:t> </a:t>
            </a:r>
            <a:r>
              <a:rPr spc="-10" dirty="0"/>
              <a:t>HOSCH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9145213" y="7295115"/>
            <a:ext cx="120205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4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II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0830T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20000626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50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9413" y="458722"/>
            <a:ext cx="3636645" cy="142684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z="2400" b="1" dirty="0">
                <a:latin typeface="Gill Sans MT"/>
                <a:cs typeface="Gill Sans MT"/>
              </a:rPr>
              <a:t>Scraper</a:t>
            </a:r>
            <a:r>
              <a:rPr sz="2400" b="1" spc="-114" dirty="0">
                <a:latin typeface="Gill Sans MT"/>
                <a:cs typeface="Gill Sans MT"/>
              </a:rPr>
              <a:t> </a:t>
            </a:r>
            <a:r>
              <a:rPr sz="2400" b="1" spc="-50" dirty="0">
                <a:latin typeface="Gill Sans MT"/>
                <a:cs typeface="Gill Sans MT"/>
              </a:rPr>
              <a:t>Type</a:t>
            </a:r>
            <a:r>
              <a:rPr sz="2400" b="1" spc="-114" dirty="0">
                <a:latin typeface="Gill Sans MT"/>
                <a:cs typeface="Gill Sans MT"/>
              </a:rPr>
              <a:t> </a:t>
            </a:r>
            <a:r>
              <a:rPr sz="2400" b="1" dirty="0">
                <a:latin typeface="Gill Sans MT"/>
                <a:cs typeface="Gill Sans MT"/>
              </a:rPr>
              <a:t>B6</a:t>
            </a:r>
            <a:r>
              <a:rPr sz="2400" b="1" spc="-110" dirty="0">
                <a:latin typeface="Gill Sans MT"/>
                <a:cs typeface="Gill Sans MT"/>
              </a:rPr>
              <a:t> </a:t>
            </a:r>
            <a:r>
              <a:rPr sz="2400" b="1" dirty="0">
                <a:latin typeface="Gill Sans MT"/>
                <a:cs typeface="Gill Sans MT"/>
              </a:rPr>
              <a:t>+</a:t>
            </a:r>
            <a:r>
              <a:rPr sz="2400" b="1" spc="-114" dirty="0">
                <a:latin typeface="Gill Sans MT"/>
                <a:cs typeface="Gill Sans MT"/>
              </a:rPr>
              <a:t> </a:t>
            </a:r>
            <a:r>
              <a:rPr sz="2400" b="1" spc="-20" dirty="0">
                <a:latin typeface="Gill Sans MT"/>
                <a:cs typeface="Gill Sans MT"/>
              </a:rPr>
              <a:t>PEM*</a:t>
            </a:r>
            <a:r>
              <a:rPr sz="2400" b="1" spc="-110" dirty="0">
                <a:latin typeface="Gill Sans MT"/>
                <a:cs typeface="Gill Sans MT"/>
              </a:rPr>
              <a:t> </a:t>
            </a:r>
            <a:r>
              <a:rPr sz="2400" b="1" spc="-105" dirty="0">
                <a:latin typeface="Gill Sans MT"/>
                <a:cs typeface="Gill Sans MT"/>
              </a:rPr>
              <a:t>- </a:t>
            </a:r>
            <a:r>
              <a:rPr sz="2400" b="1" spc="-75" dirty="0">
                <a:latin typeface="Gill Sans MT"/>
                <a:cs typeface="Gill Sans MT"/>
              </a:rPr>
              <a:t>Check</a:t>
            </a:r>
            <a:r>
              <a:rPr sz="2400" b="1" spc="-80" dirty="0">
                <a:latin typeface="Gill Sans MT"/>
                <a:cs typeface="Gill Sans MT"/>
              </a:rPr>
              <a:t> </a:t>
            </a:r>
            <a:r>
              <a:rPr sz="2400" b="1" spc="-10" dirty="0">
                <a:latin typeface="Gill Sans MT"/>
                <a:cs typeface="Gill Sans MT"/>
              </a:rPr>
              <a:t>installation</a:t>
            </a:r>
            <a:endParaRPr sz="2400">
              <a:latin typeface="Gill Sans MT"/>
              <a:cs typeface="Gill Sans MT"/>
            </a:endParaRPr>
          </a:p>
          <a:p>
            <a:pPr marL="276225">
              <a:lnSpc>
                <a:spcPct val="100000"/>
              </a:lnSpc>
              <a:spcBef>
                <a:spcPts val="1410"/>
              </a:spcBef>
            </a:pPr>
            <a:r>
              <a:rPr sz="3200" b="1" spc="90" dirty="0">
                <a:latin typeface="Gill Sans MT"/>
                <a:cs typeface="Gill Sans MT"/>
              </a:rPr>
              <a:t>9</a:t>
            </a:r>
            <a:endParaRPr sz="3200">
              <a:latin typeface="Gill Sans MT"/>
              <a:cs typeface="Gill Sans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7009" y="6819315"/>
            <a:ext cx="69405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90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r>
              <a:rPr sz="600" spc="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Parallel</a:t>
            </a:r>
            <a:r>
              <a:rPr sz="600" spc="3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elasto-</a:t>
            </a:r>
            <a:r>
              <a:rPr sz="600" spc="-35" dirty="0">
                <a:solidFill>
                  <a:srgbClr val="231F20"/>
                </a:solidFill>
                <a:latin typeface="Gill Sans MT"/>
                <a:cs typeface="Gill Sans MT"/>
              </a:rPr>
              <a:t>mount</a:t>
            </a:r>
            <a:endParaRPr sz="600">
              <a:latin typeface="Gill Sans MT"/>
              <a:cs typeface="Gill Sans MT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DBAB87A-0E5A-D2A4-116A-A1D342CE3D7E}"/>
              </a:ext>
            </a:extLst>
          </p:cNvPr>
          <p:cNvGrpSpPr/>
          <p:nvPr/>
        </p:nvGrpSpPr>
        <p:grpSpPr>
          <a:xfrm>
            <a:off x="7734934" y="349251"/>
            <a:ext cx="2717165" cy="817393"/>
            <a:chOff x="7734934" y="309245"/>
            <a:chExt cx="2717166" cy="89780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5C02B99-B0F3-2DCE-6666-F35B74F48FD4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0" name="Picture 29" descr="A close-up of a logo&#10;&#10;AI-generated content may be incorrect.">
              <a:extLst>
                <a:ext uri="{FF2B5EF4-FFF2-40B4-BE49-F238E27FC236}">
                  <a16:creationId xmlns:a16="http://schemas.microsoft.com/office/drawing/2014/main" id="{6D695950-BE02-D166-F139-27854C7E5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3498" y="309245"/>
              <a:ext cx="1771123" cy="897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2270" y="1182033"/>
            <a:ext cx="8429625" cy="5626100"/>
            <a:chOff x="1552270" y="1182033"/>
            <a:chExt cx="8429625" cy="5626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2270" y="1543773"/>
              <a:ext cx="8187931" cy="523844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666187" y="2566454"/>
              <a:ext cx="7290434" cy="4215765"/>
            </a:xfrm>
            <a:custGeom>
              <a:avLst/>
              <a:gdLst/>
              <a:ahLst/>
              <a:cxnLst/>
              <a:rect l="l" t="t" r="r" b="b"/>
              <a:pathLst>
                <a:path w="7290434" h="4215765">
                  <a:moveTo>
                    <a:pt x="0" y="819213"/>
                  </a:moveTo>
                  <a:lnTo>
                    <a:pt x="773557" y="4215765"/>
                  </a:lnTo>
                </a:path>
                <a:path w="7290434" h="4215765">
                  <a:moveTo>
                    <a:pt x="7290015" y="0"/>
                  </a:moveTo>
                  <a:lnTo>
                    <a:pt x="6476644" y="4215765"/>
                  </a:lnTo>
                </a:path>
              </a:pathLst>
            </a:custGeom>
            <a:ln w="50800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80937" y="544671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80937" y="544671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56290" y="3866680"/>
              <a:ext cx="278130" cy="366395"/>
            </a:xfrm>
            <a:custGeom>
              <a:avLst/>
              <a:gdLst/>
              <a:ahLst/>
              <a:cxnLst/>
              <a:rect l="l" t="t" r="r" b="b"/>
              <a:pathLst>
                <a:path w="278129" h="366395">
                  <a:moveTo>
                    <a:pt x="277685" y="99694"/>
                  </a:moveTo>
                  <a:lnTo>
                    <a:pt x="261988" y="48310"/>
                  </a:lnTo>
                  <a:lnTo>
                    <a:pt x="222732" y="12420"/>
                  </a:lnTo>
                  <a:lnTo>
                    <a:pt x="170294" y="0"/>
                  </a:lnTo>
                  <a:lnTo>
                    <a:pt x="152222" y="1536"/>
                  </a:lnTo>
                  <a:lnTo>
                    <a:pt x="104241" y="26669"/>
                  </a:lnTo>
                  <a:lnTo>
                    <a:pt x="74790" y="71729"/>
                  </a:lnTo>
                  <a:lnTo>
                    <a:pt x="0" y="301929"/>
                  </a:lnTo>
                  <a:lnTo>
                    <a:pt x="197599" y="366140"/>
                  </a:lnTo>
                  <a:lnTo>
                    <a:pt x="272389" y="135928"/>
                  </a:lnTo>
                  <a:lnTo>
                    <a:pt x="276428" y="117805"/>
                  </a:lnTo>
                  <a:lnTo>
                    <a:pt x="277685" y="99694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56290" y="3866680"/>
              <a:ext cx="278130" cy="366395"/>
            </a:xfrm>
            <a:custGeom>
              <a:avLst/>
              <a:gdLst/>
              <a:ahLst/>
              <a:cxnLst/>
              <a:rect l="l" t="t" r="r" b="b"/>
              <a:pathLst>
                <a:path w="278129" h="366395">
                  <a:moveTo>
                    <a:pt x="197599" y="366140"/>
                  </a:moveTo>
                  <a:lnTo>
                    <a:pt x="272389" y="135928"/>
                  </a:lnTo>
                  <a:lnTo>
                    <a:pt x="276428" y="117805"/>
                  </a:lnTo>
                  <a:lnTo>
                    <a:pt x="277685" y="99694"/>
                  </a:lnTo>
                  <a:lnTo>
                    <a:pt x="275043" y="82181"/>
                  </a:lnTo>
                  <a:lnTo>
                    <a:pt x="251015" y="33642"/>
                  </a:lnTo>
                  <a:lnTo>
                    <a:pt x="205701" y="5029"/>
                  </a:lnTo>
                  <a:lnTo>
                    <a:pt x="170294" y="0"/>
                  </a:lnTo>
                  <a:lnTo>
                    <a:pt x="152222" y="1536"/>
                  </a:lnTo>
                  <a:lnTo>
                    <a:pt x="104241" y="26669"/>
                  </a:lnTo>
                  <a:lnTo>
                    <a:pt x="74790" y="71729"/>
                  </a:lnTo>
                  <a:lnTo>
                    <a:pt x="0" y="301929"/>
                  </a:lnTo>
                  <a:lnTo>
                    <a:pt x="197599" y="366140"/>
                  </a:lnTo>
                  <a:close/>
                </a:path>
              </a:pathLst>
            </a:custGeom>
            <a:ln w="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41209" y="3260617"/>
              <a:ext cx="176517" cy="18091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192866" y="3291166"/>
              <a:ext cx="466090" cy="681355"/>
            </a:xfrm>
            <a:custGeom>
              <a:avLst/>
              <a:gdLst/>
              <a:ahLst/>
              <a:cxnLst/>
              <a:rect l="l" t="t" r="r" b="b"/>
              <a:pathLst>
                <a:path w="466089" h="681354">
                  <a:moveTo>
                    <a:pt x="465569" y="524344"/>
                  </a:moveTo>
                  <a:lnTo>
                    <a:pt x="280047" y="332422"/>
                  </a:lnTo>
                  <a:lnTo>
                    <a:pt x="242963" y="275653"/>
                  </a:lnTo>
                  <a:lnTo>
                    <a:pt x="217017" y="211836"/>
                  </a:lnTo>
                  <a:lnTo>
                    <a:pt x="204584" y="144640"/>
                  </a:lnTo>
                  <a:lnTo>
                    <a:pt x="203669" y="111010"/>
                  </a:lnTo>
                  <a:lnTo>
                    <a:pt x="205092" y="13106"/>
                  </a:lnTo>
                  <a:lnTo>
                    <a:pt x="184048" y="0"/>
                  </a:lnTo>
                  <a:lnTo>
                    <a:pt x="0" y="288556"/>
                  </a:lnTo>
                  <a:lnTo>
                    <a:pt x="281165" y="681316"/>
                  </a:lnTo>
                  <a:lnTo>
                    <a:pt x="277253" y="674827"/>
                  </a:lnTo>
                  <a:lnTo>
                    <a:pt x="276110" y="666788"/>
                  </a:lnTo>
                  <a:lnTo>
                    <a:pt x="435737" y="522020"/>
                  </a:lnTo>
                  <a:lnTo>
                    <a:pt x="451129" y="517042"/>
                  </a:lnTo>
                  <a:lnTo>
                    <a:pt x="458889" y="519404"/>
                  </a:lnTo>
                  <a:lnTo>
                    <a:pt x="465569" y="524344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92866" y="3291166"/>
              <a:ext cx="466090" cy="681355"/>
            </a:xfrm>
            <a:custGeom>
              <a:avLst/>
              <a:gdLst/>
              <a:ahLst/>
              <a:cxnLst/>
              <a:rect l="l" t="t" r="r" b="b"/>
              <a:pathLst>
                <a:path w="466089" h="681354">
                  <a:moveTo>
                    <a:pt x="465569" y="524344"/>
                  </a:moveTo>
                  <a:lnTo>
                    <a:pt x="458889" y="519404"/>
                  </a:lnTo>
                  <a:lnTo>
                    <a:pt x="451129" y="517042"/>
                  </a:lnTo>
                  <a:lnTo>
                    <a:pt x="443090" y="518185"/>
                  </a:lnTo>
                  <a:lnTo>
                    <a:pt x="435737" y="522020"/>
                  </a:lnTo>
                  <a:lnTo>
                    <a:pt x="283425" y="652348"/>
                  </a:lnTo>
                  <a:lnTo>
                    <a:pt x="278485" y="659028"/>
                  </a:lnTo>
                  <a:lnTo>
                    <a:pt x="276110" y="666788"/>
                  </a:lnTo>
                  <a:lnTo>
                    <a:pt x="277253" y="674827"/>
                  </a:lnTo>
                  <a:lnTo>
                    <a:pt x="281165" y="681316"/>
                  </a:lnTo>
                  <a:lnTo>
                    <a:pt x="0" y="288556"/>
                  </a:lnTo>
                  <a:lnTo>
                    <a:pt x="184048" y="0"/>
                  </a:lnTo>
                  <a:lnTo>
                    <a:pt x="205092" y="13106"/>
                  </a:lnTo>
                  <a:lnTo>
                    <a:pt x="203669" y="111010"/>
                  </a:lnTo>
                  <a:lnTo>
                    <a:pt x="204584" y="144640"/>
                  </a:lnTo>
                  <a:lnTo>
                    <a:pt x="217017" y="211836"/>
                  </a:lnTo>
                  <a:lnTo>
                    <a:pt x="242963" y="275653"/>
                  </a:lnTo>
                  <a:lnTo>
                    <a:pt x="280047" y="332422"/>
                  </a:lnTo>
                  <a:lnTo>
                    <a:pt x="464756" y="523392"/>
                  </a:lnTo>
                </a:path>
              </a:pathLst>
            </a:custGeom>
            <a:ln w="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68977" y="3808209"/>
              <a:ext cx="325120" cy="323850"/>
            </a:xfrm>
            <a:custGeom>
              <a:avLst/>
              <a:gdLst/>
              <a:ahLst/>
              <a:cxnLst/>
              <a:rect l="l" t="t" r="r" b="b"/>
              <a:pathLst>
                <a:path w="325120" h="323850">
                  <a:moveTo>
                    <a:pt x="324764" y="175006"/>
                  </a:moveTo>
                  <a:lnTo>
                    <a:pt x="189458" y="7302"/>
                  </a:lnTo>
                  <a:lnTo>
                    <a:pt x="175018" y="0"/>
                  </a:lnTo>
                  <a:lnTo>
                    <a:pt x="166979" y="1143"/>
                  </a:lnTo>
                  <a:lnTo>
                    <a:pt x="159626" y="4978"/>
                  </a:lnTo>
                  <a:lnTo>
                    <a:pt x="7315" y="135305"/>
                  </a:lnTo>
                  <a:lnTo>
                    <a:pt x="2374" y="141986"/>
                  </a:lnTo>
                  <a:lnTo>
                    <a:pt x="0" y="149745"/>
                  </a:lnTo>
                  <a:lnTo>
                    <a:pt x="1143" y="157784"/>
                  </a:lnTo>
                  <a:lnTo>
                    <a:pt x="5054" y="164274"/>
                  </a:lnTo>
                  <a:lnTo>
                    <a:pt x="135382" y="316572"/>
                  </a:lnTo>
                  <a:lnTo>
                    <a:pt x="141185" y="321437"/>
                  </a:lnTo>
                  <a:lnTo>
                    <a:pt x="148945" y="323811"/>
                  </a:lnTo>
                  <a:lnTo>
                    <a:pt x="156984" y="322668"/>
                  </a:lnTo>
                  <a:lnTo>
                    <a:pt x="164350" y="318833"/>
                  </a:lnTo>
                  <a:lnTo>
                    <a:pt x="317538" y="188569"/>
                  </a:lnTo>
                  <a:lnTo>
                    <a:pt x="322402" y="182778"/>
                  </a:lnTo>
                  <a:lnTo>
                    <a:pt x="324764" y="175006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68977" y="3808209"/>
              <a:ext cx="325120" cy="323850"/>
            </a:xfrm>
            <a:custGeom>
              <a:avLst/>
              <a:gdLst/>
              <a:ahLst/>
              <a:cxnLst/>
              <a:rect l="l" t="t" r="r" b="b"/>
              <a:pathLst>
                <a:path w="325120" h="323850">
                  <a:moveTo>
                    <a:pt x="5054" y="164274"/>
                  </a:moveTo>
                  <a:lnTo>
                    <a:pt x="1143" y="157784"/>
                  </a:lnTo>
                  <a:lnTo>
                    <a:pt x="0" y="149745"/>
                  </a:lnTo>
                  <a:lnTo>
                    <a:pt x="2374" y="141986"/>
                  </a:lnTo>
                  <a:lnTo>
                    <a:pt x="7315" y="135305"/>
                  </a:lnTo>
                  <a:lnTo>
                    <a:pt x="159626" y="4978"/>
                  </a:lnTo>
                  <a:lnTo>
                    <a:pt x="166979" y="1143"/>
                  </a:lnTo>
                  <a:lnTo>
                    <a:pt x="175018" y="0"/>
                  </a:lnTo>
                  <a:lnTo>
                    <a:pt x="182778" y="2362"/>
                  </a:lnTo>
                  <a:lnTo>
                    <a:pt x="189458" y="7302"/>
                  </a:lnTo>
                  <a:lnTo>
                    <a:pt x="319786" y="159600"/>
                  </a:lnTo>
                  <a:lnTo>
                    <a:pt x="323634" y="166979"/>
                  </a:lnTo>
                  <a:lnTo>
                    <a:pt x="324764" y="175006"/>
                  </a:lnTo>
                  <a:lnTo>
                    <a:pt x="322402" y="182778"/>
                  </a:lnTo>
                  <a:lnTo>
                    <a:pt x="317538" y="188569"/>
                  </a:lnTo>
                  <a:lnTo>
                    <a:pt x="164350" y="318833"/>
                  </a:lnTo>
                  <a:lnTo>
                    <a:pt x="156984" y="322668"/>
                  </a:lnTo>
                  <a:lnTo>
                    <a:pt x="148945" y="323811"/>
                  </a:lnTo>
                  <a:lnTo>
                    <a:pt x="141185" y="321437"/>
                  </a:lnTo>
                  <a:lnTo>
                    <a:pt x="135382" y="316572"/>
                  </a:lnTo>
                  <a:lnTo>
                    <a:pt x="5054" y="164274"/>
                  </a:lnTo>
                </a:path>
              </a:pathLst>
            </a:custGeom>
            <a:ln w="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98733" y="3838028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29">
                  <a:moveTo>
                    <a:pt x="265074" y="142836"/>
                  </a:moveTo>
                  <a:lnTo>
                    <a:pt x="142849" y="0"/>
                  </a:lnTo>
                  <a:lnTo>
                    <a:pt x="0" y="122237"/>
                  </a:lnTo>
                  <a:lnTo>
                    <a:pt x="122224" y="265074"/>
                  </a:lnTo>
                  <a:lnTo>
                    <a:pt x="265074" y="142836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98733" y="3838028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29">
                  <a:moveTo>
                    <a:pt x="265074" y="142836"/>
                  </a:moveTo>
                  <a:lnTo>
                    <a:pt x="122224" y="265074"/>
                  </a:lnTo>
                  <a:lnTo>
                    <a:pt x="0" y="122237"/>
                  </a:lnTo>
                  <a:lnTo>
                    <a:pt x="142849" y="0"/>
                  </a:lnTo>
                  <a:lnTo>
                    <a:pt x="265074" y="142849"/>
                  </a:lnTo>
                  <a:close/>
                </a:path>
              </a:pathLst>
            </a:custGeom>
            <a:ln w="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9337" y="3302742"/>
              <a:ext cx="130073" cy="19039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517885" y="2946158"/>
              <a:ext cx="434340" cy="1384300"/>
            </a:xfrm>
            <a:custGeom>
              <a:avLst/>
              <a:gdLst/>
              <a:ahLst/>
              <a:cxnLst/>
              <a:rect l="l" t="t" r="r" b="b"/>
              <a:pathLst>
                <a:path w="434339" h="1384300">
                  <a:moveTo>
                    <a:pt x="433984" y="1384109"/>
                  </a:moveTo>
                  <a:lnTo>
                    <a:pt x="427888" y="1245539"/>
                  </a:lnTo>
                  <a:lnTo>
                    <a:pt x="32994" y="135991"/>
                  </a:lnTo>
                  <a:lnTo>
                    <a:pt x="107734" y="18186"/>
                  </a:lnTo>
                  <a:lnTo>
                    <a:pt x="78244" y="0"/>
                  </a:lnTo>
                  <a:lnTo>
                    <a:pt x="4826" y="115265"/>
                  </a:lnTo>
                  <a:lnTo>
                    <a:pt x="0" y="146164"/>
                  </a:lnTo>
                  <a:lnTo>
                    <a:pt x="390398" y="1252283"/>
                  </a:lnTo>
                  <a:lnTo>
                    <a:pt x="394309" y="1382915"/>
                  </a:lnTo>
                  <a:lnTo>
                    <a:pt x="433984" y="1384109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17885" y="2946158"/>
              <a:ext cx="434340" cy="1384300"/>
            </a:xfrm>
            <a:custGeom>
              <a:avLst/>
              <a:gdLst/>
              <a:ahLst/>
              <a:cxnLst/>
              <a:rect l="l" t="t" r="r" b="b"/>
              <a:pathLst>
                <a:path w="434339" h="1384300">
                  <a:moveTo>
                    <a:pt x="433984" y="1384109"/>
                  </a:moveTo>
                  <a:lnTo>
                    <a:pt x="394309" y="1382915"/>
                  </a:lnTo>
                  <a:lnTo>
                    <a:pt x="390398" y="1252283"/>
                  </a:lnTo>
                  <a:lnTo>
                    <a:pt x="0" y="146164"/>
                  </a:lnTo>
                  <a:lnTo>
                    <a:pt x="4826" y="115265"/>
                  </a:lnTo>
                  <a:lnTo>
                    <a:pt x="78244" y="0"/>
                  </a:lnTo>
                  <a:lnTo>
                    <a:pt x="107734" y="18186"/>
                  </a:lnTo>
                  <a:lnTo>
                    <a:pt x="32994" y="135991"/>
                  </a:lnTo>
                  <a:lnTo>
                    <a:pt x="427888" y="1245539"/>
                  </a:lnTo>
                  <a:lnTo>
                    <a:pt x="433984" y="1384109"/>
                  </a:lnTo>
                  <a:close/>
                </a:path>
              </a:pathLst>
            </a:custGeom>
            <a:ln w="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00315" y="3255600"/>
              <a:ext cx="174053" cy="24622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607217" y="2864561"/>
              <a:ext cx="57150" cy="71120"/>
            </a:xfrm>
            <a:custGeom>
              <a:avLst/>
              <a:gdLst/>
              <a:ahLst/>
              <a:cxnLst/>
              <a:rect l="l" t="t" r="r" b="b"/>
              <a:pathLst>
                <a:path w="57150" h="71119">
                  <a:moveTo>
                    <a:pt x="56984" y="1231"/>
                  </a:moveTo>
                  <a:lnTo>
                    <a:pt x="41186" y="0"/>
                  </a:lnTo>
                  <a:lnTo>
                    <a:pt x="0" y="63906"/>
                  </a:lnTo>
                  <a:lnTo>
                    <a:pt x="12700" y="71081"/>
                  </a:lnTo>
                  <a:lnTo>
                    <a:pt x="56984" y="12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07217" y="2864561"/>
              <a:ext cx="57150" cy="71120"/>
            </a:xfrm>
            <a:custGeom>
              <a:avLst/>
              <a:gdLst/>
              <a:ahLst/>
              <a:cxnLst/>
              <a:rect l="l" t="t" r="r" b="b"/>
              <a:pathLst>
                <a:path w="57150" h="71119">
                  <a:moveTo>
                    <a:pt x="41186" y="0"/>
                  </a:moveTo>
                  <a:lnTo>
                    <a:pt x="56984" y="1231"/>
                  </a:lnTo>
                  <a:lnTo>
                    <a:pt x="12700" y="71081"/>
                  </a:lnTo>
                  <a:lnTo>
                    <a:pt x="0" y="63906"/>
                  </a:lnTo>
                  <a:lnTo>
                    <a:pt x="41186" y="0"/>
                  </a:lnTo>
                </a:path>
              </a:pathLst>
            </a:custGeom>
            <a:ln w="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75086" y="2868409"/>
              <a:ext cx="469900" cy="702945"/>
            </a:xfrm>
            <a:custGeom>
              <a:avLst/>
              <a:gdLst/>
              <a:ahLst/>
              <a:cxnLst/>
              <a:rect l="l" t="t" r="r" b="b"/>
              <a:pathLst>
                <a:path w="469900" h="702945">
                  <a:moveTo>
                    <a:pt x="469328" y="2031"/>
                  </a:moveTo>
                  <a:lnTo>
                    <a:pt x="465950" y="0"/>
                  </a:lnTo>
                  <a:lnTo>
                    <a:pt x="433603" y="7200"/>
                  </a:lnTo>
                  <a:lnTo>
                    <a:pt x="0" y="688733"/>
                  </a:lnTo>
                  <a:lnTo>
                    <a:pt x="22745" y="702868"/>
                  </a:lnTo>
                  <a:lnTo>
                    <a:pt x="469328" y="2031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175086" y="2868409"/>
              <a:ext cx="469900" cy="702945"/>
            </a:xfrm>
            <a:custGeom>
              <a:avLst/>
              <a:gdLst/>
              <a:ahLst/>
              <a:cxnLst/>
              <a:rect l="l" t="t" r="r" b="b"/>
              <a:pathLst>
                <a:path w="469900" h="702945">
                  <a:moveTo>
                    <a:pt x="22745" y="702868"/>
                  </a:moveTo>
                  <a:lnTo>
                    <a:pt x="0" y="688733"/>
                  </a:lnTo>
                  <a:lnTo>
                    <a:pt x="433603" y="7200"/>
                  </a:lnTo>
                  <a:lnTo>
                    <a:pt x="465950" y="0"/>
                  </a:lnTo>
                  <a:lnTo>
                    <a:pt x="469328" y="2031"/>
                  </a:lnTo>
                  <a:lnTo>
                    <a:pt x="22745" y="702868"/>
                  </a:lnTo>
                  <a:close/>
                </a:path>
                <a:path w="469900" h="702945">
                  <a:moveTo>
                    <a:pt x="465950" y="0"/>
                  </a:moveTo>
                  <a:lnTo>
                    <a:pt x="188125" y="438454"/>
                  </a:lnTo>
                  <a:lnTo>
                    <a:pt x="182384" y="444182"/>
                  </a:lnTo>
                  <a:lnTo>
                    <a:pt x="175094" y="447154"/>
                  </a:lnTo>
                  <a:lnTo>
                    <a:pt x="166242" y="447357"/>
                  </a:lnTo>
                  <a:lnTo>
                    <a:pt x="158546" y="444106"/>
                  </a:lnTo>
                  <a:lnTo>
                    <a:pt x="155981" y="443026"/>
                  </a:lnTo>
                </a:path>
              </a:pathLst>
            </a:custGeom>
            <a:ln w="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25168" y="4165898"/>
              <a:ext cx="231432" cy="14550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193613" y="4240736"/>
              <a:ext cx="526415" cy="526415"/>
            </a:xfrm>
            <a:custGeom>
              <a:avLst/>
              <a:gdLst/>
              <a:ahLst/>
              <a:cxnLst/>
              <a:rect l="l" t="t" r="r" b="b"/>
              <a:pathLst>
                <a:path w="526414" h="526414">
                  <a:moveTo>
                    <a:pt x="526018" y="251910"/>
                  </a:moveTo>
                  <a:lnTo>
                    <a:pt x="520175" y="206903"/>
                  </a:lnTo>
                  <a:lnTo>
                    <a:pt x="506832" y="163947"/>
                  </a:lnTo>
                  <a:lnTo>
                    <a:pt x="486467" y="123979"/>
                  </a:lnTo>
                  <a:lnTo>
                    <a:pt x="459558" y="87936"/>
                  </a:lnTo>
                  <a:lnTo>
                    <a:pt x="426582" y="56754"/>
                  </a:lnTo>
                  <a:lnTo>
                    <a:pt x="388015" y="31370"/>
                  </a:lnTo>
                  <a:lnTo>
                    <a:pt x="344337" y="12721"/>
                  </a:lnTo>
                  <a:lnTo>
                    <a:pt x="298038" y="2134"/>
                  </a:lnTo>
                  <a:lnTo>
                    <a:pt x="251916" y="0"/>
                  </a:lnTo>
                  <a:lnTo>
                    <a:pt x="206909" y="5842"/>
                  </a:lnTo>
                  <a:lnTo>
                    <a:pt x="163952" y="19183"/>
                  </a:lnTo>
                  <a:lnTo>
                    <a:pt x="123983" y="39547"/>
                  </a:lnTo>
                  <a:lnTo>
                    <a:pt x="87938" y="66455"/>
                  </a:lnTo>
                  <a:lnTo>
                    <a:pt x="56754" y="99432"/>
                  </a:lnTo>
                  <a:lnTo>
                    <a:pt x="31367" y="138000"/>
                  </a:lnTo>
                  <a:lnTo>
                    <a:pt x="12715" y="181682"/>
                  </a:lnTo>
                  <a:lnTo>
                    <a:pt x="2131" y="227981"/>
                  </a:lnTo>
                  <a:lnTo>
                    <a:pt x="0" y="274103"/>
                  </a:lnTo>
                  <a:lnTo>
                    <a:pt x="5844" y="319110"/>
                  </a:lnTo>
                  <a:lnTo>
                    <a:pt x="19187" y="362067"/>
                  </a:lnTo>
                  <a:lnTo>
                    <a:pt x="39552" y="402036"/>
                  </a:lnTo>
                  <a:lnTo>
                    <a:pt x="66461" y="438081"/>
                  </a:lnTo>
                  <a:lnTo>
                    <a:pt x="99438" y="469265"/>
                  </a:lnTo>
                  <a:lnTo>
                    <a:pt x="138006" y="494652"/>
                  </a:lnTo>
                  <a:lnTo>
                    <a:pt x="181688" y="513304"/>
                  </a:lnTo>
                  <a:lnTo>
                    <a:pt x="227987" y="523888"/>
                  </a:lnTo>
                  <a:lnTo>
                    <a:pt x="274109" y="526020"/>
                  </a:lnTo>
                  <a:lnTo>
                    <a:pt x="319116" y="520175"/>
                  </a:lnTo>
                  <a:lnTo>
                    <a:pt x="362072" y="506832"/>
                  </a:lnTo>
                  <a:lnTo>
                    <a:pt x="402040" y="486467"/>
                  </a:lnTo>
                  <a:lnTo>
                    <a:pt x="438083" y="459558"/>
                  </a:lnTo>
                  <a:lnTo>
                    <a:pt x="469265" y="426581"/>
                  </a:lnTo>
                  <a:lnTo>
                    <a:pt x="494649" y="388013"/>
                  </a:lnTo>
                  <a:lnTo>
                    <a:pt x="513298" y="344331"/>
                  </a:lnTo>
                  <a:lnTo>
                    <a:pt x="523885" y="298032"/>
                  </a:lnTo>
                  <a:lnTo>
                    <a:pt x="526018" y="251910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93613" y="4240736"/>
              <a:ext cx="526415" cy="526415"/>
            </a:xfrm>
            <a:custGeom>
              <a:avLst/>
              <a:gdLst/>
              <a:ahLst/>
              <a:cxnLst/>
              <a:rect l="l" t="t" r="r" b="b"/>
              <a:pathLst>
                <a:path w="526414" h="526414">
                  <a:moveTo>
                    <a:pt x="181688" y="513304"/>
                  </a:moveTo>
                  <a:lnTo>
                    <a:pt x="227987" y="523888"/>
                  </a:lnTo>
                  <a:lnTo>
                    <a:pt x="274109" y="526020"/>
                  </a:lnTo>
                  <a:lnTo>
                    <a:pt x="319116" y="520175"/>
                  </a:lnTo>
                  <a:lnTo>
                    <a:pt x="362072" y="506832"/>
                  </a:lnTo>
                  <a:lnTo>
                    <a:pt x="402040" y="486467"/>
                  </a:lnTo>
                  <a:lnTo>
                    <a:pt x="438083" y="459558"/>
                  </a:lnTo>
                  <a:lnTo>
                    <a:pt x="469265" y="426581"/>
                  </a:lnTo>
                  <a:lnTo>
                    <a:pt x="494649" y="388013"/>
                  </a:lnTo>
                  <a:lnTo>
                    <a:pt x="513298" y="344331"/>
                  </a:lnTo>
                  <a:lnTo>
                    <a:pt x="523885" y="298032"/>
                  </a:lnTo>
                  <a:lnTo>
                    <a:pt x="526018" y="251910"/>
                  </a:lnTo>
                  <a:lnTo>
                    <a:pt x="520175" y="206903"/>
                  </a:lnTo>
                  <a:lnTo>
                    <a:pt x="506832" y="163947"/>
                  </a:lnTo>
                  <a:lnTo>
                    <a:pt x="486467" y="123979"/>
                  </a:lnTo>
                  <a:lnTo>
                    <a:pt x="459558" y="87936"/>
                  </a:lnTo>
                  <a:lnTo>
                    <a:pt x="426582" y="56754"/>
                  </a:lnTo>
                  <a:lnTo>
                    <a:pt x="388015" y="31370"/>
                  </a:lnTo>
                  <a:lnTo>
                    <a:pt x="344337" y="12721"/>
                  </a:lnTo>
                  <a:lnTo>
                    <a:pt x="298038" y="2134"/>
                  </a:lnTo>
                  <a:lnTo>
                    <a:pt x="251916" y="0"/>
                  </a:lnTo>
                  <a:lnTo>
                    <a:pt x="206909" y="5842"/>
                  </a:lnTo>
                  <a:lnTo>
                    <a:pt x="163952" y="19183"/>
                  </a:lnTo>
                  <a:lnTo>
                    <a:pt x="123983" y="39547"/>
                  </a:lnTo>
                  <a:lnTo>
                    <a:pt x="87938" y="66455"/>
                  </a:lnTo>
                  <a:lnTo>
                    <a:pt x="56754" y="99432"/>
                  </a:lnTo>
                  <a:lnTo>
                    <a:pt x="31367" y="138000"/>
                  </a:lnTo>
                  <a:lnTo>
                    <a:pt x="12715" y="181682"/>
                  </a:lnTo>
                  <a:lnTo>
                    <a:pt x="2131" y="227981"/>
                  </a:lnTo>
                  <a:lnTo>
                    <a:pt x="0" y="274103"/>
                  </a:lnTo>
                  <a:lnTo>
                    <a:pt x="5844" y="319110"/>
                  </a:lnTo>
                  <a:lnTo>
                    <a:pt x="19187" y="362067"/>
                  </a:lnTo>
                  <a:lnTo>
                    <a:pt x="39552" y="402036"/>
                  </a:lnTo>
                  <a:lnTo>
                    <a:pt x="66461" y="438081"/>
                  </a:lnTo>
                  <a:lnTo>
                    <a:pt x="99438" y="469265"/>
                  </a:lnTo>
                  <a:lnTo>
                    <a:pt x="138006" y="494652"/>
                  </a:lnTo>
                  <a:lnTo>
                    <a:pt x="181688" y="513304"/>
                  </a:lnTo>
                  <a:close/>
                </a:path>
              </a:pathLst>
            </a:custGeom>
            <a:ln w="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28852" y="4275975"/>
              <a:ext cx="455930" cy="455930"/>
            </a:xfrm>
            <a:custGeom>
              <a:avLst/>
              <a:gdLst/>
              <a:ahLst/>
              <a:cxnLst/>
              <a:rect l="l" t="t" r="r" b="b"/>
              <a:pathLst>
                <a:path w="455929" h="455929">
                  <a:moveTo>
                    <a:pt x="455535" y="208239"/>
                  </a:moveTo>
                  <a:lnTo>
                    <a:pt x="447491" y="164805"/>
                  </a:lnTo>
                  <a:lnTo>
                    <a:pt x="431402" y="124012"/>
                  </a:lnTo>
                  <a:lnTo>
                    <a:pt x="407859" y="87019"/>
                  </a:lnTo>
                  <a:lnTo>
                    <a:pt x="377451" y="54983"/>
                  </a:lnTo>
                  <a:lnTo>
                    <a:pt x="340770" y="29062"/>
                  </a:lnTo>
                  <a:lnTo>
                    <a:pt x="298404" y="10414"/>
                  </a:lnTo>
                  <a:lnTo>
                    <a:pt x="253161" y="593"/>
                  </a:lnTo>
                  <a:lnTo>
                    <a:pt x="208244" y="0"/>
                  </a:lnTo>
                  <a:lnTo>
                    <a:pt x="164809" y="8042"/>
                  </a:lnTo>
                  <a:lnTo>
                    <a:pt x="124016" y="24130"/>
                  </a:lnTo>
                  <a:lnTo>
                    <a:pt x="87021" y="47674"/>
                  </a:lnTo>
                  <a:lnTo>
                    <a:pt x="54983" y="78083"/>
                  </a:lnTo>
                  <a:lnTo>
                    <a:pt x="29059" y="114768"/>
                  </a:lnTo>
                  <a:lnTo>
                    <a:pt x="10407" y="157137"/>
                  </a:lnTo>
                  <a:lnTo>
                    <a:pt x="590" y="202380"/>
                  </a:lnTo>
                  <a:lnTo>
                    <a:pt x="0" y="247297"/>
                  </a:lnTo>
                  <a:lnTo>
                    <a:pt x="8044" y="290731"/>
                  </a:lnTo>
                  <a:lnTo>
                    <a:pt x="24134" y="331524"/>
                  </a:lnTo>
                  <a:lnTo>
                    <a:pt x="47678" y="368517"/>
                  </a:lnTo>
                  <a:lnTo>
                    <a:pt x="78088" y="400553"/>
                  </a:lnTo>
                  <a:lnTo>
                    <a:pt x="114773" y="426474"/>
                  </a:lnTo>
                  <a:lnTo>
                    <a:pt x="157142" y="445122"/>
                  </a:lnTo>
                  <a:lnTo>
                    <a:pt x="202382" y="454943"/>
                  </a:lnTo>
                  <a:lnTo>
                    <a:pt x="247297" y="455537"/>
                  </a:lnTo>
                  <a:lnTo>
                    <a:pt x="290731" y="447494"/>
                  </a:lnTo>
                  <a:lnTo>
                    <a:pt x="331524" y="431406"/>
                  </a:lnTo>
                  <a:lnTo>
                    <a:pt x="368519" y="407862"/>
                  </a:lnTo>
                  <a:lnTo>
                    <a:pt x="400557" y="377453"/>
                  </a:lnTo>
                  <a:lnTo>
                    <a:pt x="426479" y="340769"/>
                  </a:lnTo>
                  <a:lnTo>
                    <a:pt x="445128" y="298399"/>
                  </a:lnTo>
                  <a:lnTo>
                    <a:pt x="454944" y="253156"/>
                  </a:lnTo>
                  <a:lnTo>
                    <a:pt x="455535" y="2082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28852" y="4275975"/>
              <a:ext cx="455930" cy="455930"/>
            </a:xfrm>
            <a:custGeom>
              <a:avLst/>
              <a:gdLst/>
              <a:ahLst/>
              <a:cxnLst/>
              <a:rect l="l" t="t" r="r" b="b"/>
              <a:pathLst>
                <a:path w="455929" h="455929">
                  <a:moveTo>
                    <a:pt x="157142" y="445122"/>
                  </a:moveTo>
                  <a:lnTo>
                    <a:pt x="202382" y="454943"/>
                  </a:lnTo>
                  <a:lnTo>
                    <a:pt x="247297" y="455537"/>
                  </a:lnTo>
                  <a:lnTo>
                    <a:pt x="290731" y="447494"/>
                  </a:lnTo>
                  <a:lnTo>
                    <a:pt x="331524" y="431406"/>
                  </a:lnTo>
                  <a:lnTo>
                    <a:pt x="368519" y="407862"/>
                  </a:lnTo>
                  <a:lnTo>
                    <a:pt x="400557" y="377453"/>
                  </a:lnTo>
                  <a:lnTo>
                    <a:pt x="426479" y="340769"/>
                  </a:lnTo>
                  <a:lnTo>
                    <a:pt x="445128" y="298399"/>
                  </a:lnTo>
                  <a:lnTo>
                    <a:pt x="454944" y="253156"/>
                  </a:lnTo>
                  <a:lnTo>
                    <a:pt x="455535" y="208239"/>
                  </a:lnTo>
                  <a:lnTo>
                    <a:pt x="447491" y="164805"/>
                  </a:lnTo>
                  <a:lnTo>
                    <a:pt x="431402" y="124012"/>
                  </a:lnTo>
                  <a:lnTo>
                    <a:pt x="407859" y="87019"/>
                  </a:lnTo>
                  <a:lnTo>
                    <a:pt x="377451" y="54983"/>
                  </a:lnTo>
                  <a:lnTo>
                    <a:pt x="340770" y="29062"/>
                  </a:lnTo>
                  <a:lnTo>
                    <a:pt x="298404" y="10414"/>
                  </a:lnTo>
                  <a:lnTo>
                    <a:pt x="253161" y="593"/>
                  </a:lnTo>
                  <a:lnTo>
                    <a:pt x="208244" y="0"/>
                  </a:lnTo>
                  <a:lnTo>
                    <a:pt x="164809" y="8042"/>
                  </a:lnTo>
                  <a:lnTo>
                    <a:pt x="124016" y="24130"/>
                  </a:lnTo>
                  <a:lnTo>
                    <a:pt x="87021" y="47674"/>
                  </a:lnTo>
                  <a:lnTo>
                    <a:pt x="54983" y="78083"/>
                  </a:lnTo>
                  <a:lnTo>
                    <a:pt x="29059" y="114768"/>
                  </a:lnTo>
                  <a:lnTo>
                    <a:pt x="10407" y="157137"/>
                  </a:lnTo>
                  <a:lnTo>
                    <a:pt x="590" y="202380"/>
                  </a:lnTo>
                  <a:lnTo>
                    <a:pt x="0" y="247297"/>
                  </a:lnTo>
                  <a:lnTo>
                    <a:pt x="8044" y="290731"/>
                  </a:lnTo>
                  <a:lnTo>
                    <a:pt x="24134" y="331524"/>
                  </a:lnTo>
                  <a:lnTo>
                    <a:pt x="47678" y="368517"/>
                  </a:lnTo>
                  <a:lnTo>
                    <a:pt x="78088" y="400553"/>
                  </a:lnTo>
                  <a:lnTo>
                    <a:pt x="114773" y="426474"/>
                  </a:lnTo>
                  <a:lnTo>
                    <a:pt x="157142" y="445122"/>
                  </a:lnTo>
                  <a:close/>
                </a:path>
              </a:pathLst>
            </a:custGeom>
            <a:ln w="5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85881" y="3779177"/>
              <a:ext cx="432434" cy="429895"/>
            </a:xfrm>
            <a:custGeom>
              <a:avLst/>
              <a:gdLst/>
              <a:ahLst/>
              <a:cxnLst/>
              <a:rect l="l" t="t" r="r" b="b"/>
              <a:pathLst>
                <a:path w="432435" h="429895">
                  <a:moveTo>
                    <a:pt x="431914" y="246837"/>
                  </a:moveTo>
                  <a:lnTo>
                    <a:pt x="306146" y="0"/>
                  </a:lnTo>
                  <a:lnTo>
                    <a:pt x="59321" y="125768"/>
                  </a:lnTo>
                  <a:lnTo>
                    <a:pt x="0" y="308330"/>
                  </a:lnTo>
                  <a:lnTo>
                    <a:pt x="372605" y="429399"/>
                  </a:lnTo>
                  <a:lnTo>
                    <a:pt x="431914" y="246837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85881" y="3779177"/>
              <a:ext cx="432434" cy="429895"/>
            </a:xfrm>
            <a:custGeom>
              <a:avLst/>
              <a:gdLst/>
              <a:ahLst/>
              <a:cxnLst/>
              <a:rect l="l" t="t" r="r" b="b"/>
              <a:pathLst>
                <a:path w="432435" h="429895">
                  <a:moveTo>
                    <a:pt x="0" y="308330"/>
                  </a:moveTo>
                  <a:lnTo>
                    <a:pt x="372605" y="429399"/>
                  </a:lnTo>
                  <a:lnTo>
                    <a:pt x="431914" y="246837"/>
                  </a:lnTo>
                  <a:lnTo>
                    <a:pt x="306146" y="0"/>
                  </a:lnTo>
                  <a:lnTo>
                    <a:pt x="59321" y="125768"/>
                  </a:lnTo>
                  <a:lnTo>
                    <a:pt x="0" y="308330"/>
                  </a:lnTo>
                  <a:close/>
                </a:path>
              </a:pathLst>
            </a:custGeom>
            <a:ln w="54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31499" y="396548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89951" y="3993597"/>
              <a:ext cx="185902" cy="18268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72433" y="4419552"/>
              <a:ext cx="168379" cy="16838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829922" y="2319832"/>
              <a:ext cx="1654810" cy="692150"/>
            </a:xfrm>
            <a:custGeom>
              <a:avLst/>
              <a:gdLst/>
              <a:ahLst/>
              <a:cxnLst/>
              <a:rect l="l" t="t" r="r" b="b"/>
              <a:pathLst>
                <a:path w="1654809" h="692150">
                  <a:moveTo>
                    <a:pt x="1654416" y="691895"/>
                  </a:moveTo>
                  <a:lnTo>
                    <a:pt x="1654416" y="537565"/>
                  </a:lnTo>
                  <a:lnTo>
                    <a:pt x="0" y="0"/>
                  </a:lnTo>
                  <a:lnTo>
                    <a:pt x="0" y="154343"/>
                  </a:lnTo>
                  <a:lnTo>
                    <a:pt x="1654416" y="691895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829922" y="2319832"/>
              <a:ext cx="1654810" cy="692150"/>
            </a:xfrm>
            <a:custGeom>
              <a:avLst/>
              <a:gdLst/>
              <a:ahLst/>
              <a:cxnLst/>
              <a:rect l="l" t="t" r="r" b="b"/>
              <a:pathLst>
                <a:path w="1654809" h="692150">
                  <a:moveTo>
                    <a:pt x="1654416" y="691895"/>
                  </a:moveTo>
                  <a:lnTo>
                    <a:pt x="0" y="154343"/>
                  </a:lnTo>
                  <a:lnTo>
                    <a:pt x="0" y="0"/>
                  </a:lnTo>
                  <a:lnTo>
                    <a:pt x="1654416" y="537565"/>
                  </a:lnTo>
                  <a:lnTo>
                    <a:pt x="1654416" y="691895"/>
                  </a:lnTo>
                  <a:close/>
                </a:path>
              </a:pathLst>
            </a:custGeom>
            <a:ln w="12103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29922" y="2165515"/>
              <a:ext cx="1654810" cy="692150"/>
            </a:xfrm>
            <a:custGeom>
              <a:avLst/>
              <a:gdLst/>
              <a:ahLst/>
              <a:cxnLst/>
              <a:rect l="l" t="t" r="r" b="b"/>
              <a:pathLst>
                <a:path w="1654809" h="692150">
                  <a:moveTo>
                    <a:pt x="1654416" y="691883"/>
                  </a:moveTo>
                  <a:lnTo>
                    <a:pt x="1654416" y="0"/>
                  </a:lnTo>
                  <a:lnTo>
                    <a:pt x="0" y="0"/>
                  </a:lnTo>
                  <a:lnTo>
                    <a:pt x="0" y="154317"/>
                  </a:lnTo>
                  <a:lnTo>
                    <a:pt x="1654416" y="691883"/>
                  </a:lnTo>
                  <a:close/>
                </a:path>
              </a:pathLst>
            </a:custGeom>
            <a:solidFill>
              <a:srgbClr val="64B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29922" y="2165515"/>
              <a:ext cx="1654810" cy="692150"/>
            </a:xfrm>
            <a:custGeom>
              <a:avLst/>
              <a:gdLst/>
              <a:ahLst/>
              <a:cxnLst/>
              <a:rect l="l" t="t" r="r" b="b"/>
              <a:pathLst>
                <a:path w="1654809" h="692150">
                  <a:moveTo>
                    <a:pt x="0" y="0"/>
                  </a:moveTo>
                  <a:lnTo>
                    <a:pt x="1654416" y="0"/>
                  </a:lnTo>
                  <a:lnTo>
                    <a:pt x="1654416" y="691883"/>
                  </a:lnTo>
                  <a:lnTo>
                    <a:pt x="0" y="154317"/>
                  </a:lnTo>
                  <a:lnTo>
                    <a:pt x="0" y="0"/>
                  </a:lnTo>
                  <a:close/>
                </a:path>
              </a:pathLst>
            </a:custGeom>
            <a:ln w="12103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484338" y="2165515"/>
              <a:ext cx="154940" cy="846455"/>
            </a:xfrm>
            <a:custGeom>
              <a:avLst/>
              <a:gdLst/>
              <a:ahLst/>
              <a:cxnLst/>
              <a:rect l="l" t="t" r="r" b="b"/>
              <a:pathLst>
                <a:path w="154940" h="846455">
                  <a:moveTo>
                    <a:pt x="154330" y="846226"/>
                  </a:moveTo>
                  <a:lnTo>
                    <a:pt x="154330" y="0"/>
                  </a:lnTo>
                  <a:lnTo>
                    <a:pt x="0" y="0"/>
                  </a:lnTo>
                  <a:lnTo>
                    <a:pt x="0" y="846226"/>
                  </a:lnTo>
                  <a:lnTo>
                    <a:pt x="154330" y="846226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484338" y="2165515"/>
              <a:ext cx="154940" cy="846455"/>
            </a:xfrm>
            <a:custGeom>
              <a:avLst/>
              <a:gdLst/>
              <a:ahLst/>
              <a:cxnLst/>
              <a:rect l="l" t="t" r="r" b="b"/>
              <a:pathLst>
                <a:path w="154940" h="846455">
                  <a:moveTo>
                    <a:pt x="0" y="0"/>
                  </a:moveTo>
                  <a:lnTo>
                    <a:pt x="0" y="846226"/>
                  </a:lnTo>
                  <a:lnTo>
                    <a:pt x="154330" y="846226"/>
                  </a:lnTo>
                  <a:lnTo>
                    <a:pt x="154330" y="0"/>
                  </a:lnTo>
                  <a:lnTo>
                    <a:pt x="0" y="0"/>
                  </a:lnTo>
                  <a:close/>
                </a:path>
              </a:pathLst>
            </a:custGeom>
            <a:ln w="12103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75591" y="2165515"/>
              <a:ext cx="154940" cy="309245"/>
            </a:xfrm>
            <a:custGeom>
              <a:avLst/>
              <a:gdLst/>
              <a:ahLst/>
              <a:cxnLst/>
              <a:rect l="l" t="t" r="r" b="b"/>
              <a:pathLst>
                <a:path w="154939" h="309244">
                  <a:moveTo>
                    <a:pt x="154330" y="308660"/>
                  </a:moveTo>
                  <a:lnTo>
                    <a:pt x="154330" y="0"/>
                  </a:lnTo>
                  <a:lnTo>
                    <a:pt x="0" y="0"/>
                  </a:lnTo>
                  <a:lnTo>
                    <a:pt x="0" y="308660"/>
                  </a:lnTo>
                  <a:lnTo>
                    <a:pt x="154330" y="308660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75591" y="2165515"/>
              <a:ext cx="154940" cy="309245"/>
            </a:xfrm>
            <a:custGeom>
              <a:avLst/>
              <a:gdLst/>
              <a:ahLst/>
              <a:cxnLst/>
              <a:rect l="l" t="t" r="r" b="b"/>
              <a:pathLst>
                <a:path w="154939" h="309244">
                  <a:moveTo>
                    <a:pt x="0" y="0"/>
                  </a:moveTo>
                  <a:lnTo>
                    <a:pt x="0" y="308660"/>
                  </a:lnTo>
                  <a:lnTo>
                    <a:pt x="154330" y="308660"/>
                  </a:lnTo>
                  <a:lnTo>
                    <a:pt x="154330" y="0"/>
                  </a:lnTo>
                  <a:lnTo>
                    <a:pt x="0" y="0"/>
                  </a:lnTo>
                  <a:close/>
                </a:path>
              </a:pathLst>
            </a:custGeom>
            <a:ln w="12103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15664" y="2011172"/>
              <a:ext cx="4509135" cy="154940"/>
            </a:xfrm>
            <a:custGeom>
              <a:avLst/>
              <a:gdLst/>
              <a:ahLst/>
              <a:cxnLst/>
              <a:rect l="l" t="t" r="r" b="b"/>
              <a:pathLst>
                <a:path w="4509134" h="154939">
                  <a:moveTo>
                    <a:pt x="4508919" y="154330"/>
                  </a:moveTo>
                  <a:lnTo>
                    <a:pt x="4508919" y="0"/>
                  </a:lnTo>
                  <a:lnTo>
                    <a:pt x="0" y="0"/>
                  </a:lnTo>
                  <a:lnTo>
                    <a:pt x="0" y="154330"/>
                  </a:lnTo>
                  <a:lnTo>
                    <a:pt x="4508919" y="154330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815664" y="2011172"/>
              <a:ext cx="4509135" cy="154940"/>
            </a:xfrm>
            <a:custGeom>
              <a:avLst/>
              <a:gdLst/>
              <a:ahLst/>
              <a:cxnLst/>
              <a:rect l="l" t="t" r="r" b="b"/>
              <a:pathLst>
                <a:path w="4509134" h="154939">
                  <a:moveTo>
                    <a:pt x="0" y="0"/>
                  </a:moveTo>
                  <a:lnTo>
                    <a:pt x="0" y="154330"/>
                  </a:lnTo>
                  <a:lnTo>
                    <a:pt x="4508919" y="154330"/>
                  </a:lnTo>
                  <a:lnTo>
                    <a:pt x="4508919" y="0"/>
                  </a:lnTo>
                  <a:lnTo>
                    <a:pt x="0" y="0"/>
                  </a:lnTo>
                  <a:close/>
                </a:path>
              </a:pathLst>
            </a:custGeom>
            <a:ln w="12103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15664" y="1342415"/>
              <a:ext cx="4509135" cy="669290"/>
            </a:xfrm>
            <a:custGeom>
              <a:avLst/>
              <a:gdLst/>
              <a:ahLst/>
              <a:cxnLst/>
              <a:rect l="l" t="t" r="r" b="b"/>
              <a:pathLst>
                <a:path w="4509134" h="669289">
                  <a:moveTo>
                    <a:pt x="4508919" y="668769"/>
                  </a:moveTo>
                  <a:lnTo>
                    <a:pt x="4508919" y="0"/>
                  </a:lnTo>
                  <a:lnTo>
                    <a:pt x="0" y="0"/>
                  </a:lnTo>
                  <a:lnTo>
                    <a:pt x="0" y="668769"/>
                  </a:lnTo>
                  <a:lnTo>
                    <a:pt x="4508919" y="668769"/>
                  </a:lnTo>
                  <a:close/>
                </a:path>
              </a:pathLst>
            </a:custGeom>
            <a:solidFill>
              <a:srgbClr val="64B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15664" y="1342415"/>
              <a:ext cx="4509135" cy="669290"/>
            </a:xfrm>
            <a:custGeom>
              <a:avLst/>
              <a:gdLst/>
              <a:ahLst/>
              <a:cxnLst/>
              <a:rect l="l" t="t" r="r" b="b"/>
              <a:pathLst>
                <a:path w="4509134" h="669289">
                  <a:moveTo>
                    <a:pt x="0" y="0"/>
                  </a:moveTo>
                  <a:lnTo>
                    <a:pt x="0" y="668769"/>
                  </a:lnTo>
                  <a:lnTo>
                    <a:pt x="4508919" y="668769"/>
                  </a:lnTo>
                  <a:lnTo>
                    <a:pt x="4508919" y="0"/>
                  </a:lnTo>
                  <a:lnTo>
                    <a:pt x="0" y="0"/>
                  </a:lnTo>
                  <a:close/>
                </a:path>
              </a:pathLst>
            </a:custGeom>
            <a:ln w="12103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815664" y="1188085"/>
              <a:ext cx="4509135" cy="154940"/>
            </a:xfrm>
            <a:custGeom>
              <a:avLst/>
              <a:gdLst/>
              <a:ahLst/>
              <a:cxnLst/>
              <a:rect l="l" t="t" r="r" b="b"/>
              <a:pathLst>
                <a:path w="4509134" h="154940">
                  <a:moveTo>
                    <a:pt x="4508919" y="154330"/>
                  </a:moveTo>
                  <a:lnTo>
                    <a:pt x="4508919" y="0"/>
                  </a:lnTo>
                  <a:lnTo>
                    <a:pt x="0" y="0"/>
                  </a:lnTo>
                  <a:lnTo>
                    <a:pt x="0" y="154330"/>
                  </a:lnTo>
                  <a:lnTo>
                    <a:pt x="4508919" y="154330"/>
                  </a:lnTo>
                  <a:close/>
                </a:path>
              </a:pathLst>
            </a:custGeom>
            <a:solidFill>
              <a:srgbClr val="6D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815664" y="1188085"/>
              <a:ext cx="4509135" cy="154940"/>
            </a:xfrm>
            <a:custGeom>
              <a:avLst/>
              <a:gdLst/>
              <a:ahLst/>
              <a:cxnLst/>
              <a:rect l="l" t="t" r="r" b="b"/>
              <a:pathLst>
                <a:path w="4509134" h="154940">
                  <a:moveTo>
                    <a:pt x="0" y="0"/>
                  </a:moveTo>
                  <a:lnTo>
                    <a:pt x="0" y="154330"/>
                  </a:lnTo>
                  <a:lnTo>
                    <a:pt x="4508919" y="154330"/>
                  </a:lnTo>
                  <a:lnTo>
                    <a:pt x="4508919" y="0"/>
                  </a:lnTo>
                  <a:lnTo>
                    <a:pt x="0" y="0"/>
                  </a:lnTo>
                  <a:close/>
                </a:path>
              </a:pathLst>
            </a:custGeom>
            <a:ln w="12103">
              <a:solidFill>
                <a:srgbClr val="211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30650" y="2234565"/>
              <a:ext cx="3366554" cy="332821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01868" y="1273467"/>
              <a:ext cx="493814" cy="49381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801868" y="1273467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900" y="493826"/>
                  </a:moveTo>
                  <a:lnTo>
                    <a:pt x="296660" y="488810"/>
                  </a:lnTo>
                  <a:lnTo>
                    <a:pt x="343007" y="474422"/>
                  </a:lnTo>
                  <a:lnTo>
                    <a:pt x="384949" y="451656"/>
                  </a:lnTo>
                  <a:lnTo>
                    <a:pt x="421492" y="421505"/>
                  </a:lnTo>
                  <a:lnTo>
                    <a:pt x="451643" y="384962"/>
                  </a:lnTo>
                  <a:lnTo>
                    <a:pt x="474409" y="343020"/>
                  </a:lnTo>
                  <a:lnTo>
                    <a:pt x="488797" y="296673"/>
                  </a:lnTo>
                  <a:lnTo>
                    <a:pt x="493814" y="246913"/>
                  </a:lnTo>
                  <a:lnTo>
                    <a:pt x="488797" y="197153"/>
                  </a:lnTo>
                  <a:lnTo>
                    <a:pt x="474409" y="150806"/>
                  </a:lnTo>
                  <a:lnTo>
                    <a:pt x="451643" y="108864"/>
                  </a:lnTo>
                  <a:lnTo>
                    <a:pt x="421492" y="72321"/>
                  </a:lnTo>
                  <a:lnTo>
                    <a:pt x="384949" y="42170"/>
                  </a:lnTo>
                  <a:lnTo>
                    <a:pt x="343007" y="19404"/>
                  </a:lnTo>
                  <a:lnTo>
                    <a:pt x="296660" y="5016"/>
                  </a:lnTo>
                  <a:lnTo>
                    <a:pt x="246900" y="0"/>
                  </a:lnTo>
                  <a:lnTo>
                    <a:pt x="197140" y="5016"/>
                  </a:lnTo>
                  <a:lnTo>
                    <a:pt x="150793" y="19404"/>
                  </a:lnTo>
                  <a:lnTo>
                    <a:pt x="108852" y="42170"/>
                  </a:lnTo>
                  <a:lnTo>
                    <a:pt x="72310" y="72321"/>
                  </a:lnTo>
                  <a:lnTo>
                    <a:pt x="42161" y="108864"/>
                  </a:lnTo>
                  <a:lnTo>
                    <a:pt x="19397" y="150806"/>
                  </a:lnTo>
                  <a:lnTo>
                    <a:pt x="5012" y="197153"/>
                  </a:lnTo>
                  <a:lnTo>
                    <a:pt x="0" y="246913"/>
                  </a:lnTo>
                  <a:lnTo>
                    <a:pt x="5012" y="296673"/>
                  </a:lnTo>
                  <a:lnTo>
                    <a:pt x="19397" y="343020"/>
                  </a:lnTo>
                  <a:lnTo>
                    <a:pt x="42161" y="384962"/>
                  </a:lnTo>
                  <a:lnTo>
                    <a:pt x="72310" y="421505"/>
                  </a:lnTo>
                  <a:lnTo>
                    <a:pt x="108852" y="451656"/>
                  </a:lnTo>
                  <a:lnTo>
                    <a:pt x="150793" y="474422"/>
                  </a:lnTo>
                  <a:lnTo>
                    <a:pt x="197140" y="488810"/>
                  </a:lnTo>
                  <a:lnTo>
                    <a:pt x="246900" y="493826"/>
                  </a:lnTo>
                  <a:close/>
                </a:path>
              </a:pathLst>
            </a:custGeom>
            <a:ln w="121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419061" y="1307731"/>
            <a:ext cx="694690" cy="884555"/>
            <a:chOff x="419061" y="1307731"/>
            <a:chExt cx="694690" cy="884555"/>
          </a:xfrm>
        </p:grpSpPr>
        <p:sp>
          <p:nvSpPr>
            <p:cNvPr id="52" name="object 52"/>
            <p:cNvSpPr/>
            <p:nvPr/>
          </p:nvSpPr>
          <p:spPr>
            <a:xfrm>
              <a:off x="460984" y="1890978"/>
              <a:ext cx="588645" cy="301625"/>
            </a:xfrm>
            <a:custGeom>
              <a:avLst/>
              <a:gdLst/>
              <a:ahLst/>
              <a:cxnLst/>
              <a:rect l="l" t="t" r="r" b="b"/>
              <a:pathLst>
                <a:path w="588644" h="301625">
                  <a:moveTo>
                    <a:pt x="271538" y="84696"/>
                  </a:moveTo>
                  <a:lnTo>
                    <a:pt x="212166" y="73342"/>
                  </a:lnTo>
                  <a:lnTo>
                    <a:pt x="172872" y="58508"/>
                  </a:lnTo>
                  <a:lnTo>
                    <a:pt x="137947" y="40170"/>
                  </a:lnTo>
                  <a:lnTo>
                    <a:pt x="100406" y="13093"/>
                  </a:lnTo>
                  <a:lnTo>
                    <a:pt x="92544" y="6985"/>
                  </a:lnTo>
                  <a:lnTo>
                    <a:pt x="85559" y="0"/>
                  </a:lnTo>
                  <a:lnTo>
                    <a:pt x="0" y="223520"/>
                  </a:lnTo>
                  <a:lnTo>
                    <a:pt x="108267" y="218287"/>
                  </a:lnTo>
                  <a:lnTo>
                    <a:pt x="190334" y="296862"/>
                  </a:lnTo>
                  <a:lnTo>
                    <a:pt x="271538" y="84696"/>
                  </a:lnTo>
                  <a:close/>
                </a:path>
                <a:path w="588644" h="301625">
                  <a:moveTo>
                    <a:pt x="588479" y="231381"/>
                  </a:moveTo>
                  <a:lnTo>
                    <a:pt x="509028" y="12230"/>
                  </a:lnTo>
                  <a:lnTo>
                    <a:pt x="502043" y="18338"/>
                  </a:lnTo>
                  <a:lnTo>
                    <a:pt x="486333" y="30568"/>
                  </a:lnTo>
                  <a:lnTo>
                    <a:pt x="476719" y="36677"/>
                  </a:lnTo>
                  <a:lnTo>
                    <a:pt x="466242" y="42786"/>
                  </a:lnTo>
                  <a:lnTo>
                    <a:pt x="455764" y="48031"/>
                  </a:lnTo>
                  <a:lnTo>
                    <a:pt x="444411" y="53263"/>
                  </a:lnTo>
                  <a:lnTo>
                    <a:pt x="432193" y="59372"/>
                  </a:lnTo>
                  <a:lnTo>
                    <a:pt x="392899" y="72466"/>
                  </a:lnTo>
                  <a:lnTo>
                    <a:pt x="349250" y="82080"/>
                  </a:lnTo>
                  <a:lnTo>
                    <a:pt x="333527" y="82956"/>
                  </a:lnTo>
                  <a:lnTo>
                    <a:pt x="317817" y="84696"/>
                  </a:lnTo>
                  <a:lnTo>
                    <a:pt x="397268" y="301231"/>
                  </a:lnTo>
                  <a:lnTo>
                    <a:pt x="479336" y="224396"/>
                  </a:lnTo>
                  <a:lnTo>
                    <a:pt x="588479" y="231381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19061" y="1307731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26200" y="319570"/>
                  </a:moveTo>
                  <a:lnTo>
                    <a:pt x="0" y="316941"/>
                  </a:lnTo>
                  <a:lnTo>
                    <a:pt x="10490" y="367588"/>
                  </a:lnTo>
                  <a:lnTo>
                    <a:pt x="25323" y="367588"/>
                  </a:lnTo>
                  <a:lnTo>
                    <a:pt x="25323" y="331787"/>
                  </a:lnTo>
                  <a:lnTo>
                    <a:pt x="26200" y="319570"/>
                  </a:lnTo>
                  <a:close/>
                </a:path>
                <a:path w="694690" h="693419">
                  <a:moveTo>
                    <a:pt x="46278" y="461010"/>
                  </a:moveTo>
                  <a:lnTo>
                    <a:pt x="43662" y="455777"/>
                  </a:lnTo>
                  <a:lnTo>
                    <a:pt x="41922" y="449656"/>
                  </a:lnTo>
                  <a:lnTo>
                    <a:pt x="40170" y="444423"/>
                  </a:lnTo>
                  <a:lnTo>
                    <a:pt x="36677" y="432193"/>
                  </a:lnTo>
                  <a:lnTo>
                    <a:pt x="34925" y="426961"/>
                  </a:lnTo>
                  <a:lnTo>
                    <a:pt x="34061" y="420852"/>
                  </a:lnTo>
                  <a:lnTo>
                    <a:pt x="32308" y="415607"/>
                  </a:lnTo>
                  <a:lnTo>
                    <a:pt x="6997" y="420852"/>
                  </a:lnTo>
                  <a:lnTo>
                    <a:pt x="31445" y="466255"/>
                  </a:lnTo>
                  <a:lnTo>
                    <a:pt x="46278" y="461010"/>
                  </a:lnTo>
                  <a:close/>
                </a:path>
                <a:path w="694690" h="693419">
                  <a:moveTo>
                    <a:pt x="48907" y="226136"/>
                  </a:moveTo>
                  <a:lnTo>
                    <a:pt x="24460" y="216535"/>
                  </a:lnTo>
                  <a:lnTo>
                    <a:pt x="20091" y="268046"/>
                  </a:lnTo>
                  <a:lnTo>
                    <a:pt x="34061" y="271538"/>
                  </a:lnTo>
                  <a:lnTo>
                    <a:pt x="35801" y="266306"/>
                  </a:lnTo>
                  <a:lnTo>
                    <a:pt x="39293" y="254076"/>
                  </a:lnTo>
                  <a:lnTo>
                    <a:pt x="41046" y="248843"/>
                  </a:lnTo>
                  <a:lnTo>
                    <a:pt x="42786" y="242722"/>
                  </a:lnTo>
                  <a:lnTo>
                    <a:pt x="46278" y="232244"/>
                  </a:lnTo>
                  <a:lnTo>
                    <a:pt x="48907" y="226136"/>
                  </a:lnTo>
                  <a:close/>
                </a:path>
                <a:path w="694690" h="693419">
                  <a:moveTo>
                    <a:pt x="92557" y="544830"/>
                  </a:moveTo>
                  <a:lnTo>
                    <a:pt x="89065" y="539597"/>
                  </a:lnTo>
                  <a:lnTo>
                    <a:pt x="85572" y="535228"/>
                  </a:lnTo>
                  <a:lnTo>
                    <a:pt x="82080" y="529983"/>
                  </a:lnTo>
                  <a:lnTo>
                    <a:pt x="78587" y="525627"/>
                  </a:lnTo>
                  <a:lnTo>
                    <a:pt x="75095" y="520382"/>
                  </a:lnTo>
                  <a:lnTo>
                    <a:pt x="72478" y="515150"/>
                  </a:lnTo>
                  <a:lnTo>
                    <a:pt x="68986" y="509905"/>
                  </a:lnTo>
                  <a:lnTo>
                    <a:pt x="66370" y="504672"/>
                  </a:lnTo>
                  <a:lnTo>
                    <a:pt x="42786" y="517766"/>
                  </a:lnTo>
                  <a:lnTo>
                    <a:pt x="80340" y="553567"/>
                  </a:lnTo>
                  <a:lnTo>
                    <a:pt x="92557" y="544830"/>
                  </a:lnTo>
                  <a:close/>
                </a:path>
                <a:path w="694690" h="693419">
                  <a:moveTo>
                    <a:pt x="98666" y="143192"/>
                  </a:moveTo>
                  <a:lnTo>
                    <a:pt x="78587" y="126606"/>
                  </a:lnTo>
                  <a:lnTo>
                    <a:pt x="58508" y="174625"/>
                  </a:lnTo>
                  <a:lnTo>
                    <a:pt x="70726" y="182486"/>
                  </a:lnTo>
                  <a:lnTo>
                    <a:pt x="77711" y="172008"/>
                  </a:lnTo>
                  <a:lnTo>
                    <a:pt x="80340" y="166763"/>
                  </a:lnTo>
                  <a:lnTo>
                    <a:pt x="83832" y="162394"/>
                  </a:lnTo>
                  <a:lnTo>
                    <a:pt x="87312" y="157162"/>
                  </a:lnTo>
                  <a:lnTo>
                    <a:pt x="90817" y="152793"/>
                  </a:lnTo>
                  <a:lnTo>
                    <a:pt x="95173" y="148424"/>
                  </a:lnTo>
                  <a:lnTo>
                    <a:pt x="98666" y="143192"/>
                  </a:lnTo>
                  <a:close/>
                </a:path>
                <a:path w="694690" h="693419">
                  <a:moveTo>
                    <a:pt x="161531" y="611187"/>
                  </a:moveTo>
                  <a:lnTo>
                    <a:pt x="157162" y="607695"/>
                  </a:lnTo>
                  <a:lnTo>
                    <a:pt x="151930" y="603326"/>
                  </a:lnTo>
                  <a:lnTo>
                    <a:pt x="147561" y="599833"/>
                  </a:lnTo>
                  <a:lnTo>
                    <a:pt x="142328" y="596341"/>
                  </a:lnTo>
                  <a:lnTo>
                    <a:pt x="137960" y="592848"/>
                  </a:lnTo>
                  <a:lnTo>
                    <a:pt x="133591" y="588492"/>
                  </a:lnTo>
                  <a:lnTo>
                    <a:pt x="129235" y="585000"/>
                  </a:lnTo>
                  <a:lnTo>
                    <a:pt x="124866" y="580631"/>
                  </a:lnTo>
                  <a:lnTo>
                    <a:pt x="106527" y="599833"/>
                  </a:lnTo>
                  <a:lnTo>
                    <a:pt x="152806" y="623417"/>
                  </a:lnTo>
                  <a:lnTo>
                    <a:pt x="161531" y="611187"/>
                  </a:lnTo>
                  <a:close/>
                </a:path>
                <a:path w="694690" h="693419">
                  <a:moveTo>
                    <a:pt x="169392" y="78574"/>
                  </a:moveTo>
                  <a:lnTo>
                    <a:pt x="155422" y="57619"/>
                  </a:lnTo>
                  <a:lnTo>
                    <a:pt x="122237" y="96913"/>
                  </a:lnTo>
                  <a:lnTo>
                    <a:pt x="131851" y="108267"/>
                  </a:lnTo>
                  <a:lnTo>
                    <a:pt x="137083" y="103898"/>
                  </a:lnTo>
                  <a:lnTo>
                    <a:pt x="141452" y="100406"/>
                  </a:lnTo>
                  <a:lnTo>
                    <a:pt x="145821" y="96037"/>
                  </a:lnTo>
                  <a:lnTo>
                    <a:pt x="150190" y="92544"/>
                  </a:lnTo>
                  <a:lnTo>
                    <a:pt x="155422" y="89065"/>
                  </a:lnTo>
                  <a:lnTo>
                    <a:pt x="159791" y="85559"/>
                  </a:lnTo>
                  <a:lnTo>
                    <a:pt x="165023" y="82080"/>
                  </a:lnTo>
                  <a:lnTo>
                    <a:pt x="169392" y="78574"/>
                  </a:lnTo>
                  <a:close/>
                </a:path>
                <a:path w="694690" h="693419">
                  <a:moveTo>
                    <a:pt x="247103" y="653973"/>
                  </a:moveTo>
                  <a:lnTo>
                    <a:pt x="240995" y="652221"/>
                  </a:lnTo>
                  <a:lnTo>
                    <a:pt x="235750" y="649605"/>
                  </a:lnTo>
                  <a:lnTo>
                    <a:pt x="230517" y="647865"/>
                  </a:lnTo>
                  <a:lnTo>
                    <a:pt x="224396" y="645236"/>
                  </a:lnTo>
                  <a:lnTo>
                    <a:pt x="219163" y="643496"/>
                  </a:lnTo>
                  <a:lnTo>
                    <a:pt x="213918" y="640880"/>
                  </a:lnTo>
                  <a:lnTo>
                    <a:pt x="207810" y="638251"/>
                  </a:lnTo>
                  <a:lnTo>
                    <a:pt x="202577" y="635635"/>
                  </a:lnTo>
                  <a:lnTo>
                    <a:pt x="191223" y="659218"/>
                  </a:lnTo>
                  <a:lnTo>
                    <a:pt x="241858" y="667943"/>
                  </a:lnTo>
                  <a:lnTo>
                    <a:pt x="247103" y="653973"/>
                  </a:lnTo>
                  <a:close/>
                </a:path>
                <a:path w="694690" h="693419">
                  <a:moveTo>
                    <a:pt x="256705" y="38417"/>
                  </a:moveTo>
                  <a:lnTo>
                    <a:pt x="249720" y="13093"/>
                  </a:lnTo>
                  <a:lnTo>
                    <a:pt x="206933" y="41033"/>
                  </a:lnTo>
                  <a:lnTo>
                    <a:pt x="212178" y="55003"/>
                  </a:lnTo>
                  <a:lnTo>
                    <a:pt x="218287" y="53263"/>
                  </a:lnTo>
                  <a:lnTo>
                    <a:pt x="228765" y="48018"/>
                  </a:lnTo>
                  <a:lnTo>
                    <a:pt x="234873" y="46278"/>
                  </a:lnTo>
                  <a:lnTo>
                    <a:pt x="240118" y="43649"/>
                  </a:lnTo>
                  <a:lnTo>
                    <a:pt x="245351" y="41910"/>
                  </a:lnTo>
                  <a:lnTo>
                    <a:pt x="251472" y="40157"/>
                  </a:lnTo>
                  <a:lnTo>
                    <a:pt x="256705" y="38417"/>
                  </a:lnTo>
                  <a:close/>
                </a:path>
                <a:path w="694690" h="693419">
                  <a:moveTo>
                    <a:pt x="341401" y="669683"/>
                  </a:moveTo>
                  <a:lnTo>
                    <a:pt x="329171" y="669683"/>
                  </a:lnTo>
                  <a:lnTo>
                    <a:pt x="323938" y="668820"/>
                  </a:lnTo>
                  <a:lnTo>
                    <a:pt x="317830" y="667943"/>
                  </a:lnTo>
                  <a:lnTo>
                    <a:pt x="311708" y="667943"/>
                  </a:lnTo>
                  <a:lnTo>
                    <a:pt x="305600" y="667067"/>
                  </a:lnTo>
                  <a:lnTo>
                    <a:pt x="300367" y="666203"/>
                  </a:lnTo>
                  <a:lnTo>
                    <a:pt x="294246" y="665327"/>
                  </a:lnTo>
                  <a:lnTo>
                    <a:pt x="289890" y="691515"/>
                  </a:lnTo>
                  <a:lnTo>
                    <a:pt x="340525" y="684530"/>
                  </a:lnTo>
                  <a:lnTo>
                    <a:pt x="341401" y="669683"/>
                  </a:lnTo>
                  <a:close/>
                </a:path>
                <a:path w="694690" h="693419">
                  <a:moveTo>
                    <a:pt x="353618" y="0"/>
                  </a:moveTo>
                  <a:lnTo>
                    <a:pt x="302983" y="13970"/>
                  </a:lnTo>
                  <a:lnTo>
                    <a:pt x="304723" y="28816"/>
                  </a:lnTo>
                  <a:lnTo>
                    <a:pt x="316953" y="27063"/>
                  </a:lnTo>
                  <a:lnTo>
                    <a:pt x="323062" y="27063"/>
                  </a:lnTo>
                  <a:lnTo>
                    <a:pt x="329171" y="26187"/>
                  </a:lnTo>
                  <a:lnTo>
                    <a:pt x="352755" y="26187"/>
                  </a:lnTo>
                  <a:lnTo>
                    <a:pt x="353618" y="0"/>
                  </a:lnTo>
                  <a:close/>
                </a:path>
                <a:path w="694690" h="693419">
                  <a:moveTo>
                    <a:pt x="440067" y="671436"/>
                  </a:moveTo>
                  <a:lnTo>
                    <a:pt x="436575" y="657466"/>
                  </a:lnTo>
                  <a:lnTo>
                    <a:pt x="430453" y="659218"/>
                  </a:lnTo>
                  <a:lnTo>
                    <a:pt x="425221" y="660082"/>
                  </a:lnTo>
                  <a:lnTo>
                    <a:pt x="419112" y="661835"/>
                  </a:lnTo>
                  <a:lnTo>
                    <a:pt x="412991" y="662698"/>
                  </a:lnTo>
                  <a:lnTo>
                    <a:pt x="406882" y="664451"/>
                  </a:lnTo>
                  <a:lnTo>
                    <a:pt x="401650" y="665327"/>
                  </a:lnTo>
                  <a:lnTo>
                    <a:pt x="389420" y="667067"/>
                  </a:lnTo>
                  <a:lnTo>
                    <a:pt x="392912" y="693267"/>
                  </a:lnTo>
                  <a:lnTo>
                    <a:pt x="440067" y="671436"/>
                  </a:lnTo>
                  <a:close/>
                </a:path>
                <a:path w="694690" h="693419">
                  <a:moveTo>
                    <a:pt x="455777" y="17462"/>
                  </a:moveTo>
                  <a:lnTo>
                    <a:pt x="404266" y="15709"/>
                  </a:lnTo>
                  <a:lnTo>
                    <a:pt x="401650" y="30556"/>
                  </a:lnTo>
                  <a:lnTo>
                    <a:pt x="406882" y="31432"/>
                  </a:lnTo>
                  <a:lnTo>
                    <a:pt x="412991" y="33172"/>
                  </a:lnTo>
                  <a:lnTo>
                    <a:pt x="419112" y="34048"/>
                  </a:lnTo>
                  <a:lnTo>
                    <a:pt x="424345" y="34925"/>
                  </a:lnTo>
                  <a:lnTo>
                    <a:pt x="430453" y="36664"/>
                  </a:lnTo>
                  <a:lnTo>
                    <a:pt x="435698" y="38417"/>
                  </a:lnTo>
                  <a:lnTo>
                    <a:pt x="441807" y="40157"/>
                  </a:lnTo>
                  <a:lnTo>
                    <a:pt x="447052" y="41910"/>
                  </a:lnTo>
                  <a:lnTo>
                    <a:pt x="455777" y="17462"/>
                  </a:lnTo>
                  <a:close/>
                </a:path>
                <a:path w="694690" h="693419">
                  <a:moveTo>
                    <a:pt x="530872" y="629526"/>
                  </a:moveTo>
                  <a:lnTo>
                    <a:pt x="523011" y="617296"/>
                  </a:lnTo>
                  <a:lnTo>
                    <a:pt x="518642" y="619925"/>
                  </a:lnTo>
                  <a:lnTo>
                    <a:pt x="513410" y="623417"/>
                  </a:lnTo>
                  <a:lnTo>
                    <a:pt x="508165" y="626033"/>
                  </a:lnTo>
                  <a:lnTo>
                    <a:pt x="502932" y="629526"/>
                  </a:lnTo>
                  <a:lnTo>
                    <a:pt x="487210" y="637387"/>
                  </a:lnTo>
                  <a:lnTo>
                    <a:pt x="481101" y="640003"/>
                  </a:lnTo>
                  <a:lnTo>
                    <a:pt x="492455" y="663575"/>
                  </a:lnTo>
                  <a:lnTo>
                    <a:pt x="530872" y="629526"/>
                  </a:lnTo>
                  <a:close/>
                </a:path>
                <a:path w="694690" h="693419">
                  <a:moveTo>
                    <a:pt x="548335" y="63741"/>
                  </a:moveTo>
                  <a:lnTo>
                    <a:pt x="499440" y="47155"/>
                  </a:lnTo>
                  <a:lnTo>
                    <a:pt x="491578" y="60248"/>
                  </a:lnTo>
                  <a:lnTo>
                    <a:pt x="497687" y="63741"/>
                  </a:lnTo>
                  <a:lnTo>
                    <a:pt x="508165" y="68973"/>
                  </a:lnTo>
                  <a:lnTo>
                    <a:pt x="512533" y="72466"/>
                  </a:lnTo>
                  <a:lnTo>
                    <a:pt x="517766" y="75082"/>
                  </a:lnTo>
                  <a:lnTo>
                    <a:pt x="528256" y="82080"/>
                  </a:lnTo>
                  <a:lnTo>
                    <a:pt x="532612" y="85559"/>
                  </a:lnTo>
                  <a:lnTo>
                    <a:pt x="548335" y="63741"/>
                  </a:lnTo>
                  <a:close/>
                </a:path>
                <a:path w="694690" h="693419">
                  <a:moveTo>
                    <a:pt x="605955" y="563168"/>
                  </a:moveTo>
                  <a:lnTo>
                    <a:pt x="594601" y="552691"/>
                  </a:lnTo>
                  <a:lnTo>
                    <a:pt x="591121" y="557923"/>
                  </a:lnTo>
                  <a:lnTo>
                    <a:pt x="582383" y="566661"/>
                  </a:lnTo>
                  <a:lnTo>
                    <a:pt x="578891" y="571030"/>
                  </a:lnTo>
                  <a:lnTo>
                    <a:pt x="570166" y="579755"/>
                  </a:lnTo>
                  <a:lnTo>
                    <a:pt x="565797" y="583247"/>
                  </a:lnTo>
                  <a:lnTo>
                    <a:pt x="561428" y="587616"/>
                  </a:lnTo>
                  <a:lnTo>
                    <a:pt x="578891" y="606831"/>
                  </a:lnTo>
                  <a:lnTo>
                    <a:pt x="605955" y="563168"/>
                  </a:lnTo>
                  <a:close/>
                </a:path>
                <a:path w="694690" h="693419">
                  <a:moveTo>
                    <a:pt x="622554" y="136207"/>
                  </a:moveTo>
                  <a:lnTo>
                    <a:pt x="580644" y="105651"/>
                  </a:lnTo>
                  <a:lnTo>
                    <a:pt x="570166" y="116128"/>
                  </a:lnTo>
                  <a:lnTo>
                    <a:pt x="583260" y="129222"/>
                  </a:lnTo>
                  <a:lnTo>
                    <a:pt x="586752" y="133591"/>
                  </a:lnTo>
                  <a:lnTo>
                    <a:pt x="591121" y="137947"/>
                  </a:lnTo>
                  <a:lnTo>
                    <a:pt x="598106" y="146685"/>
                  </a:lnTo>
                  <a:lnTo>
                    <a:pt x="601599" y="151930"/>
                  </a:lnTo>
                  <a:lnTo>
                    <a:pt x="622554" y="136207"/>
                  </a:lnTo>
                  <a:close/>
                </a:path>
                <a:path w="694690" h="693419">
                  <a:moveTo>
                    <a:pt x="657479" y="476732"/>
                  </a:moveTo>
                  <a:lnTo>
                    <a:pt x="643509" y="470611"/>
                  </a:lnTo>
                  <a:lnTo>
                    <a:pt x="641756" y="476732"/>
                  </a:lnTo>
                  <a:lnTo>
                    <a:pt x="628662" y="502920"/>
                  </a:lnTo>
                  <a:lnTo>
                    <a:pt x="625170" y="508165"/>
                  </a:lnTo>
                  <a:lnTo>
                    <a:pt x="622554" y="513397"/>
                  </a:lnTo>
                  <a:lnTo>
                    <a:pt x="645248" y="527367"/>
                  </a:lnTo>
                  <a:lnTo>
                    <a:pt x="657479" y="476732"/>
                  </a:lnTo>
                  <a:close/>
                </a:path>
                <a:path w="694690" h="693419">
                  <a:moveTo>
                    <a:pt x="673188" y="227012"/>
                  </a:moveTo>
                  <a:lnTo>
                    <a:pt x="641756" y="185978"/>
                  </a:lnTo>
                  <a:lnTo>
                    <a:pt x="628662" y="192087"/>
                  </a:lnTo>
                  <a:lnTo>
                    <a:pt x="631278" y="198196"/>
                  </a:lnTo>
                  <a:lnTo>
                    <a:pt x="634771" y="203441"/>
                  </a:lnTo>
                  <a:lnTo>
                    <a:pt x="636511" y="208673"/>
                  </a:lnTo>
                  <a:lnTo>
                    <a:pt x="641756" y="219151"/>
                  </a:lnTo>
                  <a:lnTo>
                    <a:pt x="643509" y="224396"/>
                  </a:lnTo>
                  <a:lnTo>
                    <a:pt x="646125" y="230505"/>
                  </a:lnTo>
                  <a:lnTo>
                    <a:pt x="647865" y="235737"/>
                  </a:lnTo>
                  <a:lnTo>
                    <a:pt x="673188" y="227012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81913" y="379806"/>
                  </a:lnTo>
                  <a:lnTo>
                    <a:pt x="667080" y="378066"/>
                  </a:lnTo>
                  <a:lnTo>
                    <a:pt x="665327" y="390283"/>
                  </a:lnTo>
                  <a:lnTo>
                    <a:pt x="664451" y="401637"/>
                  </a:lnTo>
                  <a:lnTo>
                    <a:pt x="661835" y="412991"/>
                  </a:lnTo>
                  <a:lnTo>
                    <a:pt x="659218" y="425208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75805" y="279400"/>
                  </a:lnTo>
                  <a:lnTo>
                    <a:pt x="661835" y="282016"/>
                  </a:lnTo>
                  <a:lnTo>
                    <a:pt x="664451" y="294246"/>
                  </a:lnTo>
                  <a:lnTo>
                    <a:pt x="665327" y="305600"/>
                  </a:lnTo>
                  <a:lnTo>
                    <a:pt x="667080" y="317817"/>
                  </a:lnTo>
                  <a:lnTo>
                    <a:pt x="667956" y="329171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ED08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19061" y="1307731"/>
              <a:ext cx="694690" cy="693420"/>
            </a:xfrm>
            <a:custGeom>
              <a:avLst/>
              <a:gdLst/>
              <a:ahLst/>
              <a:cxnLst/>
              <a:rect l="l" t="t" r="r" b="b"/>
              <a:pathLst>
                <a:path w="694690" h="693419">
                  <a:moveTo>
                    <a:pt x="32308" y="415607"/>
                  </a:moveTo>
                  <a:lnTo>
                    <a:pt x="29692" y="403390"/>
                  </a:lnTo>
                  <a:lnTo>
                    <a:pt x="27952" y="392036"/>
                  </a:lnTo>
                  <a:lnTo>
                    <a:pt x="26200" y="367588"/>
                  </a:lnTo>
                  <a:lnTo>
                    <a:pt x="10490" y="368465"/>
                  </a:lnTo>
                  <a:lnTo>
                    <a:pt x="6997" y="420852"/>
                  </a:lnTo>
                  <a:lnTo>
                    <a:pt x="32308" y="415607"/>
                  </a:lnTo>
                  <a:close/>
                </a:path>
                <a:path w="694690" h="693419">
                  <a:moveTo>
                    <a:pt x="34061" y="272415"/>
                  </a:moveTo>
                  <a:lnTo>
                    <a:pt x="20091" y="268046"/>
                  </a:lnTo>
                  <a:lnTo>
                    <a:pt x="0" y="316941"/>
                  </a:lnTo>
                  <a:lnTo>
                    <a:pt x="26200" y="319570"/>
                  </a:lnTo>
                  <a:lnTo>
                    <a:pt x="27952" y="308216"/>
                  </a:lnTo>
                  <a:lnTo>
                    <a:pt x="31445" y="283768"/>
                  </a:lnTo>
                  <a:lnTo>
                    <a:pt x="34061" y="272415"/>
                  </a:lnTo>
                  <a:close/>
                </a:path>
                <a:path w="694690" h="693419">
                  <a:moveTo>
                    <a:pt x="66370" y="505536"/>
                  </a:moveTo>
                  <a:lnTo>
                    <a:pt x="63741" y="499427"/>
                  </a:lnTo>
                  <a:lnTo>
                    <a:pt x="60248" y="494195"/>
                  </a:lnTo>
                  <a:lnTo>
                    <a:pt x="52387" y="478472"/>
                  </a:lnTo>
                  <a:lnTo>
                    <a:pt x="50647" y="472363"/>
                  </a:lnTo>
                  <a:lnTo>
                    <a:pt x="48031" y="467118"/>
                  </a:lnTo>
                  <a:lnTo>
                    <a:pt x="46278" y="461010"/>
                  </a:lnTo>
                  <a:lnTo>
                    <a:pt x="31445" y="466255"/>
                  </a:lnTo>
                  <a:lnTo>
                    <a:pt x="42786" y="517766"/>
                  </a:lnTo>
                  <a:lnTo>
                    <a:pt x="66370" y="505536"/>
                  </a:lnTo>
                  <a:close/>
                </a:path>
                <a:path w="694690" h="693419">
                  <a:moveTo>
                    <a:pt x="70726" y="183349"/>
                  </a:moveTo>
                  <a:lnTo>
                    <a:pt x="57632" y="175501"/>
                  </a:lnTo>
                  <a:lnTo>
                    <a:pt x="24460" y="216535"/>
                  </a:lnTo>
                  <a:lnTo>
                    <a:pt x="48907" y="226136"/>
                  </a:lnTo>
                  <a:lnTo>
                    <a:pt x="51523" y="220903"/>
                  </a:lnTo>
                  <a:lnTo>
                    <a:pt x="53263" y="214782"/>
                  </a:lnTo>
                  <a:lnTo>
                    <a:pt x="56756" y="209550"/>
                  </a:lnTo>
                  <a:lnTo>
                    <a:pt x="58508" y="204317"/>
                  </a:lnTo>
                  <a:lnTo>
                    <a:pt x="62001" y="199072"/>
                  </a:lnTo>
                  <a:lnTo>
                    <a:pt x="67233" y="188595"/>
                  </a:lnTo>
                  <a:lnTo>
                    <a:pt x="70726" y="183349"/>
                  </a:lnTo>
                  <a:close/>
                </a:path>
                <a:path w="694690" h="693419">
                  <a:moveTo>
                    <a:pt x="124866" y="580631"/>
                  </a:moveTo>
                  <a:lnTo>
                    <a:pt x="120497" y="577138"/>
                  </a:lnTo>
                  <a:lnTo>
                    <a:pt x="116128" y="572770"/>
                  </a:lnTo>
                  <a:lnTo>
                    <a:pt x="111772" y="567537"/>
                  </a:lnTo>
                  <a:lnTo>
                    <a:pt x="108280" y="563168"/>
                  </a:lnTo>
                  <a:lnTo>
                    <a:pt x="99542" y="554431"/>
                  </a:lnTo>
                  <a:lnTo>
                    <a:pt x="96050" y="550075"/>
                  </a:lnTo>
                  <a:lnTo>
                    <a:pt x="92557" y="544830"/>
                  </a:lnTo>
                  <a:lnTo>
                    <a:pt x="80340" y="553567"/>
                  </a:lnTo>
                  <a:lnTo>
                    <a:pt x="106527" y="599833"/>
                  </a:lnTo>
                  <a:lnTo>
                    <a:pt x="124866" y="580631"/>
                  </a:lnTo>
                  <a:close/>
                </a:path>
                <a:path w="694690" h="693419">
                  <a:moveTo>
                    <a:pt x="131851" y="108267"/>
                  </a:moveTo>
                  <a:lnTo>
                    <a:pt x="122237" y="96913"/>
                  </a:lnTo>
                  <a:lnTo>
                    <a:pt x="78587" y="126606"/>
                  </a:lnTo>
                  <a:lnTo>
                    <a:pt x="97802" y="143192"/>
                  </a:lnTo>
                  <a:lnTo>
                    <a:pt x="106527" y="134467"/>
                  </a:lnTo>
                  <a:lnTo>
                    <a:pt x="110020" y="130098"/>
                  </a:lnTo>
                  <a:lnTo>
                    <a:pt x="131851" y="108267"/>
                  </a:lnTo>
                  <a:close/>
                </a:path>
                <a:path w="694690" h="693419">
                  <a:moveTo>
                    <a:pt x="203441" y="635635"/>
                  </a:moveTo>
                  <a:lnTo>
                    <a:pt x="197332" y="633018"/>
                  </a:lnTo>
                  <a:lnTo>
                    <a:pt x="186855" y="627773"/>
                  </a:lnTo>
                  <a:lnTo>
                    <a:pt x="181622" y="624293"/>
                  </a:lnTo>
                  <a:lnTo>
                    <a:pt x="177253" y="620788"/>
                  </a:lnTo>
                  <a:lnTo>
                    <a:pt x="172008" y="618172"/>
                  </a:lnTo>
                  <a:lnTo>
                    <a:pt x="161531" y="611187"/>
                  </a:lnTo>
                  <a:lnTo>
                    <a:pt x="152806" y="623417"/>
                  </a:lnTo>
                  <a:lnTo>
                    <a:pt x="191223" y="659218"/>
                  </a:lnTo>
                  <a:lnTo>
                    <a:pt x="203441" y="635635"/>
                  </a:lnTo>
                  <a:close/>
                </a:path>
                <a:path w="694690" h="693419">
                  <a:moveTo>
                    <a:pt x="212178" y="55880"/>
                  </a:moveTo>
                  <a:lnTo>
                    <a:pt x="206070" y="41910"/>
                  </a:lnTo>
                  <a:lnTo>
                    <a:pt x="155422" y="56756"/>
                  </a:lnTo>
                  <a:lnTo>
                    <a:pt x="169392" y="78574"/>
                  </a:lnTo>
                  <a:lnTo>
                    <a:pt x="174625" y="75082"/>
                  </a:lnTo>
                  <a:lnTo>
                    <a:pt x="185115" y="69850"/>
                  </a:lnTo>
                  <a:lnTo>
                    <a:pt x="190347" y="66357"/>
                  </a:lnTo>
                  <a:lnTo>
                    <a:pt x="200825" y="61112"/>
                  </a:lnTo>
                  <a:lnTo>
                    <a:pt x="206933" y="58496"/>
                  </a:lnTo>
                  <a:lnTo>
                    <a:pt x="212178" y="55880"/>
                  </a:lnTo>
                  <a:close/>
                </a:path>
                <a:path w="694690" h="693419">
                  <a:moveTo>
                    <a:pt x="294246" y="665327"/>
                  </a:moveTo>
                  <a:lnTo>
                    <a:pt x="282028" y="663575"/>
                  </a:lnTo>
                  <a:lnTo>
                    <a:pt x="276783" y="661835"/>
                  </a:lnTo>
                  <a:lnTo>
                    <a:pt x="270675" y="660082"/>
                  </a:lnTo>
                  <a:lnTo>
                    <a:pt x="264566" y="659218"/>
                  </a:lnTo>
                  <a:lnTo>
                    <a:pt x="258457" y="657466"/>
                  </a:lnTo>
                  <a:lnTo>
                    <a:pt x="253212" y="655713"/>
                  </a:lnTo>
                  <a:lnTo>
                    <a:pt x="247103" y="653973"/>
                  </a:lnTo>
                  <a:lnTo>
                    <a:pt x="241858" y="667943"/>
                  </a:lnTo>
                  <a:lnTo>
                    <a:pt x="289890" y="691515"/>
                  </a:lnTo>
                  <a:lnTo>
                    <a:pt x="294246" y="665327"/>
                  </a:lnTo>
                  <a:close/>
                </a:path>
                <a:path w="694690" h="693419">
                  <a:moveTo>
                    <a:pt x="304723" y="28816"/>
                  </a:moveTo>
                  <a:lnTo>
                    <a:pt x="302983" y="13970"/>
                  </a:lnTo>
                  <a:lnTo>
                    <a:pt x="249720" y="13093"/>
                  </a:lnTo>
                  <a:lnTo>
                    <a:pt x="256705" y="38417"/>
                  </a:lnTo>
                  <a:lnTo>
                    <a:pt x="268935" y="34925"/>
                  </a:lnTo>
                  <a:lnTo>
                    <a:pt x="275043" y="34048"/>
                  </a:lnTo>
                  <a:lnTo>
                    <a:pt x="280276" y="32308"/>
                  </a:lnTo>
                  <a:lnTo>
                    <a:pt x="304723" y="28816"/>
                  </a:lnTo>
                  <a:close/>
                </a:path>
                <a:path w="694690" h="693419">
                  <a:moveTo>
                    <a:pt x="392912" y="693267"/>
                  </a:moveTo>
                  <a:lnTo>
                    <a:pt x="389420" y="667067"/>
                  </a:lnTo>
                  <a:lnTo>
                    <a:pt x="383311" y="667943"/>
                  </a:lnTo>
                  <a:lnTo>
                    <a:pt x="378066" y="667943"/>
                  </a:lnTo>
                  <a:lnTo>
                    <a:pt x="365848" y="669683"/>
                  </a:lnTo>
                  <a:lnTo>
                    <a:pt x="341401" y="669683"/>
                  </a:lnTo>
                  <a:lnTo>
                    <a:pt x="341401" y="684530"/>
                  </a:lnTo>
                  <a:lnTo>
                    <a:pt x="392912" y="693267"/>
                  </a:lnTo>
                  <a:close/>
                </a:path>
                <a:path w="694690" h="693419">
                  <a:moveTo>
                    <a:pt x="403390" y="15709"/>
                  </a:moveTo>
                  <a:lnTo>
                    <a:pt x="353618" y="0"/>
                  </a:lnTo>
                  <a:lnTo>
                    <a:pt x="352755" y="26187"/>
                  </a:lnTo>
                  <a:lnTo>
                    <a:pt x="364096" y="26187"/>
                  </a:lnTo>
                  <a:lnTo>
                    <a:pt x="370217" y="27063"/>
                  </a:lnTo>
                  <a:lnTo>
                    <a:pt x="376326" y="27063"/>
                  </a:lnTo>
                  <a:lnTo>
                    <a:pt x="400773" y="30556"/>
                  </a:lnTo>
                  <a:lnTo>
                    <a:pt x="403390" y="15709"/>
                  </a:lnTo>
                  <a:close/>
                </a:path>
                <a:path w="694690" h="693419">
                  <a:moveTo>
                    <a:pt x="492455" y="663575"/>
                  </a:moveTo>
                  <a:lnTo>
                    <a:pt x="481101" y="640003"/>
                  </a:lnTo>
                  <a:lnTo>
                    <a:pt x="470623" y="645236"/>
                  </a:lnTo>
                  <a:lnTo>
                    <a:pt x="465378" y="646988"/>
                  </a:lnTo>
                  <a:lnTo>
                    <a:pt x="459270" y="649605"/>
                  </a:lnTo>
                  <a:lnTo>
                    <a:pt x="454037" y="651357"/>
                  </a:lnTo>
                  <a:lnTo>
                    <a:pt x="447916" y="653097"/>
                  </a:lnTo>
                  <a:lnTo>
                    <a:pt x="442683" y="654850"/>
                  </a:lnTo>
                  <a:lnTo>
                    <a:pt x="436575" y="656590"/>
                  </a:lnTo>
                  <a:lnTo>
                    <a:pt x="440067" y="671436"/>
                  </a:lnTo>
                  <a:lnTo>
                    <a:pt x="492455" y="663575"/>
                  </a:lnTo>
                  <a:close/>
                </a:path>
                <a:path w="694690" h="693419">
                  <a:moveTo>
                    <a:pt x="498563" y="47155"/>
                  </a:moveTo>
                  <a:lnTo>
                    <a:pt x="455777" y="17462"/>
                  </a:lnTo>
                  <a:lnTo>
                    <a:pt x="447052" y="41910"/>
                  </a:lnTo>
                  <a:lnTo>
                    <a:pt x="453161" y="43649"/>
                  </a:lnTo>
                  <a:lnTo>
                    <a:pt x="459270" y="46278"/>
                  </a:lnTo>
                  <a:lnTo>
                    <a:pt x="464515" y="48018"/>
                  </a:lnTo>
                  <a:lnTo>
                    <a:pt x="469747" y="50634"/>
                  </a:lnTo>
                  <a:lnTo>
                    <a:pt x="475856" y="53263"/>
                  </a:lnTo>
                  <a:lnTo>
                    <a:pt x="481101" y="55003"/>
                  </a:lnTo>
                  <a:lnTo>
                    <a:pt x="491578" y="60248"/>
                  </a:lnTo>
                  <a:lnTo>
                    <a:pt x="498563" y="47155"/>
                  </a:lnTo>
                  <a:close/>
                </a:path>
                <a:path w="694690" h="693419">
                  <a:moveTo>
                    <a:pt x="578891" y="606831"/>
                  </a:moveTo>
                  <a:lnTo>
                    <a:pt x="561428" y="587616"/>
                  </a:lnTo>
                  <a:lnTo>
                    <a:pt x="557060" y="591985"/>
                  </a:lnTo>
                  <a:lnTo>
                    <a:pt x="552704" y="595477"/>
                  </a:lnTo>
                  <a:lnTo>
                    <a:pt x="547458" y="598970"/>
                  </a:lnTo>
                  <a:lnTo>
                    <a:pt x="543090" y="602462"/>
                  </a:lnTo>
                  <a:lnTo>
                    <a:pt x="537857" y="606831"/>
                  </a:lnTo>
                  <a:lnTo>
                    <a:pt x="533488" y="609447"/>
                  </a:lnTo>
                  <a:lnTo>
                    <a:pt x="523011" y="616432"/>
                  </a:lnTo>
                  <a:lnTo>
                    <a:pt x="531736" y="629526"/>
                  </a:lnTo>
                  <a:lnTo>
                    <a:pt x="578891" y="606831"/>
                  </a:lnTo>
                  <a:close/>
                </a:path>
                <a:path w="694690" h="693419">
                  <a:moveTo>
                    <a:pt x="580644" y="105651"/>
                  </a:moveTo>
                  <a:lnTo>
                    <a:pt x="548335" y="63741"/>
                  </a:lnTo>
                  <a:lnTo>
                    <a:pt x="532612" y="85559"/>
                  </a:lnTo>
                  <a:lnTo>
                    <a:pt x="537857" y="89065"/>
                  </a:lnTo>
                  <a:lnTo>
                    <a:pt x="542213" y="92544"/>
                  </a:lnTo>
                  <a:lnTo>
                    <a:pt x="547458" y="96037"/>
                  </a:lnTo>
                  <a:lnTo>
                    <a:pt x="551827" y="99542"/>
                  </a:lnTo>
                  <a:lnTo>
                    <a:pt x="557060" y="103898"/>
                  </a:lnTo>
                  <a:lnTo>
                    <a:pt x="561428" y="108267"/>
                  </a:lnTo>
                  <a:lnTo>
                    <a:pt x="565797" y="111760"/>
                  </a:lnTo>
                  <a:lnTo>
                    <a:pt x="570166" y="116128"/>
                  </a:lnTo>
                  <a:lnTo>
                    <a:pt x="580644" y="105651"/>
                  </a:lnTo>
                  <a:close/>
                </a:path>
                <a:path w="694690" h="693419">
                  <a:moveTo>
                    <a:pt x="641756" y="185102"/>
                  </a:moveTo>
                  <a:lnTo>
                    <a:pt x="622554" y="136207"/>
                  </a:lnTo>
                  <a:lnTo>
                    <a:pt x="601599" y="151930"/>
                  </a:lnTo>
                  <a:lnTo>
                    <a:pt x="605955" y="156286"/>
                  </a:lnTo>
                  <a:lnTo>
                    <a:pt x="609447" y="161531"/>
                  </a:lnTo>
                  <a:lnTo>
                    <a:pt x="612063" y="166763"/>
                  </a:lnTo>
                  <a:lnTo>
                    <a:pt x="615569" y="171132"/>
                  </a:lnTo>
                  <a:lnTo>
                    <a:pt x="619061" y="177241"/>
                  </a:lnTo>
                  <a:lnTo>
                    <a:pt x="622554" y="181610"/>
                  </a:lnTo>
                  <a:lnTo>
                    <a:pt x="625170" y="186855"/>
                  </a:lnTo>
                  <a:lnTo>
                    <a:pt x="628662" y="192087"/>
                  </a:lnTo>
                  <a:lnTo>
                    <a:pt x="641756" y="185102"/>
                  </a:lnTo>
                  <a:close/>
                </a:path>
                <a:path w="694690" h="693419">
                  <a:moveTo>
                    <a:pt x="645248" y="527367"/>
                  </a:moveTo>
                  <a:lnTo>
                    <a:pt x="622554" y="513397"/>
                  </a:lnTo>
                  <a:lnTo>
                    <a:pt x="619925" y="518642"/>
                  </a:lnTo>
                  <a:lnTo>
                    <a:pt x="612940" y="529120"/>
                  </a:lnTo>
                  <a:lnTo>
                    <a:pt x="609447" y="533476"/>
                  </a:lnTo>
                  <a:lnTo>
                    <a:pt x="605955" y="538721"/>
                  </a:lnTo>
                  <a:lnTo>
                    <a:pt x="602462" y="543090"/>
                  </a:lnTo>
                  <a:lnTo>
                    <a:pt x="598106" y="548322"/>
                  </a:lnTo>
                  <a:lnTo>
                    <a:pt x="594601" y="552691"/>
                  </a:lnTo>
                  <a:lnTo>
                    <a:pt x="605955" y="562292"/>
                  </a:lnTo>
                  <a:lnTo>
                    <a:pt x="645248" y="527367"/>
                  </a:lnTo>
                  <a:close/>
                </a:path>
                <a:path w="694690" h="693419">
                  <a:moveTo>
                    <a:pt x="675805" y="279400"/>
                  </a:moveTo>
                  <a:lnTo>
                    <a:pt x="673188" y="227012"/>
                  </a:lnTo>
                  <a:lnTo>
                    <a:pt x="647865" y="235737"/>
                  </a:lnTo>
                  <a:lnTo>
                    <a:pt x="650494" y="240982"/>
                  </a:lnTo>
                  <a:lnTo>
                    <a:pt x="653986" y="253199"/>
                  </a:lnTo>
                  <a:lnTo>
                    <a:pt x="655726" y="258445"/>
                  </a:lnTo>
                  <a:lnTo>
                    <a:pt x="659218" y="270675"/>
                  </a:lnTo>
                  <a:lnTo>
                    <a:pt x="660095" y="275907"/>
                  </a:lnTo>
                  <a:lnTo>
                    <a:pt x="661835" y="282016"/>
                  </a:lnTo>
                  <a:lnTo>
                    <a:pt x="675805" y="279400"/>
                  </a:lnTo>
                  <a:close/>
                </a:path>
                <a:path w="694690" h="693419">
                  <a:moveTo>
                    <a:pt x="684542" y="431330"/>
                  </a:moveTo>
                  <a:lnTo>
                    <a:pt x="659218" y="425208"/>
                  </a:lnTo>
                  <a:lnTo>
                    <a:pt x="657479" y="430453"/>
                  </a:lnTo>
                  <a:lnTo>
                    <a:pt x="653986" y="442671"/>
                  </a:lnTo>
                  <a:lnTo>
                    <a:pt x="652233" y="447916"/>
                  </a:lnTo>
                  <a:lnTo>
                    <a:pt x="650494" y="454025"/>
                  </a:lnTo>
                  <a:lnTo>
                    <a:pt x="648741" y="459270"/>
                  </a:lnTo>
                  <a:lnTo>
                    <a:pt x="646125" y="465378"/>
                  </a:lnTo>
                  <a:lnTo>
                    <a:pt x="643509" y="470611"/>
                  </a:lnTo>
                  <a:lnTo>
                    <a:pt x="657479" y="476732"/>
                  </a:lnTo>
                  <a:lnTo>
                    <a:pt x="684542" y="431330"/>
                  </a:lnTo>
                  <a:close/>
                </a:path>
                <a:path w="694690" h="693419">
                  <a:moveTo>
                    <a:pt x="694143" y="328295"/>
                  </a:moveTo>
                  <a:lnTo>
                    <a:pt x="667956" y="329171"/>
                  </a:lnTo>
                  <a:lnTo>
                    <a:pt x="668820" y="341388"/>
                  </a:lnTo>
                  <a:lnTo>
                    <a:pt x="668820" y="353618"/>
                  </a:lnTo>
                  <a:lnTo>
                    <a:pt x="667080" y="378066"/>
                  </a:lnTo>
                  <a:lnTo>
                    <a:pt x="681913" y="379806"/>
                  </a:lnTo>
                  <a:lnTo>
                    <a:pt x="694143" y="328295"/>
                  </a:lnTo>
                  <a:close/>
                </a:path>
              </a:pathLst>
            </a:custGeom>
            <a:solidFill>
              <a:srgbClr val="008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>
            <a:spLocks noGrp="1"/>
          </p:cNvSpPr>
          <p:nvPr>
            <p:ph type="title"/>
          </p:nvPr>
        </p:nvSpPr>
        <p:spPr>
          <a:xfrm>
            <a:off x="349413" y="458722"/>
            <a:ext cx="3636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Scraper</a:t>
            </a:r>
            <a:r>
              <a:rPr spc="-114" dirty="0"/>
              <a:t> </a:t>
            </a:r>
            <a:r>
              <a:rPr spc="-50" dirty="0"/>
              <a:t>Type</a:t>
            </a:r>
            <a:r>
              <a:rPr spc="-114" dirty="0"/>
              <a:t> </a:t>
            </a:r>
            <a:r>
              <a:rPr dirty="0"/>
              <a:t>B6</a:t>
            </a:r>
            <a:r>
              <a:rPr spc="-110" dirty="0"/>
              <a:t> </a:t>
            </a:r>
            <a:r>
              <a:rPr dirty="0"/>
              <a:t>+</a:t>
            </a:r>
            <a:r>
              <a:rPr spc="-114" dirty="0"/>
              <a:t> </a:t>
            </a:r>
            <a:r>
              <a:rPr spc="-20" dirty="0"/>
              <a:t>PEM*</a:t>
            </a:r>
            <a:r>
              <a:rPr spc="-110" dirty="0"/>
              <a:t> </a:t>
            </a:r>
            <a:r>
              <a:rPr spc="-50" dirty="0"/>
              <a:t>-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©2000</a:t>
            </a:r>
            <a:r>
              <a:rPr spc="75" dirty="0"/>
              <a:t> </a:t>
            </a:r>
            <a:r>
              <a:rPr spc="-10" dirty="0"/>
              <a:t>HOSCH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9152148" y="7295115"/>
            <a:ext cx="1195070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spc="-20" dirty="0">
                <a:latin typeface="Gill Sans MT"/>
                <a:cs typeface="Gill Sans MT"/>
              </a:rPr>
              <a:t>Installation</a:t>
            </a:r>
            <a:r>
              <a:rPr sz="600" spc="4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II</a:t>
            </a:r>
            <a:r>
              <a:rPr sz="600" spc="4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4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0831T</a:t>
            </a:r>
            <a:r>
              <a:rPr sz="600" spc="4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4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20000626</a:t>
            </a:r>
            <a:r>
              <a:rPr sz="600" spc="4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40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49413" y="692377"/>
            <a:ext cx="2357755" cy="1193165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2400" b="1" spc="-40" dirty="0">
                <a:latin typeface="Gill Sans MT"/>
                <a:cs typeface="Gill Sans MT"/>
              </a:rPr>
              <a:t>Perform</a:t>
            </a:r>
            <a:r>
              <a:rPr sz="2400" b="1" spc="-100" dirty="0">
                <a:latin typeface="Gill Sans MT"/>
                <a:cs typeface="Gill Sans MT"/>
              </a:rPr>
              <a:t> </a:t>
            </a:r>
            <a:r>
              <a:rPr sz="2400" b="1" spc="-50" dirty="0">
                <a:latin typeface="Gill Sans MT"/>
                <a:cs typeface="Gill Sans MT"/>
              </a:rPr>
              <a:t>test</a:t>
            </a:r>
            <a:r>
              <a:rPr sz="2400" b="1" spc="-100" dirty="0">
                <a:latin typeface="Gill Sans MT"/>
                <a:cs typeface="Gill Sans MT"/>
              </a:rPr>
              <a:t> </a:t>
            </a:r>
            <a:r>
              <a:rPr sz="2400" b="1" spc="-25" dirty="0">
                <a:latin typeface="Gill Sans MT"/>
                <a:cs typeface="Gill Sans MT"/>
              </a:rPr>
              <a:t>run</a:t>
            </a:r>
            <a:endParaRPr sz="2400">
              <a:latin typeface="Gill Sans MT"/>
              <a:cs typeface="Gill Sans MT"/>
            </a:endParaRPr>
          </a:p>
          <a:p>
            <a:pPr marL="179705">
              <a:lnSpc>
                <a:spcPct val="100000"/>
              </a:lnSpc>
              <a:spcBef>
                <a:spcPts val="1410"/>
              </a:spcBef>
            </a:pPr>
            <a:r>
              <a:rPr sz="3200" b="1" spc="-25" dirty="0">
                <a:latin typeface="Gill Sans MT"/>
                <a:cs typeface="Gill Sans MT"/>
              </a:rPr>
              <a:t>10</a:t>
            </a:r>
            <a:endParaRPr sz="3200">
              <a:latin typeface="Gill Sans MT"/>
              <a:cs typeface="Gill Sans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47009" y="6819315"/>
            <a:ext cx="69405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90" dirty="0">
                <a:solidFill>
                  <a:srgbClr val="231F20"/>
                </a:solidFill>
                <a:latin typeface="Gill Sans MT"/>
                <a:cs typeface="Gill Sans MT"/>
              </a:rPr>
              <a:t>*</a:t>
            </a:r>
            <a:r>
              <a:rPr sz="600" spc="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Parallel</a:t>
            </a:r>
            <a:r>
              <a:rPr sz="600" spc="3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elasto-</a:t>
            </a:r>
            <a:r>
              <a:rPr sz="600" spc="-35" dirty="0">
                <a:solidFill>
                  <a:srgbClr val="231F20"/>
                </a:solidFill>
                <a:latin typeface="Gill Sans MT"/>
                <a:cs typeface="Gill Sans MT"/>
              </a:rPr>
              <a:t>mount</a:t>
            </a:r>
            <a:endParaRPr sz="600">
              <a:latin typeface="Gill Sans MT"/>
              <a:cs typeface="Gill Sans MT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F269196-39A6-F797-0ECB-7A52008FBCF4}"/>
              </a:ext>
            </a:extLst>
          </p:cNvPr>
          <p:cNvGrpSpPr/>
          <p:nvPr/>
        </p:nvGrpSpPr>
        <p:grpSpPr>
          <a:xfrm>
            <a:off x="7734934" y="349251"/>
            <a:ext cx="2717165" cy="817393"/>
            <a:chOff x="7734934" y="309245"/>
            <a:chExt cx="2717166" cy="897807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4768297-83BC-423B-97BF-5077E80A0198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2" name="Picture 61" descr="A close-up of a logo&#10;&#10;AI-generated content may be incorrect.">
              <a:extLst>
                <a:ext uri="{FF2B5EF4-FFF2-40B4-BE49-F238E27FC236}">
                  <a16:creationId xmlns:a16="http://schemas.microsoft.com/office/drawing/2014/main" id="{F480742D-F26D-41F4-AD88-9A5312119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3498" y="309245"/>
              <a:ext cx="1771123" cy="897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873</Words>
  <Application>Microsoft Macintosh PowerPoint</Application>
  <PresentationFormat>Custom</PresentationFormat>
  <Paragraphs>300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Gill Sans MT</vt:lpstr>
      <vt:lpstr>Office Theme</vt:lpstr>
      <vt:lpstr>PowerPoint Presentation</vt:lpstr>
      <vt:lpstr>Scraper Type B6 + PEM* - Determine mounting range</vt:lpstr>
      <vt:lpstr>Scraper Type B6 + PEM* - Locate center point of midsection</vt:lpstr>
      <vt:lpstr>Scraper Type B6 + PEM* - Select spindle position</vt:lpstr>
      <vt:lpstr>Scraper Type B6 + PEM* - Provide access for maintenance</vt:lpstr>
      <vt:lpstr>Scraper Type B6 + PEM* - Install spindles and mounts</vt:lpstr>
      <vt:lpstr>PowerPoint Presentation</vt:lpstr>
      <vt:lpstr>Scraper Type B6 + PEM* - Align assembly carrier</vt:lpstr>
      <vt:lpstr>Scraper Type B6 + PEM* -</vt:lpstr>
      <vt:lpstr>PowerPoint Presentation</vt:lpstr>
      <vt:lpstr>Scraper Type B6 + PEM* 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ti2t0821.ai</dc:title>
  <dc:creator>DV01</dc:creator>
  <cp:lastModifiedBy>Roy Pasak</cp:lastModifiedBy>
  <cp:revision>1</cp:revision>
  <dcterms:created xsi:type="dcterms:W3CDTF">2025-02-21T03:13:44Z</dcterms:created>
  <dcterms:modified xsi:type="dcterms:W3CDTF">2025-02-21T13:33:52Z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2004-07-02T00:00:00Z</vt:filetime>
  </property>
  <property fmtid="{D5CDD505-2E9C-101B-9397-08002B2CF9AE}" pid="3" name="Creator">
    <vt:lpwstr>PScript5.dll Version 5.2</vt:lpwstr>
  </property>
  <property fmtid="{D5CDD505-2E9C-101B-9397-08002B2CF9AE}" pid="4" name="LastSaved">
    <vt:filetime>2025-02-21T00:00:00Z</vt:filetime>
  </property>
  <property fmtid="{D5CDD505-2E9C-101B-9397-08002B2CF9AE}" pid="5" name="Producer">
    <vt:lpwstr>3-Heights(TM) PDF Security Shell 4.8.25.2 (http://www.pdf-tools.com)</vt:lpwstr>
  </property>
</Properties>
</file>